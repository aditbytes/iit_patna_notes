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notesSlides/notesSlide1.xml" ContentType="application/vnd.openxmlformats-officedocument.presentationml.notesSlide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1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51 772 400 0 0,'-25'41'6053'0'0,"7"7"-3530"0"0,16-42-2361 0 0,1 1 0 0 0,-1 0 0 0 0,1-1 0 0 0,0 1 0 0 0,1 0 0 0 0,-1-1 0 0 0,2 1 0 0 0,-1 0 0 0 0,0-1 0 0 0,1 1 0 0 0,1 0 0 0 0,2 8 0 0 0,-4-14-113 0 0,0 0 1 0 0,1 0 0 0 0,0 0 0 0 0,-1-1-1 0 0,1 1 1 0 0,-1 0 0 0 0,1 0-1 0 0,0 0 1 0 0,0-1 0 0 0,-1 1 0 0 0,1 0-1 0 0,0-1 1 0 0,0 1 0 0 0,0 0 0 0 0,0-1-1 0 0,0 1 1 0 0,0-1 0 0 0,0 0-1 0 0,0 1 1 0 0,0-1 0 0 0,0 0 0 0 0,0 1-1 0 0,0-1 1 0 0,0 0 0 0 0,0 0-1 0 0,0 0 1 0 0,0 0 0 0 0,0 0 0 0 0,0 0-1 0 0,0 0 1 0 0,1-1 0 0 0,-1 1 0 0 0,0 0-1 0 0,1-1 1 0 0,3-1 19 0 0,-1 1 0 0 0,1-1 1 0 0,-1 0-1 0 0,0 0 0 0 0,0-1 0 0 0,4-2 1 0 0,1-2-5 0 0,-1-1 1 0 0,0 0 0 0 0,-1 0 0 0 0,0-1 0 0 0,0 1 0 0 0,-1-1 0 0 0,8-14 0 0 0,31-75 35 0 0,-33 70-70 0 0,88-227 26 0 0,43-94-196 0 0,-132 327 117 0 0,32-62-132 0 0,-43 84 152 0 0,0-1 0 0 0,1 1 1 0 0,-1 0-1 0 0,0-1 0 0 0,0 1 0 0 0,1-1 0 0 0,-1 1 0 0 0,0 0 1 0 0,1-1-1 0 0,-1 1 0 0 0,0 0 0 0 0,1-1 0 0 0,-1 1 1 0 0,1 0-1 0 0,-1 0 0 0 0,1-1 0 0 0,-1 1 0 0 0,0 0 1 0 0,1 0-1 0 0,-1 0 0 0 0,1 0 0 0 0,-1-1 0 0 0,1 1 1 0 0,-1 0-1 0 0,1 0 0 0 0,-1 0 0 0 0,1 0 0 0 0,-1 0 0 0 0,1 0 1 0 0,-1 0-1 0 0,1 1 0 0 0,-1-1 0 0 0,1 0 0 0 0,-1 0 1 0 0,1 0-1 0 0,-1 0 0 0 0,1 1 0 0 0,-1-1 0 0 0,0 0 1 0 0,1 0-1 0 0,-1 1 0 0 0,1-1 0 0 0,-1 0 0 0 0,0 1 1 0 0,1-1-1 0 0,-1 0 0 0 0,1 1 0 0 0,12 19 7 0 0,-10-5 9 0 0,0 0 1 0 0,-1 1-1 0 0,-1-1 1 0 0,0 0-1 0 0,-1 1 0 0 0,-4 26 1 0 0,2 2 28 0 0,-3 36 2 0 0,2-43-23 0 0,1-1 1 0 0,2 1-1 0 0,8 60 0 0 0,-8-95-17 0 0,0 0-1 0 0,1-1 1 0 0,-1 1 0 0 0,1-1 0 0 0,-1 1-1 0 0,1-1 1 0 0,-1 1 0 0 0,1-1-1 0 0,0 1 1 0 0,0-1 0 0 0,0 0-1 0 0,0 0 1 0 0,0 1 0 0 0,2 0 0 0 0,-2-1 8 0 0,3-1 5 0 0,2-2-15 0 0,-1 0 0 0 0,1 0 0 0 0,0-1 0 0 0,-1 1 0 0 0,0-1 0 0 0,0-1 0 0 0,0 1 0 0 0,0-1 0 0 0,0 1 0 0 0,-1-1 0 0 0,8-9 0 0 0,7-8 1 0 0,20-29 1 0 0,94-151-87 0 0,5-6-136 0 0,-137 205 210 0 0,0 0 0 0 0,1 0 0 0 0,-1 1 0 0 0,1-1 0 0 0,-1 1 0 0 0,1-1 0 0 0,0 1 0 0 0,-1 0 0 0 0,4-2 0 0 0,-4 2 7 0 0,-1 1-1 0 0,1 0 1 0 0,-1 0-1 0 0,1 0 1 0 0,-1 0-1 0 0,1-1 1 0 0,-1 1-1 0 0,1 0 1 0 0,-1 0-1 0 0,1 0 1 0 0,-1 0-1 0 0,1 0 1 0 0,-1 0-1 0 0,1 0 1 0 0,-1 1-1 0 0,1-1 1 0 0,-1 0-1 0 0,1 0 0 0 0,-1 0 1 0 0,1 0-1 0 0,-1 1 1 0 0,1-1-1 0 0,-1 0 1 0 0,0 0-1 0 0,1 1 1 0 0,1 1 2 0 0,-1 0 0 0 0,0 0 1 0 0,0 0-1 0 0,0 0 0 0 0,0 0 1 0 0,0 0-1 0 0,0 0 0 0 0,0 0 1 0 0,-1 1-1 0 0,1-1 0 0 0,-1 0 0 0 0,0 0 1 0 0,1 1-1 0 0,-1-1 0 0 0,-1 4 1 0 0,-1 20 124 0 0,-1 1-1 0 0,-2-1 1 0 0,-1 0 0 0 0,-17 49 0 0 0,9-32 53 0 0,6-17-83 0 0,-35 126 263 0 0,37-122-321 0 0,0 1 0 0 0,2-1 0 0 0,1 36 0 0 0,3-61-23 0 0,0 0-1 0 0,0 0 0 0 0,1-1 1 0 0,-1 1-1 0 0,1 0 1 0 0,0-1-1 0 0,1 1 1 0 0,-1-1-1 0 0,1 1 1 0 0,0-1-1 0 0,0 0 1 0 0,0 1-1 0 0,1-1 1 0 0,0 0-1 0 0,-1-1 1 0 0,5 5-1 0 0,-3-4-75 0 0,1 0 1 0 0,0 0-1 0 0,0 0 0 0 0,1-1 0 0 0,-1 1 1 0 0,1-1-1 0 0,0-1 0 0 0,-1 1 0 0 0,1-1 1 0 0,12 3-1 0 0,-6-2-493 0 0,1-1-1 0 0,0-1 1 0 0,0 0 0 0 0,24-1 0 0 0,-22-1-962 0 0,0-1 1 0 0,0 0 0 0 0,21-6-1 0 0,-9-1-1893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384 533 2084 0 0,'2'-4'448'0'0,"-1"1"1"0"0,0 0-1 0 0,0 0 0 0 0,0-1 1 0 0,0 1-1 0 0,0 0 0 0 0,0-1 0 0 0,-1 1 1 0 0,0-1-1 0 0,0 1 0 0 0,0-1 0 0 0,0 1 1 0 0,0-1-1 0 0,-1 1 0 0 0,1-1 1 0 0,-1 1-1 0 0,0 0 0 0 0,0-1 0 0 0,0 1 1 0 0,-1 0-1 0 0,1 0 0 0 0,-1 0 0 0 0,0 0 1 0 0,0 0-1 0 0,-3-4 0 0 0,4 6-381 0 0,-1 0-1 0 0,1 1 0 0 0,0-1 1 0 0,-1 0-1 0 0,1 1 0 0 0,-1-1 1 0 0,1 1-1 0 0,-1-1 0 0 0,1 1 1 0 0,-1 0-1 0 0,1 0 0 0 0,-1 0 1 0 0,1 0-1 0 0,-1 0 0 0 0,1 0 1 0 0,-1 0-1 0 0,1 0 0 0 0,-3 1 1 0 0,-26 8 604 0 0,12-1-438 0 0,1 2 0 0 0,0 0 0 0 0,1 1 0 0 0,0 0 0 0 0,0 2 1 0 0,1 0-1 0 0,1 0 0 0 0,-19 25 0 0 0,11-12-161 0 0,2 2-1 0 0,1 1 1 0 0,1 0 0 0 0,-15 34 0 0 0,25-45-53 0 0,0 0 0 0 0,1 1 1 0 0,-4 19-1 0 0,9-33-13 0 0,1 0 0 0 0,0-1 0 0 0,1 1 1 0 0,-1-1-1 0 0,1 1 0 0 0,0 0 0 0 0,0-1 1 0 0,0 1-1 0 0,1 0 0 0 0,0-1 0 0 0,0 1 0 0 0,0 0 1 0 0,0-1-1 0 0,1 0 0 0 0,-1 1 0 0 0,1-1 1 0 0,0 0-1 0 0,5 7 0 0 0,-5-8-24 0 0,1 0 1 0 0,-1-1-1 0 0,1 0 0 0 0,0 1 0 0 0,0-1 1 0 0,0 0-1 0 0,0 0 0 0 0,0-1 1 0 0,1 1-1 0 0,-1-1 0 0 0,0 1 0 0 0,1-1 1 0 0,-1 0-1 0 0,1 0 0 0 0,0-1 1 0 0,-1 1-1 0 0,1-1 0 0 0,-1 0 0 0 0,1 0 1 0 0,0 0-1 0 0,-1 0 0 0 0,1 0 1 0 0,0-1-1 0 0,-1 0 0 0 0,1 0 0 0 0,5-2 1 0 0,0 0-46 0 0,-1 0-1 0 0,0-1 1 0 0,0 0 0 0 0,0-1 0 0 0,0 0 0 0 0,-1 0-1 0 0,1 0 1 0 0,-1-1 0 0 0,10-10 0 0 0,-7 3 40 0 0,-1 0 1 0 0,1 0-1 0 0,-2 0 1 0 0,0-1-1 0 0,-1 0 0 0 0,6-16 1 0 0,27-94 209 0 0,-17 46 741 0 0,-19 64-770 0 0,-7 24 42 0 0,-7 23 46 0 0,-8 40 154 0 0,3 1 0 0 0,-7 104 0 0 0,22-169-383 0 0,0 0 0 0 0,0 1 0 0 0,0-1 0 0 0,2 0 0 0 0,-1 0 0 0 0,1 0 0 0 0,0 0 0 0 0,5 11 0 0 0,-6-18-13 0 0,0 1-1 0 0,0-1 1 0 0,1 1 0 0 0,-1-1 0 0 0,1 0 0 0 0,0 0-1 0 0,-1 0 1 0 0,1 0 0 0 0,0 0 0 0 0,0 0-1 0 0,1 0 1 0 0,-1 0 0 0 0,0-1 0 0 0,1 1-1 0 0,-1-1 1 0 0,1 0 0 0 0,-1 0 0 0 0,1 0 0 0 0,-1 0-1 0 0,1 0 1 0 0,0 0 0 0 0,-1-1 0 0 0,1 1-1 0 0,0-1 1 0 0,0 0 0 0 0,0 0 0 0 0,-1 0 0 0 0,1 0-1 0 0,0 0 1 0 0,4-2 0 0 0,1 0-64 0 0,0 0 1 0 0,0 0 0 0 0,-1-1-1 0 0,1-1 1 0 0,-1 1-1 0 0,0-1 1 0 0,0 0 0 0 0,0-1-1 0 0,0 0 1 0 0,-1 0-1 0 0,7-6 1 0 0,8-9-353 0 0,29-38-1 0 0,-15 12 31 0 0,-2-1-1 0 0,-2-2 0 0 0,-3-1 0 0 0,28-68 1 0 0,-20 28-4 0 0,42-162 0 0 0,-35 8 815 0 0,-37 196 29 0 0,-6 46-348 0 0,-1 3-101 0 0,0 0 1 0 0,-1 1-1 0 0,1-1 0 0 0,0 0 0 0 0,0 0 0 0 0,0 1 0 0 0,0-1 0 0 0,0 0 1 0 0,0 1-1 0 0,0-1 0 0 0,0 1 0 0 0,1 0 0 0 0,-2 1 0 0 0,-25 83 420 0 0,3 1 1 0 0,-14 110-1 0 0,22-112-51 0 0,-2 9 122 0 0,-29 170 453 0 0,37-184-705 0 0,-1 106 0 0 0,10-174-226 0 0,2 0 0 0 0,-1-1 0 0 0,1 1 0 0 0,1 0 0 0 0,0-1 0 0 0,1 0 0 0 0,5 14 1 0 0,-7-22-18 0 0,1 0 1 0 0,-1 0 0 0 0,1 0-1 0 0,0 0 1 0 0,0 0 0 0 0,0 0-1 0 0,1 0 1 0 0,-1-1 0 0 0,1 1-1 0 0,-1-1 1 0 0,1 0 0 0 0,0 0-1 0 0,0 0 1 0 0,0 0 0 0 0,0 0-1 0 0,0 0 1 0 0,0-1 0 0 0,1 0 0 0 0,-1 1-1 0 0,0-1 1 0 0,1 0 0 0 0,-1-1-1 0 0,1 1 1 0 0,-1-1 0 0 0,1 1-1 0 0,-1-1 1 0 0,8-1 0 0 0,1 0-4 0 0,0-1 0 0 0,0-1 1 0 0,0 0-1 0 0,-1 0 0 0 0,1-1 0 0 0,-1 0 1 0 0,0-1-1 0 0,0-1 0 0 0,-1 0 1 0 0,1 0-1 0 0,-1-1 0 0 0,0 0 1 0 0,-1-1-1 0 0,0 0 0 0 0,9-10 1 0 0,2-4 5 0 0,0-2 1 0 0,-1 0-1 0 0,-1-1 1 0 0,26-50 0 0 0,-28 44 5 0 0,-1-1 0 0 0,16-54 1 0 0,-27 71-1 0 0,0 0 0 0 0,-1 0 0 0 0,-1 0 0 0 0,0-1 0 0 0,-1 1-1 0 0,-1 0 1 0 0,0-1 0 0 0,-4-22 0 0 0,4 36-10 0 0,-7-23-22 0 0,7 25 16 0 0,0-1-1 0 0,0 0 0 0 0,-1 0 0 0 0,1 0 0 0 0,-1 0 0 0 0,1 0 0 0 0,0 0 0 0 0,-1 1 0 0 0,0-1 0 0 0,1 0 0 0 0,-1 0 0 0 0,0 1 1 0 0,1-1-1 0 0,-1 0 0 0 0,0 1 0 0 0,1-1 0 0 0,-1 1 0 0 0,0-1 0 0 0,0 1 0 0 0,0-1 0 0 0,0 1 0 0 0,0 0 0 0 0,0-1 1 0 0,-1 1-1 0 0,0 0 1 0 0,0 0 0 0 0,1 0 0 0 0,-1 0 0 0 0,0 0 0 0 0,0 0 0 0 0,1 1 1 0 0,-1-1-1 0 0,0 1 0 0 0,1-1 0 0 0,-1 1 0 0 0,0 0 0 0 0,1 0 0 0 0,-1 0 1 0 0,1 0-1 0 0,-1 0 0 0 0,1 0 0 0 0,0 0 0 0 0,-1 0 0 0 0,1 0 0 0 0,0 1 0 0 0,0-1 1 0 0,0 0-1 0 0,0 1 0 0 0,0-1 0 0 0,0 1 0 0 0,0-1 0 0 0,0 1 0 0 0,1 0 1 0 0,-1-1-1 0 0,0 1 0 0 0,1 0 0 0 0,0-1 0 0 0,-1 1 0 0 0,1 3 0 0 0,0-5 2 0 0,-1 4 0 0 0,0 0 1 0 0,1-1-1 0 0,0 1 0 0 0,0 0 0 0 0,0 0 0 0 0,0 0 0 0 0,0 0 0 0 0,1 0 1 0 0,0-1-1 0 0,0 1 0 0 0,0 0 0 0 0,0-1 0 0 0,0 1 0 0 0,1 0 0 0 0,-1-1 0 0 0,1 0 1 0 0,3 5-1 0 0,-1-4-54 0 0,-1 0 0 0 0,1 0 1 0 0,1 0-1 0 0,-1 0 0 0 0,0 0 1 0 0,1-1-1 0 0,0 0 0 0 0,0 0 1 0 0,0 0-1 0 0,8 2 0 0 0,4 1-223 0 0,0-1 0 0 0,1-1 0 0 0,-1 0 0 0 0,1-1 0 0 0,0-1 0 0 0,24-1 0 0 0,-33-1 202 0 0,-1 0 0 0 0,1-1 0 0 0,-1 0 1 0 0,1-1-1 0 0,-1 1 0 0 0,0-2 0 0 0,0 1 1 0 0,0-1-1 0 0,15-8 0 0 0,-17 8 114 0 0,-1 0 1 0 0,0-1-1 0 0,0 0 0 0 0,0 0 1 0 0,-1-1-1 0 0,1 1 1 0 0,-1-1-1 0 0,0 0 0 0 0,-1 0 1 0 0,1 0-1 0 0,-1 0 0 0 0,0-1 1 0 0,4-9-1 0 0,-6 14-26 0 0,-1 0 1 0 0,1 0-1 0 0,-1 1 0 0 0,1-1 1 0 0,-1 0-1 0 0,0 0 0 0 0,1 0 1 0 0,-1 0-1 0 0,0-1 0 0 0,0 1 1 0 0,0 0-1 0 0,0 0 1 0 0,0 0-1 0 0,0 0 0 0 0,0 0 1 0 0,0 0-1 0 0,0 0 0 0 0,0 0 1 0 0,0 0-1 0 0,-1 0 0 0 0,1 0 1 0 0,0 0-1 0 0,-1 0 0 0 0,1 0 1 0 0,-1 0-1 0 0,1 0 0 0 0,-1 0 1 0 0,1 1-1 0 0,-1-1 0 0 0,0 0 1 0 0,0 0-1 0 0,1 0 0 0 0,-1 1 1 0 0,0-1-1 0 0,0 0 0 0 0,0 1 1 0 0,0-1-1 0 0,1 1 0 0 0,-1-1 1 0 0,0 1-1 0 0,0 0 1 0 0,0-1-1 0 0,0 1 0 0 0,0 0 1 0 0,0-1-1 0 0,0 1 0 0 0,-1 0 1 0 0,1 0-1 0 0,0 0 0 0 0,0 0 1 0 0,0 0-1 0 0,0 0 0 0 0,0 0 1 0 0,0 1-1 0 0,0-1 0 0 0,0 0 1 0 0,0 0-1 0 0,0 1 0 0 0,0-1 1 0 0,0 1-1 0 0,0-1 0 0 0,0 1 1 0 0,1-1-1 0 0,-1 1 0 0 0,-1 0 1 0 0,-6 5 89 0 0,1 0 0 0 0,0 0 0 0 0,1 0 1 0 0,-1 1-1 0 0,1 0 0 0 0,-9 13 0 0 0,-26 49 360 0 0,37-62-431 0 0,-17 32 167 0 0,-20 51 0 0 0,35-73-168 0 0,0-1-1 0 0,2 1 1 0 0,0 0 0 0 0,1 0-1 0 0,0 0 1 0 0,0 22 0 0 0,3-35-21 0 0,0 0 0 0 0,0 0 0 0 0,1 0 0 0 0,0 0 0 0 0,-1 0 0 0 0,1 0 0 0 0,0 0 0 0 0,1 0 0 0 0,-1 0 0 0 0,1 0-1 0 0,-1-1 1 0 0,1 1 0 0 0,0-1 0 0 0,1 1 0 0 0,-1-1 0 0 0,5 6 0 0 0,-3-6-89 0 0,0 0-1 0 0,1 0 1 0 0,-1 0-1 0 0,1 0 0 0 0,-1 0 1 0 0,1-1-1 0 0,0 0 1 0 0,0 0-1 0 0,0-1 1 0 0,0 1-1 0 0,8 1 1 0 0,1-2-370 0 0,1 0 0 0 0,-1 0 1 0 0,1-1-1 0 0,-1-1 0 0 0,1-1 0 0 0,-1 0 1 0 0,0 0-1 0 0,21-8 0 0 0,-21 5 166 0 0,0 0 0 0 0,-1-1 0 0 0,0-1 0 0 0,-1 0 0 0 0,1 0 0 0 0,-1-2 0 0 0,-1 1 0 0 0,0-2 0 0 0,0 1 0 0 0,0-2 0 0 0,-1 1 0 0 0,11-17 0 0 0,-9 10 547 0 0,-2 0 1 0 0,0 0-1 0 0,-1-1 1 0 0,0 0-1 0 0,-2-1 0 0 0,0 0 1 0 0,-1 0-1 0 0,4-28 1 0 0,-6 26 464 0 0,1-4 1043 0 0,3-41 0 0 0,-8 64-1419 0 0,-7 18 459 0 0,6-14-757 0 0,-84 314 3224 0 0,83-305-3254 0 0,-8 59-292 0 0,9-65-12 0 0,1-1 0 0 0,0 1 0 0 0,0 0 0 0 0,0-1 0 0 0,1 1 1 0 0,0 0-1 0 0,0-1 0 0 0,0 1 0 0 0,0-1 0 0 0,1 1 0 0 0,0-1 1 0 0,2 5-1 0 0,-2-7-201 0 0,0 0 1 0 0,0 0-1 0 0,0 0 0 0 0,0 0 1 0 0,0 0-1 0 0,1 0 1 0 0,-1-1-1 0 0,0 1 0 0 0,1-1 1 0 0,0 0-1 0 0,-1 0 1 0 0,1 0-1 0 0,0 0 0 0 0,-1 0 1 0 0,1-1-1 0 0,0 1 0 0 0,0-1 1 0 0,-1 0-1 0 0,1 1 1 0 0,0-1-1 0 0,0-1 0 0 0,3 1 1 0 0,9-3-6048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1792 0 0,'3'-9'902'0'0,"6"-22"1944"0"0,2 0 1 0 0,0 0-1 0 0,21-36 1 0 0,-31 65-2794 0 0,0 1 1 0 0,-1-1-1 0 0,1 1 1 0 0,0 0-1 0 0,0-1 0 0 0,0 1 1 0 0,0 0-1 0 0,0 0 1 0 0,0 0-1 0 0,1-1 0 0 0,-1 1 1 0 0,0 0-1 0 0,0 1 1 0 0,1-1-1 0 0,-1 0 0 0 0,1 0 1 0 0,-1 0-1 0 0,1 1 1 0 0,-1-1-1 0 0,1 1 0 0 0,-1-1 1 0 0,1 1-1 0 0,-1 0 1 0 0,1 0-1 0 0,0 0 1 0 0,-1 0-1 0 0,1 0 0 0 0,-1 0 1 0 0,1 0-1 0 0,0 0 1 0 0,-1 0-1 0 0,1 1 0 0 0,-1-1 1 0 0,1 1-1 0 0,-1-1 1 0 0,1 1-1 0 0,-1 0 0 0 0,1-1 1 0 0,-1 1-1 0 0,1 0 1 0 0,0 1-1 0 0,3 2 123 0 0,0 0 1 0 0,0 0-1 0 0,-1 0 0 0 0,1 1 0 0 0,-1-1 1 0 0,-1 1-1 0 0,1 0 0 0 0,0 0 0 0 0,3 10 1 0 0,-2-6 2 0 0,-2 0 1 0 0,0 1-1 0 0,0 0 1 0 0,0 0-1 0 0,-1 0 1 0 0,-1 0-1 0 0,0 0 0 0 0,0 0 1 0 0,-1 0-1 0 0,0 1 1 0 0,-1-1-1 0 0,0 0 1 0 0,-1 0-1 0 0,0 0 1 0 0,-5 15-1 0 0,-2-1 28 0 0,-1 0 0 0 0,-1 0 1 0 0,-2-1-1 0 0,-27 40 0 0 0,26-43-37 0 0,2-2 86 0 0,10-15-145 0 0,5-7-41 0 0,10-14-289 0 0,0 1 1 0 0,19-17-1 0 0,-1-1-14 0 0,8-10 64 0 0,73-92-286 0 0,-88 104 604 0 0,0-1-1 0 0,21-45 1 0 0,-43 76-69 0 0,-3 3-79 0 0,0 0 1 0 0,0 0-1 0 0,0 0 1 0 0,0 0-1 0 0,0 0 0 0 0,0 0 1 0 0,0 0-1 0 0,0 0 1 0 0,0 0-1 0 0,0 1 1 0 0,0-1-1 0 0,1 0 1 0 0,-1 1-1 0 0,0-1 1 0 0,0 0-1 0 0,0 1 1 0 0,0-1-1 0 0,1 1 1 0 0,-1 0-1 0 0,0-1 1 0 0,0 1-1 0 0,1-1 0 0 0,-1 1 1 0 0,-1 1-1 0 0,-17 21 80 0 0,16-19-36 0 0,-15 20 134 0 0,2 0 1 0 0,1 0-1 0 0,0 2 0 0 0,2 0 0 0 0,-10 28 0 0 0,17-38-123 0 0,1 0 1 0 0,0 1-1 0 0,1-1 1 0 0,1 1-1 0 0,1 0 1 0 0,1 0-1 0 0,0 0 0 0 0,1 0 1 0 0,4 34-1 0 0,-3-46-46 0 0,0 0-1 0 0,1 0 1 0 0,-1 0 0 0 0,1 0-1 0 0,0-1 1 0 0,1 1 0 0 0,-1-1 0 0 0,1 0-1 0 0,0 1 1 0 0,0-1 0 0 0,0 0-1 0 0,0-1 1 0 0,1 1 0 0 0,-1-1-1 0 0,1 1 1 0 0,0-1 0 0 0,0 0-1 0 0,1 0 1 0 0,-1-1 0 0 0,0 1-1 0 0,1-1 1 0 0,-1 0 0 0 0,1 0-1 0 0,0-1 1 0 0,0 0 0 0 0,0 1-1 0 0,0-1 1 0 0,0-1 0 0 0,7 1-1 0 0,-5 0-369 0 0,1-1-1 0 0,-1-1 0 0 0,0 1 1 0 0,0-1-1 0 0,0 0 1 0 0,1-1-1 0 0,-1 1 0 0 0,0-1 1 0 0,7-4-1 0 0,-9 4-536 0 0,0-1-1 0 0,1 1 1 0 0,-1-2-1 0 0,0 1 0 0 0,-1 0 1 0 0,1-1-1 0 0,-1 0 1 0 0,1 0-1 0 0,-1 0 1 0 0,-1-1-1 0 0,7-7 1 0 0,2-11-6027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281 113 1968 0 0,'-129'-52'13025'0'0,"14"6"-5764"0"0,103 42-8985 0 0,-13-7-10008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24 0 0,'-60'9'6375'0'0,"-33"7"867"0"0,90-15-6453 0 0,42 7-58 0 0,126-4-239 0 0,134 6-5027 0 0,-230-7 885 0 0,0-3-1414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12 955 908 0 0,'-3'14'1504'0'0,"0"0"-1"0"0,0 0 1 0 0,1 0 0 0 0,1 0-1 0 0,1 28 1 0 0,0-22-798 0 0,1-18-607 0 0,-1 0 0 0 0,0-1 0 0 0,0 1 0 0 0,0 0 0 0 0,1 0 0 0 0,-1 0 0 0 0,1-1 0 0 0,0 1 0 0 0,-1 0 0 0 0,1-1 0 0 0,0 1 0 0 0,0-1 0 0 0,0 1 0 0 0,0-1 0 0 0,0 1 0 0 0,0-1 0 0 0,1 0 0 0 0,-1 1 0 0 0,0-1 0 0 0,1 0 0 0 0,-1 0 0 0 0,1 0 0 0 0,-1 0 0 0 0,1 0 0 0 0,-1 0 0 0 0,1 0 0 0 0,0-1 0 0 0,2 2 0 0 0,1-1 45 0 0,-1 0 0 0 0,0 0-1 0 0,0 0 1 0 0,1-1 0 0 0,-1 0 0 0 0,1 0 0 0 0,-1 0 0 0 0,9-1-1 0 0,-5-1-90 0 0,1-1 0 0 0,-1 0 0 0 0,0 0 0 0 0,0-1 0 0 0,0 0 0 0 0,-1-1 0 0 0,0 0 0 0 0,1 0 0 0 0,-1 0 0 0 0,-1-1 0 0 0,1 0 0 0 0,-1 0 0 0 0,0 0 0 0 0,8-14 0 0 0,3-4 4 0 0,-2-1-1 0 0,24-53 0 0 0,11-46-9 0 0,50-196-1 0 0,-70 214-103 0 0,12-59 284 0 0,-38 157-250 0 0,0 12 19 0 0,0 13 26 0 0,-2 49 55 0 0,-9 82-1 0 0,0 29-72 0 0,8-151 13 0 0,-1-1-12 0 0,5 41 0 0 0,-4-61 5 0 0,0 1-1 0 0,0 0 1 0 0,1-1-1 0 0,0 0 1 0 0,-1 1 0 0 0,2-1-1 0 0,-1 0 1 0 0,1 0 0 0 0,0 0-1 0 0,0 0 1 0 0,0-1 0 0 0,8 9-1 0 0,-9-11-1 0 0,0 0 0 0 0,1 0 0 0 0,0 0 0 0 0,-1 0-1 0 0,1-1 1 0 0,0 0 0 0 0,0 1 0 0 0,0-1 0 0 0,0 0 0 0 0,0 0 0 0 0,0 0-1 0 0,0-1 1 0 0,0 1 0 0 0,6-1 0 0 0,-3 0 2 0 0,0 0 1 0 0,0-1-1 0 0,-1 0 1 0 0,1 0-1 0 0,0 0 1 0 0,-1-1-1 0 0,10-4 1 0 0,-3 0 6 0 0,-1 0 0 0 0,1-1 0 0 0,-1 0 0 0 0,0-1 0 0 0,-1 0 0 0 0,15-15 0 0 0,3-9-18 0 0,-1-1 1 0 0,-2-1 0 0 0,-1-2-1 0 0,29-57 1 0 0,62-162-16 0 0,-109 240 16 0 0,40-108 1033 0 0,-45 121-1006 0 0,-3 4-15 0 0,0 1-1 0 0,0-1 1 0 0,1 1 0 0 0,0-1 0 0 0,-1 1-1 0 0,1 0 1 0 0,0-1 0 0 0,-1 4 0 0 0,0-1 8 0 0,-135 339 1408 0 0,117-283-1178 0 0,3 1 0 0 0,3 1 0 0 0,-11 113 0 0 0,24-162-220 0 0,0 0 1 0 0,1 0 0 0 0,1 0 0 0 0,0 0 0 0 0,1 0 0 0 0,4 14 0 0 0,-5-24-19 0 0,0 0 0 0 0,1 0 0 0 0,-1 0 1 0 0,1 0-1 0 0,0 0 0 0 0,0 0 0 0 0,1-1 0 0 0,-1 1 1 0 0,1-1-1 0 0,-1 1 0 0 0,1-1 0 0 0,0 0 0 0 0,1 0 0 0 0,-1 0 1 0 0,0-1-1 0 0,1 1 0 0 0,-1-1 0 0 0,1 0 0 0 0,0 0 1 0 0,0 0-1 0 0,0-1 0 0 0,0 1 0 0 0,7 1 0 0 0,4-1 3 0 0,-1 0-1 0 0,1-1 0 0 0,-1-1 1 0 0,1 0-1 0 0,-1-1 0 0 0,1 0 1 0 0,-1-1-1 0 0,0-1 1 0 0,0 0-1 0 0,0-1 0 0 0,0-1 1 0 0,0 0-1 0 0,-1-1 0 0 0,0 0 1 0 0,0-1-1 0 0,20-14 1 0 0,-14 7-9 0 0,-1 0 0 0 0,0-1 0 0 0,-1-1 0 0 0,-1 0 0 0 0,0-1 0 0 0,-1-1 0 0 0,-1-1 0 0 0,-1 0 0 0 0,20-37 0 0 0,-26 41 38 0 0,0-1 0 0 0,-1 0 0 0 0,-1 0-1 0 0,0 0 1 0 0,-1-1 0 0 0,-1 0 0 0 0,0 1 0 0 0,-1-1 0 0 0,-1-34 0 0 0,-1 50-44 0 0,0 1 0 0 0,-1-1 1 0 0,1 1-1 0 0,0 0 0 0 0,0-1 1 0 0,-1 1-1 0 0,1 0 0 0 0,0-1 1 0 0,0 1-1 0 0,-1 0 1 0 0,1-1-1 0 0,0 1 0 0 0,-1 0 1 0 0,1-1-1 0 0,0 1 0 0 0,-1 0 1 0 0,1 0-1 0 0,-1-1 0 0 0,1 1 1 0 0,0 0-1 0 0,-1 0 0 0 0,1 0 1 0 0,-1 0-1 0 0,1 0 1 0 0,-1 0-1 0 0,1 0 0 0 0,0 0 1 0 0,-1-1-1 0 0,1 1 0 0 0,-1 1 1 0 0,1-1-1 0 0,-1 0 0 0 0,1 0 1 0 0,-1 0-1 0 0,1 0 1 0 0,0 0-1 0 0,-1 0 0 0 0,1 0 1 0 0,-1 1-1 0 0,1-1 0 0 0,0 0 1 0 0,-1 0-1 0 0,1 1 0 0 0,-1-1 1 0 0,1 1-1 0 0,-19 9-20 0 0,12-4 24 0 0,1-1-1 0 0,0 1 1 0 0,0 1 0 0 0,0-1 0 0 0,-9 15 0 0 0,-20 38 7 0 0,17-25-3 0 0,2 1 0 0 0,-14 40 0 0 0,26-62-2 0 0,0 0-1 0 0,1 1 0 0 0,1-1 1 0 0,-1 1-1 0 0,2-1 1 0 0,0 1-1 0 0,1 0 0 0 0,0-1 1 0 0,4 20-1 0 0,-4-28 2 0 0,1-1 0 0 0,1 0-1 0 0,-1-1 1 0 0,1 1 0 0 0,-1 0-1 0 0,1 0 1 0 0,0-1 0 0 0,0 1-1 0 0,1-1 1 0 0,-1 1 0 0 0,1-1 0 0 0,-1 0-1 0 0,1 0 1 0 0,6 5 0 0 0,-3-4-14 0 0,0-1 1 0 0,-1 1 0 0 0,1-1-1 0 0,1 0 1 0 0,-1-1 0 0 0,0 0-1 0 0,0 0 1 0 0,11 2 0 0 0,0-1-150 0 0,1-2 0 0 0,-1 0 0 0 0,0-1 0 0 0,1 0 1 0 0,-1-2-1 0 0,24-4 0 0 0,-12 0-324 0 0,1-1-1 0 0,-1-2 1 0 0,0-1 0 0 0,-1-1-1 0 0,0-2 1 0 0,-1 0 0 0 0,-1-2-1 0 0,0-1 1 0 0,-1-1 0 0 0,0-1-1 0 0,-2-2 1 0 0,0 0 0 0 0,39-46-1 0 0,-34 31 246 0 0,-1-1 1 0 0,-2-1-1 0 0,-2-1 0 0 0,-1-1 0 0 0,-2 0 0 0 0,-2-2 0 0 0,-2-1 0 0 0,22-83 0 0 0,-30 83 800 0 0,-1 0-1 0 0,-2-1 0 0 0,-2 1 0 0 0,-2-1 0 0 0,-7-70 0 0 0,5 100-321 0 0,1 7-153 0 0,-1 0 0 0 0,1 0 0 0 0,-1 0-1 0 0,0 0 1 0 0,-1 0 0 0 0,1 0 0 0 0,-1 1 0 0 0,0-1 0 0 0,-3-5-1 0 0,4 11-81 0 0,1-1-1 0 0,-1 1 0 0 0,1 0 0 0 0,-1-1 0 0 0,1 1 0 0 0,-1 0 0 0 0,1-1 0 0 0,-1 1 0 0 0,0 0 0 0 0,1 0 0 0 0,-1-1 0 0 0,1 1 0 0 0,-1 0 0 0 0,1 0 0 0 0,-1 0 0 0 0,0 0 1 0 0,1 0-1 0 0,-1 0 0 0 0,0 0 0 0 0,1 0 0 0 0,-1 0 0 0 0,1 0 0 0 0,-1 0 0 0 0,0 0 0 0 0,1 0 0 0 0,-1 1 0 0 0,1-1 0 0 0,-1 0 0 0 0,1 0 0 0 0,-1 1 0 0 0,1-1 0 0 0,-1 0 1 0 0,1 1-1 0 0,-1-1 0 0 0,1 1 0 0 0,-1-1 0 0 0,1 0 0 0 0,-1 1 0 0 0,1-1 0 0 0,-1 2 0 0 0,-16 20 72 0 0,2 5-12 0 0,1 0-1 0 0,2 1 0 0 0,-11 37 1 0 0,-19 90 84 0 0,34-121-128 0 0,-14 59 72 0 0,3 1 0 0 0,5 1-1 0 0,-4 135 1 0 0,18-211-40 0 0,1 1 1 0 0,0 0-1 0 0,1-1 1 0 0,2 1-1 0 0,0-1 1 0 0,11 32-1 0 0,-14-46-82 0 0,1 0-1 0 0,1 0 0 0 0,-1-1 0 0 0,1 1 1 0 0,-1 0-1 0 0,1-1 0 0 0,1 0 1 0 0,-1 0-1 0 0,1 0 0 0 0,-1 0 0 0 0,1 0 1 0 0,0-1-1 0 0,0 1 0 0 0,1-1 0 0 0,-1 0 1 0 0,1-1-1 0 0,-1 1 0 0 0,1-1 1 0 0,0 0-1 0 0,0 0 0 0 0,0 0 0 0 0,0-1 1 0 0,1 0-1 0 0,-1 0 0 0 0,0 0 0 0 0,0 0 1 0 0,1-1-1 0 0,-1 0 0 0 0,8-1 1 0 0,0-1-244 0 0,1 0 0 0 0,-1-1 1 0 0,0-1-1 0 0,0 0 0 0 0,0-1 0 0 0,-1-1 1 0 0,1 0-1 0 0,-1 0 0 0 0,0-1 1 0 0,-1-1-1 0 0,0 1 0 0 0,0-2 1 0 0,18-18-1 0 0,-1-3-202 0 0,-2 0-1 0 0,-1-2 1 0 0,30-49-1 0 0,-27 34 575 0 0,-2-2-1 0 0,-2 0 0 0 0,-2-2 1 0 0,27-97-1 0 0,-32 80 2467 0 0,13-110-1 0 0,-25 143-1920 0 0,-5 33-350 0 0,-1 4-280 0 0,0-1-1 0 0,0 1 1 0 0,0 0-1 0 0,0 0 1 0 0,0-1 0 0 0,0 1-1 0 0,1 0 1 0 0,-1 0 0 0 0,1 0-1 0 0,-1 3 1 0 0,1-5-12 0 0,-68 296 234 0 0,-23 131-109 0 0,88-407-111 0 0,0 3 234 0 0,-11 39 0 0 0,14-62-240 0 0,0 0-1 0 0,-1 1 1 0 0,1-1 0 0 0,0 0 0 0 0,0 0-1 0 0,0 0 1 0 0,0 1 0 0 0,-1-1 0 0 0,1 0-1 0 0,0 0 1 0 0,0 1 0 0 0,0-1 0 0 0,0 0 0 0 0,0 1-1 0 0,0-1 1 0 0,0 0 0 0 0,0 0 0 0 0,0 1-1 0 0,0-1 1 0 0,0 0 0 0 0,0 0 0 0 0,0 1 0 0 0,0-1-1 0 0,0 0 1 0 0,0 1 0 0 0,0-1 0 0 0,0 0-1 0 0,0 0 1 0 0,0 1 0 0 0,0-1 0 0 0,1 0-1 0 0,-1 0 1 0 0,0 1 0 0 0,0-1 0 0 0,0 0 0 0 0,0 0-1 0 0,1 1 1 0 0,-1-1 0 0 0,0 0 0 0 0,0 0-1 0 0,0 0 1 0 0,1 0 0 0 0,-1 1 0 0 0,0-1 0 0 0,0 0-1 0 0,1 0 1 0 0,-1 0 0 0 0,0 0 0 0 0,0 0-1 0 0,1 0 1 0 0,-1 0 0 0 0,0 0 0 0 0,1 0-1 0 0,-1 0 1 0 0,0 0 0 0 0,0 0 0 0 0,1 0 0 0 0,-1 0-1 0 0,0 0 1 0 0,1 0 0 0 0,15-9 174 0 0,18-29-69 0 0,41-57-1 0 0,-22 25-123 0 0,51-50-73 0 0,-103 119 65 0 0,0 1 12 0 0,-1-1 0 0 0,0 0 1 0 0,1 1-1 0 0,0-1 0 0 0,-1 1 0 0 0,1-1 0 0 0,-1 1 1 0 0,1-1-1 0 0,0 1 0 0 0,-1-1 0 0 0,1 1 1 0 0,0 0-1 0 0,-1-1 0 0 0,1 1 0 0 0,0 0 1 0 0,-1 0-1 0 0,1 0 0 0 0,0-1 0 0 0,0 1 1 0 0,-1 0-1 0 0,1 0 0 0 0,0 0 0 0 0,1 0 0 0 0,17 10-20 0 0,-17-3 25 0 0,-2-5-3 0 0,2 5 0 0 0,0 0 1 0 0,0 1 0 0 0,-1-1-1 0 0,0 0 1 0 0,0 0 0 0 0,-1 1-1 0 0,0 9 1 0 0,-10 56 15 0 0,2-20 11 0 0,7-40-37 0 0,0 1-1 0 0,0-1 1 0 0,2 0-1 0 0,-1 1 0 0 0,5 18 1 0 0,-4-28-94 0 0,0 0 1 0 0,1 1-1 0 0,-1-1 1 0 0,1 0-1 0 0,0 0 0 0 0,0 0 1 0 0,1 0-1 0 0,-1 0 1 0 0,1-1-1 0 0,0 1 1 0 0,0-1-1 0 0,0 1 1 0 0,1-1-1 0 0,-1 0 0 0 0,1 0 1 0 0,0-1-1 0 0,-1 1 1 0 0,1-1-1 0 0,6 3 1 0 0,-3-2-104 0 0,0 0 0 0 0,0 0 0 0 0,0-1 0 0 0,1 0 0 0 0,-1 0 0 0 0,0 0 1 0 0,1-1-1 0 0,-1-1 0 0 0,1 1 0 0 0,0-1 0 0 0,-1 0 0 0 0,1-1 0 0 0,-1 0 0 0 0,1 0 1 0 0,-1 0-1 0 0,1-1 0 0 0,-1 0 0 0 0,0-1 0 0 0,0 0 0 0 0,0 0 0 0 0,0 0 0 0 0,-1-1 1 0 0,1 0-1 0 0,-1 0 0 0 0,0-1 0 0 0,0 1 0 0 0,8-9 0 0 0,0-2 468 0 0,-1 0 0 0 0,-1-1 0 0 0,0-1-1 0 0,0 1 1 0 0,-2-2 0 0 0,0 0 0 0 0,-1 0 0 0 0,-1 0 0 0 0,7-25-1 0 0,11-61 3672 0 0,-26 102-3657 0 0,-14 16-115 0 0,5 5-128 0 0,0 1 0 0 0,2 1 0 0 0,-8 30 1 0 0,12-41-19 0 0,1 0 1 0 0,1 0 0 0 0,0 0 0 0 0,0 1-1 0 0,1-1 1 0 0,0 0 0 0 0,1 0 0 0 0,0 1-1 0 0,4 14 1 0 0,-4-23-3 0 0,0 1 0 0 0,0-1-1 0 0,0 0 1 0 0,1 1 0 0 0,-1-1 0 0 0,1 0 0 0 0,-1 0 0 0 0,1 0-1 0 0,0 0 1 0 0,0 0 0 0 0,0-1 0 0 0,0 1 0 0 0,0 0-1 0 0,0-1 1 0 0,0 1 0 0 0,0-1 0 0 0,1 0 0 0 0,-1 0-1 0 0,1 0 1 0 0,-1 0 0 0 0,1 0 0 0 0,-1 0 0 0 0,1-1-1 0 0,-1 0 1 0 0,1 1 0 0 0,5-1 0 0 0,-2 0 6 0 0,1 0 1 0 0,-1 0-1 0 0,1-1 1 0 0,-1 0-1 0 0,0 0 1 0 0,1 0-1 0 0,-1-1 1 0 0,0 0-1 0 0,12-5 1 0 0,-9 1-8 0 0,0 0-1 0 0,-1 0 1 0 0,0-1 0 0 0,0 0 0 0 0,0 0 0 0 0,-1-1 0 0 0,0 0 0 0 0,0 0-1 0 0,-1-1 1 0 0,0 0 0 0 0,6-11 0 0 0,-4 4-1 0 0,-1 0 0 0 0,0 0 0 0 0,-1-1 0 0 0,-1 0 1 0 0,0 0-1 0 0,2-18 0 0 0,-6 20 3 0 0,0 1 0 0 0,0 0 0 0 0,-2-1-1 0 0,1 1 1 0 0,-6-26 0 0 0,4 32-12 0 0,1 0-1 0 0,-2 1 1 0 0,1-1-1 0 0,-1 1 1 0 0,0-1 0 0 0,-1 1-1 0 0,1 0 1 0 0,-2 0-1 0 0,1 1 1 0 0,-1-1-1 0 0,-10-11 1 0 0,-9 5-26 0 0,23 12 24 0 0,0 0 0 0 0,0 0-1 0 0,-1 1 1 0 0,1-1 0 0 0,0 0-1 0 0,-1 1 1 0 0,1 0-1 0 0,0-1 1 0 0,-1 1 0 0 0,1 0-1 0 0,-1-1 1 0 0,1 1-1 0 0,-1 0 1 0 0,1 0 0 0 0,0 0-1 0 0,-1 0 1 0 0,1 1-1 0 0,-1-1 1 0 0,-1 1 0 0 0,-1 0-11 0 0,0 0-135 0 0,0-1-1 0 0,1 1 1 0 0,-1 0 0 0 0,0 0-1 0 0,1 0 1 0 0,0 1 0 0 0,-1-1-1 0 0,1 1 1 0 0,0 0 0 0 0,-1 0 0 0 0,1 0-1 0 0,0 0 1 0 0,1 1 0 0 0,-1-1-1 0 0,0 1 1 0 0,1 0 0 0 0,-1-1-1 0 0,1 1 1 0 0,0 0 0 0 0,0 0 0 0 0,0 1-1 0 0,0-1 1 0 0,1 0 0 0 0,-1 1-1 0 0,-1 5 1 0 0,2-5-419 0 0,0-1 1 0 0,1 1-1 0 0,-1 0 0 0 0,1 0 1 0 0,0 0-1 0 0,0-1 0 0 0,0 1 1 0 0,0 0-1 0 0,0 0 0 0 0,1 0 1 0 0,0-1-1 0 0,0 1 0 0 0,0 0 1 0 0,0-1-1 0 0,3 7 0 0 0,6 5-3914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6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314 791 1740 0 0,'5'-5'787'0'0,"0"1"-1"0"0,0-1 0 0 0,-1 0 1 0 0,0-1-1 0 0,0 1 1 0 0,-1-1-1 0 0,0 0 0 0 0,1 0 1 0 0,-2 0-1 0 0,1 0 1 0 0,-1 0-1 0 0,3-12 0 0 0,-4 14-595 0 0,-1 0 0 0 0,1 0 1 0 0,-1 0-1 0 0,0 0 0 0 0,0-1 0 0 0,0 1 0 0 0,0 0 0 0 0,-1 0 0 0 0,0 0 0 0 0,0 0 0 0 0,0 0 0 0 0,0 1 0 0 0,-1-1 0 0 0,1 0 1 0 0,-1 0-1 0 0,0 1 0 0 0,0-1 0 0 0,0 1 0 0 0,0 0 0 0 0,-1-1 0 0 0,0 1 0 0 0,-3-3 0 0 0,3 3-152 0 0,1 1-1 0 0,-1 1 1 0 0,1-1 0 0 0,-1 0-1 0 0,0 1 1 0 0,0-1 0 0 0,0 1-1 0 0,0 0 1 0 0,0 0 0 0 0,0 0-1 0 0,0 0 1 0 0,0 0 0 0 0,0 1-1 0 0,0-1 1 0 0,-1 1-1 0 0,-2 0 1 0 0,0 1-13 0 0,0-1 0 0 0,0 1-1 0 0,0 1 1 0 0,1-1 0 0 0,-1 1-1 0 0,1 0 1 0 0,-1 0 0 0 0,-5 4 0 0 0,-5 3-6 0 0,1 1 0 0 0,0 1 0 0 0,1 0 0 0 0,-21 22 0 0 0,19-17-7 0 0,1 1 1 0 0,1 1 0 0 0,1 0-1 0 0,-16 27 1 0 0,22-33-7 0 0,1 1 0 0 0,1-1 0 0 0,0 1 0 0 0,0 0 1 0 0,1 1-1 0 0,1-1 0 0 0,0 1 0 0 0,-1 18 1 0 0,4-27 5 0 0,0-1-1 0 0,0 1 1 0 0,0-1 0 0 0,0 0 0 0 0,1 1 0 0 0,0-1 0 0 0,0 1 0 0 0,0-1 0 0 0,0 0 0 0 0,1 0 0 0 0,0 0 0 0 0,0 0 0 0 0,0 0 0 0 0,0 0 0 0 0,1 0 0 0 0,-1 0-1 0 0,1-1 1 0 0,0 1 0 0 0,0-1 0 0 0,0 0 0 0 0,1 0 0 0 0,-1 0 0 0 0,1-1 0 0 0,-1 1 0 0 0,1-1 0 0 0,0 0 0 0 0,0 0 0 0 0,0 0 0 0 0,0 0 0 0 0,6 1-1 0 0,-3-1 6 0 0,1 0 0 0 0,0-1 0 0 0,0 0 0 0 0,0 0-1 0 0,0-1 1 0 0,0 0 0 0 0,0 0 0 0 0,-1-1 0 0 0,1 0-1 0 0,0 0 1 0 0,0-1 0 0 0,0 0 0 0 0,-1 0 0 0 0,1-1-1 0 0,-1 0 1 0 0,10-5 0 0 0,1-4-4 0 0,0-1-1 0 0,-1-1 1 0 0,0-1-1 0 0,-1 0 1 0 0,-1-1-1 0 0,-1 0 1 0 0,0-1 0 0 0,-1-1-1 0 0,-1 0 1 0 0,14-27-1 0 0,6-20 17 0 0,41-122 0 0 0,-49 110 443 0 0,-3-1 0 0 0,-4-1 0 0 0,-4 0 0 0 0,6-141 0 0 0,-18 215-418 0 0,-1 0 0 0 0,-1 0 1 0 0,1 0-1 0 0,-1 0 0 0 0,0 0 1 0 0,-1-4-1 0 0,2 8-50 0 0,-1 1 0 0 0,1-1 0 0 0,0 1 0 0 0,-1-1 0 0 0,1 1 0 0 0,0-1 0 0 0,-1 1 0 0 0,1 0 0 0 0,-1-1 0 0 0,1 1 0 0 0,-1 0 0 0 0,1-1 0 0 0,-1 1 0 0 0,1 0 0 0 0,-1-1 0 0 0,1 1 0 0 0,-1 0 0 0 0,1 0 0 0 0,-1 0 0 0 0,1 0 0 0 0,-1-1 0 0 0,0 1 0 0 0,1 0 0 0 0,-1 0 0 0 0,1 0 0 0 0,-1 0 0 0 0,1 0 0 0 0,-1 1 0 0 0,0-1 0 0 0,1 0 0 0 0,-1 0 0 0 0,1 0 0 0 0,-1 0 0 0 0,1 0 0 0 0,-1 1 0 0 0,1-1 0 0 0,-1 0 0 0 0,1 1 0 0 0,-1-1 0 0 0,1 0 0 0 0,-1 1 0 0 0,1-1 0 0 0,-1 1 0 0 0,-20 16 54 0 0,9-2-33 0 0,1 0-1 0 0,0 1 1 0 0,1 1 0 0 0,1-1 0 0 0,0 2 0 0 0,-9 26 0 0 0,-26 115 49 0 0,29-90-41 0 0,-9 108 1 0 0,22-141-10 0 0,1 0 1 0 0,2 0 0 0 0,1 1-1 0 0,14 66 1 0 0,-12-86 22 0 0,1 0 0 0 0,1-1 1 0 0,0 0-1 0 0,1 0 0 0 0,11 16 0 0 0,-16-26-285 0 0,1-1 0 0 0,1 0 0 0 0,-1-1 1 0 0,1 1-1 0 0,-1-1 0 0 0,1 1 0 0 0,1-1 0 0 0,-1 0 0 0 0,0-1 0 0 0,1 1 0 0 0,0-1 0 0 0,0 0 0 0 0,0 0 0 0 0,0 0 0 0 0,1-1 0 0 0,-1 0 0 0 0,1 0 1 0 0,6 2-1 0 0,-9-4-328 0 0,0 0 1 0 0,0 0-1 0 0,0-1 1 0 0,0 1 0 0 0,0-1-1 0 0,0 1 1 0 0,0-1-1 0 0,-1 0 1 0 0,1 0 0 0 0,0 0-1 0 0,-1-1 1 0 0,1 1-1 0 0,-1-1 1 0 0,1 1 0 0 0,-1-1-1 0 0,4-3 1 0 0,3-5-5101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1 716 0 0,'-130'16'11164'0'0,"130"-16"-11131"0"0,-1 0-1 0 0,1 0 1 0 0,0 0-1 0 0,-1 0 1 0 0,1 0-1 0 0,0 0 1 0 0,-1 0-1 0 0,1 0 1 0 0,0 0-1 0 0,-1 0 1 0 0,1 0-1 0 0,0 0 1 0 0,-1 0-1 0 0,1 0 1 0 0,0 0-1 0 0,-1 0 1 0 0,1 0-1 0 0,0 1 1 0 0,0-1-1 0 0,-1 0 1 0 0,1 0-1 0 0,0 0 1 0 0,0 1-1 0 0,-1-1 1 0 0,1 0-1 0 0,0 0 1 0 0,0 0-1 0 0,-1 1 1 0 0,1-1-1 0 0,0 0 1 0 0,0 1-1 0 0,0-1 1 0 0,0 0-1 0 0,0 0 1 0 0,-1 1-1 0 0,1-1 1 0 0,0 0-1 0 0,0 1 1 0 0,0-1-1 0 0,13 7 470 0 0,23 1-215 0 0,60 2-1268 0 0,0-5-4766 0 0,-48-5 910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7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82 2224 0 0,'9'-82'9982'0'0,"-22"92"-9339"0"0,-4 7-392 0 0,2 0-1 0 0,0 2 0 0 0,1 0 1 0 0,1 1-1 0 0,-15 28 1 0 0,14-24-59 0 0,-28 53 178 0 0,3 2 0 0 0,4 2 0 0 0,4 1 0 0 0,-36 144 0 0 0,56-180-279 0 0,2 1 1 0 0,3 0-1 0 0,1 0 1 0 0,3 61-1 0 0,2-86-126 0 0,2-1 0 0 0,1 0 1 0 0,0 0-1 0 0,2 0 0 0 0,0 0 0 0 0,1-1 0 0 0,1 0 0 0 0,1 0 0 0 0,1-1 1 0 0,1 0-1 0 0,22 33 0 0 0,-25-43-376 0 0,0-1 1 0 0,1 0 0 0 0,0 0-1 0 0,0 0 1 0 0,15 9 0 0 0,-15-12-731 0 0,-1-1 1 0 0,1 1-1 0 0,0-2 1 0 0,11 5-1 0 0,10-2-4723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666 343 2904 0 0,'10'-8'7696'0'0,"-10"9"-7630"0"0,1-1-1 0 0,-1 0 0 0 0,0 1 1 0 0,1-1-1 0 0,-1 0 0 0 0,0 1 0 0 0,1-1 1 0 0,-1 1-1 0 0,0-1 0 0 0,0 0 1 0 0,1 1-1 0 0,-1-1 0 0 0,0 1 1 0 0,0-1-1 0 0,0 1 0 0 0,0-1 0 0 0,1 1 1 0 0,-1-1-1 0 0,0 1 0 0 0,0-1 1 0 0,0 1-1 0 0,0-1 0 0 0,0 1 1 0 0,0-1-1 0 0,-1 2 0 0 0,-6 17 1136 0 0,-15 18 388 0 0,12-22-1089 0 0,-1-1 0 0 0,0 0 0 0 0,-1-1 1 0 0,-1 0-1 0 0,0-1 0 0 0,-21 15 0 0 0,31-25-432 0 0,0 0 0 0 0,0 0-1 0 0,0-1 1 0 0,0 1 0 0 0,0-1 0 0 0,0 0 0 0 0,-1 0-1 0 0,1 0 1 0 0,0 0 0 0 0,-1 0 0 0 0,1-1-1 0 0,-1 0 1 0 0,1 1 0 0 0,-1-1 0 0 0,1-1 0 0 0,-1 1-1 0 0,1 0 1 0 0,-1-1 0 0 0,1 0 0 0 0,0 0-1 0 0,-1 0 1 0 0,1 0 0 0 0,0 0 0 0 0,-1-1 0 0 0,1 1-1 0 0,0-1 1 0 0,0 0 0 0 0,1 0 0 0 0,-5-3 0 0 0,1 0-45 0 0,1 0 0 0 0,0 0 0 0 0,1-1 0 0 0,-1 0 0 0 0,1 0 0 0 0,0 0 1 0 0,0 0-1 0 0,1 0 0 0 0,0-1 0 0 0,0 0 0 0 0,1 0 0 0 0,-1 1 0 0 0,0-11 1 0 0,0-3-42 0 0,2 0 0 0 0,0-1 0 0 0,1 1 0 0 0,2-1 0 0 0,0 1 0 0 0,1 0 0 0 0,1 0 0 0 0,0 0 0 0 0,2 1 0 0 0,0-1 0 0 0,1 1 0 0 0,2 0 1 0 0,-1 1-1 0 0,2 0 0 0 0,1 1 0 0 0,0 0 0 0 0,21-25 0 0 0,-28 38 5 0 0,-1 0 0 0 0,1 0 0 0 0,0 1 0 0 0,0-1 0 0 0,1 1 0 0 0,-1 0 0 0 0,1 0 0 0 0,-1 0 0 0 0,1 1 0 0 0,9-4 0 0 0,-12 6 9 0 0,0-1 0 0 0,0 1 0 0 0,0 0 1 0 0,1 0-1 0 0,-1-1 0 0 0,0 2 0 0 0,0-1 1 0 0,1 0-1 0 0,-1 0 0 0 0,0 1 0 0 0,0-1 1 0 0,0 1-1 0 0,0 0 0 0 0,0-1 0 0 0,0 1 0 0 0,0 0 1 0 0,0 0-1 0 0,0 0 0 0 0,0 1 0 0 0,0-1 1 0 0,0 0-1 0 0,-1 1 0 0 0,1-1 0 0 0,-1 1 1 0 0,1 0-1 0 0,-1-1 0 0 0,1 1 0 0 0,-1 0 1 0 0,1 2-1 0 0,3 5 3 0 0,0 0 0 0 0,-1 0 1 0 0,0 0-1 0 0,-1 1 0 0 0,0-1 1 0 0,0 1-1 0 0,-1 0 0 0 0,2 16 0 0 0,-2 8 23 0 0,-1 41-1 0 0,-6 26 5 0 0,-22 122 0 0 0,-34 98 45 0 0,43-234-39 0 0,-28 104 250 0 0,34-142 631 0 0,12-48-881 0 0,-1 0 0 0 0,1 0 0 0 0,0 0 0 0 0,-1 0 1 0 0,1 0-1 0 0,-1-1 0 0 0,0 1 0 0 0,1 0 0 0 0,-1 0 0 0 0,0 0 0 0 0,1 0 0 0 0,-1-1 1 0 0,0 1-1 0 0,0 0 0 0 0,0-1 0 0 0,1 1 0 0 0,-1-1 0 0 0,0 1 0 0 0,0-1 0 0 0,0 1 1 0 0,0-1-1 0 0,0 1 0 0 0,0-1 0 0 0,0 0 0 0 0,0 0 0 0 0,0 0 0 0 0,0 1 0 0 0,-1-1 0 0 0,1 0 1 0 0,0 0-1 0 0,0-1 0 0 0,0 1 0 0 0,0 0 0 0 0,0 0 0 0 0,-1-1 0 0 0,-6 0 3 0 0,2-1-1 0 0,-1 0 1 0 0,-13-6-1 0 0,16 6 17 0 0,-92-44 247 0 0,58 26-232 0 0,-69-25 1 0 0,88 39-29 0 0,-37-6-1 0 0,50 11-133 0 0,-1 0 0 0 0,1 1 0 0 0,-1 0 0 0 0,0 0 0 0 0,1 0 0 0 0,-1 1-1 0 0,1 0 1 0 0,0 1 0 0 0,-9 2 0 0 0,14-4-21 0 0,0 0 0 0 0,0 1 0 0 0,0-1 0 0 0,0 0 0 0 0,0 1 0 0 0,0-1 0 0 0,0 1 1 0 0,0-1-1 0 0,0 1 0 0 0,0 0 0 0 0,0-1 0 0 0,0 1 0 0 0,0 0 0 0 0,1 0 0 0 0,-1 0 0 0 0,0 0 0 0 0,1-1 0 0 0,-2 3 0 0 0,2-3 22 0 0,0 1 0 0 0,0-1-1 0 0,0 1 1 0 0,0 0 0 0 0,0-1-1 0 0,0 1 1 0 0,0-1 0 0 0,1 1 0 0 0,-1-1-1 0 0,0 1 1 0 0,0 0 0 0 0,0-1-1 0 0,1 1 1 0 0,-1-1 0 0 0,0 1 0 0 0,0-1-1 0 0,1 1 1 0 0,-1-1 0 0 0,1 0-1 0 0,-1 1 1 0 0,0-1 0 0 0,1 1-1 0 0,-1-1 1 0 0,1 1 0 0 0,2 1-314 0 0,0 0-1 0 0,0-1 1 0 0,0 1 0 0 0,0 0 0 0 0,0-1-1 0 0,0 0 1 0 0,0 0 0 0 0,0 0 0 0 0,5 1-1 0 0,3-1-1995 0 0,1-1 0 0 0,18-1-1 0 0,-7 0-1921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5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2508 0 0,'28'-54'6210'0'0,"-14"25"-2621"0"0,28-42 1 0 0,-41 69-3542 0 0,-1 1 1 0 0,1 0-1 0 0,0-1 0 0 0,0 1 1 0 0,0 0-1 0 0,0 0 1 0 0,1-1-1 0 0,-1 1 0 0 0,0 0 1 0 0,0 0-1 0 0,1 0 1 0 0,-1 1-1 0 0,1-1 0 0 0,-1 0 1 0 0,1 0-1 0 0,-1 1 1 0 0,1-1-1 0 0,-1 1 0 0 0,1-1 1 0 0,-1 1-1 0 0,4-1 1 0 0,-3 2-29 0 0,0-1 1 0 0,-1 1-1 0 0,1-1 0 0 0,0 1 1 0 0,-1 0-1 0 0,1-1 1 0 0,0 1-1 0 0,-1 0 1 0 0,1 0-1 0 0,-1 0 0 0 0,1 0 1 0 0,-1 0-1 0 0,1 1 1 0 0,-1-1-1 0 0,0 0 1 0 0,2 3-1 0 0,2 3-2 0 0,0 0 1 0 0,-1 1-1 0 0,1 0 0 0 0,-2-1 0 0 0,1 2 1 0 0,4 13-1 0 0,-2 8 45 0 0,-1 2 0 0 0,-1-1-1 0 0,-1 0 1 0 0,-2 1 0 0 0,-2 0 0 0 0,0-1 0 0 0,-2 0-1 0 0,-8 32 1 0 0,10-57-117 0 0,-5 35 684 0 0,5-28 177 0 0,4-18 289 0 0,10-25-1027 0 0,0 1 0 0 0,2 0 0 0 0,20-28 0 0 0,-12 22-80 0 0,45-53 0 0 0,-59 77-10 0 0,2 1 0 0 0,-1 0 0 0 0,1 0 0 0 0,0 1 0 0 0,1 0 0 0 0,0 1 0 0 0,1 1 0 0 0,18-9 0 0 0,-29 15 17 0 0,0 0 0 0 0,0 0 1 0 0,0 1-1 0 0,0-1 0 0 0,0 1 0 0 0,0-1 1 0 0,0 1-1 0 0,0 0 0 0 0,0-1 0 0 0,0 1 1 0 0,0 0-1 0 0,1 1 0 0 0,-1-1 0 0 0,0 0 1 0 0,0 1-1 0 0,0-1 0 0 0,0 1 0 0 0,0-1 0 0 0,0 1 1 0 0,0 0-1 0 0,2 1 0 0 0,-2 0 2 0 0,0 0 0 0 0,0 0 0 0 0,0 0 0 0 0,0 0 0 0 0,0 0 0 0 0,-1 0 0 0 0,1 1 0 0 0,-1-1 0 0 0,1 1 0 0 0,-1-1 0 0 0,0 1 0 0 0,0-1-1 0 0,1 6 1 0 0,1 4 10 0 0,-1 0 0 0 0,0 0 0 0 0,-1 0 0 0 0,-1 0 0 0 0,-1 24 0 0 0,-6 14-149 0 0,3-30-87 0 0,2 0 0 0 0,-1 30 0 0 0,3-43-475 0 0,1-1 0 0 0,0 1-1 0 0,0-1 1 0 0,3 11 0 0 0,-3-13-238 0 0,1 0-1 0 0,0 0 1 0 0,0 0 0 0 0,0 0-1 0 0,1 0 1 0 0,-1 0-1 0 0,5 4 1 0 0,2 1-5265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0 234 348 0 0,'3'-17'2775'0'0,"3"-10"3595"0"0,2-50 0 0 0,-8 75-5795 0 0,1 2-552 0 0,0 0 0 0 0,0 1 1 0 0,0-1-1 0 0,-1 1 1 0 0,1 0-1 0 0,0-1 1 0 0,0 1-1 0 0,-1-1 1 0 0,1 1-1 0 0,0 0 1 0 0,-1 0-1 0 0,1-1 1 0 0,-1 1-1 0 0,1 0 1 0 0,-1 0-1 0 0,1 0 1 0 0,-1 0-1 0 0,0 0 1 0 0,1 0-1 0 0,-1 1 1 0 0,9 23 132 0 0,-9-22-113 0 0,25 101 256 0 0,-19-71-205 0 0,2-1 0 0 0,1 0 1 0 0,23 56-1 0 0,-31-85-72 0 0,0-1 1 0 0,1 1 0 0 0,-1 0-1 0 0,1-1 1 0 0,0 1 0 0 0,-1-1 0 0 0,1 0-1 0 0,0 1 1 0 0,0-1 0 0 0,1 0-1 0 0,-1 0 1 0 0,0-1 0 0 0,1 1-1 0 0,-1 0 1 0 0,1-1 0 0 0,-1 1 0 0 0,6 1-1 0 0,-5-3-15 0 0,-1 1-1 0 0,1-1 1 0 0,-1 0 0 0 0,1-1-1 0 0,-1 1 1 0 0,1 0-1 0 0,-1-1 1 0 0,0 1-1 0 0,1-1 1 0 0,-1 0 0 0 0,0 0-1 0 0,1 0 1 0 0,-1 0-1 0 0,0 0 1 0 0,0 0 0 0 0,0-1-1 0 0,0 1 1 0 0,0-1-1 0 0,0 1 1 0 0,0-1-1 0 0,2-3 1 0 0,21-23 2 0 0,-2-1 0 0 0,-1-1 0 0 0,27-51 0 0 0,-1 4-25 0 0,-9 24-119 0 0,-39 52 131 0 0,1 0 0 0 0,-1 1 0 0 0,1-1 0 0 0,0 1 0 0 0,-1-1 0 0 0,1 0 0 0 0,0 1 0 0 0,-1 0 0 0 0,1-1 0 0 0,0 1 0 0 0,0-1 0 0 0,0 1 0 0 0,-1 0 0 0 0,1 0 0 0 0,0-1 0 0 0,0 1 0 0 0,0 0 0 0 0,-1 0 0 0 0,1 0 0 0 0,0 0 0 0 0,0 0 0 0 0,0 0 0 0 0,0 0 0 0 0,-1 0 0 0 0,1 1 0 0 0,0-1-1 0 0,0 0 1 0 0,0 0 0 0 0,0 1 0 0 0,-1-1 0 0 0,1 0 0 0 0,1 2 0 0 0,18 14-37 0 0,19 44 31 0 0,-29-44 16 0 0,0 0-1 0 0,13 14 0 0 0,-18-24 1 0 0,1-1-1 0 0,-1 1 0 0 0,1-1 0 0 0,0-1 1 0 0,0 1-1 0 0,1-1 0 0 0,-1 0 0 0 0,12 4 1 0 0,-10-4 7 0 0,1 0 1 0 0,-1-1-1 0 0,1-1 1 0 0,0 0 0 0 0,0 0-1 0 0,0 0 1 0 0,0-1 0 0 0,0 0-1 0 0,15-2 1 0 0,-18 1-8 0 0,0-1 0 0 0,0-1 0 0 0,-1 1 0 0 0,1-1 1 0 0,0 0-1 0 0,-1 0 0 0 0,1-1 0 0 0,-1 0 0 0 0,0 0 0 0 0,0 0 1 0 0,0 0-1 0 0,0-1 0 0 0,0 0 0 0 0,-1 0 0 0 0,7-8 0 0 0,-3 3-4 0 0,-2-1 0 0 0,1 0 0 0 0,-1 0-1 0 0,0-1 1 0 0,-1 0 0 0 0,0 0 0 0 0,-1 0-1 0 0,4-16 1 0 0,1-12 12 0 0,4-43 0 0 0,-10 63-2 0 0,-3 18-16 0 0,0 0 1 0 0,1 1 0 0 0,-1-1 0 0 0,0 0-1 0 0,0 1 1 0 0,0-1 0 0 0,0 0 0 0 0,0 0-1 0 0,0 1 1 0 0,0-1 0 0 0,0 0 0 0 0,0 0-1 0 0,0 1 1 0 0,0-1 0 0 0,0 0 0 0 0,0 0-1 0 0,-1 1 1 0 0,1-1 0 0 0,0 0 0 0 0,-1 1-1 0 0,1-1 1 0 0,0 0 0 0 0,-1 1-1 0 0,1-1 1 0 0,-1 1 0 0 0,0-1 0 0 0,0 1 1 0 0,1 0 0 0 0,-1 0 0 0 0,0 0 1 0 0,0 0-1 0 0,0 0 0 0 0,1 0 0 0 0,-1 0 0 0 0,0 1 1 0 0,0-1-1 0 0,0 0 0 0 0,1 0 0 0 0,-1 1 1 0 0,0-1-1 0 0,1 1 0 0 0,-1-1 0 0 0,0 1 0 0 0,1-1 1 0 0,-2 2-1 0 0,-28 29-40 0 0,7 0 27 0 0,-37 62 0 0 0,52-79 21 0 0,1 1 0 0 0,0 1 0 0 0,1 0 0 0 0,0 0 0 0 0,2 0 0 0 0,-6 30 0 0 0,10-43-2 0 0,0 1 0 0 0,-1-1 0 0 0,1 1 0 0 0,0-1 0 0 0,1 1 0 0 0,-1-1 0 0 0,1 0 0 0 0,-1 1 0 0 0,1-1 0 0 0,0 1 1 0 0,0-1-1 0 0,0 0 0 0 0,1 0 0 0 0,-1 1 0 0 0,1-1 0 0 0,0 0 0 0 0,0-1 0 0 0,0 1 0 0 0,0 0 0 0 0,3 3 0 0 0,-1-3 3 0 0,1 0 0 0 0,-1 0 1 0 0,1 0-1 0 0,-1-1 0 0 0,1 0 0 0 0,0 0 0 0 0,0 0 0 0 0,0 0 0 0 0,0-1 0 0 0,0 1 0 0 0,0-1 0 0 0,11 0 0 0 0,-3 0-10 0 0,0-1 0 0 0,1-1 0 0 0,-1 0 0 0 0,0-1 0 0 0,0 0 0 0 0,0-1 0 0 0,0-1 0 0 0,0 0 0 0 0,-1 0 0 0 0,1-2 0 0 0,-1 1 0 0 0,-1-1 0 0 0,1-1 0 0 0,-1 0 0 0 0,0-1 0 0 0,-1 0 0 0 0,1-1 0 0 0,-2 0 0 0 0,15-17 0 0 0,-12 13-1 0 0,-1-2 0 0 0,-1 1 0 0 0,0-1 0 0 0,-1 0-1 0 0,0-1 1 0 0,-2 0 0 0 0,0-1 0 0 0,0 1 0 0 0,-2-1 0 0 0,0-1 0 0 0,-1 1-1 0 0,-1-1 1 0 0,0 1 0 0 0,0-22 0 0 0,-3 38 4 0 0,0-2-4 0 0,0-1 0 0 0,0 1 0 0 0,0 0-1 0 0,0 0 1 0 0,0 0 0 0 0,-1 0 0 0 0,1 0-1 0 0,-1-1 1 0 0,0 1 0 0 0,0 0 0 0 0,0 0-1 0 0,0 1 1 0 0,-1-1 0 0 0,-1-3 0 0 0,2 5-21 0 0,1 1 24 0 0,0-1 0 0 0,-1 1-1 0 0,1 0 1 0 0,0 0 0 0 0,0 0 0 0 0,0-1-1 0 0,0 1 1 0 0,-1 0 0 0 0,1 0 0 0 0,0 0-1 0 0,0 0 1 0 0,0 0 0 0 0,-1 0 0 0 0,1-1-1 0 0,0 1 1 0 0,0 0 0 0 0,0 0 0 0 0,-1 0-1 0 0,1 0 1 0 0,0 0 0 0 0,0 0 0 0 0,-1 0-1 0 0,1 0 1 0 0,0 0 0 0 0,0 0 0 0 0,-1 0-1 0 0,1 0 1 0 0,0 0 0 0 0,0 0 0 0 0,0 0-1 0 0,-1 0 1 0 0,1 0 0 0 0,0 0 0 0 0,0 1-1 0 0,-1-1 1 0 0,1 0 0 0 0,0 0 0 0 0,0 0-1 0 0,0 0 1 0 0,-1 1 0 0 0,-12 4-24 0 0,11-4 18 0 0,0 1 3 0 0,0 0-1 0 0,0 0 1 0 0,0 1 0 0 0,0-1 0 0 0,0 1 0 0 0,0-1 0 0 0,1 1 0 0 0,-1-1 0 0 0,1 1-1 0 0,0 0 1 0 0,0 0 0 0 0,0 0 0 0 0,0-1 0 0 0,0 1 0 0 0,0 5 0 0 0,0-4 0 0 0,1 0 1 0 0,0 0-1 0 0,-1 0 1 0 0,1 1-1 0 0,1-1 0 0 0,-1 0 1 0 0,1 0-1 0 0,-1 0 1 0 0,3 8-1 0 0,-1-8 8 0 0,1 0 0 0 0,-1 0 0 0 0,0 0-1 0 0,1 0 1 0 0,0 0 0 0 0,0 0 0 0 0,0-1-1 0 0,0 1 1 0 0,1-1 0 0 0,-1 0 0 0 0,1 0-1 0 0,0 0 1 0 0,6 3 0 0 0,-3-3-23 0 0,0 1 0 0 0,1-1 0 0 0,-1-1 0 0 0,1 1 0 0 0,-1-1 0 0 0,1-1 0 0 0,13 2 0 0 0,-9-2-34 0 0,0-1 0 0 0,0-1 0 0 0,0 1 0 0 0,1-2 0 0 0,-2 0 0 0 0,1 0 0 0 0,0-1 0 0 0,0 0 0 0 0,-1-1 0 0 0,18-9 0 0 0,-20 8 50 0 0,-1 0-1 0 0,0-1 1 0 0,0 0-1 0 0,-1-1 1 0 0,0 0-1 0 0,0 0 0 0 0,0 0 1 0 0,-1-1-1 0 0,0 0 1 0 0,-1 0-1 0 0,0 0 1 0 0,0-1-1 0 0,-1 0 1 0 0,0 0-1 0 0,5-15 1 0 0,-9 24 2 0 0,0 0 1 0 0,0-1 0 0 0,0 1-1 0 0,1 0 1 0 0,-1-1 0 0 0,0 1-1 0 0,0 0 1 0 0,0-1 0 0 0,0 1-1 0 0,0 0 1 0 0,0-1 0 0 0,0 1-1 0 0,0-1 1 0 0,0 1 0 0 0,0 0-1 0 0,0-1 1 0 0,0 1 0 0 0,0 0-1 0 0,0-1 1 0 0,0 1 0 0 0,0-1-1 0 0,0 1 1 0 0,0 0 0 0 0,-1-1-1 0 0,1 1 1 0 0,0 0 0 0 0,0-1-1 0 0,0 1 1 0 0,-1 0 0 0 0,1-1 0 0 0,-11 3-16 0 0,-11 14-7 0 0,-10 20 40 0 0,1 1 0 0 0,2 2 1 0 0,2 0-1 0 0,1 2 0 0 0,-30 68 0 0 0,53-102-1 0 0,0 0 0 0 0,0 0-1 0 0,1 0 1 0 0,0 0 0 0 0,0 0-1 0 0,1 1 1 0 0,-1 12 0 0 0,2-17-10 0 0,0-1 1 0 0,1 0-1 0 0,-1 1 1 0 0,1-1-1 0 0,-1 0 0 0 0,1 1 1 0 0,0-1-1 0 0,0 0 1 0 0,0 0-1 0 0,0 0 1 0 0,0 1-1 0 0,1-1 1 0 0,-1-1-1 0 0,1 1 1 0 0,-1 0-1 0 0,1 0 0 0 0,-1 0 1 0 0,1-1-1 0 0,0 1 1 0 0,0-1-1 0 0,0 0 1 0 0,0 1-1 0 0,0-1 1 0 0,0 0-1 0 0,0 0 1 0 0,1 0-1 0 0,-1 0 1 0 0,3 0-1 0 0,9 3 1 0 0,0-1 0 0 0,1 0 0 0 0,-1-1-1 0 0,1 0 1 0 0,0-2 0 0 0,0 1 0 0 0,-1-2 0 0 0,1 0 0 0 0,0-1 0 0 0,-1 0 0 0 0,28-9 0 0 0,-18 4 1 0 0,0-2 1 0 0,-1 0 0 0 0,0-2 0 0 0,-1-1 0 0 0,0 0 0 0 0,24-19 0 0 0,-27 16-3 0 0,0-1 0 0 0,-2-1 0 0 0,0 0 1 0 0,29-38-1 0 0,-39 44 22 0 0,1 0 0 0 0,-1 0 0 0 0,-1-1 0 0 0,0 0 0 0 0,-1 0 0 0 0,0-1 0 0 0,-1 0 0 0 0,0 1 1 0 0,-1-1-1 0 0,2-20 0 0 0,-4 31-23 0 0,-1 0-1 0 0,0-1 1 0 0,0 1 0 0 0,0 0 0 0 0,0-1 0 0 0,0 1 0 0 0,0 0-1 0 0,-1 0 1 0 0,1-1 0 0 0,-1 1 0 0 0,0 0 0 0 0,0 0 0 0 0,1 0 0 0 0,-1 0-1 0 0,-1 0 1 0 0,1 0 0 0 0,0 0 0 0 0,0 0 0 0 0,-1 0 0 0 0,1 0-1 0 0,-1 1 1 0 0,0-1 0 0 0,1 0 0 0 0,-1 1 0 0 0,0 0 0 0 0,0-1-1 0 0,0 1 1 0 0,0 0 0 0 0,-4-2 0 0 0,2 3 7 0 0,2 1-12 0 0,0-1 0 0 0,0 1 0 0 0,1-1 0 0 0,-1 1 0 0 0,0 0 0 0 0,0 0-1 0 0,0 0 1 0 0,1 0 0 0 0,-1 0 0 0 0,0 0 0 0 0,1 1 0 0 0,-1-1 0 0 0,1 0 0 0 0,0 1 0 0 0,-1-1 0 0 0,1 1 0 0 0,0 0 0 0 0,0-1 0 0 0,0 1-1 0 0,0 0 1 0 0,0 0 0 0 0,0-1 0 0 0,1 1 0 0 0,-1 0 0 0 0,1 0 0 0 0,-1 0 0 0 0,1 0 0 0 0,0 0 0 0 0,-1 0 0 0 0,1 2 0 0 0,1 3-1 0 0,-1 0 0 0 0,1-1 0 0 0,1 1 0 0 0,-1 0 0 0 0,1-1 0 0 0,3 8 0 0 0,-5-13 1 0 0,15 35 7 0 0,2 0 0 0 0,26 42 0 0 0,-20-39 25 0 0,23 55 0 0 0,-45-92-17 0 0,0 0-1 0 0,-1 0 1 0 0,1-1 0 0 0,-1 1 0 0 0,1 0-1 0 0,-1 0 1 0 0,0-1 0 0 0,1 1-1 0 0,-1 0 1 0 0,0 0 0 0 0,0 0-1 0 0,0 0 1 0 0,-1-1 0 0 0,1 1 0 0 0,0 0-1 0 0,-1 0 1 0 0,1 0 0 0 0,-1-1-1 0 0,0 1 1 0 0,1 0 0 0 0,-1-1-1 0 0,-1 3 1 0 0,0-2 42 0 0,0 0 0 0 0,0 0 0 0 0,-1 0 0 0 0,1 0 0 0 0,-1 0 0 0 0,1 0 0 0 0,-1 0 0 0 0,0-1-1 0 0,1 1 1 0 0,-1-1 0 0 0,-6 2 0 0 0,-6 1 237 0 0,-1-1-1 0 0,1 0 1 0 0,-1-1 0 0 0,-15-1-1 0 0,23 0-157 0 0,-70-3 996 0 0,67 0-1087 0 0,14-5 13 0 0,14-5 13 0 0,143-64-217 0 0,53-28-273 0 0,-149 69 292 0 0,73-52 0 0 0,-53 19 84 0 0,-76 61 66 0 0,-1 0-1 0 0,-1 0 1 0 0,1 0 0 0 0,-1-1-1 0 0,-1 0 1 0 0,1 0 0 0 0,-1-1-1 0 0,7-15 1 0 0,-12 24-21 0 0,0-1 0 0 0,1 0 0 0 0,-1 1 0 0 0,0-1 0 0 0,0 0 0 0 0,0 1 0 0 0,1-1 0 0 0,-1 1 0 0 0,0-1 0 0 0,0 0 0 0 0,0 1 0 0 0,0-1 0 0 0,0 0 0 0 0,0 1 0 0 0,0-1 0 0 0,0 0 1 0 0,0 1-1 0 0,-1-1 0 0 0,1 0 0 0 0,0 1 0 0 0,0-1 0 0 0,0 0 0 0 0,-1 1 0 0 0,1-1 0 0 0,0 1 0 0 0,-1-1 0 0 0,1 1 0 0 0,-1-1 0 0 0,1 1 0 0 0,0-1 0 0 0,-1 1 0 0 0,1-1 0 0 0,-2 0 0 0 0,1 1 0 0 0,-1-1-1 0 0,0 1 1 0 0,0-1-1 0 0,1 1 1 0 0,-1 0-1 0 0,0 0 1 0 0,0 0-1 0 0,0 0 1 0 0,1 0-1 0 0,-1 0 1 0 0,0 1-1 0 0,-2-1 1 0 0,-5 3 3 0 0,-1 0 0 0 0,1 0 0 0 0,-15 7 0 0 0,8 0 2 0 0,-1 0-1 0 0,2 2 1 0 0,-1-1 0 0 0,2 2 0 0 0,0 0 0 0 0,0 0 0 0 0,1 2 0 0 0,1 0 0 0 0,0 0 0 0 0,1 1 0 0 0,1 0 0 0 0,0 1-1 0 0,-11 29 1 0 0,18-40-2 0 0,1 1 1 0 0,0 0-1 0 0,1 0 0 0 0,0 0 0 0 0,0 0 0 0 0,0 0 0 0 0,1 0 0 0 0,0 0 1 0 0,1 0-1 0 0,-1 0 0 0 0,1 0 0 0 0,3 12 0 0 0,-2-13 5 0 0,1-1 0 0 0,0 1 0 0 0,0 0-1 0 0,0-1 1 0 0,0 0 0 0 0,1 0 0 0 0,0 0 0 0 0,0 0 0 0 0,0 0 0 0 0,1-1 0 0 0,-1 1-1 0 0,1-1 1 0 0,0-1 0 0 0,7 5 0 0 0,7 3-109 0 0,0 0 0 0 0,1-2 0 0 0,1 0 0 0 0,0-2 0 0 0,0 0 0 0 0,0-1 0 0 0,33 5 0 0 0,-29-8-1480 0 0,-1-1 0 0 0,1-1 1 0 0,40-3-1 0 0,-33-4-3372 0 0,-3-1-2671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81 630 520 0 0,'-80'-107'12973'0'0,"79"106"-12500"0"0,3 2-454 0 0,0 0 0 0 0,0 0 0 0 0,0 0 0 0 0,0 0 0 0 0,0 1 0 0 0,-1-1 0 0 0,1 1 0 0 0,-1-1 0 0 0,1 1 0 0 0,-1 0 0 0 0,1 0 1 0 0,-1 0-1 0 0,0 0 0 0 0,2 4 0 0 0,2 1 17 0 0,9 12-6 0 0,-1 2 1 0 0,-1 0-1 0 0,-1 0 1 0 0,0 1-1 0 0,-2 0 1 0 0,-1 1-1 0 0,0 0 0 0 0,-2 0 1 0 0,-1 1-1 0 0,4 36 1 0 0,-9-52 82 0 0,0 0 1 0 0,0-1 0 0 0,-1 1 0 0 0,0-1-1 0 0,-4 15 1 0 0,4-18 33 0 0,0-1 1 0 0,0 1-1 0 0,-1-1 1 0 0,1 1-1 0 0,-1-1 1 0 0,0 0-1 0 0,0 0 0 0 0,0 0 1 0 0,0 0-1 0 0,-1 0 1 0 0,1 0-1 0 0,-1-1 1 0 0,-5 5-1 0 0,7-6 48 0 0,-2-2-34 0 0,2 1-147 0 0,0 0 0 0 0,0 0 0 0 0,0-1 0 0 0,-1 1 1 0 0,1 0-1 0 0,0-1 0 0 0,0 1 0 0 0,0-1 0 0 0,0 1 0 0 0,0-1 0 0 0,0 0 0 0 0,0 1 0 0 0,0-1 0 0 0,0 0 1 0 0,0 0-1 0 0,1 0 0 0 0,-1 0 0 0 0,0 1 0 0 0,0-1 0 0 0,1 0 0 0 0,-1 0 0 0 0,1-1 0 0 0,-1 1 1 0 0,1 0-1 0 0,-1 0 0 0 0,1 0 0 0 0,0 0 0 0 0,-1 0 0 0 0,1 0 0 0 0,0-2 0 0 0,-1-2-7 0 0,1-1 1 0 0,0 1-1 0 0,0 0 0 0 0,0 0 0 0 0,1 0 0 0 0,0 0 0 0 0,0 0 0 0 0,0 0 0 0 0,1 0 0 0 0,-1 0 1 0 0,1 0-1 0 0,0 0 0 0 0,5-7 0 0 0,4-5-20 0 0,0 1 1 0 0,15-17-1 0 0,-25 32 13 0 0,7-8-11 0 0,0 0 0 0 0,1 0 1 0 0,0 1-1 0 0,0 1 0 0 0,1 0 1 0 0,0 0-1 0 0,0 0 0 0 0,0 1 1 0 0,1 1-1 0 0,18-7 0 0 0,-23 10 7 0 0,-1 1-1 0 0,0-1 0 0 0,1 1 0 0 0,0 0 1 0 0,-1 0-1 0 0,1 1 0 0 0,-1 0 0 0 0,1 0 0 0 0,0 0 1 0 0,-1 0-1 0 0,1 1 0 0 0,0 0 0 0 0,-1 0 1 0 0,0 1-1 0 0,1 0 0 0 0,-1 0 0 0 0,0 0 0 0 0,0 0 1 0 0,1 1-1 0 0,-2 0 0 0 0,1 0 0 0 0,0 0 1 0 0,-1 0-1 0 0,6 6 0 0 0,-2 0 3 0 0,0 0 0 0 0,0 0-1 0 0,-1 1 1 0 0,-1 0 0 0 0,1 1 0 0 0,-2 0 0 0 0,8 16 0 0 0,-10-19 21 0 0,0 1 0 0 0,-1-1 0 0 0,0 1 0 0 0,0 0 0 0 0,-1 0 0 0 0,0 0 0 0 0,0 0 0 0 0,-1 0 0 0 0,0 0 0 0 0,-3 15 0 0 0,3-21-8 0 0,-10 14 75 0 0,10-16-84 0 0,-1-1-1 0 0,1 1 1 0 0,0-1 0 0 0,0 1 0 0 0,-1-1 0 0 0,1 1 0 0 0,-1-1-1 0 0,1 1 1 0 0,0-1 0 0 0,-1 1 0 0 0,1-1 0 0 0,-1 0 0 0 0,1 1-1 0 0,-1-1 1 0 0,1 0 0 0 0,-1 1 0 0 0,1-1 0 0 0,-1 0 0 0 0,1 0-1 0 0,-1 0 1 0 0,0 1 0 0 0,1-1 0 0 0,-1 0 0 0 0,1 0 0 0 0,-1 0-1 0 0,0 0 1 0 0,1 0 0 0 0,-1 0 0 0 0,1 0 0 0 0,-1 0 0 0 0,1 0-1 0 0,-1 0 1 0 0,0-1 0 0 0,1 1 0 0 0,-1 0 0 0 0,1 0 0 0 0,-1 0-1 0 0,1-1 1 0 0,-1 1 0 0 0,1 0 0 0 0,-1-1 0 0 0,1 1 0 0 0,-1 0-1 0 0,1-1 1 0 0,-1 1 0 0 0,1-1 0 0 0,0 1 0 0 0,-1-1 0 0 0,1 1-1 0 0,-1-1 1 0 0,1 1 0 0 0,0-1 0 0 0,-1 0 0 0 0,0-2-3 0 0,-1 0 0 0 0,1 0 0 0 0,-1 0 1 0 0,1 0-1 0 0,0-1 0 0 0,0 1 0 0 0,0-1 0 0 0,0-3 1 0 0,0-3-10 0 0,1 0 1 0 0,0-1 0 0 0,1 1 0 0 0,0 0 0 0 0,0 0-1 0 0,1 0 1 0 0,0 0 0 0 0,1 0 0 0 0,0 0 0 0 0,1 0 0 0 0,0 1-1 0 0,0 0 1 0 0,1-1 0 0 0,0 2 0 0 0,1-1 0 0 0,0 1-1 0 0,0 0 1 0 0,1 0 0 0 0,0 0 0 0 0,0 1 0 0 0,1 0-1 0 0,0 1 1 0 0,0-1 0 0 0,1 2 0 0 0,-1-1 0 0 0,1 1-1 0 0,0 0 1 0 0,1 1 0 0 0,-1 0 0 0 0,1 1 0 0 0,0 0-1 0 0,0 0 1 0 0,16-1 0 0 0,-23 3 4 0 0,1 1 0 0 0,0 0 0 0 0,-1-1 0 0 0,1 2 0 0 0,-1-1 0 0 0,1 0 0 0 0,0 1 0 0 0,-1-1 0 0 0,1 1 0 0 0,-1 0 0 0 0,1 0 0 0 0,-1 1 0 0 0,0-1 0 0 0,0 1 1 0 0,1-1-1 0 0,-1 1 0 0 0,4 3 0 0 0,-4-2 3 0 0,0 1 0 0 0,0-1 0 0 0,0 0 0 0 0,-1 1 0 0 0,0 0 0 0 0,1-1 0 0 0,-1 1 0 0 0,0 0 0 0 0,-1 0 0 0 0,1 0 1 0 0,-1 1-1 0 0,2 5 0 0 0,-1 7 7 0 0,0 0 1 0 0,-1-1-1 0 0,-1 1 1 0 0,0 0 0 0 0,-1 0-1 0 0,-5 19 1 0 0,1-5 33 0 0,2-17-34 0 0,0 0 0 0 0,1 0 0 0 0,1-1 0 0 0,1 21 0 0 0,0-32-2 0 0,0 0-1 0 0,0 0 1 0 0,1 0-1 0 0,-1-1 0 0 0,1 1 1 0 0,-1 0-1 0 0,1 0 1 0 0,-1-1-1 0 0,1 1 1 0 0,0-1-1 0 0,0 1 0 0 0,0 0 1 0 0,0-1-1 0 0,0 0 1 0 0,0 1-1 0 0,1-1 1 0 0,-1 0-1 0 0,0 1 0 0 0,1-1 1 0 0,2 2-1 0 0,-1-2-2 0 0,1 1-1 0 0,-1-1 1 0 0,0 0-1 0 0,1 0 0 0 0,-1 0 1 0 0,1 0-1 0 0,-1-1 1 0 0,1 1-1 0 0,-1-1 1 0 0,5 0-1 0 0,6-1-5 0 0,0-1 0 0 0,-1 0 0 0 0,1-1-1 0 0,16-5 1 0 0,-15 2-21 0 0,-1 1-1 0 0,0-2 1 0 0,0 0-1 0 0,-1-1 0 0 0,0 0 1 0 0,0-1-1 0 0,-1 0 1 0 0,0-1-1 0 0,18-19 0 0 0,-15 12 12 0 0,-1 0 0 0 0,-1-1 0 0 0,0 0 0 0 0,-1-1-1 0 0,-2 0 1 0 0,12-25 0 0 0,-16 30 31 0 0,-1-1 1 0 0,0 0 0 0 0,-1 0-1 0 0,0 0 1 0 0,-1 0-1 0 0,1-19 1 0 0,-4 33-18 0 0,0 0 1 0 0,0 0-1 0 0,0 0 1 0 0,0 0 0 0 0,0 0-1 0 0,0 1 1 0 0,0-1-1 0 0,0 0 1 0 0,0 0-1 0 0,-1 0 1 0 0,1 0 0 0 0,0 0-1 0 0,0 0 1 0 0,-1 1-1 0 0,1-1 1 0 0,-1 0 0 0 0,1 0-1 0 0,-1 0 1 0 0,1 1-1 0 0,-1-1 1 0 0,1 0-1 0 0,-1 1 1 0 0,1-1 0 0 0,-1 1-1 0 0,0-1 1 0 0,0 0-1 0 0,0 0 1 0 0,-1 1-1 0 0,1 0 1 0 0,-1 0-1 0 0,1 0 0 0 0,0 0 1 0 0,-1 0-1 0 0,1 0 0 0 0,-1 0 1 0 0,1 1-1 0 0,0-1 0 0 0,-1 0 1 0 0,1 1-1 0 0,0-1 0 0 0,-1 1 1 0 0,1 0-1 0 0,-2 0 0 0 0,-4 4-4 0 0,-1 0 1 0 0,1 1-1 0 0,0-1 0 0 0,-7 9 0 0 0,0 1 11 0 0,1 1 0 0 0,1 0 0 0 0,1 1 1 0 0,0 0-1 0 0,1 1 0 0 0,1 0 1 0 0,1 0-1 0 0,0 1 0 0 0,-9 37 0 0 0,15-47 3 0 0,1 0-1 0 0,0 1 0 0 0,0-1 1 0 0,1 0-1 0 0,0 1 0 0 0,0-1 0 0 0,1 1 1 0 0,1-1-1 0 0,-1 0 0 0 0,5 12 0 0 0,-4-15 0 0 0,1 1 0 0 0,0-1 0 0 0,1 1 0 0 0,-1-1 0 0 0,1 0 0 0 0,1 0 0 0 0,-1-1-1 0 0,1 1 1 0 0,0-1 0 0 0,0 0 0 0 0,0 0 0 0 0,1-1 0 0 0,0 1 0 0 0,11 5 0 0 0,-4-3 4 0 0,0-1 0 0 0,1 0 0 0 0,0-1 0 0 0,0-1 0 0 0,0 0 0 0 0,1-1 0 0 0,-1 0 0 0 0,1-1 0 0 0,-1-1 0 0 0,1 0 0 0 0,24-3 0 0 0,-22 1-8 0 0,0-2 0 0 0,-1 0 0 0 0,1 0 0 0 0,-1-2 0 0 0,0 0 0 0 0,0-1 0 0 0,0 0 0 0 0,-1-2 0 0 0,27-16 0 0 0,-24 10-7 0 0,-1 0 0 0 0,0-2 0 0 0,-1 0 0 0 0,-1-1 0 0 0,0 0 1 0 0,-2-1-1 0 0,0-1 0 0 0,-1 0 0 0 0,10-21 0 0 0,11-29-7 0 0,31-94 1 0 0,-28 46 56 0 0,30-167 0 0 0,-63 269-3 0 0,-1 9-43 0 0,-1 0 0 0 0,0 0 1 0 0,0 0-1 0 0,0 0 0 0 0,-1 0 0 0 0,0 0 1 0 0,-1-11-1 0 0,1 17 1 0 0,0-1 0 0 0,-1 1-1 0 0,1 0 1 0 0,-1 0 0 0 0,1 0 0 0 0,0 0-1 0 0,-1 0 1 0 0,1 0 0 0 0,-1 0 0 0 0,1 0 0 0 0,0 0-1 0 0,-1 0 1 0 0,1 0 0 0 0,-1 0 0 0 0,1 1 0 0 0,0-1-1 0 0,-1 0 1 0 0,1 0 0 0 0,0 0 0 0 0,-1 0-1 0 0,1 1 1 0 0,0-1 0 0 0,-1 0 0 0 0,1 0 0 0 0,0 1-1 0 0,-1-1 1 0 0,1 0 0 0 0,0 0 0 0 0,0 1-1 0 0,-1 0 1 0 0,-11 8 6 0 0,-6 14 9 0 0,0 0 0 0 0,1 0 0 0 0,1 2 0 0 0,-14 29 1 0 0,-44 109-15 0 0,71-157-1 0 0,-21 54 9 0 0,-27 101 1 0 0,44-131 5 0 0,1 0 0 0 0,1 0 0 0 0,2 0 0 0 0,1 1 1 0 0,4 49-1 0 0,-1-72-9 0 0,0 0 1 0 0,0-1 0 0 0,1 1 0 0 0,0-1 0 0 0,0 1-1 0 0,1-1 1 0 0,0 0 0 0 0,0 0 0 0 0,1 0 0 0 0,0 0-1 0 0,0-1 1 0 0,0 1 0 0 0,1-1 0 0 0,0 0-1 0 0,0-1 1 0 0,10 9 0 0 0,-9-9 0 0 0,1-1-1 0 0,0 1 1 0 0,0-1 0 0 0,1-1-1 0 0,-1 0 1 0 0,1 0 0 0 0,0 0-1 0 0,0-1 1 0 0,0 0-1 0 0,0 0 1 0 0,0-1 0 0 0,0 0-1 0 0,0 0 1 0 0,0-1 0 0 0,15-2-1 0 0,-10 1-21 0 0,0-1 0 0 0,-1-1 0 0 0,1 0-1 0 0,0-1 1 0 0,-1 0 0 0 0,0-1 0 0 0,0-1 0 0 0,12-6-1 0 0,-7 1-42 0 0,-1 0-1 0 0,0-1 0 0 0,-1-1 1 0 0,24-24-1 0 0,-10 2-63 0 0,-1-1 1 0 0,-2-1-1 0 0,41-77 1 0 0,-33 46 170 0 0,-2-2 0 0 0,-3-1 1 0 0,-4-2-1 0 0,-3 0 1 0 0,-3-2-1 0 0,-3 0 1 0 0,9-106-1 0 0,-23 168 16 0 0,-2 10-56 0 0,1 1 0 0 0,0-1 1 0 0,-1 0-1 0 0,0 1 0 0 0,0-1 1 0 0,1 0-1 0 0,-2 0 0 0 0,1 1 0 0 0,0-1 1 0 0,0 0-1 0 0,-2-3 0 0 0,2 6-9 0 0,0-1-1 0 0,0 1 0 0 0,0 0 0 0 0,0-1 0 0 0,-1 1 0 0 0,1-1 1 0 0,0 1-1 0 0,0 0 0 0 0,-1-1 0 0 0,1 1 0 0 0,0 0 1 0 0,0-1-1 0 0,-1 1 0 0 0,1 0 0 0 0,0-1 0 0 0,-1 1 0 0 0,1 0 1 0 0,0 0-1 0 0,-1-1 0 0 0,1 1 0 0 0,-1 0 0 0 0,1 0 1 0 0,0 0-1 0 0,-1-1 0 0 0,1 1 0 0 0,-1 0 0 0 0,1 0 0 0 0,-1 0 1 0 0,1 0-1 0 0,0 0 0 0 0,-1 0 0 0 0,1 0 0 0 0,-1 0 1 0 0,1 0-1 0 0,-1 0 0 0 0,1 0 0 0 0,-1 0 0 0 0,1 0 0 0 0,0 1 1 0 0,-1-1-1 0 0,1 0 0 0 0,-1 0 0 0 0,0 1 0 0 0,-10 9 0 0 0,10-9 1 0 0,-12 14 15 0 0,1 0-1 0 0,1 1 1 0 0,0 1 0 0 0,-13 28-1 0 0,-28 77 53 0 0,46-107-66 0 0,-110 315 27 0 0,92-248 28 0 0,4 2 1 0 0,-10 90-1 0 0,28-150-8 0 0,1 0 0 0 0,1 29 0 0 0,0-46-23 0 0,1 1 0 0 0,0-1 0 0 0,0 0 0 0 0,1 0 0 0 0,0 1 0 0 0,0-1 0 0 0,0 0 0 0 0,1-1 0 0 0,0 1-1 0 0,1-1 1 0 0,4 9 0 0 0,-7-14-19 0 0,0 0-1 0 0,0 0 0 0 0,-1-1 0 0 0,1 1 1 0 0,0 0-1 0 0,0 0 0 0 0,0-1 0 0 0,0 1 1 0 0,0 0-1 0 0,0-1 0 0 0,0 1 0 0 0,0-1 1 0 0,0 1-1 0 0,0-1 0 0 0,0 0 0 0 0,0 1 1 0 0,1-1-1 0 0,-1 0 0 0 0,0 0 0 0 0,0 0 1 0 0,0 0-1 0 0,0 0 0 0 0,3 0 0 0 0,-2-1-1 0 0,1 1-1 0 0,-1-1 1 0 0,1 0-1 0 0,-1 0 1 0 0,1-1-1 0 0,-1 1 0 0 0,1 0 1 0 0,-1-1-1 0 0,4-3 1 0 0,3-3-4 0 0,-1-1 0 0 0,1 0-1 0 0,8-14 1 0 0,-16 23 0 0 0,95-148-18 0 0,-60 90-10 0 0,79-100 0 0 0,-110 153 14 0 0,-1 0 0 0 0,1 0 0 0 0,0 0 0 0 0,1 1-1 0 0,-1 0 1 0 0,1 0 0 0 0,6-4 0 0 0,-10 8 10 0 0,-1-1 1 0 0,1 0 0 0 0,-1 1 0 0 0,1-1 0 0 0,-1 1-1 0 0,1-1 1 0 0,-1 1 0 0 0,1 0 0 0 0,-1 0 0 0 0,1 0-1 0 0,-1 0 1 0 0,1 0 0 0 0,0 0 0 0 0,-1 0 0 0 0,1 0-1 0 0,-1 1 1 0 0,1-1 0 0 0,-1 0 0 0 0,1 1 0 0 0,-1-1-1 0 0,1 1 1 0 0,-1 0 0 0 0,0 0 0 0 0,1-1-1 0 0,-1 1 1 0 0,0 0 0 0 0,0 0 0 0 0,1 0 0 0 0,-1 0-1 0 0,0 0 1 0 0,0 1 0 0 0,0-1 0 0 0,0 0 0 0 0,0 0-1 0 0,-1 1 1 0 0,2 2 0 0 0,2 4 1 0 0,0 0 1 0 0,-1 1-1 0 0,-1 0 1 0 0,1-1-1 0 0,-1 1 0 0 0,-1 0 1 0 0,0 0-1 0 0,0 0 0 0 0,-1 0 1 0 0,-1 17-1 0 0,-2 10 18 0 0,-11 46 1 0 0,12-73-17 0 0,-1 6 35 0 0,0 1-1 0 0,0 0 1 0 0,2 0-1 0 0,0-1 0 0 0,2 24 1 0 0,-1-36-96 0 0,1 0 1 0 0,-1 0 0 0 0,1 0 0 0 0,0 1 0 0 0,0-1 0 0 0,0 0 0 0 0,0 0 0 0 0,0 0 0 0 0,1-1 0 0 0,-1 1-1 0 0,1 0 1 0 0,0 0 0 0 0,0-1 0 0 0,0 1 0 0 0,0-1 0 0 0,0 0 0 0 0,0 1 0 0 0,1-1 0 0 0,-1 0-1 0 0,1 0 1 0 0,0-1 0 0 0,-1 1 0 0 0,1-1 0 0 0,0 1 0 0 0,0-1 0 0 0,0 0 0 0 0,0 0 0 0 0,0 0-1 0 0,0 0 1 0 0,1 0 0 0 0,-1-1 0 0 0,0 0 0 0 0,5 1 0 0 0,0-1-226 0 0,-1 0-1 0 0,0-1 1 0 0,1 0-1 0 0,-1 0 1 0 0,0 0 0 0 0,0-1-1 0 0,1 0 1 0 0,-1 0-1 0 0,0-1 1 0 0,-1 0 0 0 0,11-5-1 0 0,-7 1 56 0 0,0 0-1 0 0,0 0 1 0 0,-1-1-1 0 0,0 0 1 0 0,-1-1-1 0 0,12-14 1 0 0,-3-3 459 0 0,0 0-1 0 0,-1-1 1 0 0,-2-1 0 0 0,18-46 0 0 0,-24 52 283 0 0,1 0 524 0 0,-1-1 1 0 0,9-36 0 0 0,-17 57-853 0 0,-17 23-15 0 0,4 3-125 0 0,1 1 1 0 0,1 0-1 0 0,-12 44 0 0 0,18-52-15 0 0,1 1-1 0 0,1 0 1 0 0,1 0 0 0 0,0 0 0 0 0,1 0 0 0 0,3 27-1 0 0,-2-41-2 0 0,0 0 0 0 0,1-1 0 0 0,0 1 0 0 0,0 0 0 0 0,0-1 0 0 0,0 1 0 0 0,0-1 0 0 0,1 1 0 0 0,-1-1 0 0 0,1 0 0 0 0,0 0 0 0 0,0 0 0 0 0,0 0 0 0 0,1 0 0 0 0,-1 0 0 0 0,1 0 0 0 0,-1-1 0 0 0,1 1 0 0 0,0-1 0 0 0,0 0 0 0 0,0 0 0 0 0,0 0 0 0 0,1 0 0 0 0,-1-1 0 0 0,0 1 0 0 0,1-1 0 0 0,-1 0 0 0 0,1 0 0 0 0,6 1 0 0 0,-2-1 46 0 0,-1 0 0 0 0,1-1 1 0 0,0 0-1 0 0,-1 0 1 0 0,1-1-1 0 0,-1 0 1 0 0,1-1-1 0 0,-1 0 1 0 0,1 0-1 0 0,-1 0 0 0 0,0-1 1 0 0,0 0-1 0 0,12-7 1 0 0,-5 1 1 0 0,0-2 1 0 0,-1 0 0 0 0,0 0 0 0 0,-1-1-1 0 0,0-1 1 0 0,-1 0 0 0 0,0-1-1 0 0,-1 0 1 0 0,-1 0 0 0 0,12-24-1 0 0,-12 19 14 0 0,0 0-1 0 0,-2-1 0 0 0,0 1 0 0 0,-1-1 0 0 0,-2-1 0 0 0,0 1 1 0 0,-1-1-1 0 0,1-31 0 0 0,-4 46-63 0 0,0-1-1 0 0,-1 1 1 0 0,0-1 0 0 0,0 1-1 0 0,0-1 1 0 0,-1 1 0 0 0,-5-12-1 0 0,6 15-20 0 0,0 1-1 0 0,0 0 0 0 0,-1 0 1 0 0,1-1-1 0 0,-1 1 0 0 0,1 0 0 0 0,-1 0 1 0 0,0 1-1 0 0,0-1 0 0 0,0 0 1 0 0,0 1-1 0 0,0-1 0 0 0,0 1 1 0 0,0-1-1 0 0,0 1 0 0 0,-1 0 1 0 0,1 0-1 0 0,0 0 0 0 0,-1 0 0 0 0,1 1 1 0 0,-1-1-1 0 0,1 0 0 0 0,-1 1 1 0 0,1 0-1 0 0,-4 0 0 0 0,-1 0-111 0 0,0 1 0 0 0,0 0 0 0 0,0 1 0 0 0,0-1 0 0 0,1 2 0 0 0,-1-1 0 0 0,0 0 0 0 0,1 1 0 0 0,0 1 0 0 0,0-1 0 0 0,0 1 0 0 0,0 0 0 0 0,0 0 0 0 0,1 0 0 0 0,0 1 0 0 0,-5 6 0 0 0,5-7-294 0 0,1 1 0 0 0,1 0 1 0 0,-1 0-1 0 0,1 0 0 0 0,0 0 1 0 0,0 1-1 0 0,0-1 0 0 0,1 1 0 0 0,0 0 1 0 0,0 0-1 0 0,0 0 0 0 0,0 8 1 0 0,1-12-112 0 0,2 1 1 0 0,-1 0-1 0 0,0 0 1 0 0,0 0-1 0 0,1-1 1 0 0,-1 1-1 0 0,1 0 0 0 0,0 0 1 0 0,0-1-1 0 0,0 1 1 0 0,0-1-1 0 0,1 1 1 0 0,1 3-1 0 0,7 9-4239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307 833 388 0 0,'4'-6'860'0'0,"0"0"1"0"0,-1-1-1 0 0,1 0 0 0 0,-1 0 1 0 0,0 0-1 0 0,-1 0 0 0 0,0 0 1 0 0,0 0-1 0 0,0-1 0 0 0,-1 1 0 0 0,0-10 1 0 0,0 14-684 0 0,-1-1 0 0 0,-1 0 0 0 0,1 0 0 0 0,0 0 0 0 0,-1 1 0 0 0,0-1 0 0 0,0 0 0 0 0,0 0 0 0 0,0 1 0 0 0,-1-1 0 0 0,0 1 0 0 0,1-1 0 0 0,-1 1 0 0 0,0 0 0 0 0,0 0-1 0 0,-1 0 1 0 0,1 0 0 0 0,-1 0 0 0 0,0 0 0 0 0,1 1 0 0 0,-1-1 0 0 0,0 1 0 0 0,-4-2 0 0 0,5 3-154 0 0,0 0-1 0 0,0 1 1 0 0,1-1-1 0 0,-1 1 1 0 0,0 0-1 0 0,0 0 1 0 0,0 0-1 0 0,0 0 0 0 0,0 0 1 0 0,0 0-1 0 0,0 0 1 0 0,0 0-1 0 0,0 1 1 0 0,0-1-1 0 0,0 1 1 0 0,0 0-1 0 0,-2 1 0 0 0,-30 16 90 0 0,13-3-81 0 0,0 2 0 0 0,1 1 0 0 0,0 0 1 0 0,2 1-1 0 0,1 1 0 0 0,0 1 0 0 0,1 1 0 0 0,1 0 1 0 0,1 1-1 0 0,-16 37 0 0 0,27-53-15 0 0,0-1 1 0 0,1 1-1 0 0,0 0 0 0 0,0 0 1 0 0,1 0-1 0 0,0 0 1 0 0,0 1-1 0 0,1-1 0 0 0,0 0 1 0 0,0 0-1 0 0,0 0 0 0 0,1 1 1 0 0,2 6-1 0 0,-2-10 0 0 0,0 0-1 0 0,1 0 1 0 0,0 0 0 0 0,0 0 0 0 0,0 0-1 0 0,0-1 1 0 0,0 1 0 0 0,1 0 0 0 0,0-1-1 0 0,0 0 1 0 0,0 0 0 0 0,0 0-1 0 0,0 0 1 0 0,0 0 0 0 0,1-1 0 0 0,0 1-1 0 0,-1-1 1 0 0,1 0 0 0 0,0 0 0 0 0,0 0-1 0 0,0-1 1 0 0,7 2 0 0 0,-3 0-2 0 0,0-2-1 0 0,1 1 1 0 0,-1-1 0 0 0,0 0 0 0 0,0-1 0 0 0,1 0-1 0 0,-1 0 1 0 0,1-1 0 0 0,-1 0 0 0 0,0-1 0 0 0,16-4-1 0 0,-13 2-3 0 0,1-1-1 0 0,-1 0 0 0 0,0-1 0 0 0,-1-1 0 0 0,1 1 1 0 0,-1-2-1 0 0,12-10 0 0 0,0-4-10 0 0,-2 0 0 0 0,0-2 1 0 0,-2 0-1 0 0,0-1 0 0 0,25-48 1 0 0,6-26 130 0 0,-3-2 1 0 0,-5-3 0 0 0,-5 0 0 0 0,25-121 0 0 0,-52 185 461 0 0,-2 0 0 0 0,5-78 0 0 0,-12 117-585 0 0,0 0-1 0 0,0-1 0 0 0,0 1 1 0 0,0 0-1 0 0,0 0 0 0 0,0-1 1 0 0,0 1-1 0 0,0 0 0 0 0,-1 0 1 0 0,1 0-1 0 0,0-1 0 0 0,-1 1 1 0 0,1 0-1 0 0,-1 0 0 0 0,0 0 0 0 0,1 0 1 0 0,-1 0-1 0 0,0 0 0 0 0,1 0 1 0 0,-1 0-1 0 0,0 0 0 0 0,-1-1 1 0 0,1 2-4 0 0,0-1-1 0 0,0 1 1 0 0,0 0 0 0 0,0 0 0 0 0,0 0 0 0 0,-1 0 0 0 0,1 0 0 0 0,0 0 0 0 0,0 0-1 0 0,0 0 1 0 0,0 0 0 0 0,0 0 0 0 0,0 1 0 0 0,0-1 0 0 0,0 0 0 0 0,0 1 0 0 0,0-1 0 0 0,0 1-1 0 0,-2 0 1 0 0,-3 3 3 0 0,0 1-1 0 0,0-1 0 0 0,0 1 1 0 0,1 0-1 0 0,0 1 1 0 0,-6 6-1 0 0,-11 19 24 0 0,1 0 1 0 0,2 2-1 0 0,2 0 0 0 0,-16 41 0 0 0,8-6-15 0 0,-20 84 0 0 0,32-99-2 0 0,3 0 0 0 0,-5 66 0 0 0,14-95 13 0 0,1 1-1 0 0,0-1 1 0 0,2 0 0 0 0,1 0 0 0 0,1 0 0 0 0,0 0 0 0 0,11 30 0 0 0,-10-43-11 0 0,0 1 1 0 0,1-2 0 0 0,0 1-1 0 0,0-1 1 0 0,1 1-1 0 0,1-2 1 0 0,-1 1-1 0 0,2-1 1 0 0,-1 0-1 0 0,11 7 1 0 0,-10-9-525 0 0,0 0 0 0 0,1-1 0 0 0,-1 0 0 0 0,18 7 0 0 0,-19-10-670 0 0,0 0 1 0 0,1 0-1 0 0,-1-1 1 0 0,1 0-1 0 0,0-1 1 0 0,10 1-1 0 0,2-2-5493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2616 0 0,'-8'14'9818'0'0,"28"-16"-7640"0"0,-11 0-2421 0 0,215-22 500 0 0,-64 9-4025 0 0,-92 5 247 0 0,3 0-1412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95 1908 0 0,'3'-19'4455'0'0,"1"0"0"0"0,12-36 0 0 0,-15 53-3907 0 0,2 4-479 0 0,0 1-53 0 0,1 0 0 0 0,-1 0 0 0 0,0 0-1 0 0,0 1 1 0 0,0-1 0 0 0,0 1 0 0 0,0 0 0 0 0,-1 0-1 0 0,4 8 1 0 0,20 48 55 0 0,-15-32-32 0 0,18 39 30 0 0,-3 2 0 0 0,-3 1 0 0 0,-3 1 0 0 0,-3 0-1 0 0,-3 1 1 0 0,-4 1 0 0 0,3 115 0 0 0,-14-119 98 0 0,-4-1 0 0 0,-2 0 0 0 0,-3 0 0 0 0,-3-1 0 0 0,-32 100 0 0 0,25-113-561 0 0,-2-2 0 0 0,-42 75-1 0 0,37-83-1897 0 0,-2 0-1 0 0,-68 76 0 0 0,29-49-4953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5204 0 0,'66'-2'8345'0'0,"28"-3"711"0"0,-91 5-8660 0 0,-1 0-81 0 0,10-1-112 0 0,-9 0-241 0 0,-1 1-352 0 0,5 0 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7 343 1564 0 0,'0'0'5577'0'0,"-5"-3"-4485"0"0,5 3-1044 0 0,0 0 0 0 0,0 0 0 0 0,0 0 0 0 0,0 0 0 0 0,1 0 1 0 0,-1 0-1 0 0,0 0 0 0 0,0 0 0 0 0,0 0 0 0 0,0-1 0 0 0,0 1 1 0 0,0 0-1 0 0,0 0 0 0 0,0 0 0 0 0,0 0 0 0 0,0 0 0 0 0,0 0 1 0 0,0 0-1 0 0,0 0 0 0 0,-1-1 675 0 0,1 1-675 0 0,0 0 0 0 0,0 0 0 0 0,0 0 0 0 0,0 0 0 0 0,0 0 1 0 0,0 0-1 0 0,0 0 0 0 0,-1 0 0 0 0,1 0 0 0 0,0 0 0 0 0,0 0 1 0 0,0 0-1 0 0,0 0 0 0 0,0 0 0 0 0,0 0 0 0 0,0 0 0 0 0,0 0 1 0 0,132-6 604 0 0,-15 2-331 0 0,933-46 43 0 0,-633 35-296 0 0,-127 3-71 0 0,207-13 18 0 0,-347 16 18 0 0,672-83-25 0 0,-328 42 13 0 0,2 26-35 0 0,-162 9 42 0 0,1075-18-27 0 0,-1255 31-24 0 0,1024 7 66 0 0,-829-2-29 0 0,1292 43-46 0 0,-1259-33 46 0 0,697 33-18 0 0,-66-4 45 0 0,2200 95-21 0 0,-2482-104-22 0 0,-676-31-105 0 0,934 36 464 0 0,-496-30-1793 0 0,-1-15-3829 0 0,-361 2 1743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775 381 1080 0 0,'-2'-18'4158'0'0,"2"18"-4068"0"0,0-1-1 0 0,0 1 0 0 0,0-1 1 0 0,0 1-1 0 0,0 0 0 0 0,-1-1 1 0 0,1 1-1 0 0,0 0 0 0 0,0 0 1 0 0,0-1-1 0 0,-1 1 0 0 0,1 0 1 0 0,0-1-1 0 0,0 1 0 0 0,-1 0 1 0 0,1 0-1 0 0,0-1 0 0 0,0 1 1 0 0,-1 0-1 0 0,1 0 0 0 0,0 0 1 0 0,-1 0-1 0 0,1-1 0 0 0,0 1 1 0 0,-1 0-1 0 0,1 0 0 0 0,0 0 1 0 0,-1 0-1 0 0,1 0 0 0 0,-1 0 1 0 0,1 0-1 0 0,0 0 0 0 0,-1 0 0 0 0,1 0 1 0 0,0 0-1 0 0,-1 0 0 0 0,1 0 1 0 0,0 0-1 0 0,-1 0 0 0 0,0 1 1 0 0,0-1-18 0 0,0 4-36 0 0,1-1-1 0 0,-1 0 0 0 0,1 1 0 0 0,0-1 0 0 0,0 1 0 0 0,1-1 0 0 0,-1 1 0 0 0,2 3 0 0 0,-2-5-2 0 0,1 1 20 0 0,0 0 0 0 0,0 0 0 0 0,0 0 0 0 0,0 0-1 0 0,0 0 1 0 0,1 0 0 0 0,0 0 0 0 0,-1-1 0 0 0,1 1 0 0 0,0 0-1 0 0,0-1 1 0 0,1 0 0 0 0,-1 1 0 0 0,0-1 0 0 0,1 0 0 0 0,-1 0-1 0 0,1 0 1 0 0,0-1 0 0 0,0 1 0 0 0,-1-1 0 0 0,1 1-1 0 0,0-1 1 0 0,0 0 0 0 0,1 0 0 0 0,-1 0 0 0 0,5 0 0 0 0,0 0 0 0 0,0-1 1 0 0,0 0 0 0 0,0 0 0 0 0,0 0 0 0 0,-1-1-1 0 0,1-1 1 0 0,0 1 0 0 0,0-1 0 0 0,12-5-1 0 0,-11 2-29 0 0,0 0-1 0 0,0 0 0 0 0,0-1 0 0 0,0 0 1 0 0,-1-1-1 0 0,0 1 0 0 0,0-2 0 0 0,-1 1 1 0 0,0-1-1 0 0,-1 0 0 0 0,1-1 0 0 0,-1 1 1 0 0,5-12-1 0 0,-2 3 19 0 0,0-1 1 0 0,-1 0-1 0 0,-1-1 1 0 0,0 0-1 0 0,-2 0 1 0 0,4-20-1 0 0,-7 27-26 0 0,-1 1-1 0 0,0-1 1 0 0,0 1 0 0 0,-2 0-1 0 0,1-1 1 0 0,-1 1 0 0 0,-1-1-1 0 0,-5-17 1 0 0,6 26-13 0 0,0-1 1 0 0,0 1-1 0 0,0 0 1 0 0,-1-1-1 0 0,1 1 1 0 0,-1 0-1 0 0,0 0 1 0 0,0 0-1 0 0,0 1 1 0 0,-1-1 0 0 0,1 0-1 0 0,-1 1 1 0 0,1-1-1 0 0,-1 1 1 0 0,0 0-1 0 0,0 0 1 0 0,0 0-1 0 0,0 0 1 0 0,0 1-1 0 0,0-1 1 0 0,-1 1-1 0 0,1 0 1 0 0,0 0-1 0 0,-1 0 1 0 0,1 0-1 0 0,-1 1 1 0 0,1-1-1 0 0,-1 1 1 0 0,1 0-1 0 0,-1 0 1 0 0,-5 1-1 0 0,-2 0-17 0 0,0 2 0 0 0,0-1 0 0 0,0 1 0 0 0,0 1 0 0 0,1 0 0 0 0,0 0 0 0 0,0 1 0 0 0,-11 7 0 0 0,-9 8-52 0 0,-33 27 0 0 0,26-17 68 0 0,2 2 0 0 0,1 1 0 0 0,1 2 0 0 0,3 2 0 0 0,0 0 0 0 0,3 2 0 0 0,-28 49 0 0 0,53-84-4 0 0,0-1-1 0 0,0 1 0 0 0,1-1 1 0 0,-1 1-1 0 0,1 0 0 0 0,0 0 1 0 0,0 0-1 0 0,0 0 0 0 0,0 0 0 0 0,1 0 1 0 0,-1 0-1 0 0,1 0 0 0 0,0 0 1 0 0,0 0-1 0 0,1 0 0 0 0,-1 0 0 0 0,1 0 1 0 0,0 0-1 0 0,0-1 0 0 0,0 1 1 0 0,1 0-1 0 0,-1 0 0 0 0,1-1 1 0 0,0 1-1 0 0,0-1 0 0 0,0 1 0 0 0,0-1 1 0 0,1 0-1 0 0,-1 0 0 0 0,1 0 1 0 0,0 0-1 0 0,0 0 0 0 0,0-1 1 0 0,0 1-1 0 0,0-1 0 0 0,5 3 0 0 0,93 54-35 0 0,-61-37 94 0 0,61 45-1 0 0,-89-59-27 0 0,-1 2-1 0 0,-1 0 0 0 0,1 0 1 0 0,-2 1-1 0 0,1 0 0 0 0,-2 1 1 0 0,1-1-1 0 0,-2 2 0 0 0,9 17 0 0 0,-12-22 34 0 0,-2 0-1 0 0,1-1 0 0 0,-1 1 0 0 0,0 1 0 0 0,0-1 0 0 0,-1 0 0 0 0,0 0 1 0 0,-1 1-1 0 0,0-1 0 0 0,0 0 0 0 0,-3 16 0 0 0,0-11 27 0 0,0-1 0 0 0,-1 0 0 0 0,0 0 0 0 0,-1-1 1 0 0,-1 0-1 0 0,0 1 0 0 0,-9 12 0 0 0,0-3 137 0 0,-1-1 0 0 0,-2 0 0 0 0,0-1 0 0 0,0-1 0 0 0,-2-1 0 0 0,0-1 0 0 0,-24 15 0 0 0,21-17 107 0 0,-2 0-1 0 0,0-1 0 0 0,0-1 1 0 0,-1-2-1 0 0,0 0 0 0 0,-1-2 0 0 0,0-1 1 0 0,-37 5-1 0 0,47-10-196 0 0,0 0 1 0 0,-1-2-1 0 0,1 0 1 0 0,0-1-1 0 0,-1-1 1 0 0,1 0-1 0 0,0-2 1 0 0,0 1-1 0 0,1-2 1 0 0,-1-1-1 0 0,1 0 1 0 0,0-1-1 0 0,1 0 1 0 0,-24-15-1 0 0,27 13-114 0 0,1 0-1 0 0,0 0 0 0 0,0-1 0 0 0,1 0 1 0 0,0-1-1 0 0,1 0 0 0 0,0-1 1 0 0,0 0-1 0 0,2 0 0 0 0,-1-1 1 0 0,2 0-1 0 0,0 0 0 0 0,-6-16 1 0 0,10 20-40 0 0,-1-1 1 0 0,1 1 0 0 0,0-1 0 0 0,1 0 0 0 0,0 0-1 0 0,1 0 1 0 0,0 1 0 0 0,0-1 0 0 0,1 0 0 0 0,0 0-1 0 0,1 0 1 0 0,0 1 0 0 0,1-1 0 0 0,-1 1 0 0 0,2 0-1 0 0,0-1 1 0 0,0 2 0 0 0,0-1 0 0 0,1 0 0 0 0,8-10 0 0 0,-11 16-202 0 0,1-1 1 0 0,-1 1 0 0 0,1 0 0 0 0,0 0 0 0 0,0 0 0 0 0,0 0 0 0 0,0 0 0 0 0,0 1 0 0 0,1-1 0 0 0,-1 1 0 0 0,1 0 0 0 0,0 0 0 0 0,-1 0 0 0 0,1 1 0 0 0,0-1 0 0 0,0 1 0 0 0,0 0 0 0 0,0 0 0 0 0,0 1-1 0 0,5-1 1 0 0,9 3-1635 0 0,0 1 0 0 0,-1 0-1 0 0,0 1 1 0 0,21 9 0 0 0,-12-4-2078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231 605 1656 0 0,'-4'-4'797'0'0,"-1"1"1"0"0,0 0-1 0 0,0 1 0 0 0,0-1 0 0 0,0 1 1 0 0,0 0-1 0 0,0 0 0 0 0,-1 0 0 0 0,-8 0 1 0 0,11 1-687 0 0,-1 2 0 0 0,1-1 1 0 0,-1 0-1 0 0,1 1 1 0 0,-1 0-1 0 0,1-1 1 0 0,-1 1-1 0 0,1 1 1 0 0,0-1-1 0 0,0 0 0 0 0,-1 1 1 0 0,1 0-1 0 0,0 0 1 0 0,0 0-1 0 0,1 0 1 0 0,-4 2-1 0 0,-3 5-34 0 0,0 0 0 0 0,0 0 0 0 0,1 1 0 0 0,1 0 0 0 0,0 0 0 0 0,0 1 0 0 0,0 0 0 0 0,2 0 0 0 0,-9 22 0 0 0,7-13-43 0 0,1 0 1 0 0,0 1-1 0 0,2-1 0 0 0,0 1 1 0 0,0 24-1 0 0,4-36-22 0 0,-1 0 0 0 0,2 1-1 0 0,-1-1 1 0 0,2 0 0 0 0,-1 1 0 0 0,1-1-1 0 0,0 0 1 0 0,1 0 0 0 0,6 14 0 0 0,-7-20 6 0 0,-1 0 0 0 0,1 0 0 0 0,0 0 0 0 0,0-1 0 0 0,0 1 0 0 0,1-1 0 0 0,-1 1 0 0 0,0-1 0 0 0,1 0 0 0 0,-1 0 0 0 0,1 0 0 0 0,0 0 0 0 0,0-1 1 0 0,0 1-1 0 0,0-1 0 0 0,0 0 0 0 0,0 1 0 0 0,0-1 0 0 0,0-1 0 0 0,0 1 0 0 0,1 0 0 0 0,-1-1 0 0 0,0 0 0 0 0,1 1 0 0 0,-1-1 0 0 0,0-1 0 0 0,1 1 0 0 0,-1 0 0 0 0,0-1 0 0 0,5-1 1 0 0,0 0 43 0 0,0-1 0 0 0,0 0 0 0 0,0-1 1 0 0,-1 0-1 0 0,1 0 0 0 0,-1 0 0 0 0,0-1 1 0 0,0 0-1 0 0,-1 0 0 0 0,1-1 0 0 0,-1 0 1 0 0,0 0-1 0 0,-1-1 0 0 0,0 1 0 0 0,0-1 1 0 0,0 0-1 0 0,6-13 0 0 0,-3 5-11 0 0,-2 0-1 0 0,1 0 1 0 0,-2 0-1 0 0,0-1 1 0 0,-1 0-1 0 0,0 0 1 0 0,-2 0-1 0 0,2-21 1 0 0,-4 22 3 0 0,0 0 0 0 0,-1 0 0 0 0,-1 0 0 0 0,-1 0 0 0 0,-5-19 1 0 0,6 28-44 0 0,0 0 0 0 0,0 0 1 0 0,0 0-1 0 0,-1 0 0 0 0,0 0 1 0 0,0 1-1 0 0,-1-1 0 0 0,1 1 1 0 0,-1 0-1 0 0,0 0 0 0 0,-1 0 1 0 0,1 0-1 0 0,-1 1 0 0 0,-10-7 1 0 0,13 9-15 0 0,-1 0 1 0 0,0 1 0 0 0,0 0-1 0 0,0 0 1 0 0,0 0 0 0 0,0 0 0 0 0,0 0-1 0 0,0 1 1 0 0,-1 0 0 0 0,1-1-1 0 0,0 1 1 0 0,0 0 0 0 0,0 0-1 0 0,-1 1 1 0 0,1-1 0 0 0,0 1-1 0 0,-4 1 1 0 0,1 0 7 0 0,1 0 0 0 0,0 0-1 0 0,0 1 1 0 0,0 0 0 0 0,0 0 0 0 0,0 0-1 0 0,1 1 1 0 0,-1 0 0 0 0,-3 4 0 0 0,-1 2 12 0 0,1 0 1 0 0,0 0 0 0 0,1 1 0 0 0,0-1-1 0 0,0 2 1 0 0,1-1 0 0 0,1 1-1 0 0,-5 13 1 0 0,8-18-14 0 0,0 0 0 0 0,1 0 1 0 0,-1 1-1 0 0,1-1 0 0 0,1 0 0 0 0,-1 1 0 0 0,1-1 0 0 0,0 1 1 0 0,1-1-1 0 0,0 0 0 0 0,0 1 0 0 0,3 7 0 0 0,-3-12-7 0 0,1 1-1 0 0,-1 0 1 0 0,1-1-1 0 0,0 1 1 0 0,1-1-1 0 0,-1 0 1 0 0,0 1-1 0 0,1-1 1 0 0,0 0-1 0 0,0-1 1 0 0,0 1 0 0 0,0 0-1 0 0,0-1 1 0 0,0 0-1 0 0,1 1 1 0 0,-1-1-1 0 0,1-1 1 0 0,-1 1-1 0 0,1 0 1 0 0,0-1-1 0 0,0 0 1 0 0,0 0-1 0 0,6 1 1 0 0,5 0-124 0 0,1-1 0 0 0,-1 0 1 0 0,1-1-1 0 0,-1-1 0 0 0,1-1 0 0 0,-1 0 1 0 0,0-1-1 0 0,0 0 0 0 0,0-1 0 0 0,20-9 1 0 0,-8 2-197 0 0,0-1 0 0 0,-1-2 1 0 0,-1-1-1 0 0,37-28 0 0 0,-33 19 74 0 0,-1-1 0 0 0,-1-2 0 0 0,-2-1 0 0 0,0 0 0 0 0,37-61-1 0 0,-33 41 111 0 0,-2-2 0 0 0,-2-1 0 0 0,23-68 0 0 0,-4-48 742 0 0,-27 95-10 0 0,-17 72-588 0 0,0 0-1 0 0,1 0 0 0 0,-1-1 0 0 0,0 1 1 0 0,0 0-1 0 0,0 0 0 0 0,0-1 0 0 0,1 1 0 0 0,-1 0 1 0 0,0-1-1 0 0,0 1 0 0 0,0 0 0 0 0,0-1 1 0 0,0 1-1 0 0,0 0 0 0 0,0 0 0 0 0,0-1 0 0 0,0 1 1 0 0,0 0-1 0 0,0-1 0 0 0,0 1 0 0 0,0 0 1 0 0,0-1-1 0 0,0 1 0 0 0,-1 0 0 0 0,1 0 0 0 0,0-1 1 0 0,0 1-1 0 0,0 0 0 0 0,0-1 0 0 0,0 1 1 0 0,-1 0-1 0 0,1 0 0 0 0,0-1 0 0 0,-1 1 0 0 0,-8 8 52 0 0,-9 17-12 0 0,-9 28 29 0 0,2 2 0 0 0,-23 75-1 0 0,29-77-33 0 0,-56 193 395 0 0,61-188-348 0 0,4 0 0 0 0,-6 80-1 0 0,15-112-65 0 0,1 1 0 0 0,1 0 0 0 0,5 32 0 0 0,-5-51-1 0 0,0-1-1 0 0,1 1 1 0 0,0-1-1 0 0,1 1 1 0 0,-1-1 0 0 0,2 0-1 0 0,-1 0 1 0 0,1 0-1 0 0,0 0 1 0 0,0-1-1 0 0,0 1 1 0 0,1-1 0 0 0,0 0-1 0 0,1-1 1 0 0,9 9-1 0 0,-11-11-7 0 0,-1-1-1 0 0,1 1 0 0 0,0-1 1 0 0,0 0-1 0 0,0-1 1 0 0,0 1-1 0 0,1-1 1 0 0,-1 1-1 0 0,0-1 0 0 0,1-1 1 0 0,-1 1-1 0 0,1-1 1 0 0,-1 1-1 0 0,0-1 0 0 0,7-1 1 0 0,-4 0 1 0 0,0-1 1 0 0,0 1-1 0 0,0-2 1 0 0,0 1-1 0 0,0-1 1 0 0,0 0-1 0 0,-1 0 0 0 0,11-7 1 0 0,-1-2 2 0 0,-1 0-1 0 0,0-1 1 0 0,-1 0 0 0 0,-1-2 0 0 0,0 1-1 0 0,12-18 1 0 0,-8 7 213 0 0,-2-1 0 0 0,0-1 0 0 0,-1 0 0 0 0,-2-1 0 0 0,0 0-1 0 0,-3-1 1 0 0,13-58 0 0 0,-17 67-15 0 0,-4 18-77 0 0,-2 5-98 0 0,-11 26 4 0 0,1 1 1 0 0,1 0-1 0 0,2 1 1 0 0,1 0 0 0 0,2 1-1 0 0,-2 32 1 0 0,6-56-34 0 0,1 0-1 0 0,0 0 1 0 0,0 0 0 0 0,1 0 0 0 0,0-1-1 0 0,0 1 1 0 0,1 0 0 0 0,-1 0-1 0 0,2-1 1 0 0,-1 1 0 0 0,5 7 0 0 0,-5-12 0 0 0,0 1 1 0 0,0-1 0 0 0,0 0-1 0 0,1 1 1 0 0,-1-1-1 0 0,1 0 1 0 0,0 0 0 0 0,0-1-1 0 0,0 1 1 0 0,0-1-1 0 0,1 1 1 0 0,-1-1 0 0 0,1 0-1 0 0,-1 0 1 0 0,1-1 0 0 0,0 1-1 0 0,0-1 1 0 0,0 0-1 0 0,0 0 1 0 0,-1 0 0 0 0,1 0-1 0 0,8 0 1 0 0,0-1-25 0 0,0-1 0 0 0,0 0-1 0 0,-1-1 1 0 0,1 0 0 0 0,-1-1 0 0 0,0 0 0 0 0,1-1 0 0 0,-1 0-1 0 0,-1-1 1 0 0,1 0 0 0 0,-1 0 0 0 0,0-1 0 0 0,0-1 0 0 0,0 0-1 0 0,-1 0 1 0 0,0-1 0 0 0,-1 0 0 0 0,9-9 0 0 0,-2-1 14 0 0,-1 1 1 0 0,0-2 0 0 0,-2 0-1 0 0,0 0 1 0 0,-1-1 0 0 0,-1-1-1 0 0,0 0 1 0 0,8-30-1 0 0,5-29 1612 0 0,-22 79-1514 0 0,-5 32 13 0 0,-7 36-22 0 0,5-40-65 0 0,1 0 0 0 0,2 0 1 0 0,1 1-1 0 0,0-1 0 0 0,6 56 0 0 0,-3-80-43 0 0,0 0-1 0 0,0 1 1 0 0,0-1-1 0 0,0 0 1 0 0,0 1-1 0 0,0-1 1 0 0,1 0-1 0 0,0 0 1 0 0,0 0-1 0 0,0 0 1 0 0,0 0-1 0 0,0-1 1 0 0,0 1-1 0 0,1-1 1 0 0,-1 1-1 0 0,5 2 1 0 0,-2-2-182 0 0,-1 0 0 0 0,1-1 0 0 0,0 0 0 0 0,0 0 0 0 0,0 0 0 0 0,0 0 1 0 0,0-1-1 0 0,1 0 0 0 0,9 1 0 0 0,-1-2-534 0 0,0 0 0 0 0,0-1 0 0 0,0 0 0 0 0,0-1 0 0 0,0 0-1 0 0,0-2 1 0 0,19-6 0 0 0,3-6-2411 0 0,-1-4-1112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204 370 700 0 0,'12'-100'6133'0'0,"-2"-170"-1"0"0,-23 284-5944 0 0,9-7-130 0 0,1 1 0 0 0,0-1 0 0 0,0 0 0 0 0,0 1 0 0 0,1 0 0 0 0,-2 11-1 0 0,-2 5 239 0 0,-139 627 2982 0 0,138-619-3241 0 0,-4 23 21 0 0,2 1 0 0 0,2 0-1 0 0,2 60 1 0 0,5-108-446 0 0,0 0-1 0 0,1 0 0 0 0,0 0 1 0 0,4 12-1 0 0,-4-18 180 0 0,-1 0 0 0 0,1 0-1 0 0,0-1 1 0 0,0 1 0 0 0,0 0 0 0 0,0 0-1 0 0,0 0 1 0 0,1-1 0 0 0,-1 1 0 0 0,0-1 0 0 0,1 1-1 0 0,-1-1 1 0 0,1 1 0 0 0,0-1 0 0 0,-1 0 0 0 0,1 0-1 0 0,0 1 1 0 0,0-1 0 0 0,0-1 0 0 0,-1 1 0 0 0,4 1-1 0 0,-4-2-36 0 0,1 0 1 0 0,0 1-1 0 0,0-1 0 0 0,-1 0 0 0 0,1 0 0 0 0,0 0 0 0 0,0 0 0 0 0,-1-1 0 0 0,1 1 0 0 0,0 0 1 0 0,0-1-1 0 0,-1 1 0 0 0,1-1 0 0 0,2 0 0 0 0,1-1-659 0 0,16-6-2952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1892 0 0,'23'-68'6615'0'0,"17"-78"0"0"0,-35 125-5570 0 0,-4 18-569 0 0,-1 4-465 0 0,1-1 0 0 0,-1 1 0 0 0,1-1 0 0 0,-1 0 0 0 0,0 1 0 0 0,1-1 0 0 0,-1 1 1 0 0,0-1-1 0 0,0 1 0 0 0,1-1 0 0 0,-1 1 0 0 0,0-1 0 0 0,0 1 0 0 0,0 0 0 0 0,0-1 0 0 0,0 1 0 0 0,0-1 0 0 0,0 1 1 0 0,0-1-1 0 0,0 1 0 0 0,0-1 0 0 0,0 1 0 0 0,0 0 0 0 0,-1 18 130 0 0,1-18-103 0 0,-18 146 804 0 0,9-87-635 0 0,-3 85 0 0 0,12-138-275 0 0,0 0-1 0 0,1 0 1 0 0,0-1 0 0 0,0 1 0 0 0,0 0 0 0 0,1-1 0 0 0,0 1 0 0 0,0-1 0 0 0,0 0-1 0 0,6 10 1 0 0,-6-13-110 0 0,0 0-1 0 0,1 0 0 0 0,-1 0 0 0 0,1 0 1 0 0,0 0-1 0 0,-1-1 0 0 0,1 1 0 0 0,1-1 1 0 0,-1 0-1 0 0,0 0 0 0 0,0 0 0 0 0,1 0 1 0 0,-1 0-1 0 0,1-1 0 0 0,0 0 0 0 0,-1 1 1 0 0,1-1-1 0 0,0-1 0 0 0,6 2 0 0 0,1-1-169 0 0,0-1-1 0 0,0 0 1 0 0,0-1 0 0 0,0 0-1 0 0,-1-1 1 0 0,1 0-1 0 0,0 0 1 0 0,-1-1-1 0 0,0 0 1 0 0,1-1-1 0 0,-1-1 1 0 0,-1 1 0 0 0,1-1-1 0 0,-1-1 1 0 0,1 0-1 0 0,-2 0 1 0 0,1-1-1 0 0,9-10 1 0 0,-5 4 688 0 0,-1 0 0 0 0,0-1 1 0 0,-1 0-1 0 0,-1-1 0 0 0,0 0 0 0 0,-1-1 1 0 0,-1 0-1 0 0,0-1 0 0 0,-1 1 0 0 0,6-23 1 0 0,3-44 3434 0 0,-16 81-3357 0 0,-1 2-403 0 0,0 1-1 0 0,1-1 0 0 0,-1 0 0 0 0,0 1 0 0 0,0-1 0 0 0,0 0 0 0 0,0 1 0 0 0,1-1 0 0 0,-1 1 0 0 0,0-1 1 0 0,0 1-1 0 0,1 0 0 0 0,-1-1 0 0 0,1 1 0 0 0,-1 0 0 0 0,0-1 0 0 0,1 1 0 0 0,-1 0 0 0 0,1 0 0 0 0,0 0 1 0 0,-1 0-1 0 0,-11 24 320 0 0,8-18-157 0 0,-7 16-25 0 0,1 2 0 0 0,0-1-1 0 0,2 1 1 0 0,1 0 0 0 0,1 1 0 0 0,1 0 0 0 0,1 0 0 0 0,0 52 0 0 0,4-75-136 0 0,0 0 1 0 0,0 0-1 0 0,1 0 1 0 0,-1 0-1 0 0,1 0 1 0 0,0 0 0 0 0,-1-1-1 0 0,1 1 1 0 0,1 0-1 0 0,-1 0 1 0 0,0 0-1 0 0,1-1 1 0 0,-1 1-1 0 0,1-1 1 0 0,0 1 0 0 0,0-1-1 0 0,0 0 1 0 0,0 0-1 0 0,0 1 1 0 0,4 1-1 0 0,-2-2 0 0 0,0 0 1 0 0,0 0-1 0 0,0-1 0 0 0,0 1 0 0 0,0-1 0 0 0,1 0 0 0 0,-1 0 0 0 0,1 0 0 0 0,-1-1 0 0 0,1 0 0 0 0,-1 1 0 0 0,1-2 0 0 0,5 0 0 0 0,3 0-2 0 0,0-2 0 0 0,0 0 0 0 0,0 0 0 0 0,0-1-1 0 0,0-1 1 0 0,-1 0 0 0 0,0-1 0 0 0,0 0 0 0 0,-1-1-1 0 0,1 0 1 0 0,-2-1 0 0 0,1 0 0 0 0,16-17 0 0 0,-14 12-9 0 0,-1-1-1 0 0,0 0 1 0 0,-1-1 0 0 0,-1 0 0 0 0,0-1 0 0 0,-1 0 0 0 0,-1 0 0 0 0,0-1-1 0 0,8-27 1 0 0,-13 32-9 0 0,0 0 0 0 0,0 0 0 0 0,-1 0 0 0 0,-1-1-1 0 0,0 1 1 0 0,-1 0 0 0 0,0-1 0 0 0,-1 1 0 0 0,0 0 0 0 0,-1-1-1 0 0,-1 1 1 0 0,1 0 0 0 0,-2 0 0 0 0,0 1 0 0 0,0-1-1 0 0,-1 1 1 0 0,-9-15 0 0 0,12 22 2 0 0,0 1-1 0 0,-1 1 1 0 0,1-1-1 0 0,-1 0 1 0 0,1 1 0 0 0,-1-1-1 0 0,0 1 1 0 0,0 0-1 0 0,0-1 1 0 0,0 2 0 0 0,0-1-1 0 0,0 0 1 0 0,-1 1 0 0 0,1-1-1 0 0,0 1 1 0 0,-1 0-1 0 0,-5-1 1 0 0,3 1 2 0 0,0 1-1 0 0,-1 0 1 0 0,1 0-1 0 0,0 1 1 0 0,0-1-1 0 0,0 1 1 0 0,0 1 0 0 0,0-1-1 0 0,-10 4 1 0 0,1 2 9 0 0,0 0 1 0 0,0 1 0 0 0,1 1 0 0 0,0 0-1 0 0,0 1 1 0 0,-21 20 0 0 0,15-11 12 0 0,2 1 0 0 0,0 1 0 0 0,2 0 0 0 0,0 1 0 0 0,-12 25 0 0 0,22-36-14 0 0,1-1 0 0 0,0 1 1 0 0,0 0-1 0 0,1 0 1 0 0,1 1-1 0 0,0-1 0 0 0,0 1 1 0 0,1 0-1 0 0,1 0 0 0 0,0-1 1 0 0,1 1-1 0 0,0 0 1 0 0,3 22-1 0 0,-2-30 4 0 0,0 1 0 0 0,0 0-1 0 0,1-1 1 0 0,0 1 0 0 0,0-1 0 0 0,0 1-1 0 0,0-1 1 0 0,1 0 0 0 0,0 0 0 0 0,0 0-1 0 0,0 0 1 0 0,0 0 0 0 0,0-1 0 0 0,1 1-1 0 0,0-1 1 0 0,4 3 0 0 0,-2-2-28 0 0,1 0 0 0 0,0-1-1 0 0,1 1 1 0 0,-1-2 0 0 0,0 1 0 0 0,1-1 0 0 0,0 0 0 0 0,-1-1 0 0 0,11 2-1 0 0,2-2-238 0 0,1-1 0 0 0,-1-1 0 0 0,0-1 0 0 0,0 0 0 0 0,0-1 0 0 0,38-13 0 0 0,-38 9-3 0 0,0-1 1 0 0,0 0-1 0 0,-1-2 0 0 0,-1 0 0 0 0,1-2 0 0 0,-2 0 1 0 0,1-1-1 0 0,-2 0 0 0 0,20-21 0 0 0,-18 14 298 0 0,-1-1 0 0 0,0 0 0 0 0,-2-2 0 0 0,-1 0 0 0 0,0 0 0 0 0,19-49 0 0 0,-29 62 165 0 0,2-5 280 0 0,9-31-1 0 0,-12 38-395 0 0,-1 14 4 0 0,0 15-6 0 0,-20 97 54 0 0,-7 67-66 0 0,20-147 766 0 0,5-35 465 0 0,2-4-1272 0 0,0-1 0 0 0,-1 1 1 0 0,0-1-1 0 0,1 1 0 0 0,-1-1 1 0 0,0 1-1 0 0,0-1 0 0 0,0 0 1 0 0,0 0-1 0 0,0 1 0 0 0,1-4 1 0 0,-2 4-23 0 0,11-21 61 0 0,81-159 160 0 0,-77 156-258 0 0,1 1 1 0 0,1 1-1 0 0,2 0 0 0 0,0 1 0 0 0,22-19 0 0 0,-36 36 9 0 0,0 1 1 0 0,1 0-1 0 0,-1 1 1 0 0,1-1-1 0 0,0 1 0 0 0,0 0 1 0 0,0 0-1 0 0,0 1 0 0 0,1 0 1 0 0,-1 0-1 0 0,0 1 0 0 0,11-2 1 0 0,-14 3 14 0 0,0 0 1 0 0,-1 0-1 0 0,1 0 1 0 0,0 0 0 0 0,-1 1-1 0 0,1-1 1 0 0,-1 1-1 0 0,1-1 1 0 0,-1 1-1 0 0,1 0 1 0 0,-1 0-1 0 0,1 0 1 0 0,-1 1-1 0 0,0-1 1 0 0,0 1-1 0 0,0-1 1 0 0,0 1 0 0 0,0 0-1 0 0,0-1 1 0 0,0 1-1 0 0,0 0 1 0 0,0 0-1 0 0,-1 0 1 0 0,1 1-1 0 0,-1-1 1 0 0,0 0-1 0 0,0 1 1 0 0,0-1-1 0 0,0 0 1 0 0,0 1 0 0 0,0-1-1 0 0,0 1 1 0 0,-1 0-1 0 0,1 3 1 0 0,1 7 51 0 0,0 1 1 0 0,-2-1 0 0 0,1 1 0 0 0,-1 0 0 0 0,-3 15-1 0 0,-15 69 310 0 0,0 3-134 0 0,14-73-187 0 0,2-19 15 0 0,1 0 1 0 0,0 1-1 0 0,0-1 0 0 0,1 10 0 0 0,0-18-46 0 0,0 0 0 0 0,1 0-1 0 0,-1-1 1 0 0,0 1-1 0 0,1 0 1 0 0,-1 0-1 0 0,0 0 1 0 0,1 0-1 0 0,-1 0 1 0 0,1-1-1 0 0,0 1 1 0 0,-1 0-1 0 0,1 0 1 0 0,-1-1 0 0 0,1 1-1 0 0,0 0 1 0 0,0-1-1 0 0,-1 1 1 0 0,1-1-1 0 0,0 1 1 0 0,0-1-1 0 0,0 1 1 0 0,0-1-1 0 0,-1 0 1 0 0,1 1-1 0 0,0-1 1 0 0,0 0-1 0 0,0 0 1 0 0,0 0 0 0 0,0 0-1 0 0,0 1 1 0 0,1-1-1 0 0,29-3 44 0 0,-29 3-45 0 0,9-3-359 0 0,-1 0 0 0 0,0 0-1 0 0,0-1 1 0 0,0 0 0 0 0,0-1 0 0 0,-1 0-1 0 0,0-1 1 0 0,0 0 0 0 0,13-10 0 0 0,-10 5-1699 0 0,-1 1 1 0 0,0-1 0 0 0,11-16-1 0 0,-6 5-4032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36 1488 0 0,'-58'-13'6576'0'0,"-8"-1"1052"0"0,26 7-5799 0 0,38 7-1686 0 0,-12-1-723 0 0,-16 1-9277 0 0,15 3 5034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0 452 0 0,'-31'8'5156'0'0,"22"-6"-2797"0"0,1 0 0 0 0,-1 0 0 0 0,0 0 1 0 0,-14 0-1 0 0,137-1-1738 0 0,-36-1-2043 0 0,85 2-6324 0 0,-99-1 1293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217 635 792 0 0,'5'-10'2487'0'0,"0"0"0"0"0,4-19 0 0 0,-8 26-2073 0 0,0-1 0 0 0,0 1 0 0 0,0-1 0 0 0,-1 1 1 0 0,0-1-1 0 0,0 0 0 0 0,0 1 0 0 0,0-1 0 0 0,0 1 0 0 0,-1-1 0 0 0,1 0 0 0 0,-2-3 1 0 0,1 6-205 0 0,-3 1-163 0 0,0 1 1 0 0,-1 0-1 0 0,1 0 0 0 0,0 0 0 0 0,0 1 0 0 0,0-1 0 0 0,0 1 0 0 0,0 0 1 0 0,1 0-1 0 0,-1 0 0 0 0,0 1 0 0 0,1-1 0 0 0,0 1 0 0 0,-1 0 0 0 0,1 0 1 0 0,-3 3-1 0 0,-7 10 35 0 0,-24 34 1 0 0,32-43-39 0 0,-11 17-15 0 0,1 0 0 0 0,1 0 0 0 0,1 2 0 0 0,1-1 0 0 0,1 2 1 0 0,1-1-1 0 0,-11 51 0 0 0,21-74-21 0 0,-1 0 1 0 0,1 0 0 0 0,-1 0-1 0 0,1 0 1 0 0,0 0 0 0 0,0 0-1 0 0,1 0 1 0 0,-1 0 0 0 0,1 0-1 0 0,-1 0 1 0 0,1 0 0 0 0,0 0-1 0 0,0 0 1 0 0,0-1-1 0 0,0 1 1 0 0,1 0 0 0 0,-1 0-1 0 0,1-1 1 0 0,-1 1 0 0 0,4 3-1 0 0,-1-4 6 0 0,-1 1-1 0 0,0-1 1 0 0,1 0-1 0 0,-1 0 1 0 0,1 0-1 0 0,0 0 1 0 0,0-1-1 0 0,0 1 0 0 0,-1-1 1 0 0,1 0-1 0 0,0 0 1 0 0,1-1-1 0 0,-1 1 1 0 0,7-1-1 0 0,7 0 5 0 0,0-1-1 0 0,-1-1 1 0 0,1 0-1 0 0,-1-1 1 0 0,1-1-1 0 0,-1-1 1 0 0,0 0-1 0 0,-1-1 1 0 0,1-1-1 0 0,-1-1 1 0 0,-1 0-1 0 0,22-15 0 0 0,-20 11-14 0 0,-1 0-1 0 0,-1-1 0 0 0,0-1 0 0 0,0-1 0 0 0,-1 0 1 0 0,-1-1-1 0 0,-1 0 0 0 0,0-1 0 0 0,-1 0 0 0 0,12-28 0 0 0,-14 25-18 0 0,-2-1-1 0 0,0 1 0 0 0,-1-2 0 0 0,4-32 0 0 0,-8 40 9 0 0,-1 0 1 0 0,0-1-1 0 0,-1 1 0 0 0,0 0 1 0 0,-2-1-1 0 0,0 1 0 0 0,-6-26 0 0 0,7 37 5 0 0,0 0-1 0 0,0 0 0 0 0,0 1 0 0 0,0-1 1 0 0,0 0-1 0 0,-1 1 0 0 0,1-1 0 0 0,-1 1 1 0 0,0 0-1 0 0,0 0 0 0 0,0-1 0 0 0,0 1 1 0 0,0 0-1 0 0,0 0 0 0 0,0 1 0 0 0,0-1 1 0 0,-1 0-1 0 0,1 1 0 0 0,-4-2 0 0 0,3 2 1 0 0,-1 0 0 0 0,0 0 0 0 0,1 1 0 0 0,-1-1 0 0 0,0 1 0 0 0,0 0 0 0 0,1 0 0 0 0,-1 0 0 0 0,0 0 0 0 0,0 1 0 0 0,1 0 0 0 0,-8 1 0 0 0,-2 3 5 0 0,1 0 0 0 0,-1 1 0 0 0,1 1 0 0 0,0-1 0 0 0,0 2 0 0 0,-19 16 0 0 0,11-7 31 0 0,0 2-1 0 0,1 0 1 0 0,2 1 0 0 0,-22 30 0 0 0,31-38-22 0 0,1 0 0 0 0,0 0 1 0 0,1 0-1 0 0,1 1 0 0 0,0-1 0 0 0,0 1 1 0 0,1 1-1 0 0,1-1 0 0 0,0 1 1 0 0,-1 18-1 0 0,3-28-9 0 0,1 0-1 0 0,1-1 1 0 0,-1 1 0 0 0,0 0 0 0 0,1 0 0 0 0,0 0-1 0 0,0-1 1 0 0,0 1 0 0 0,0 0 0 0 0,1-1-1 0 0,0 1 1 0 0,-1-1 0 0 0,1 0 0 0 0,0 1 0 0 0,1-1-1 0 0,-1 0 1 0 0,0 0 0 0 0,1 0 0 0 0,0-1 0 0 0,0 1-1 0 0,0 0 1 0 0,0-1 0 0 0,0 0 0 0 0,0 0 0 0 0,0 0-1 0 0,1 0 1 0 0,-1-1 0 0 0,1 1 0 0 0,0-1-1 0 0,3 1 1 0 0,9 3 1 0 0,-1-2 0 0 0,1 0-1 0 0,0 0 1 0 0,1-2-1 0 0,30 0 1 0 0,-10-3-3 0 0,-1-1-1 0 0,1-1 0 0 0,0-3 1 0 0,-1-1-1 0 0,0-1 1 0 0,-1-2-1 0 0,44-20 0 0 0,-52 18-15 0 0,0-1 0 0 0,-1-1-1 0 0,-1-1 1 0 0,-1-1-1 0 0,0-1 1 0 0,-1-2-1 0 0,-2 0 1 0 0,1-1-1 0 0,26-37 1 0 0,-25 26-14 0 0,-1-2-1 0 0,-2 0 1 0 0,-2-1 0 0 0,-1-1 0 0 0,13-40 0 0 0,-13 22 17 0 0,-3-1 0 0 0,15-110 0 0 0,-24 130-91 0 0,-5 34 51 0 0,-9 17-48 0 0,2 2 97 0 0,1 1-1 0 0,0 0 0 0 0,-4 33 0 0 0,2-13 5 0 0,-190 1245 871 0 0,193-1237-828 0 0,-77 720 317 0 0,79-752-282 0 0,-2 23 1042 0 0,-2 41 0 0 0,7-77-804 0 0,3 1 27 0 0,-3-3-337 0 0,0 0 0 0 0,0 0 0 0 0,0 0 0 0 0,0 1 0 0 0,0-1 0 0 0,0 0 1 0 0,1 0-1 0 0,-1 0 0 0 0,0 0 0 0 0,0 1 0 0 0,0-1 0 0 0,0 0 0 0 0,0 0 0 0 0,1 0 0 0 0,-1 0 0 0 0,0 0 0 0 0,0 1 0 0 0,0-1 0 0 0,0 0 0 0 0,1 0 0 0 0,-1 0 0 0 0,0 0 0 0 0,0 0 1 0 0,0 0-1 0 0,0 0 0 0 0,1 0 0 0 0,-1 0 0 0 0,0 0 0 0 0,0 0 0 0 0,0 0 0 0 0,1 0 0 0 0,-1 0 0 0 0,0 0 0 0 0,0 0 0 0 0,0 0 0 0 0,1 0 0 0 0,-1 0 0 0 0,0 0 0 0 0,0 0 0 0 0,0 0 1 0 0,1 0-1 0 0,-1 0 0 0 0,0 0 0 0 0,0-1 0 0 0,16-8 88 0 0,-1-2 0 0 0,-1 1 0 0 0,0-2 0 0 0,24-24 0 0 0,48-64-69 0 0,-61 68-13 0 0,-17 23-10 0 0,16-19 15 0 0,-2 0 1 0 0,-1-1 0 0 0,-1-1 0 0 0,20-40 0 0 0,-36 62-14 0 0,-1-1 0 0 0,1 0 1 0 0,-1 1-1 0 0,-1-2 0 0 0,0 1 0 0 0,0 0 1 0 0,-1 0-1 0 0,0 0 0 0 0,0-1 1 0 0,-1 1-1 0 0,0-1 0 0 0,-1 1 1 0 0,0 0-1 0 0,-1 0 0 0 0,0-1 1 0 0,0 1-1 0 0,-1 0 0 0 0,0 1 1 0 0,0-1-1 0 0,-1 0 0 0 0,-7-11 1 0 0,1 6-8 0 0,0 0 1 0 0,-1 1 0 0 0,-1 0-1 0 0,0 1 1 0 0,-1 0 0 0 0,0 1-1 0 0,0 1 1 0 0,-1 0 0 0 0,-22-12-1 0 0,-17-5-6 0 0,-76-28 0 0 0,100 43 5 0 0,-43-16-1 0 0,9 5 60 0 0,-66-37 1 0 0,123 58-55 0 0,1-1 1 0 0,0-1 0 0 0,0 1-1 0 0,0-1 1 0 0,1 0 0 0 0,-1 0 0 0 0,1 0-1 0 0,0 0 1 0 0,0-1 0 0 0,-6-9-1 0 0,8 11-11 0 0,1 0 0 0 0,0 0 0 0 0,0 0 0 0 0,0 0 0 0 0,0-1 0 0 0,0 1 0 0 0,1 0 0 0 0,-1 0 0 0 0,1-1 0 0 0,0 1 0 0 0,0 0 0 0 0,0-1-1 0 0,0 1 1 0 0,1 0 0 0 0,-1-1 0 0 0,1 1 0 0 0,0 0 0 0 0,0 0 0 0 0,0 0 0 0 0,1 0 0 0 0,1-4 0 0 0,6-8-256 0 0,0 1 0 0 0,0 0 0 0 0,2 0 0 0 0,0 1 0 0 0,0 0 0 0 0,18-15 0 0 0,85-61-2491 0 0,-110 86 2653 0 0,189-122-8508 0 0,-141 94 4105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530 307 380 0 0,'22'-11'6345'0'0,"5"-3"-2211"0"0,-25 13-3635 0 0,8-5 679 0 0,5-5-977 0 0,0 0 0 0 0,-1-1 0 0 0,0-1-1 0 0,-1 0 1 0 0,0-1 0 0 0,15-23-1 0 0,-21 27-172 0 0,-1 0 1 0 0,0 0-1 0 0,0 0 0 0 0,-1-1 0 0 0,-1 0 0 0 0,0 0 0 0 0,0 0 1 0 0,-1 0-1 0 0,-1-1 0 0 0,0 1 0 0 0,1-19 0 0 0,-3 29-26 0 0,0 0-1 0 0,0 1 1 0 0,0-1 0 0 0,0 0-1 0 0,0 1 1 0 0,0-1-1 0 0,-1 0 1 0 0,1 1-1 0 0,0-1 1 0 0,0 1 0 0 0,-1-1-1 0 0,1 0 1 0 0,0 1-1 0 0,-1-1 1 0 0,1 1-1 0 0,-1-1 1 0 0,1 1 0 0 0,-1-1-1 0 0,1 1 1 0 0,-1 0-1 0 0,1-1 1 0 0,-1 1-1 0 0,1 0 1 0 0,-1-1-1 0 0,0 1 1 0 0,1 0 0 0 0,-1-1-1 0 0,1 1 1 0 0,-1 0-1 0 0,0 0 1 0 0,1 0-1 0 0,-1 0 1 0 0,-1 0 0 0 0,-23 2 15 0 0,13 2-9 0 0,1 1-1 0 0,-1 0 1 0 0,1 1-1 0 0,0 0 1 0 0,-11 9 0 0 0,-52 44 15 0 0,50-40-11 0 0,14-11-10 0 0,-134 116 99 0 0,117-99-64 0 0,2 2 1 0 0,1 0 0 0 0,-25 36 0 0 0,48-61-38 0 0,-1 0 1 0 0,1 0-1 0 0,0 0 1 0 0,-1 0 0 0 0,1 1-1 0 0,0-1 1 0 0,0 0-1 0 0,1 0 1 0 0,-1 1 0 0 0,0-1-1 0 0,1 0 1 0 0,-1 1-1 0 0,1-1 1 0 0,0 1-1 0 0,0 3 1 0 0,1-5-1 0 0,-1 1 0 0 0,1-1 0 0 0,0 0-1 0 0,0 1 1 0 0,-1-1 0 0 0,1 0 0 0 0,0 0 0 0 0,0 0 0 0 0,0 0 0 0 0,0 0-1 0 0,1 0 1 0 0,-1 0 0 0 0,0 0 0 0 0,0 0 0 0 0,0 0 0 0 0,1-1-1 0 0,-1 1 1 0 0,1 0 0 0 0,-1-1 0 0 0,0 1 0 0 0,1-1 0 0 0,-1 0-1 0 0,1 1 1 0 0,-1-1 0 0 0,3 0 0 0 0,69 11-25 0 0,-47-8-1 0 0,1 1 0 0 0,32 9 0 0 0,-51-10 22 0 0,1 0 0 0 0,-1 0 0 0 0,0 1-1 0 0,0 0 1 0 0,-1 0 0 0 0,1 1 0 0 0,-1 0 0 0 0,0 1 0 0 0,0-1 0 0 0,11 14-1 0 0,-11-12 21 0 0,-1 1-1 0 0,0 0 0 0 0,-1 1 0 0 0,0 0 1 0 0,0-1-1 0 0,-1 1 0 0 0,0 1 0 0 0,-1-1 1 0 0,0 0-1 0 0,0 1 0 0 0,-1 0 0 0 0,-1 0 1 0 0,1-1-1 0 0,-1 17 0 0 0,-1-13 19 0 0,-2 1 0 0 0,1 0 0 0 0,-2 0 0 0 0,1-1 0 0 0,-2 1 0 0 0,0-1 0 0 0,-1 0 0 0 0,0 0 0 0 0,-13 23 0 0 0,5-15 328 0 0,-1 0 0 0 0,0 0 0 0 0,-2-1 0 0 0,0-1 0 0 0,-32 29 0 0 0,40-40-94 0 0,-1-1 1 0 0,-1 0-1 0 0,1 0 1 0 0,-1-1-1 0 0,-1 0 1 0 0,1-1-1 0 0,-1 0 1 0 0,0 0-1 0 0,0-1 0 0 0,0-1 1 0 0,0 0-1 0 0,-1-1 1 0 0,1 0-1 0 0,-17 1 1 0 0,18-4-183 0 0,0 0 0 0 0,0 0-1 0 0,-1-1 1 0 0,1-1 0 0 0,0 0 0 0 0,1 0 0 0 0,-1-1 0 0 0,1 0 0 0 0,-1 0 0 0 0,1-1 0 0 0,0-1 0 0 0,1 1 0 0 0,0-1 0 0 0,0-1 0 0 0,-14-13 0 0 0,7 4-74 0 0,0-2 1 0 0,0 0 0 0 0,2 0 0 0 0,0-1-1 0 0,2-1 1 0 0,-11-22 0 0 0,20 39-26 0 0,1 0 0 0 0,0 0-1 0 0,0 0 1 0 0,0 0 0 0 0,0 0 0 0 0,0-1 0 0 0,1 1 0 0 0,-1 0 0 0 0,1 0 0 0 0,0-1 0 0 0,0 1 0 0 0,0 0 0 0 0,1-4-1 0 0,-1 6-44 0 0,1 0 0 0 0,-1-1 0 0 0,1 1 0 0 0,0 0 0 0 0,-1 0 0 0 0,1-1 0 0 0,0 1 0 0 0,0 0 0 0 0,0 0 0 0 0,0 0 0 0 0,0 0 0 0 0,0 0 0 0 0,0 0 0 0 0,0 0 0 0 0,1 1 0 0 0,-1-1 0 0 0,0 0 0 0 0,0 1 0 0 0,1-1-1 0 0,-1 1 1 0 0,0-1 0 0 0,1 1 0 0 0,-1-1 0 0 0,0 1 0 0 0,1 0 0 0 0,-1 0 0 0 0,1 0 0 0 0,-1 0 0 0 0,1 0 0 0 0,-1 0 0 0 0,0 0 0 0 0,3 1 0 0 0,8 1-1070 0 0,0 0 0 0 0,-1 1 0 0 0,1 1 1 0 0,0 0-1 0 0,-1 0 0 0 0,22 13 0 0 0,-5-3-3243 0 0,-1-2-1633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9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87 2652 0 0,'2'-8'1357'0'0,"4"-17"4957"0"0,10-27 1 0 0,-15 51-5535 0 0,-9 20-382 0 0,-9 31-277 0 0,2 0-1 0 0,2 1 1 0 0,3 1-1 0 0,2 0 1 0 0,-2 75-1 0 0,10-122-102 0 0,0 1 0 0 0,1-1 1 0 0,-1 0-1 0 0,1 1 0 0 0,1-1 0 0 0,-1 0 0 0 0,1 0 1 0 0,0 0-1 0 0,3 6 0 0 0,-4-10-42 0 0,0 0 0 0 0,0-1 0 0 0,-1 1-1 0 0,1 0 1 0 0,0-1 0 0 0,0 1 0 0 0,0-1 0 0 0,0 1 0 0 0,0-1-1 0 0,0 0 1 0 0,0 1 0 0 0,0-1 0 0 0,1 0 0 0 0,-1 0 0 0 0,0 0-1 0 0,0 0 1 0 0,0 0 0 0 0,0 0 0 0 0,2 0 0 0 0,17-2-655 0 0,-19 2 655 0 0,6-3-651 0 0,0 1 0 0 0,1-1 0 0 0,-1-1 0 0 0,0 1 0 0 0,-1-1 0 0 0,1 0 1 0 0,-1 0-1 0 0,1-1 0 0 0,-1 0 0 0 0,-1 0 0 0 0,1-1 0 0 0,-1 1 0 0 0,7-10 0 0 0,11-14-5007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30 572 0 0,'-2'-2'670'0'0,"0"-1"-1"0"0,0 0 1 0 0,0 0 0 0 0,-1 1 0 0 0,1-1-1 0 0,-1 1 1 0 0,0 0 0 0 0,0 0-1 0 0,0 0 1 0 0,-3-2 0 0 0,5 4-166 0 0,-4-1-159 0 0,4 1-322 0 0,0 0 1 0 0,0 0 0 0 0,1 0-1 0 0,-1 0 1 0 0,0 0 0 0 0,0 0 0 0 0,0 0-1 0 0,1 0 1 0 0,-1 0 0 0 0,0 0-1 0 0,0 0 1 0 0,0 0 0 0 0,1 0 0 0 0,-1 1-1 0 0,0-1 1 0 0,0 0 0 0 0,1 1-1 0 0,-1-1 1 0 0,0 1 0 0 0,0-1 0 0 0,1 0-1 0 0,-1 1 1 0 0,1 0 0 0 0,-1-1-1 0 0,0 1 1 0 0,1-1 0 0 0,-1 1 0 0 0,1 0-1 0 0,-1-1 1 0 0,1 1 0 0 0,0 0-1 0 0,-1-1 1 0 0,1 1 0 0 0,0 0 0 0 0,-1 0-1 0 0,1-1 1 0 0,0 1 0 0 0,0 0 0 0 0,0 1-1 0 0,-1 2-499 0 0,1 0 1 0 0,0 0-1 0 0,0 0 0 0 0,0 0 0 0 0,1 0 1 0 0,-1 0-1 0 0,1 0 0 0 0,0 0 0 0 0,3 7 0 0 0,0 2-2098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119 568 760 0 0,'-14'-8'2268'0'0,"0"0"0"0"0,1 0 1 0 0,-17-15-1 0 0,-17-18 2652 0 0,56 51-4908 0 0,-1 0 0 0 0,0 1 0 0 0,0 0-1 0 0,-1 1 1 0 0,0-1 0 0 0,-1 1 0 0 0,7 21-1 0 0,-3-3 4 0 0,-1 1 0 0 0,5 35 0 0 0,-11-51 20 0 0,-2 1-1 0 0,0 0 1 0 0,-1 25-1 0 0,0-35 35 0 0,-1 0 0 0 0,1-1 0 0 0,-1 1 0 0 0,0-1-1 0 0,-1 1 1 0 0,1-1 0 0 0,-1 0 0 0 0,0 0-1 0 0,-1 0 1 0 0,1 0 0 0 0,-1 0 0 0 0,0 0 0 0 0,-5 6-1 0 0,8-10-47 0 0,-1 0-1 0 0,0-1 0 0 0,1 1 0 0 0,-1 0 0 0 0,0-1 0 0 0,0 1 0 0 0,0 0 0 0 0,0-1 0 0 0,1 1 0 0 0,-1-1 0 0 0,0 0 0 0 0,0 1 0 0 0,0-1 0 0 0,0 0 0 0 0,0 1 0 0 0,0-1 0 0 0,0 0 0 0 0,0 0 0 0 0,0 0 0 0 0,0 0 1 0 0,0 0-1 0 0,0 0 0 0 0,0 0 0 0 0,0 0 0 0 0,0 0 0 0 0,-2-1 0 0 0,1 0-3 0 0,0 0-1 0 0,0 0 1 0 0,1-1 0 0 0,-1 1 0 0 0,0 0-1 0 0,1-1 1 0 0,-1 0 0 0 0,1 1 0 0 0,-1-1-1 0 0,1 0 1 0 0,-2-3 0 0 0,-2-3-6 0 0,1 0 0 0 0,1 0-1 0 0,-1 0 1 0 0,-3-17 0 0 0,5 12-15 0 0,0 0 0 0 0,2 0-1 0 0,-1 0 1 0 0,2 0 0 0 0,-1 0 0 0 0,2 0-1 0 0,0 0 1 0 0,0 1 0 0 0,1-1 0 0 0,1 0-1 0 0,0 1 1 0 0,9-19 0 0 0,-9 24-9 0 0,0 0 1 0 0,0-1 0 0 0,1 2-1 0 0,0-1 1 0 0,0 0 0 0 0,1 1-1 0 0,0 0 1 0 0,0 1 0 0 0,8-7-1 0 0,-9 9 4 0 0,0 0 0 0 0,1 0 0 0 0,-1 0 0 0 0,1 0 0 0 0,-1 1 0 0 0,1 0-1 0 0,0 1 1 0 0,0-1 0 0 0,0 1 0 0 0,0 0 0 0 0,0 0 0 0 0,0 1 0 0 0,10 0 0 0 0,-9 1 4 0 0,0 0 0 0 0,1 1 0 0 0,-1 0 1 0 0,0 0-1 0 0,0 1 0 0 0,0 0 1 0 0,0 0-1 0 0,-1 0 0 0 0,1 1 1 0 0,-1 0-1 0 0,0 1 0 0 0,0-1 1 0 0,0 1-1 0 0,-1 0 0 0 0,0 0 1 0 0,0 1-1 0 0,0 0 0 0 0,0 0 0 0 0,5 10 1 0 0,-1-2 8 0 0,-1 0 1 0 0,-1 0 0 0 0,-1 1-1 0 0,0-1 1 0 0,-1 2 0 0 0,0-1-1 0 0,-1 0 1 0 0,2 20 0 0 0,-4-22 90 0 0,-1 0 0 0 0,-1 0 1 0 0,0 0-1 0 0,-2 14 0 0 0,2-26 10 0 0,-1-1-104 0 0,0 0 0 0 0,1 0 0 0 0,-1-1 0 0 0,0 1 0 0 0,0 0 0 0 0,1-1 0 0 0,-1 1 0 0 0,1-1 0 0 0,-1 1 0 0 0,0-1 0 0 0,1 1 0 0 0,-1-1 1 0 0,1 1-1 0 0,-1-1 0 0 0,1 1 0 0 0,-1-1 0 0 0,1 0 0 0 0,0 1 0 0 0,-1-1 0 0 0,1 0 0 0 0,0 1 0 0 0,-1-1 0 0 0,1 0 0 0 0,0 0 0 0 0,0 1 0 0 0,0-1 0 0 0,0 0 0 0 0,0 0 0 0 0,0 1 0 0 0,0-1 0 0 0,0-1 0 0 0,0-29-9 0 0,1 27 9 0 0,0-10-10 0 0,1 1 0 0 0,1-1 0 0 0,1 0 1 0 0,0 1-1 0 0,0 0 0 0 0,1 0 0 0 0,1 0 0 0 0,0 0 0 0 0,1 1 1 0 0,0 0-1 0 0,1 0 0 0 0,15-16 0 0 0,-15 18-3 0 0,1 1 0 0 0,0 0 1 0 0,0 1-1 0 0,1-1 0 0 0,0 2 0 0 0,1 0 0 0 0,-1 0 0 0 0,1 1 0 0 0,1 0 1 0 0,-1 1-1 0 0,1 0 0 0 0,0 1 0 0 0,0 0 0 0 0,14-2 0 0 0,-20 5 3 0 0,-1 0 1 0 0,1 1-1 0 0,-1 0 0 0 0,1 0 0 0 0,-1 0 0 0 0,1 0 0 0 0,0 1 0 0 0,-1 0 1 0 0,0 0-1 0 0,1 1 0 0 0,-1 0 0 0 0,0 0 0 0 0,9 4 0 0 0,-11-4 7 0 0,1 1 0 0 0,-1-1-1 0 0,0 1 1 0 0,0 0-1 0 0,0 0 1 0 0,-1 0 0 0 0,1 0-1 0 0,-1 0 1 0 0,1 1-1 0 0,-1-1 1 0 0,0 1-1 0 0,0-1 1 0 0,-1 1 0 0 0,1 0-1 0 0,-1 0 1 0 0,0 0-1 0 0,0 0 1 0 0,0 0 0 0 0,0 4-1 0 0,0 13 12 0 0,-1-1 0 0 0,-1 0 0 0 0,-1 0 0 0 0,0 0 0 0 0,-2 0 0 0 0,0 0 0 0 0,-10 27 0 0 0,6-19 37 0 0,1 0-1 0 0,-5 43 1 0 0,12-70-45 0 0,0 0 1 0 0,0 1-1 0 0,0-1 1 0 0,0 0 0 0 0,0 1-1 0 0,0-1 1 0 0,0 0-1 0 0,0 1 1 0 0,0-1-1 0 0,0 0 1 0 0,1 1-1 0 0,-1-1 1 0 0,1 0-1 0 0,-1 1 1 0 0,1-1-1 0 0,-1 0 1 0 0,1 0-1 0 0,0 0 1 0 0,0 0-1 0 0,0 0 1 0 0,-1 0 0 0 0,1 0-1 0 0,0 0 1 0 0,0 0-1 0 0,2 1 1 0 0,-1-1-25 0 0,1 0 0 0 0,-1 0 0 0 0,0-1 0 0 0,1 1 0 0 0,-1-1 0 0 0,1 0 0 0 0,-1 0 0 0 0,0 1 0 0 0,1-2 0 0 0,-1 1 0 0 0,1 0 0 0 0,-1 0 0 0 0,5-2 1 0 0,2-1-104 0 0,0 0 1 0 0,0 0-1 0 0,-1-1 1 0 0,1-1 0 0 0,-1 1-1 0 0,0-1 1 0 0,0-1 0 0 0,0 1-1 0 0,10-11 1 0 0,-1-1-39 0 0,0-1 1 0 0,21-30-1 0 0,-11 7 595 0 0,-2-2 0 0 0,-2 0 0 0 0,30-84 1 0 0,-52 125-392 0 0,-2 8-38 0 0,0 0 1 0 0,0 0-1 0 0,0 0 0 0 0,-1 0 1 0 0,-3 8-1 0 0,-3 11 8 0 0,6-17-9 0 0,-6 19 20 0 0,2 0 0 0 0,1 0 0 0 0,2 1 0 0 0,-1 38 1 0 0,4-59-12 0 0,0 0 1 0 0,1 0 0 0 0,0 0-1 0 0,1 0 1 0 0,0 0 0 0 0,0 0-1 0 0,0 0 1 0 0,1 0 0 0 0,5 9-1 0 0,-5-11-1 0 0,0-1-1 0 0,0 0 0 0 0,0-1 0 0 0,1 1 1 0 0,-1 0-1 0 0,1-1 0 0 0,0 0 0 0 0,0 0 1 0 0,0 0-1 0 0,0-1 0 0 0,1 1 0 0 0,-1-1 1 0 0,1 0-1 0 0,0 0 0 0 0,6 1 1 0 0,-3 0-45 0 0,0-2 1 0 0,0 1-1 0 0,0-1 1 0 0,0 0 0 0 0,0-1-1 0 0,0 0 1 0 0,0 0-1 0 0,0 0 1 0 0,0-1 0 0 0,1-1-1 0 0,-1 1 1 0 0,-1-1-1 0 0,1-1 1 0 0,11-4 0 0 0,-10 2-29 0 0,0 1-1 0 0,-1-1 1 0 0,0-1 0 0 0,0 0 0 0 0,-1 0 0 0 0,0 0 0 0 0,0-1 0 0 0,0 0 0 0 0,-1 0 0 0 0,0-1 0 0 0,0 0 0 0 0,5-9 0 0 0,4-10 110 0 0,-1-2 0 0 0,-1 0 0 0 0,-2 0 0 0 0,-1-1-1 0 0,-1-1 1 0 0,-1 0 0 0 0,-2 0 0 0 0,2-35 0 0 0,-9 47 10 0 0,-5 26-37 0 0,-10 31-32 0 0,3 2 30 0 0,-13 63 0 0 0,23-85 11 0 0,0 1 0 0 0,1 0 0 0 0,1-1 0 0 0,1 1 0 0 0,4 34 0 0 0,-3-49-14 0 0,0 0-1 0 0,1 0 0 0 0,-1 0 0 0 0,1-1 0 0 0,0 1 0 0 0,0 0 0 0 0,0-1 0 0 0,0 1 0 0 0,0-1 0 0 0,1 0 0 0 0,0 0 0 0 0,-1 0 0 0 0,1 0 1 0 0,0 0-1 0 0,1-1 0 0 0,-1 1 0 0 0,0-1 0 0 0,1 0 0 0 0,-1 0 0 0 0,1 0 0 0 0,0 0 0 0 0,0-1 0 0 0,0 0 0 0 0,6 2 0 0 0,4 1-114 0 0,1-1-1 0 0,0-1 1 0 0,0-1-1 0 0,-1 0 1 0 0,25-1-1 0 0,-16-2-408 0 0,1-2-1 0 0,-1 0 1 0 0,1-2-1 0 0,-1 0 0 0 0,-1-2 1 0 0,1 0-1 0 0,-2-1 0 0 0,1-2 1 0 0,-1 0-1 0 0,0-1 0 0 0,-2-1 1 0 0,28-23-1 0 0,-12 6-21 0 0,-2-1 0 0 0,-2-2 0 0 0,-1-1 0 0 0,-1-1 0 0 0,39-64 0 0 0,-52 72 810 0 0,-1-1-1 0 0,-1-1 1 0 0,-1 1 0 0 0,-2-2 0 0 0,12-49 0 0 0,-18 55 173 0 0,-1 1 0 0 0,-1-2-1 0 0,-1 1 1 0 0,-1 0 0 0 0,-2 0-1 0 0,0-1 1 0 0,-9-43 0 0 0,7 51-161 0 0,3 12-214 0 0,-1 0 0 0 0,0 0 0 0 0,0 0-1 0 0,0 0 1 0 0,0 1 0 0 0,-1-1-1 0 0,0 1 1 0 0,0-1 0 0 0,0 1 0 0 0,0-1-1 0 0,-4-3 1 0 0,5 8-66 0 0,0-1-1 0 0,-1 1 1 0 0,1 0 0 0 0,-1 0-1 0 0,1 0 1 0 0,0 0 0 0 0,-1 1-1 0 0,1-1 1 0 0,0 0 0 0 0,0 1-1 0 0,-1-1 1 0 0,1 1 0 0 0,0-1 0 0 0,0 1-1 0 0,-1-1 1 0 0,1 1 0 0 0,0 0-1 0 0,0 0 1 0 0,-1 1 0 0 0,-4 2 15 0 0,0 1 0 0 0,1 1 0 0 0,0-1 0 0 0,0 1 0 0 0,1 0 0 0 0,-1 0 0 0 0,-5 12 0 0 0,-21 49 185 0 0,26-57-178 0 0,-20 52 208 0 0,3 1 1 0 0,2 1-1 0 0,3 1 0 0 0,3 0 0 0 0,3 1 0 0 0,-5 101 1 0 0,15-151-186 0 0,2 1 1 0 0,-1-1-1 0 0,2 0 1 0 0,0 1-1 0 0,1-1 1 0 0,9 30-1 0 0,-9-40-42 0 0,0 1-1 0 0,0-1 1 0 0,0 1-1 0 0,1-1 1 0 0,0 0-1 0 0,0-1 1 0 0,1 1-1 0 0,-1-1 1 0 0,1 1-1 0 0,0-1 1 0 0,1-1-1 0 0,-1 1 1 0 0,1-1-1 0 0,0 0 1 0 0,0 0-1 0 0,0-1 1 0 0,1 1-1 0 0,6 1 1 0 0,1 0-284 0 0,0-1 0 0 0,0-1 0 0 0,1 0 1 0 0,-1-1-1 0 0,1 0 0 0 0,-1-1 0 0 0,1-1 0 0 0,-1-1 1 0 0,1 0-1 0 0,-1 0 0 0 0,1-2 0 0 0,-1 0 1 0 0,0 0-1 0 0,0-1 0 0 0,14-7 0 0 0,-4 1-568 0 0,0-1 0 0 0,-1-2 0 0 0,-1 0 0 0 0,0-2 0 0 0,-1 0 0 0 0,0-1 0 0 0,28-30 0 0 0,-3-4-1221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56 603 4500 0 0,'21'-35'749'0'0,"-2"-1"0"0"0,-1 0 0 0 0,-2-2-1 0 0,-2 1 1 0 0,-1-2 0 0 0,-2 0 0 0 0,-2 0-1 0 0,-2-1 1 0 0,-1 0 0 0 0,1-58 0 0 0,-7-24 2361 0 0,0 122-3105 0 0,0 1 0 0 0,0-1 0 0 0,-1 0 0 0 0,1 0 0 0 0,0 0 0 0 0,0 0 0 0 0,0 0 0 0 0,0 0 0 0 0,0 1 0 0 0,-1-1 0 0 0,1 0 0 0 0,0 0 1 0 0,0 0-1 0 0,0 0 0 0 0,-1 0 0 0 0,1 0 0 0 0,0 0 0 0 0,0 0 0 0 0,0 0 0 0 0,-1 0 0 0 0,1 0 0 0 0,0 0 0 0 0,0 0 0 0 0,0 0 0 0 0,-1 0 0 0 0,1 0 0 0 0,0 0 0 0 0,0 0 0 0 0,0 0 0 0 0,0 0 0 0 0,-1 0 0 0 0,1-1 0 0 0,0 1 0 0 0,0 0 0 0 0,0 0 0 0 0,0 0 0 0 0,-1 0 0 0 0,1 0 0 0 0,0 0 0 0 0,0-1 0 0 0,0 1 0 0 0,0 0 0 0 0,0 0 0 0 0,0 0 0 0 0,-1 0 0 0 0,1-1 0 0 0,0 1 0 0 0,0 0 0 0 0,0 0 0 0 0,0 0 0 0 0,0 0 0 0 0,0-1 0 0 0,0 1 0 0 0,0 0 0 0 0,0 0 0 0 0,0 0 0 0 0,0-1 0 0 0,0 1 0 0 0,0 0 0 0 0,0 0 0 0 0,0-1 0 0 0,-9 14 100 0 0,-4 12 62 0 0,2 1-1 0 0,-16 55 0 0 0,-6 59 1052 0 0,14-52-320 0 0,-42 235 1309 0 0,61-321-2196 0 0,-15 129 412 0 0,15-116-341 0 0,0 0 0 0 0,0-1 0 0 0,1 1 0 0 0,1 0 0 0 0,1-1 0 0 0,8 28 0 0 0,-10-40-67 0 0,0 1 0 0 0,0 0-1 0 0,0 0 1 0 0,0-1 0 0 0,1 1-1 0 0,0-1 1 0 0,-1 0-1 0 0,1 1 1 0 0,0-1 0 0 0,0 0-1 0 0,0 0 1 0 0,0 0 0 0 0,0 0-1 0 0,1 0 1 0 0,-1-1 0 0 0,0 1-1 0 0,1-1 1 0 0,0 1 0 0 0,-1-1-1 0 0,1 0 1 0 0,0 0-1 0 0,-1 0 1 0 0,1 0 0 0 0,0-1-1 0 0,4 1 1 0 0,1-1-395 0 0,0-1 0 0 0,1 0 1 0 0,-1-1-1 0 0,0 0 0 0 0,0 0 0 0 0,0 0 0 0 0,0-1 1 0 0,0-1-1 0 0,-1 1 0 0 0,0-1 0 0 0,8-5 0 0 0,1-2-1568 0 0,-1-1 0 0 0,0 0 1 0 0,-1-1-1 0 0,13-15 0 0 0,-3 0-3825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207 104 2652 0 0,'-195'-61'14110'0'0,"195"61"-14075"0"0,-1 0 0 0 0,0 0 1 0 0,1 0-1 0 0,-1 0 0 0 0,0 0 1 0 0,1-1-1 0 0,-1 1 0 0 0,1 0 1 0 0,-1 0-1 0 0,0-1 0 0 0,1 1 1 0 0,-1 0-1 0 0,1-1 0 0 0,-1 1 1 0 0,1-1-1 0 0,-1 1 0 0 0,1-1 1 0 0,-1 1-1 0 0,0-1 0 0 0,9-4 455 0 0,22 0-248 0 0,198-3-528 0 0,-70 4-2667 0 0,-2-7-5104 0 0,-129 7 3557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311 146 1072 0 0,'6'-9'1426'0'0,"0"-1"0"0"0,0 0 0 0 0,-1-1 1 0 0,0 1-1 0 0,-1-1 0 0 0,0 0 0 0 0,-1 0 0 0 0,2-12 0 0 0,-5 22-1387 0 0,0 0-1 0 0,1-1 1 0 0,-1 1-1 0 0,0-1 1 0 0,0 1-1 0 0,0 0 1 0 0,0-1-1 0 0,0 1 1 0 0,-1-1-1 0 0,1 1 1 0 0,0 0-1 0 0,-1-1 1 0 0,1 1-1 0 0,-1 0 1 0 0,1-1-1 0 0,-1 1 1 0 0,0 0-1 0 0,1 0 1 0 0,-1 0-1 0 0,0-1 1 0 0,0 1-1 0 0,0 0 1 0 0,0 0-1 0 0,0 0 1 0 0,0 0-1 0 0,0 1 1 0 0,0-1-1 0 0,0 0 0 0 0,-1 0 1 0 0,1 1-1 0 0,0-1 1 0 0,0 0-1 0 0,-1 1 1 0 0,1-1-1 0 0,-1 1 1 0 0,1 0-1 0 0,0-1 1 0 0,-1 1-1 0 0,1 0 1 0 0,0 0-1 0 0,-1 0 1 0 0,1 0-1 0 0,-1 0 1 0 0,1 0-1 0 0,-1 1 1 0 0,0-1-1 0 0,-6 1-13 0 0,0 1 0 0 0,1-1 0 0 0,-1 2 0 0 0,1-1 0 0 0,-1 1 0 0 0,-11 6 0 0 0,1 2-5 0 0,1 1 1 0 0,0 1 0 0 0,1 0-1 0 0,0 1 1 0 0,1 1-1 0 0,1 0 1 0 0,1 1-1 0 0,-16 23 1 0 0,15-17-10 0 0,0 1 0 0 0,1 0 0 0 0,2 1 0 0 0,0 0 0 0 0,2 1 0 0 0,-8 30 0 0 0,15-47-2 0 0,1-1-1 0 0,0 0 1 0 0,0 1 0 0 0,0-1-1 0 0,1 1 1 0 0,0-1 0 0 0,3 14 0 0 0,-3-18-5 0 0,1 0 1 0 0,-1-1 0 0 0,1 1 0 0 0,0-1-1 0 0,0 1 1 0 0,0-1 0 0 0,0 1 0 0 0,1-1-1 0 0,-1 0 1 0 0,1 1 0 0 0,-1-1 0 0 0,1 0-1 0 0,0 0 1 0 0,0 0 0 0 0,0-1 0 0 0,0 1-1 0 0,0 0 1 0 0,0-1 0 0 0,0 1 0 0 0,1-1-1 0 0,-1 0 1 0 0,1 1 0 0 0,-1-1 0 0 0,6 1 0 0 0,-2 0-2 0 0,1-1 0 0 0,0 1 0 0 0,1-2 0 0 0,-1 1 1 0 0,0-1-1 0 0,0 0 0 0 0,0 0 0 0 0,0-1 1 0 0,0 0-1 0 0,0 0 0 0 0,0-1 0 0 0,0 0 1 0 0,0 0-1 0 0,7-3 0 0 0,-5 0-3 0 0,0 0-1 0 0,0-1 1 0 0,0 0-1 0 0,-1-1 1 0 0,1 1 0 0 0,-2-1-1 0 0,1-1 1 0 0,10-13-1 0 0,1-6 2 0 0,-2 0 1 0 0,-1-2-1 0 0,-1 0 0 0 0,-1 0 0 0 0,11-37 1 0 0,9-21-205 0 0,-34 86 178 0 0,-1 7-8 0 0,0 0 27 0 0,0 0-1 0 0,-1 1 0 0 0,0-1 1 0 0,-4 7-1 0 0,-1 7-4 0 0,-4 15 44 0 0,1 1-1 0 0,2 0 1 0 0,2 0-1 0 0,1 0 1 0 0,0 66-1 0 0,5-97-13 0 0,0 0 1 0 0,1 0-1 0 0,-1 0 0 0 0,1 0 0 0 0,1 0 0 0 0,-1 0 1 0 0,1 0-1 0 0,0-1 0 0 0,3 7 0 0 0,-4-9-67 0 0,1 1-1 0 0,0-1 1 0 0,0 0-1 0 0,-1 0 0 0 0,1 0 1 0 0,1 0-1 0 0,-1 0 1 0 0,0 0-1 0 0,0-1 0 0 0,1 1 1 0 0,-1-1-1 0 0,1 0 1 0 0,-1 1-1 0 0,1-1 0 0 0,-1 0 1 0 0,5 0-1 0 0,-4-1-51 0 0,0 0 0 0 0,0 0 1 0 0,0-1-1 0 0,0 1 0 0 0,-1-1 0 0 0,1 0 0 0 0,0 0 0 0 0,0 0 0 0 0,-1 0 0 0 0,1 0 1 0 0,0-1-1 0 0,-1 1 0 0 0,0-1 0 0 0,1 1 0 0 0,-1-1 0 0 0,0 0 0 0 0,0 0 1 0 0,3-3-1 0 0,0 1-128 0 0,5-6-12 0 0,0 0 0 0 0,0-1 0 0 0,-1 0 0 0 0,-1 0 0 0 0,0-1 0 0 0,7-13 0 0 0,36-81-240 0 0,-27 53 313 0 0,-2 2 83 0 0,16-32 153 0 0,-32 72-47 0 0,0 1 0 0 0,0 1 0 0 0,1-1-1 0 0,0 1 1 0 0,13-13 0 0 0,-18 21-15 0 0,0-1 1 0 0,-1 0 0 0 0,1 1 0 0 0,0 0-1 0 0,0-1 1 0 0,0 1 0 0 0,0 0-1 0 0,0 0 1 0 0,0 0 0 0 0,0 0 0 0 0,0 0-1 0 0,1 1 1 0 0,-1-1 0 0 0,0 1 0 0 0,1-1-1 0 0,-1 1 1 0 0,0 0 0 0 0,0 0-1 0 0,1 0 1 0 0,-1 0 0 0 0,0 0 0 0 0,1 0-1 0 0,-1 1 1 0 0,0-1 0 0 0,1 1 0 0 0,-1 0-1 0 0,0-1 1 0 0,0 1 0 0 0,0 0-1 0 0,0 0 1 0 0,0 1 0 0 0,0-1 0 0 0,0 0-1 0 0,0 1 1 0 0,0-1 0 0 0,-1 1-1 0 0,1-1 1 0 0,2 4 0 0 0,2 2 70 0 0,-1 0 0 0 0,0 0 0 0 0,0 1-1 0 0,0 0 1 0 0,-1 0 0 0 0,0 0 0 0 0,0 0 0 0 0,3 15 0 0 0,-1-2 133 0 0,-2 0 1 0 0,0 1-1 0 0,-2-1 0 0 0,0 0 1 0 0,-1 1-1 0 0,-2 0 0 0 0,0-1 1 0 0,-1 1-1 0 0,-1-1 0 0 0,-1 0 1 0 0,-9 29-1 0 0,11-47-101 0 0,1 0-1 0 0,-1 0 1 0 0,0 0-1 0 0,1 0 1 0 0,-1 0 0 0 0,-1 0-1 0 0,1-1 1 0 0,0 1 0 0 0,-6 4-1 0 0,6-6 12 0 0,0-2-22 0 0,0 0-85 0 0,0 1-1 0 0,0-1 1 0 0,0 0-1 0 0,0 0 0 0 0,0 0 1 0 0,1 0-1 0 0,-1 0 1 0 0,0 0-1 0 0,1-1 1 0 0,-1 1-1 0 0,1-1 1 0 0,0 1-1 0 0,-1-1 1 0 0,1 1-1 0 0,0-1 0 0 0,0 0 1 0 0,0 1-1 0 0,0-1 1 0 0,-1-3-1 0 0,0 0-6 0 0,1 0 0 0 0,0 0 0 0 0,0 0 0 0 0,0 0 0 0 0,1 0 0 0 0,-1 0 0 0 0,2-9 0 0 0,0-1-19 0 0,1 1 0 0 0,1 0-1 0 0,0-1 1 0 0,11-25 0 0 0,-9 28 4 0 0,1 0 1 0 0,1 1-1 0 0,0 0 1 0 0,1 0-1 0 0,-1 1 1 0 0,2 0-1 0 0,0 1 1 0 0,0-1 0 0 0,20-14-1 0 0,-16 14-3 0 0,0 1 0 0 0,1 1 0 0 0,1 0 0 0 0,-1 0 0 0 0,1 2-1 0 0,1 0 1 0 0,21-6 0 0 0,-30 10 3 0 0,1 1 1 0 0,-1 0-1 0 0,0 0 0 0 0,1 0 1 0 0,-1 1-1 0 0,0 0 0 0 0,1 0 0 0 0,-1 1 1 0 0,0 0-1 0 0,1 1 0 0 0,-1-1 1 0 0,0 1-1 0 0,10 5 0 0 0,-12-5 5 0 0,-1 1 1 0 0,1-1-1 0 0,-1 1 0 0 0,0 1 0 0 0,0-1 1 0 0,0 0-1 0 0,0 1 0 0 0,0 0 0 0 0,-1 0 0 0 0,0 0 1 0 0,0 1-1 0 0,0-1 0 0 0,0 1 0 0 0,-1-1 1 0 0,1 1-1 0 0,-1 0 0 0 0,-1 0 0 0 0,1 0 1 0 0,1 7-1 0 0,0 3 19 0 0,-1 0 0 0 0,-1 1 0 0 0,0-1 0 0 0,-1 0 0 0 0,-1 0 0 0 0,0 0 0 0 0,-4 16 0 0 0,-31 107 158 0 0,20-81-121 0 0,12-46-23 0 0,4-10-27 0 0,-1 0 1 0 0,1 0 0 0 0,-1 0 0 0 0,1 0 0 0 0,0 0 0 0 0,0 0 0 0 0,-1 0 0 0 0,1 0 0 0 0,0 0 0 0 0,0 0 0 0 0,0 0 0 0 0,0 0 0 0 0,0 1 0 0 0,0-1 0 0 0,0 0 0 0 0,0 0 0 0 0,1 0 0 0 0,-1 0 0 0 0,0 0 0 0 0,1 0 0 0 0,-1 0 0 0 0,1 0 0 0 0,-1 0 0 0 0,1 0 0 0 0,-1 0 0 0 0,2 1 0 0 0,0-1 1 0 0,0 0-1 0 0,0-1 1 0 0,0 1 0 0 0,1-1 0 0 0,-1 1 0 0 0,0-1 0 0 0,1 0-1 0 0,-1 0 1 0 0,0 0 0 0 0,0 0 0 0 0,1 0 0 0 0,3-1-1 0 0,-4 0 3 0 0,16-1 1 0 0,0-2 0 0 0,0 0-1 0 0,-1-1 1 0 0,0-1 0 0 0,22-11 0 0 0,1-2-2 0 0,37-27 1 0 0,-43 24-4 0 0,-1-1 1 0 0,-2-2 0 0 0,0-2 0 0 0,37-41 0 0 0,-52 51 14 0 0,-2-1 0 0 0,0 0 0 0 0,-2-1 0 0 0,0-1 0 0 0,-1 1 1 0 0,0-2-1 0 0,-2 0 0 0 0,-1 0 0 0 0,8-29 0 0 0,-15 48-16 0 0,-1 1 0 0 0,0-1 0 0 0,0 1 0 0 0,1-1 0 0 0,-1 0 0 0 0,0 1 0 0 0,0-1 0 0 0,0 0 0 0 0,-1 1 0 0 0,1-1 0 0 0,0 1 0 0 0,-1-1 0 0 0,0-1 0 0 0,1 2-3 0 0,0 0 1 0 0,-1 1-1 0 0,1-1 1 0 0,-1 0-1 0 0,1 1 1 0 0,-1-1-1 0 0,1 0 0 0 0,-1 1 1 0 0,0-1-1 0 0,1 1 1 0 0,-1-1-1 0 0,0 1 1 0 0,1-1-1 0 0,-1 1 1 0 0,0 0-1 0 0,1-1 0 0 0,-1 1 1 0 0,0 0-1 0 0,-1-1 1 0 0,-1 1-3 0 0,0 0 0 0 0,1 0 0 0 0,-1 0 0 0 0,0 0 0 0 0,0 1 1 0 0,0-1-1 0 0,0 1 0 0 0,1-1 0 0 0,-1 1 0 0 0,0 0 0 0 0,1 0 1 0 0,-1 0-1 0 0,-3 3 0 0 0,-9 5 1 0 0,0 1 0 0 0,1 1 0 0 0,0 0-1 0 0,1 1 1 0 0,1 0 0 0 0,0 1 0 0 0,-20 27 0 0 0,18-20 10 0 0,1 1-1 0 0,0 1 1 0 0,2 0-1 0 0,1 0 1 0 0,-8 27 0 0 0,15-41 1 0 0,1 1 1 0 0,0-1-1 0 0,0 0 1 0 0,1 1-1 0 0,0-1 1 0 0,1 1-1 0 0,0-1 1 0 0,2 16 0 0 0,-2-20-6 0 0,1 0 0 0 0,0 0 0 0 0,0 0 0 0 0,1 0 1 0 0,-1 0-1 0 0,1 0 0 0 0,0 0 0 0 0,0-1 0 0 0,0 1 1 0 0,1 0-1 0 0,-1-1 0 0 0,1 0 0 0 0,0 0 0 0 0,0 0 1 0 0,0 0-1 0 0,0 0 0 0 0,0 0 0 0 0,1-1 0 0 0,5 4 1 0 0,6 1-372 0 0,0 0 1 0 0,0-2-1 0 0,1 1 1 0 0,0-2 0 0 0,0 0-1 0 0,0-1 1 0 0,0 0-1 0 0,23 0 1 0 0,-16-3-942 0 0,0-1 0 0 0,1 0 1 0 0,-1-2-1 0 0,0 0 0 0 0,30-10 0 0 0,-12 0-2245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3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142 226 1304 0 0,'5'-18'1939'0'0,"-1"0"-1"0"0,-1 0 1 0 0,-1 0 0 0 0,0-1-1 0 0,-1-30 1 0 0,-1 48-1927 0 0,-1 1 1 0 0,1 0-1 0 0,0 0 0 0 0,0-1 1 0 0,0 1-1 0 0,0 0 1 0 0,-1 0-1 0 0,1 0 1 0 0,0 0-1 0 0,0-1 0 0 0,0 1 1 0 0,-1 0-1 0 0,1 0 1 0 0,0 0-1 0 0,0 0 0 0 0,-1 0 1 0 0,1 0-1 0 0,0-1 1 0 0,0 1-1 0 0,-1 0 0 0 0,1 0 1 0 0,0 0-1 0 0,-1 0 1 0 0,1 0-1 0 0,0 0 0 0 0,0 0 1 0 0,-1 0-1 0 0,1 0 1 0 0,0 0-1 0 0,0 0 0 0 0,-1 0 1 0 0,1 1-1 0 0,0-1 1 0 0,0 0-1 0 0,-1 0 1 0 0,1 0-1 0 0,0 0 0 0 0,0 0 1 0 0,-1 0-1 0 0,1 1 1 0 0,0-1-1 0 0,0 0 0 0 0,0 0 1 0 0,-1 0-1 0 0,1 1 1 0 0,-11 5 109 0 0,2 5-62 0 0,1-1-1 0 0,-1 2 1 0 0,2-1-1 0 0,0 1 1 0 0,0 1-1 0 0,1-1 1 0 0,-8 26-1 0 0,1-6 65 0 0,-1 1 21 0 0,-14 51 0 0 0,24-69-88 0 0,0 0-1 0 0,2 0 1 0 0,0 0 0 0 0,0 1 0 0 0,2-1-1 0 0,1 17 1 0 0,-1-29-37 0 0,0 1 0 0 0,0-1 0 0 0,1 1 0 0 0,0-1 0 0 0,0 1 0 0 0,0-1 0 0 0,0 0 0 0 0,0 1 0 0 0,1-1 0 0 0,-1 0 0 0 0,1 0 0 0 0,0 0 0 0 0,0 0 0 0 0,0 0 0 0 0,0-1 0 0 0,1 1 0 0 0,-1 0 0 0 0,1-1 0 0 0,0 0 0 0 0,-1 0 0 0 0,1 0 0 0 0,0 0 0 0 0,0 0 0 0 0,0 0 0 0 0,1-1 0 0 0,-1 1 0 0 0,0-1 0 0 0,1 0 0 0 0,-1 0 0 0 0,0 0 0 0 0,1-1 0 0 0,-1 1 0 0 0,1-1 0 0 0,-1 0 0 0 0,1 0 0 0 0,4 0 0 0 0,3-1-8 0 0,-1 0 1 0 0,1-1 0 0 0,-1 0 0 0 0,1-1 0 0 0,-1 0 0 0 0,0 0-1 0 0,0-1 1 0 0,0 0 0 0 0,-1-1 0 0 0,0 0 0 0 0,10-7-1 0 0,-3-1-10 0 0,0-1 0 0 0,-1 0 0 0 0,-1-1-1 0 0,-1 0 1 0 0,0-1 0 0 0,0-1-1 0 0,-2 0 1 0 0,0 0 0 0 0,9-22-1 0 0,-12 22 20 0 0,-1 1-1 0 0,-1-1 1 0 0,-1-1-1 0 0,0 1 0 0 0,-1-1 1 0 0,-1 0-1 0 0,0 0 1 0 0,-1 0-1 0 0,-2 0 0 0 0,-1-29 1 0 0,0 40-9 0 0,0 1 0 0 0,-1 0 0 0 0,1-1 0 0 0,-1 1-1 0 0,-1 0 1 0 0,1 0 0 0 0,-1 1 0 0 0,0-1 0 0 0,0 0 0 0 0,-1 1 0 0 0,1 0 0 0 0,-10-10 0 0 0,10 12-10 0 0,0 0 1 0 0,0 1-1 0 0,0-1 1 0 0,-1 1-1 0 0,1-1 0 0 0,-1 1 1 0 0,0 0-1 0 0,1 0 0 0 0,-1 0 1 0 0,0 1-1 0 0,0 0 1 0 0,0-1-1 0 0,-1 1 0 0 0,1 1 1 0 0,0-1-1 0 0,0 1 1 0 0,0-1-1 0 0,-1 1 0 0 0,1 0 1 0 0,-6 1-1 0 0,-3 2-4 0 0,0 1 0 0 0,1 0 0 0 0,0 1-1 0 0,0 0 1 0 0,1 1 0 0 0,-1 0 0 0 0,1 0 0 0 0,0 2 0 0 0,1-1-1 0 0,0 1 1 0 0,0 1 0 0 0,0 0 0 0 0,1 0 0 0 0,1 1 0 0 0,-10 13-1 0 0,8-10 8 0 0,1 1 0 0 0,0 1 0 0 0,1 0 0 0 0,1 0 0 0 0,0 0-1 0 0,1 1 1 0 0,0 0 0 0 0,2 0 0 0 0,0 0 0 0 0,0 1 0 0 0,-1 23-1 0 0,5-34-17 0 0,-1 0-1 0 0,1 1 0 0 0,1-1 0 0 0,-1 0 1 0 0,1 0-1 0 0,0 0 0 0 0,0 0 0 0 0,1 0 0 0 0,0 0 1 0 0,0 0-1 0 0,0-1 0 0 0,1 1 0 0 0,0-1 0 0 0,0 1 1 0 0,0-1-1 0 0,1 0 0 0 0,-1 0 0 0 0,1-1 0 0 0,0 1 1 0 0,1-1-1 0 0,-1 0 0 0 0,1 0 0 0 0,0 0 0 0 0,0 0 1 0 0,0-1-1 0 0,0 0 0 0 0,1 0 0 0 0,-1-1 1 0 0,1 1-1 0 0,0-1 0 0 0,0 0 0 0 0,0-1 0 0 0,0 1 1 0 0,9 0-1 0 0,2-1-184 0 0,1 0 0 0 0,-1-1 0 0 0,1-1 0 0 0,0 0 0 0 0,-1-1 1 0 0,0-1-1 0 0,0-1 0 0 0,0-1 0 0 0,0 0 0 0 0,0-1 0 0 0,-1-1 0 0 0,0 0 0 0 0,0-1 1 0 0,23-17-1 0 0,-16 9 168 0 0,-1-1 0 0 0,-1-1 0 0 0,-1-2 0 0 0,0 0 0 0 0,-1 0 0 0 0,-1-2 0 0 0,-1 0 0 0 0,20-37 0 0 0,32-79 2657 0 0,-67 132-2446 0 0,-4 7-70 0 0,-9 11-31 0 0,-71 163 28 0 0,69-141-67 0 0,2 1 0 0 0,1 1 0 0 0,-6 47-1 0 0,14-77-14 0 0,2 1 0 0 0,-1-1 0 0 0,1 0 0 0 0,0 0 0 0 0,0 1 0 0 0,1-1 0 0 0,0 0 0 0 0,0 0 0 0 0,0 0 0 0 0,4 10-1 0 0,-4-14-15 0 0,1 1-1 0 0,-1-1 0 0 0,1 1 0 0 0,0-1 0 0 0,0 0 0 0 0,-1 0 0 0 0,1 0 0 0 0,1 0 0 0 0,-1 0 0 0 0,0 0 0 0 0,0 0 0 0 0,1-1 1 0 0,-1 1-1 0 0,1-1 0 0 0,0 0 0 0 0,-1 0 0 0 0,1 0 0 0 0,0 0 0 0 0,-1 0 0 0 0,1 0 0 0 0,0-1 0 0 0,0 1 0 0 0,0-1 0 0 0,5 0 0 0 0,3 0-4 0 0,-1 0 0 0 0,0-1 0 0 0,0 0 0 0 0,1 0 0 0 0,-1-1 0 0 0,0-1-1 0 0,0 0 1 0 0,-1 0 0 0 0,19-9 0 0 0,-14 4-19 0 0,-1 0 0 0 0,0-1 0 0 0,-1 0 0 0 0,0-1 0 0 0,0 0 0 0 0,10-12 0 0 0,-1-3-3 0 0,-2 0 0 0 0,-1-1 0 0 0,0 0 1 0 0,-2-2-1 0 0,23-54 0 0 0,-23 40 759 0 0,14-55 1 0 0,-29 94-670 0 0,-2 7-66 0 0,0-1 0 0 0,0 1-1 0 0,0-1 1 0 0,0 1 0 0 0,0-1 0 0 0,-1 0 0 0 0,-1 4 0 0 0,-7 14 7 0 0,-20 76 53 0 0,14-50-21 0 0,2 0 0 0 0,2 1-1 0 0,-9 76 1 0 0,21-121-58 0 0,-1 0 1 0 0,1 0 0 0 0,0 0 0 0 0,0 0 0 0 0,1 0-1 0 0,-1 0 1 0 0,1 1 0 0 0,0-1 0 0 0,-1-1 0 0 0,1 1-1 0 0,0 0 1 0 0,1 0 0 0 0,-1 0 0 0 0,1 0 0 0 0,-1-1-1 0 0,1 1 1 0 0,0-1 0 0 0,0 1 0 0 0,4 3 0 0 0,-2-3-179 0 0,-1 0 1 0 0,1-1 0 0 0,0 1-1 0 0,1-1 1 0 0,-1 0-1 0 0,0-1 1 0 0,1 1 0 0 0,-1-1-1 0 0,1 1 1 0 0,-1-2 0 0 0,10 2-1 0 0,0-1-908 0 0,1-1 0 0 0,-1-1 1 0 0,1 0-1 0 0,-1-1 0 0 0,0 0 0 0 0,0-1 0 0 0,23-8 0 0 0,-2-4-3286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211 275 1936 0 0,'17'-21'1622'0'0,"-1"-1"-1"0"0,-2 0 1 0 0,0-2 0 0 0,-2 1-1 0 0,0-2 1 0 0,-1 1 0 0 0,-2-1-1 0 0,12-49 1 0 0,-21 74-1600 0 0,0-1 0 0 0,0 1 0 0 0,0-1 0 0 0,-1 0 0 0 0,1 1-1 0 0,0-1 1 0 0,0 1 0 0 0,0-1 0 0 0,0 1 0 0 0,-1-1 0 0 0,1 1 0 0 0,0-1 0 0 0,0 0 0 0 0,-1 1 0 0 0,1 0 0 0 0,0-1 0 0 0,-1 1 0 0 0,1-1 0 0 0,-1 1 0 0 0,1-1-1 0 0,0 1 1 0 0,-1 0 0 0 0,1-1 0 0 0,-1 1 0 0 0,1 0 0 0 0,-1-1 0 0 0,0 1 0 0 0,1 0 0 0 0,-1 0 0 0 0,1-1 0 0 0,-1 1 0 0 0,1 0 0 0 0,-1 0 0 0 0,0 0 0 0 0,1 0 0 0 0,-1 0-1 0 0,1 0 1 0 0,-1 0 0 0 0,0 0 0 0 0,-24 1 203 0 0,14 2-194 0 0,0 1 0 0 0,0 0 0 0 0,1 0 0 0 0,0 1 0 0 0,-1 0 0 0 0,2 1 0 0 0,-1 0 0 0 0,1 1 0 0 0,0 0 0 0 0,0 0 0 0 0,0 1 1 0 0,1 0-1 0 0,1 0 0 0 0,-1 1 0 0 0,1 0 0 0 0,-10 19 0 0 0,13-22-26 0 0,0 2-1 0 0,1-1 1 0 0,0 0 0 0 0,0 1 0 0 0,0 0-1 0 0,1-1 1 0 0,0 1 0 0 0,1 0 0 0 0,0 0 0 0 0,0 0-1 0 0,0 0 1 0 0,1 0 0 0 0,1 0 0 0 0,-1 0-1 0 0,1 0 1 0 0,0 0 0 0 0,1 0 0 0 0,0 0 0 0 0,0 0-1 0 0,1-1 1 0 0,0 1 0 0 0,1-1 0 0 0,-1 0 0 0 0,6 8-1 0 0,7 6 3 0 0,1 0-1 0 0,26 22 1 0 0,18 24-21 0 0,-52-57 31 0 0,-8-9 71 0 0,1 1 0 0 0,-1 0 0 0 0,1 0 0 0 0,-1-1 0 0 0,1 1 0 0 0,-1 0 1 0 0,0 0-1 0 0,0 0 0 0 0,0 0 0 0 0,0 1 0 0 0,0-1 0 0 0,-1 0 0 0 0,1 0 0 0 0,-1 0 0 0 0,1 1 0 0 0,-1 1 0 0 0,0-3-15 0 0,0 0 0 0 0,-1 0-1 0 0,1 0 1 0 0,0 0-1 0 0,-1-1 1 0 0,1 1-1 0 0,0 0 1 0 0,-1 0-1 0 0,1 0 1 0 0,-1-1-1 0 0,1 1 1 0 0,-1 0 0 0 0,0-1-1 0 0,1 1 1 0 0,-1-1-1 0 0,0 1 1 0 0,1 0-1 0 0,-1-1 1 0 0,0 0-1 0 0,0 1 1 0 0,0-1-1 0 0,1 1 1 0 0,-1-1-1 0 0,-1 0 1 0 0,-20 7 792 0 0,22-7-855 0 0,-13 2 285 0 0,1 0-1 0 0,-1-2 1 0 0,0 1 0 0 0,1-1 0 0 0,-1-1 0 0 0,0 0 0 0 0,1-1 0 0 0,-1-1 0 0 0,-14-4-1 0 0,17 4-405 0 0,0-1 0 0 0,0 0 0 0 0,0-1-1 0 0,-16-10 1 0 0,20 11-419 0 0,1 0-1 0 0,0-1 1 0 0,0 1 0 0 0,0-1-1 0 0,1 0 1 0 0,0 0 0 0 0,0 0-1 0 0,-5-8 1 0 0,8 11-135 0 0,0 0 1 0 0,1 0-1 0 0,-1 0 0 0 0,1 0 1 0 0,-1 0-1 0 0,1 0 0 0 0,0 0 1 0 0,0 0-1 0 0,0 0 0 0 0,0 0 0 0 0,0 0 1 0 0,0 0-1 0 0,1 0 0 0 0,-1 0 1 0 0,1 0-1 0 0,0-2 0 0 0,0 2 149 0 0,2-8-5372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366 174 260 0 0,'0'0'3491'0'0,"5"-7"2244"0"0,6 55-4855 0 0,-10-45-848 0 0,0 0 0 0 0,0 0 1 0 0,0 0-1 0 0,1 0 1 0 0,0-1-1 0 0,-1 1 1 0 0,1 0-1 0 0,0-1 1 0 0,0 0-1 0 0,0 1 0 0 0,0-1 1 0 0,1 0-1 0 0,-1 0 1 0 0,1 0-1 0 0,-1-1 1 0 0,5 3-1 0 0,0-2-23 0 0,0-1 0 0 0,0 0 0 0 0,0-1 0 0 0,0 1 0 0 0,0-1 0 0 0,0-1 0 0 0,0 1 0 0 0,0-1 0 0 0,0 0 0 0 0,0-1 0 0 0,0 0 0 0 0,0 0 0 0 0,0 0-1 0 0,-1-1 1 0 0,1 0 0 0 0,-1-1 0 0 0,0 1 0 0 0,0-1 0 0 0,0 0 0 0 0,0 0 0 0 0,-1-1 0 0 0,7-7 0 0 0,-6 6 26 0 0,0-1 0 0 0,0 0-1 0 0,-1 0 1 0 0,0 0 0 0 0,-1 0-1 0 0,1-1 1 0 0,-1 0 0 0 0,-1 0-1 0 0,0 0 1 0 0,0 0 0 0 0,0 0 0 0 0,-1-1-1 0 0,0 1 1 0 0,-1-1 0 0 0,0 0-1 0 0,0 1 1 0 0,-1-1 0 0 0,-1-12-1 0 0,1 19-30 0 0,0 0 0 0 0,0 0-1 0 0,0 0 1 0 0,0 0 0 0 0,-1 0-1 0 0,1 0 1 0 0,-1 0-1 0 0,1 0 1 0 0,-1 1 0 0 0,0-1-1 0 0,0 0 1 0 0,1 0-1 0 0,-1 1 1 0 0,-1-1 0 0 0,1 0-1 0 0,0 1 1 0 0,0-1 0 0 0,0 1-1 0 0,-1 0 1 0 0,1-1-1 0 0,-1 1 1 0 0,1 0 0 0 0,-1 0-1 0 0,0 0 1 0 0,1 0 0 0 0,-1 0-1 0 0,0 0 1 0 0,0 1-1 0 0,1-1 1 0 0,-1 0 0 0 0,0 1-1 0 0,0-1 1 0 0,0 1-1 0 0,0 0 1 0 0,0 0 0 0 0,0 0-1 0 0,0 0 1 0 0,0 0 0 0 0,0 0-1 0 0,0 0 1 0 0,1 1-1 0 0,-1-1 1 0 0,0 1 0 0 0,-3 0-1 0 0,-4 2 1 0 0,0 1-1 0 0,0 0 1 0 0,0 0 0 0 0,1 1-1 0 0,0 0 1 0 0,0 0-1 0 0,-14 12 1 0 0,-7 10 52 0 0,2 1 1 0 0,0 1 0 0 0,2 1-1 0 0,2 1 1 0 0,0 1-1 0 0,3 1 1 0 0,0 2 0 0 0,2-1-1 0 0,2 2 1 0 0,-15 45-1 0 0,28-72-53 0 0,1 0 0 0 0,0 0 0 0 0,0 1 0 0 0,1-1 0 0 0,1 0 0 0 0,-1 1 0 0 0,1-1 0 0 0,1 1 0 0 0,0-1 0 0 0,3 17 0 0 0,-3-21 2 0 0,1-1 0 0 0,-1 0 0 0 0,1 0 0 0 0,0 0 1 0 0,0 0-1 0 0,1 0 0 0 0,-1 0 0 0 0,1-1 0 0 0,-1 1 1 0 0,1-1-1 0 0,0 0 0 0 0,1 1 0 0 0,-1-2 0 0 0,0 1 1 0 0,1 0-1 0 0,0-1 0 0 0,0 1 0 0 0,-1-1 0 0 0,1 0 1 0 0,1 0-1 0 0,-1-1 0 0 0,0 1 0 0 0,0-1 0 0 0,7 2 1 0 0,9-1 22 0 0,-1 0 0 0 0,1-1 1 0 0,0-1-1 0 0,-1 0 0 0 0,1-2 1 0 0,0 0-1 0 0,-1-2 1 0 0,1 0-1 0 0,-1-1 0 0 0,0 0 1 0 0,-1-2-1 0 0,1 0 0 0 0,-2-2 1 0 0,1 0-1 0 0,30-20 1 0 0,-40 22 142 0 0,0 0 1 0 0,0-1-1 0 0,-1 0 1 0 0,12-17 0 0 0,-18 25-166 0 0,-1-1 0 0 0,0 1 1 0 0,1-1-1 0 0,-1 1 1 0 0,0-1-1 0 0,0 1 0 0 0,0-1 1 0 0,1 0-1 0 0,-1 1 1 0 0,0-1-1 0 0,0 1 0 0 0,0-1 1 0 0,0 0-1 0 0,0 1 1 0 0,0-1-1 0 0,0 0 0 0 0,0 1 1 0 0,0-1-1 0 0,-1 1 1 0 0,1-1-1 0 0,0 1 0 0 0,0-1 1 0 0,0 0-1 0 0,-1 1 1 0 0,1-1-1 0 0,0 1 0 0 0,-1-1 1 0 0,1 1-1 0 0,0-1 1 0 0,-1 1-1 0 0,1-1 0 0 0,-1 1 1 0 0,0-1-1 0 0,0 0-3 0 0,0 0 1 0 0,0 0-1 0 0,0 1 0 0 0,-1-1 1 0 0,1 0-1 0 0,0 0 0 0 0,0 1 0 0 0,-1-1 1 0 0,1 1-1 0 0,0-1 0 0 0,-1 1 1 0 0,1 0-1 0 0,-1 0 0 0 0,1-1 0 0 0,-1 1 1 0 0,-1 0-1 0 0,-13 3 8 0 0,0-1 1 0 0,-1 2-1 0 0,1 0 1 0 0,1 1-1 0 0,-1 1 1 0 0,1 0-1 0 0,-24 14 1 0 0,-100 69 42 0 0,124-79-48 0 0,-32 23 8 0 0,2 2-1 0 0,1 2 1 0 0,2 2 0 0 0,2 2-1 0 0,-51 64 1 0 0,84-95-8 0 0,0 0 1 0 0,1 0-1 0 0,0 0 1 0 0,1 1-1 0 0,0 0 1 0 0,0 0-1 0 0,1 0 0 0 0,-4 19 1 0 0,7-26-3 0 0,1 0 0 0 0,-1 0 0 0 0,1 0-1 0 0,0 0 1 0 0,0 0 0 0 0,1 0 0 0 0,-1 0 0 0 0,1 0 0 0 0,0 0 0 0 0,0 0 0 0 0,0 0 0 0 0,0 0-1 0 0,1 0 1 0 0,0-1 0 0 0,-1 1 0 0 0,2-1 0 0 0,-1 1 0 0 0,0-1 0 0 0,0 0 0 0 0,1 1 0 0 0,0-1-1 0 0,0-1 1 0 0,0 1 0 0 0,0 0 0 0 0,0-1 0 0 0,0 1 0 0 0,1-1 0 0 0,5 3 0 0 0,7 2 0 0 0,-1 0-1 0 0,1-1 1 0 0,0-1 0 0 0,0-1 0 0 0,32 6 0 0 0,87 0 2 0 0,-114-9-9 0 0,21 2-55 0 0,1-3 0 0 0,59-7 0 0 0,-88 5 10 0 0,-1 0 1 0 0,1-1 0 0 0,-1-1 0 0 0,0 0 0 0 0,0 0 0 0 0,0-2-1 0 0,0 1 1 0 0,-1-2 0 0 0,0 0 0 0 0,0 0 0 0 0,15-13 0 0 0,-12 7-1967 0 0,26-18 1 0 0,-40 31 1123 0 0,11-7-3370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494 116 1160 0 0,'0'-7'1479'0'0,"1"-1"-1"0"0,-1 0 1 0 0,0 0 0 0 0,-2-13-1 0 0,1 16-1151 0 0,1 0-1 0 0,-1 1 0 0 0,-1-1 0 0 0,1 1 0 0 0,-1-1 1 0 0,0 1-1 0 0,0-1 0 0 0,-3-5 0 0 0,3 8-292 0 0,0 1 0 0 0,1-1-1 0 0,-1 1 1 0 0,0-1 0 0 0,0 1 0 0 0,0 0 0 0 0,0 0-1 0 0,0 0 1 0 0,0 0 0 0 0,-1 0 0 0 0,1 1 0 0 0,0-1-1 0 0,0 0 1 0 0,-1 1 0 0 0,1 0 0 0 0,0-1 0 0 0,0 1-1 0 0,-1 0 1 0 0,1 0 0 0 0,0 1 0 0 0,-1-1 0 0 0,1 0-1 0 0,0 1 1 0 0,0-1 0 0 0,-1 1 0 0 0,-2 1 0 0 0,-8 3 8 0 0,1 0 0 0 0,-1 0 0 0 0,-12 8 0 0 0,25-12-36 0 0,-26 15 26 0 0,1 1-1 0 0,1 1 1 0 0,0 1 0 0 0,2 1 0 0 0,0 1-1 0 0,1 1 1 0 0,1 1 0 0 0,2 0-1 0 0,-21 33 1 0 0,29-39-12 0 0,1 1 0 0 0,-12 29 0 0 0,18-42-10 0 0,2 1 0 0 0,-1-1-1 0 0,1 0 1 0 0,-1 1 0 0 0,1-1 0 0 0,1 1-1 0 0,-1-1 1 0 0,1 1 0 0 0,0-1 0 0 0,0 1-1 0 0,1-1 1 0 0,0 1 0 0 0,0-1-1 0 0,2 8 1 0 0,-2-11-1 0 0,0 0-1 0 0,0 0 1 0 0,0 0-1 0 0,0 0 1 0 0,0 0-1 0 0,1-1 1 0 0,-1 1-1 0 0,1 0 1 0 0,-1-1-1 0 0,1 1 1 0 0,0-1-1 0 0,0 1 0 0 0,-1-1 1 0 0,1 0-1 0 0,0 0 1 0 0,4 2-1 0 0,-2-2 0 0 0,1 1-1 0 0,-1-1 0 0 0,0 0 0 0 0,1-1 0 0 0,-1 1 1 0 0,1-1-1 0 0,-1 0 0 0 0,6 0 0 0 0,0-1 2 0 0,0 0-1 0 0,0-1 0 0 0,0 0 1 0 0,0-1-1 0 0,-1 0 0 0 0,19-9 1 0 0,-14 5-11 0 0,-1-2 1 0 0,0 0 0 0 0,0-1-1 0 0,-1 0 1 0 0,0 0 0 0 0,0-2-1 0 0,-2 1 1 0 0,1-1 0 0 0,12-21-1 0 0,3-9 291 0 0,35-78-1 0 0,-29 53 725 0 0,-26 55-893 0 0,-1-1 27 0 0,-6 23-104 0 0,-73 246 151 0 0,34-128-59 0 0,-35 126 39 0 0,-102 335 80 0 0,75-292 352 0 0,86-256 106 0 0,12-35-377 0 0,2-9-140 0 0,5-16-85 0 0,6 0-103 0 0,1 0-1 0 0,0 1 0 0 0,2 0 0 0 0,0 0 1 0 0,26-26-1 0 0,-27 33-75 0 0,0 1 1 0 0,1 0-1 0 0,0 0 0 0 0,1 1 1 0 0,0 1-1 0 0,0 0 1 0 0,1 1-1 0 0,24-9 0 0 0,-4 6-2336 0 0,57-10 0 0 0,-9 2-3829 0 0,-52 10 2294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130 229 932 0 0,'-14'-52'3875'0'0,"-3"0"0"0"0,-30-64-1 0 0,46 115-3852 0 0,1 1 0 0 0,0 0-1 0 0,0-1 1 0 0,0 1 0 0 0,0-1-1 0 0,0 1 1 0 0,-1 0 0 0 0,1-1-1 0 0,0 1 1 0 0,0 0 0 0 0,-1-1-1 0 0,1 1 1 0 0,0 0 0 0 0,-1-1-1 0 0,1 1 1 0 0,0 0 0 0 0,-1-1-1 0 0,1 1 1 0 0,0 0 0 0 0,-1 0-1 0 0,1 0 1 0 0,0-1 0 0 0,-1 1-1 0 0,1 0 1 0 0,-1 0 0 0 0,1 0-1 0 0,0 0 1 0 0,-1 0 0 0 0,1 0-1 0 0,-1 0 1 0 0,1 0-1 0 0,-1 0 1 0 0,-9 11 221 0 0,-1 18-89 0 0,4 8-97 0 0,1 0 0 0 0,3 0 1 0 0,0 0-1 0 0,3 0 0 0 0,1 1 0 0 0,7 46 1 0 0,-7-76-54 0 0,1 1 1 0 0,0-1 0 0 0,0 1 0 0 0,0-1 0 0 0,1 0 0 0 0,1 1-1 0 0,-1-1 1 0 0,1-1 0 0 0,1 1 0 0 0,-1-1 0 0 0,1 0 0 0 0,8 10 0 0 0,-10-14-54 0 0,0-1 0 0 0,0 1 0 0 0,0-1 0 0 0,0 1 0 0 0,0-1 1 0 0,0 0-1 0 0,0 0 0 0 0,1 0 0 0 0,-1-1 0 0 0,1 1 1 0 0,-1-1-1 0 0,1 0 0 0 0,0 0 0 0 0,0 0 0 0 0,-1 0 1 0 0,1-1-1 0 0,0 1 0 0 0,0-1 0 0 0,0 0 0 0 0,0 0 0 0 0,0-1 1 0 0,-1 1-1 0 0,1-1 0 0 0,0 0 0 0 0,0 0 0 0 0,-1 0 1 0 0,1 0-1 0 0,0-1 0 0 0,5-3 0 0 0,0 0-18 0 0,-1-1-1 0 0,0 0 1 0 0,0-1-1 0 0,-1 1 1 0 0,0-1 0 0 0,0-1-1 0 0,0 0 1 0 0,-1 1-1 0 0,0-2 1 0 0,4-8 0 0 0,3-6 9 0 0,-1 0 0 0 0,14-41 0 0 0,44-176 3187 0 0,-70 237-3052 0 0,0 23-34 0 0,-23 104 35 0 0,14-81-18 0 0,1 2 0 0 0,-4 77 0 0 0,12-114-184 0 0,0 0-1 0 0,1 0 0 0 0,0 0 0 0 0,0 0 0 0 0,1 0 0 0 0,0 0 0 0 0,0 0 0 0 0,0 0 1 0 0,1-1-1 0 0,5 9 0 0 0,-6-12-147 0 0,1 0 1 0 0,0-1-1 0 0,-1 1 0 0 0,1-1 1 0 0,0 0-1 0 0,1 0 0 0 0,-1 0 1 0 0,0-1-1 0 0,1 1 0 0 0,0-1 0 0 0,-1 0 1 0 0,1 0-1 0 0,0 0 0 0 0,0 0 1 0 0,0 0-1 0 0,0-1 0 0 0,1 0 1 0 0,-1 0-1 0 0,0 0 0 0 0,6 0 1 0 0,16 0-2316 0 0,0-1-603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273 985 952 0 0,'7'-15'1246'0'0,"-1"-1"0"0"0,-1 0 1 0 0,0 0-1 0 0,-1 0 0 0 0,-1 0 0 0 0,0 0 0 0 0,-1-1 0 0 0,-1 1 1 0 0,-1-1-1 0 0,0 0 0 0 0,-3-22 0 0 0,2 38-1228 0 0,1 0 0 0 0,0 1 1 0 0,-1-1-1 0 0,1 1 0 0 0,0-1 0 0 0,-1 0 0 0 0,1 1 0 0 0,-1-1 0 0 0,1 1 0 0 0,-1-1 1 0 0,1 1-1 0 0,-1-1 0 0 0,1 1 0 0 0,-1 0 0 0 0,0-1 0 0 0,1 1 0 0 0,-1-1 1 0 0,0 1-1 0 0,1 0 0 0 0,-1 0 0 0 0,0-1 0 0 0,1 1 0 0 0,-1 0 0 0 0,0 0 0 0 0,1 0 1 0 0,-1 0-1 0 0,0 0 0 0 0,0 0 0 0 0,1 0 0 0 0,-1 0 0 0 0,0 0 0 0 0,1 0 1 0 0,-1 0-1 0 0,0 1 0 0 0,0-1 0 0 0,0 1 0 0 0,-26 8 141 0 0,6 4-130 0 0,1 0-1 0 0,1 2 1 0 0,0 0 0 0 0,1 1 0 0 0,1 0 0 0 0,1 2 0 0 0,0 0 0 0 0,1 1 0 0 0,1 0 0 0 0,1 1 0 0 0,0 1 0 0 0,2 0 0 0 0,0 1 0 0 0,-13 42 0 0 0,22-57-19 0 0,0 1-1 0 0,0-1 1 0 0,1 1-1 0 0,0 0 0 0 0,1 0 1 0 0,0 0-1 0 0,0-1 1 0 0,0 1-1 0 0,1 0 1 0 0,2 8-1 0 0,-2-12-47 0 0,1 0-1 0 0,-1 0 1 0 0,1 0 0 0 0,-1-1 0 0 0,1 1-1 0 0,1 0 1 0 0,-1-1 0 0 0,0 1 0 0 0,1-1-1 0 0,0 0 1 0 0,-1 0 0 0 0,1 0 0 0 0,1 0-1 0 0,-1 0 1 0 0,0-1 0 0 0,1 1 0 0 0,-1-1-1 0 0,1 0 1 0 0,6 3 0 0 0,-8-5-23 0 0,0 1 0 0 0,1-1 1 0 0,-1 1-1 0 0,0-1 0 0 0,1 0 0 0 0,-1 0 1 0 0,1 0-1 0 0,-1 0 0 0 0,1 0 1 0 0,-1 0-1 0 0,0-1 0 0 0,1 1 0 0 0,-1-1 1 0 0,0 0-1 0 0,1 1 0 0 0,-1-1 0 0 0,0 0 1 0 0,0 0-1 0 0,0-1 0 0 0,0 1 1 0 0,0 0-1 0 0,2-3 0 0 0,3-1-100 0 0,0-1 0 0 0,0 0 0 0 0,-1-1 0 0 0,8-10 0 0 0,-2 0 25 0 0,0-1 1 0 0,-1 0-1 0 0,-1-1 1 0 0,9-24 0 0 0,24-82 693 0 0,-39 112-360 0 0,0 0-67 0 0,4-15 30 0 0,-8 28-160 0 0,0 0 0 0 0,0 0-1 0 0,1 0 1 0 0,-1 0 0 0 0,0 0-1 0 0,0 0 1 0 0,0 0 0 0 0,0 0-1 0 0,0 0 1 0 0,0 0 0 0 0,0 0-1 0 0,0 0 1 0 0,0 0 0 0 0,0 0-1 0 0,0 0 1 0 0,0 0 0 0 0,0 0-1 0 0,0 0 1 0 0,0 0 0 0 0,1 0 0 0 0,-1 0-1 0 0,0 0 1 0 0,0 0 0 0 0,0 0-1 0 0,0 0 1 0 0,0 0 0 0 0,0 0-1 0 0,0 0 1 0 0,0 0 0 0 0,0 0-1 0 0,0-1 1 0 0,0 1 0 0 0,0 0-1 0 0,0 0 1 0 0,0 0 0 0 0,0 0-1 0 0,0 0 1 0 0,0 0 0 0 0,0 0-1 0 0,0 0 1 0 0,0 0 0 0 0,0 0-1 0 0,-1 17 0 0 0,-9 43 42 0 0,-7 58 21 0 0,16-103-37 0 0,1 1 1 0 0,0-1-1 0 0,1 0 1 0 0,1 0-1 0 0,6 26 1 0 0,-7-38-48 0 0,0 0-1 0 0,0 0 1 0 0,0 0 0 0 0,0 0 0 0 0,1 0 0 0 0,-1 0 0 0 0,1 0 0 0 0,0-1 0 0 0,0 1 0 0 0,0-1 0 0 0,0 0-1 0 0,1 1 1 0 0,-1-1 0 0 0,0 0 0 0 0,1 0 0 0 0,0 0 0 0 0,-1-1 0 0 0,1 1 0 0 0,0-1 0 0 0,0 1-1 0 0,0-1 1 0 0,0 0 0 0 0,0 0 0 0 0,0 0 0 0 0,0 0 0 0 0,0-1 0 0 0,0 0 0 0 0,1 1 0 0 0,-1-1 0 0 0,0 0-1 0 0,0 0 1 0 0,5-1 0 0 0,4-1-302 0 0,0 0 0 0 0,0-1 1 0 0,0 0-1 0 0,-1 0 0 0 0,1-1 0 0 0,-1-1 0 0 0,15-8 0 0 0,-7 1-197 0 0,-1-1 1 0 0,0 0-1 0 0,0-1 0 0 0,-2-1 1 0 0,0-1-1 0 0,0-1 0 0 0,-2 0 1 0 0,24-35-1 0 0,-3-5-836 0 0,46-103 0 0 0,-48 84 2172 0 0,-3-2-1 0 0,-4-2 0 0 0,-3 0 0 0 0,19-129 1 0 0,-34 146 1604 0 0,-2 0 0 0 0,-5-94 0 0 0,-5 136-1870 0 0,4 20-530 0 0,0 1 0 0 0,0 0 0 0 0,-1-1 0 0 0,1 1 0 0 0,0-1 0 0 0,0 1 0 0 0,-1-1 0 0 0,1 1 0 0 0,0 0 0 0 0,-1-1 0 0 0,1 1 0 0 0,0 0 0 0 0,-1-1 0 0 0,1 1 0 0 0,0 0 0 0 0,-1-1 0 0 0,1 1 0 0 0,-1 0-1 0 0,1 0 1 0 0,-1 0 0 0 0,1-1 0 0 0,-1 1 0 0 0,-1 1-11 0 0,1-1 0 0 0,-1 1 0 0 0,1-1 0 0 0,0 1-1 0 0,-1 0 1 0 0,1-1 0 0 0,0 1 0 0 0,-1 0 0 0 0,1 0 0 0 0,0 0 0 0 0,0 0-1 0 0,0 0 1 0 0,0 0 0 0 0,0 0 0 0 0,0 1 0 0 0,0-1 0 0 0,0 0 0 0 0,0 1-1 0 0,1-1 1 0 0,-1 0 0 0 0,0 2 0 0 0,-27 52 94 0 0,2 2 0 0 0,2 0 0 0 0,-27 105 1 0 0,-23 188 250 0 0,42-147-178 0 0,27-153-89 0 0,1 0 0 0 0,5 53-1 0 0,-1-89-294 0 0,2-1-1 0 0,0 1 1 0 0,0-1-1 0 0,1 1 1 0 0,1-1-1 0 0,10 25 0 0 0,-12-34-220 0 0,0 1 0 0 0,1-1-1 0 0,0 0 1 0 0,0 1-1 0 0,0-1 1 0 0,0 0 0 0 0,0-1-1 0 0,1 1 1 0 0,0-1-1 0 0,-1 1 1 0 0,1-1-1 0 0,1 0 1 0 0,-1-1 0 0 0,0 1-1 0 0,1-1 1 0 0,-1 0-1 0 0,1 0 1 0 0,0 0 0 0 0,0 0-1 0 0,-1-1 1 0 0,11 2-1 0 0,7-3-4305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9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1 414 260 0 0,'24'-63'5459'0'0,"-3"-1"1"0"0,19-91-1 0 0,-32 124-4243 0 0,-5 26-730 0 0,-3 20-306 0 0,-12 88 45 0 0,-2 40-50 0 0,14-126-178 0 0,0 0 0 0 0,1 0-1 0 0,1 0 1 0 0,1 0 0 0 0,0 0 0 0 0,8 21 0 0 0,-11-36-76 0 0,1 0 0 0 0,-1 0 0 0 0,1-1 0 0 0,-1 1 0 0 0,1 0 0 0 0,0 0 0 0 0,0-1 0 0 0,0 1 0 0 0,0 0 0 0 0,0-1 0 0 0,1 1 0 0 0,-1-1 0 0 0,0 0 0 0 0,1 1 0 0 0,-1-1 1 0 0,1 0-1 0 0,-1 0 0 0 0,1 0 0 0 0,0 0 0 0 0,-1 0 0 0 0,1 0 0 0 0,0 0 0 0 0,0-1 0 0 0,-1 1 0 0 0,1-1 0 0 0,0 1 0 0 0,0-1 0 0 0,0 1 0 0 0,0-1 0 0 0,4 0 0 0 0,-2-1-64 0 0,-1 0 1 0 0,1 0-1 0 0,0 0 0 0 0,0-1 0 0 0,0 0 0 0 0,-1 1 0 0 0,1-1 0 0 0,-1 0 0 0 0,1-1 1 0 0,-1 1-1 0 0,0-1 0 0 0,0 1 0 0 0,0-1 0 0 0,4-4 0 0 0,5-9-28 0 0,0 1-1 0 0,-1-1 1 0 0,0-1-1 0 0,-1 0 1 0 0,9-25-1 0 0,31-96 1744 0 0,-36 96-231 0 0,-3 12-604 0 0,-11 30-729 0 0,0 0-1 0 0,0 0 0 0 0,0 0 0 0 0,0 0 0 0 0,0 0 0 0 0,0 0 1 0 0,0 0-1 0 0,0 0 0 0 0,0 0 0 0 0,0 0 0 0 0,0 0 0 0 0,0 0 1 0 0,1 0-1 0 0,-1 0 0 0 0,0 0 0 0 0,0 0 0 0 0,0 0 0 0 0,0 0 1 0 0,0 0-1 0 0,0 0 0 0 0,0 0 0 0 0,0 0 0 0 0,0 0 1 0 0,0 0-1 0 0,0 0 0 0 0,0 0 0 0 0,0 0 0 0 0,0 0 0 0 0,0 0 1 0 0,0 0-1 0 0,0 0 0 0 0,0 0 0 0 0,1 0 0 0 0,-1 0 0 0 0,-4 19 39 0 0,-4 20 33 0 0,-3 52 1 0 0,10-73-45 0 0,1 0 0 0 0,0 0 0 0 0,1 0 0 0 0,1 0 0 0 0,6 23 0 0 0,-7-35-6 0 0,1-1 0 0 0,0 1 1 0 0,0 0-1 0 0,1-1 0 0 0,-1 1 0 0 0,1-1 0 0 0,1 0 0 0 0,6 10 0 0 0,-8-13-14 0 0,0 0-1 0 0,1 0 1 0 0,-1 0 0 0 0,0 0-1 0 0,1 0 1 0 0,-1-1 0 0 0,1 1-1 0 0,0-1 1 0 0,0 0 0 0 0,-1 1-1 0 0,1-1 1 0 0,0 0-1 0 0,0-1 1 0 0,0 1 0 0 0,0 0-1 0 0,0-1 1 0 0,0 0 0 0 0,6 0-1 0 0,-4 0-6 0 0,0-1-1 0 0,-1 0 0 0 0,1-1 1 0 0,0 1-1 0 0,-1-1 0 0 0,1 0 1 0 0,-1 0-1 0 0,1 0 0 0 0,-1-1 1 0 0,0 1-1 0 0,0-1 1 0 0,0 0-1 0 0,0 0 0 0 0,-1-1 1 0 0,1 1-1 0 0,-1-1 0 0 0,0 1 1 0 0,4-6-1 0 0,0-2-7 0 0,1-1-1 0 0,-1 0 1 0 0,-1 0 0 0 0,0-1 0 0 0,4-14-1 0 0,-1 1 7 0 0,-2 0-1 0 0,-1 0 0 0 0,-1-1 1 0 0,2-38-1 0 0,-6 49-2 0 0,-1 0 0 0 0,-1 1 0 0 0,0-1 0 0 0,-1 1 0 0 0,-1 0 0 0 0,0-1 0 0 0,-1 1 1 0 0,-1 0-1 0 0,-7-16 0 0 0,11 27-5 0 0,-1 1 0 0 0,0 0 0 0 0,1 0 0 0 0,-1 0-1 0 0,-1 0 1 0 0,1 0 0 0 0,0 0 0 0 0,-1 0 0 0 0,1 1 0 0 0,-1-1 0 0 0,0 1 0 0 0,0-1 0 0 0,0 1 0 0 0,0 0 0 0 0,0 1 0 0 0,0-1 0 0 0,0 0 0 0 0,-6-1 0 0 0,5 3-1 0 0,1-1 0 0 0,-1 1 0 0 0,0 0 0 0 0,0 0 0 0 0,0 0 0 0 0,0 0 0 0 0,0 1 0 0 0,0-1 0 0 0,0 1 1 0 0,1 0-1 0 0,-1 0 0 0 0,0 1 0 0 0,0-1 0 0 0,1 1 0 0 0,-1 0 0 0 0,-5 4 0 0 0,-4 3-3 0 0,0 1 1 0 0,1 0-1 0 0,0 1 1 0 0,1 1-1 0 0,0 0 0 0 0,1 0 1 0 0,0 1-1 0 0,1 0 1 0 0,-11 22-1 0 0,8-12 12 0 0,1 1 0 0 0,1 1 0 0 0,1-1 0 0 0,1 2 1 0 0,-4 26-1 0 0,9-40 3 0 0,1 1 1 0 0,1 0-1 0 0,0 0 1 0 0,1 0-1 0 0,0 0 1 0 0,3 22-1 0 0,-2-30-75 0 0,0-1 0 0 0,0 0 0 0 0,1 0-1 0 0,-1 0 1 0 0,1 0 0 0 0,0-1-1 0 0,0 1 1 0 0,0 0 0 0 0,0-1-1 0 0,1 1 1 0 0,-1-1 0 0 0,1 0-1 0 0,0 0 1 0 0,0 0 0 0 0,0 0 0 0 0,0 0-1 0 0,1-1 1 0 0,-1 1 0 0 0,1-1-1 0 0,-1 0 1 0 0,1 0 0 0 0,0 0-1 0 0,0-1 1 0 0,4 2 0 0 0,3-1-176 0 0,-1 0 0 0 0,0 0 1 0 0,1-2-1 0 0,-1 1 0 0 0,0-1 1 0 0,1 0-1 0 0,-1-1 0 0 0,1-1 1 0 0,-1 1-1 0 0,0-2 0 0 0,0 1 1 0 0,0-1-1 0 0,0-1 0 0 0,-1 0 0 0 0,13-7 1 0 0,1-1-169 0 0,-1-2-1 0 0,0 0 1 0 0,-1-1 0 0 0,37-36 0 0 0,-12 2 915 0 0,53-73 1 0 0,-49 59 820 0 0,-50 62-1322 0 0,0 0 0 0 0,0 1 0 0 0,1 0 0 0 0,-1-1 1 0 0,0 1-1 0 0,1-1 0 0 0,-1 1 0 0 0,1-1 0 0 0,-1 1 0 0 0,0 0 0 0 0,1-1 0 0 0,-1 1 1 0 0,1 0-1 0 0,-1-1 0 0 0,1 1 0 0 0,-1 0 0 0 0,1 0 0 0 0,0-1 0 0 0,-1 1 1 0 0,1 0-1 0 0,-1 0 0 0 0,1 0 0 0 0,-1 0 0 0 0,1 0 0 0 0,0 0 0 0 0,-1 0 1 0 0,1 0-1 0 0,-1 0 0 0 0,1 0 0 0 0,-1 0 0 0 0,1 0 0 0 0,0 0 0 0 0,-1 0 0 0 0,1 1 1 0 0,-1-1-1 0 0,1 0 0 0 0,-1 0 0 0 0,1 1 0 0 0,-1-1 0 0 0,1 0 0 0 0,-1 1 1 0 0,1-1-1 0 0,-1 0 0 0 0,0 1 0 0 0,1-1 0 0 0,-1 1 0 0 0,1-1 0 0 0,-1 1 1 0 0,0-1-1 0 0,0 1 0 0 0,1-1 0 0 0,-1 2 0 0 0,2 1 7 0 0,0 0 0 0 0,-1 0-1 0 0,0 0 1 0 0,0 0 0 0 0,0 1 0 0 0,2 5 0 0 0,-2 19 92 0 0,-1 0-1 0 0,-1-1 1 0 0,-2 1 0 0 0,0-1 0 0 0,-2 0 0 0 0,-15 50 0 0 0,15-62 393 0 0,-1-1 0 0 0,-8 15-1 0 0,10-21-148 0 0,3-6-135 0 0,-4-1 24 0 0,5-1-228 0 0,0 0 1 0 0,0 0 0 0 0,-1 0 0 0 0,1 1 0 0 0,0-1 0 0 0,-1 0 0 0 0,1 0 0 0 0,0 0 0 0 0,-1 0 0 0 0,1 0 0 0 0,0 0 0 0 0,-1 0 0 0 0,1 0 0 0 0,0 0 0 0 0,-1 0 0 0 0,1 0 0 0 0,0 0 0 0 0,-1 0 0 0 0,1 0 0 0 0,0 0 0 0 0,-1 0 0 0 0,1-1 0 0 0,0 1 0 0 0,0 0 0 0 0,-1 0 0 0 0,1 0 0 0 0,0 0 0 0 0,-1-1 0 0 0,1 1 0 0 0,0 0 0 0 0,0 0 0 0 0,-1 0 0 0 0,1-1 0 0 0,0 1 0 0 0,0 0 0 0 0,0-1 0 0 0,-1 1 0 0 0,1 0 0 0 0,0 0 0 0 0,0-1 0 0 0,0 1 0 0 0,0 0 0 0 0,0-1 0 0 0,0 1 0 0 0,0 0 0 0 0,0-1 0 0 0,0 1 0 0 0,0 0 0 0 0,0-1 0 0 0,0 1 0 0 0,0 0 0 0 0,0-1 0 0 0,0 1 0 0 0,0 0 0 0 0,0-1 0 0 0,0-10 12 0 0,0 1 1 0 0,1-1 0 0 0,0 1 0 0 0,1-1 0 0 0,0 1 0 0 0,1 0-1 0 0,0 0 1 0 0,0 0 0 0 0,6-10 0 0 0,6-12-49 0 0,28-42 1 0 0,-32 55 8 0 0,2 2 0 0 0,0-1 0 0 0,1 2 0 0 0,0-1 0 0 0,1 2 0 0 0,1 0-1 0 0,1 1 1 0 0,0 1 0 0 0,1 1 0 0 0,0 0 0 0 0,31-15 0 0 0,-44 25 12 0 0,-1 0 1 0 0,1 0-1 0 0,0 1 0 0 0,0-1 0 0 0,0 1 1 0 0,0 0-1 0 0,0 1 0 0 0,0-1 1 0 0,0 1-1 0 0,0 0 0 0 0,0 0 0 0 0,0 0 1 0 0,0 1-1 0 0,0 0 0 0 0,0 0 0 0 0,0 0 1 0 0,0 0-1 0 0,0 1 0 0 0,0 0 0 0 0,-1 0 1 0 0,1 0-1 0 0,-1 1 0 0 0,0-1 0 0 0,1 1 1 0 0,-1 0-1 0 0,0 1 0 0 0,-1-1 0 0 0,1 0 1 0 0,0 1-1 0 0,-1 0 0 0 0,0 0 0 0 0,0 0 1 0 0,0 0-1 0 0,-1 1 0 0 0,1-1 0 0 0,-1 1 1 0 0,0-1-1 0 0,0 1 0 0 0,-1 0 1 0 0,1 0-1 0 0,-1 0 0 0 0,0 0 0 0 0,0 6 1 0 0,1 4 36 0 0,-1-1 0 0 0,-1 1 1 0 0,-1-1-1 0 0,0 1 1 0 0,-4 19-1 0 0,-21 68 284 0 0,-2 3-2057 0 0,28-104 1626 0 0,0-1 0 0 0,0 1 0 0 0,-1 0 0 0 0,1-1 0 0 0,0 1 0 0 0,0 0-1 0 0,0-1 1 0 0,0 1 0 0 0,0-1 0 0 0,0 1 0 0 0,0 0 0 0 0,0-1 0 0 0,0 1-1 0 0,0 0 1 0 0,0-1 0 0 0,0 1 0 0 0,0 0 0 0 0,1-1 0 0 0,-1 1 0 0 0,0-1-1 0 0,0 1 1 0 0,1 0 0 0 0,-1-1 0 0 0,0 1 0 0 0,1-1 0 0 0,-1 1 0 0 0,1-1 0 0 0,-1 1-1 0 0,0-1 1 0 0,1 1 0 0 0,-1-1 0 0 0,1 0 0 0 0,-1 1 0 0 0,1-1 0 0 0,0 0-1 0 0,-1 1 1 0 0,1-1 0 0 0,-1 0 0 0 0,2 1 0 0 0,0-1-263 0 0,1 0 0 0 0,0 0 0 0 0,-1-1 1 0 0,1 1-1 0 0,-1 0 0 0 0,1-1 0 0 0,-1 0 0 0 0,5-1 1 0 0,10-6-1874 0 0,-1-3-345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202 253 1068 0 0,'8'-12'828'0'0,"13"-16"1552"0"0,-2 0 1 0 0,-2-1 0 0 0,21-45-1 0 0,-35 66-1919 0 0,0 1 0 0 0,0-1 0 0 0,-1 0 0 0 0,0 0-1 0 0,0-1 1 0 0,0-9 0 0 0,-2 18-443 0 0,0-1 0 0 0,0 0 0 0 0,0 1 0 0 0,0-1 0 0 0,0 0 0 0 0,-1 1 0 0 0,1-1 0 0 0,0 0 0 0 0,-1 1 0 0 0,1-1 0 0 0,0 0 0 0 0,-1 1 0 0 0,1-1 0 0 0,-1 1 0 0 0,1-1-1 0 0,-1 1 1 0 0,1-1 0 0 0,-1 1 0 0 0,1-1 0 0 0,-1 1 0 0 0,1 0 0 0 0,-1-1 0 0 0,0 1 0 0 0,1 0 0 0 0,-1-1 0 0 0,0 1 0 0 0,1 0 0 0 0,-1 0 0 0 0,0 0 0 0 0,1-1 0 0 0,-1 1 0 0 0,0 0 0 0 0,0 0 0 0 0,-2 0 2 0 0,1 0-1 0 0,0 0 1 0 0,0 0 0 0 0,-1 0-1 0 0,1 0 1 0 0,0 1 0 0 0,-1-1-1 0 0,1 1 1 0 0,0-1 0 0 0,-2 2-1 0 0,-1 0-12 0 0,1 0-1 0 0,-1 1 1 0 0,1-1-1 0 0,0 1 0 0 0,0 0 1 0 0,0 1-1 0 0,0-1 0 0 0,1 1 1 0 0,-1-1-1 0 0,1 1 1 0 0,0 0-1 0 0,0 0 0 0 0,1 1 1 0 0,-1-1-1 0 0,1 0 0 0 0,0 1 1 0 0,0 0-1 0 0,-2 7 1 0 0,2-4-13 0 0,0 1 1 0 0,1-1-1 0 0,0 1 1 0 0,1 0-1 0 0,0-1 1 0 0,0 1 0 0 0,1 0-1 0 0,0-1 1 0 0,0 1-1 0 0,4 11 1 0 0,4 6-2 0 0,1 0-1 0 0,14 25 1 0 0,-12-27 11 0 0,-1 1 0 0 0,9 31 0 0 0,-19-53 57 0 0,-1 0 1 0 0,1-1 0 0 0,-1 1 0 0 0,1 0-1 0 0,-1 0 1 0 0,0-1 0 0 0,0 1-1 0 0,0 0 1 0 0,0 0 0 0 0,0 0-1 0 0,-1-1 1 0 0,1 1 0 0 0,-1 0-1 0 0,0-1 1 0 0,0 1 0 0 0,0 0-1 0 0,0-1 1 0 0,-3 5 0 0 0,2-4 3 0 0,-1 0 1 0 0,1-1-1 0 0,-1 1 0 0 0,0-1 1 0 0,0 0-1 0 0,1 1 0 0 0,-2-1 1 0 0,1-1-1 0 0,0 1 0 0 0,0 0 1 0 0,0-1-1 0 0,-7 2 1 0 0,1 0-64 0 0,-1-1-1 0 0,1-1 1 0 0,0 0 0 0 0,0 0 0 0 0,-1 0 0 0 0,1-1 0 0 0,0-1 0 0 0,-1 0 0 0 0,1 0 0 0 0,-13-4 0 0 0,8 0-1372 0 0,0 0 1 0 0,1-1-1 0 0,0 0 0 0 0,0-1 0 0 0,0-1 0 0 0,-21-17 0 0 0,12 4-4203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3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98 2472 0 0,'-18'-20'5091'0'0,"-21"-29"0"0"0,31 38-5195 0 0,7 10-277 0 0,-8-16-6143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1812 0 0,'-87'8'4862'0'0,"-74"4"2459"0"0,160-12-7301 0 0,1 0-1 0 0,0 0 1 0 0,-1 0 0 0 0,1 0 0 0 0,-1 0 0 0 0,1 0 0 0 0,-1 0 0 0 0,1 0 0 0 0,0 0 0 0 0,-1 0 0 0 0,1 0 0 0 0,-1 1 0 0 0,1-1 0 0 0,-1 0 0 0 0,1 0-1 0 0,0 0 1 0 0,-1 0 0 0 0,1 1 0 0 0,0-1 0 0 0,-1 0 0 0 0,1 0 0 0 0,0 1 0 0 0,-1-1 0 0 0,1 0 0 0 0,0 1 0 0 0,-1-1 0 0 0,1 0 0 0 0,0 1 0 0 0,0 0-10 0 0,0-1 1 0 0,0 0-1 0 0,0 1 1 0 0,0-1 0 0 0,0 0-1 0 0,0 1 1 0 0,0-1 0 0 0,0 0-1 0 0,1 1 1 0 0,-1-1-1 0 0,0 0 1 0 0,0 1 0 0 0,0-1-1 0 0,0 0 1 0 0,1 0 0 0 0,-1 1-1 0 0,0-1 1 0 0,0 0-1 0 0,1 0 1 0 0,-1 1 0 0 0,0-1-1 0 0,1 0 1 0 0,-1 0 0 0 0,0 0-1 0 0,1 0 1 0 0,-1 1 0 0 0,0-1-1 0 0,1 0 1 0 0,-1 0-1 0 0,1 0 1 0 0,14 3 72 0 0,0 0 0 0 0,0-1 0 0 0,1 0-1 0 0,29-2 1 0 0,-7 1-32 0 0,233 10-635 0 0,87 3-6821 0 0,-261-10 2431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232 349 340 0 0,'22'-23'6593'0'0,"23"-32"1014"0"0,-47 56-7551 0 0,-1 1-1 0 0,0 0 1 0 0,0 0-1 0 0,1-1 1 0 0,-1 1-1 0 0,1 1 1 0 0,-1-1-1 0 0,-1 3 1 0 0,0-2 14 0 0,-141 148 352 0 0,126-129-403 0 0,1 1-1 0 0,2 1 1 0 0,0 0-1 0 0,2 1 1 0 0,-14 33-1 0 0,25-52-14 0 0,1 1-1 0 0,0-1 0 0 0,0 1 0 0 0,0-1 0 0 0,1 1 0 0 0,0 0 0 0 0,1-1 0 0 0,-1 10 0 0 0,1-13 2 0 0,1 0-1 0 0,-1-1 1 0 0,1 1-1 0 0,-1-1 0 0 0,1 1 1 0 0,0-1-1 0 0,0 1 1 0 0,0-1-1 0 0,0 1 1 0 0,1-1-1 0 0,-1 0 1 0 0,0 0-1 0 0,1 1 1 0 0,0-1-1 0 0,0 0 0 0 0,-1-1 1 0 0,1 1-1 0 0,0 0 1 0 0,0 0-1 0 0,1-1 1 0 0,-1 1-1 0 0,0-1 1 0 0,4 2-1 0 0,2 0 6 0 0,-1 0 0 0 0,1-1 0 0 0,0 1 0 0 0,0-2 0 0 0,1 1 0 0 0,-1-1 0 0 0,0-1 0 0 0,0 1 0 0 0,1-1 0 0 0,-1-1 0 0 0,0 1 0 0 0,0-1 0 0 0,0-1 0 0 0,0 0 0 0 0,0 0 0 0 0,0 0 0 0 0,0-1 0 0 0,0 0-1 0 0,-1-1 1 0 0,0 0 0 0 0,13-8 0 0 0,-7 3 1 0 0,-1 0-1 0 0,0-1 0 0 0,0 0 0 0 0,-1-1 0 0 0,-1 0 0 0 0,0-1 0 0 0,-1 0 0 0 0,0-1 1 0 0,0 0-1 0 0,12-27 0 0 0,-12 19-10 0 0,-1-1-1 0 0,-1-1 1 0 0,-1 1 0 0 0,-1-1 0 0 0,-1-1 0 0 0,2-23 0 0 0,-6 30-15 0 0,1 0 1 0 0,-2 0 0 0 0,0 0 0 0 0,-1 0 0 0 0,-1 1-1 0 0,-1-1 1 0 0,0 1 0 0 0,-1-1 0 0 0,-8-17-1 0 0,12 32 10 0 0,0-1-1 0 0,0 0 0 0 0,-1 0 0 0 0,1 1 0 0 0,-1-1 1 0 0,0 1-1 0 0,0-1 0 0 0,0 1 0 0 0,0 0 0 0 0,0 0 1 0 0,0 0-1 0 0,-1 0 0 0 0,1 0 0 0 0,-1 0 0 0 0,1 1 1 0 0,-1-1-1 0 0,0 1 0 0 0,0 0 0 0 0,0-1 0 0 0,1 1 1 0 0,-1 1-1 0 0,0-1 0 0 0,-4 0 0 0 0,2 1 4 0 0,0 0-1 0 0,0 0 1 0 0,0 1 0 0 0,1 0-1 0 0,-1 0 1 0 0,0 0-1 0 0,0 0 1 0 0,1 1 0 0 0,-1 0-1 0 0,1 0 1 0 0,-1 0-1 0 0,1 0 1 0 0,0 1 0 0 0,-4 3-1 0 0,0 0 4 0 0,0 1 0 0 0,1 0 0 0 0,-1 0-1 0 0,1 1 1 0 0,1-1 0 0 0,0 2 0 0 0,0-1 0 0 0,0 1-1 0 0,1 0 1 0 0,1 0 0 0 0,-1 0 0 0 0,1 1 0 0 0,1-1-1 0 0,0 1 1 0 0,0 0 0 0 0,1 0 0 0 0,0 0 0 0 0,1 1-1 0 0,0-1 1 0 0,1 0 0 0 0,1 19 0 0 0,0-19-2 0 0,0-1 1 0 0,1 1 0 0 0,0 0 0 0 0,0-1 0 0 0,1 0-1 0 0,0 1 1 0 0,1-1 0 0 0,0 0 0 0 0,1-1 0 0 0,-1 1-1 0 0,2-1 1 0 0,-1 0 0 0 0,1 0 0 0 0,0-1 0 0 0,1 1-1 0 0,0-1 1 0 0,0-1 0 0 0,0 1 0 0 0,1-1 0 0 0,0-1-1 0 0,0 1 1 0 0,1-1 0 0 0,8 3 0 0 0,-3-2 5 0 0,0-1 1 0 0,0-1-1 0 0,0-1 0 0 0,0 0 1 0 0,0-1-1 0 0,1 0 0 0 0,-1-1 1 0 0,1-1-1 0 0,0 0 1 0 0,-1-1-1 0 0,1 0 0 0 0,-1-1 1 0 0,0-1-1 0 0,0-1 1 0 0,0 0-1 0 0,0 0 0 0 0,14-8 1 0 0,-12 5 0 0 0,-1-1 0 0 0,0-1-1 0 0,0-1 1 0 0,-1 0 0 0 0,0 0 0 0 0,-1-2 0 0 0,0 0 0 0 0,-1 0 0 0 0,0-1 0 0 0,-1 0-1 0 0,0-1 1 0 0,-2-1 0 0 0,17-29 0 0 0,-10 7 10 0 0,-2-1 0 0 0,-2 0 0 0 0,-1 0 0 0 0,-1-1 0 0 0,-3-1 0 0 0,-1 0 0 0 0,1-76-1 0 0,-7 115-16 0 0,0 1-1 0 0,0 0 1 0 0,0 0-1 0 0,0 0 0 0 0,0-1 1 0 0,0 1-1 0 0,0 0 1 0 0,1 0-1 0 0,-1 0 0 0 0,0-1 1 0 0,0 1-1 0 0,0 0 0 0 0,0 0 1 0 0,0 0-1 0 0,0-1 1 0 0,0 1-1 0 0,0 0 0 0 0,0 0 1 0 0,0 0-1 0 0,0-1 1 0 0,0 1-1 0 0,-1 0 0 0 0,1 0 1 0 0,0-1-1 0 0,0 1 1 0 0,0 0-1 0 0,0 0 0 0 0,0 0 1 0 0,0 0-1 0 0,0-1 0 0 0,0 1 1 0 0,-1 0-1 0 0,1 0 1 0 0,0 0-1 0 0,0 0 0 0 0,0 0 1 0 0,0-1-1 0 0,-1 1 1 0 0,1 0-1 0 0,0 0 0 0 0,0 0 1 0 0,0 0-1 0 0,-1 0 0 0 0,1 0 1 0 0,0 0-1 0 0,0 0 1 0 0,0 0-1 0 0,-1 0 0 0 0,1 0 1 0 0,0 0-1 0 0,0 0 1 0 0,0 0-1 0 0,-1 0 0 0 0,1 0 1 0 0,0 0-1 0 0,0 0 0 0 0,0 0 1 0 0,-1 0-1 0 0,1 0 1 0 0,0 0-1 0 0,0 0 0 0 0,0 0 1 0 0,-1 0-1 0 0,1 0 1 0 0,0 0-1 0 0,0 1 0 0 0,0-1 1 0 0,-1 0-1 0 0,-8 10 4 0 0,2 2-46 0 0,0 1 0 0 0,1 0 0 0 0,0 1 0 0 0,-7 26 0 0 0,7-20 46 0 0,-185 735 113 0 0,175-683-47 0 0,-108 517 216 0 0,28 6 261 0 0,91-560-140 0 0,2-25 45 0 0,2-1 1 0 0,-1 1-1 0 0,1-1 0 0 0,1 1 1 0 0,0-1-1 0 0,2 18 0 0 0,-2-27-431 0 0,0 0-1 0 0,0 1 0 0 0,0-1 1 0 0,1 1-1 0 0,-1-1 0 0 0,0 0 0 0 0,0 1 1 0 0,0-1-1 0 0,1 0 0 0 0,-1 1 1 0 0,0-1-1 0 0,1 0 0 0 0,-1 1 1 0 0,0-1-1 0 0,1 0 0 0 0,-1 0 1 0 0,0 0-1 0 0,1 1 0 0 0,-1-1 1 0 0,1 0-1 0 0,-1 0 0 0 0,0 0 1 0 0,1 0-1 0 0,-1 0 0 0 0,1 1 1 0 0,-1-1-1 0 0,1 0 0 0 0,-1 0 1 0 0,0 0-1 0 0,1 0 0 0 0,-1 0 1 0 0,1 0-1 0 0,-1-1 0 0 0,1 1 1 0 0,-1 0-1 0 0,1 0 0 0 0,14-5 140 0 0,-15 4-152 0 0,12-4 61 0 0,-1-1 0 0 0,0-1 1 0 0,0 0-1 0 0,-1 0 0 0 0,0-1 0 0 0,13-13 0 0 0,48-60 145 0 0,-56 60-205 0 0,-1-1 0 0 0,-1 0-1 0 0,0 0 1 0 0,-2-1 0 0 0,-1-1 0 0 0,0 0 0 0 0,-2 0 0 0 0,-1-1 0 0 0,-1 0 0 0 0,-1-1 0 0 0,-1 1 0 0 0,-2-1 0 0 0,0 1 0 0 0,-2-1 0 0 0,0 0 0 0 0,-2 0 0 0 0,-1 1-1 0 0,-1-1 1 0 0,-1 1 0 0 0,-1 0 0 0 0,-2 0 0 0 0,0 1 0 0 0,-1 0 0 0 0,-22-39 0 0 0,12 31 47 0 0,-1 1 0 0 0,-2 1 0 0 0,-42-46 0 0 0,-89-69 165 0 0,148 141-131 0 0,-1-1-194 0 0,0 0 0 0 0,1-1-1 0 0,-1 1 1 0 0,1-1 0 0 0,-8-12 0 0 0,12 17-36 0 0,1-1 1 0 0,-1 1-1 0 0,0-1 1 0 0,1 0-1 0 0,-1 1 1 0 0,1-1-1 0 0,-1 0 0 0 0,1 1 1 0 0,0-1-1 0 0,0 0 1 0 0,0 1-1 0 0,0-1 1 0 0,0 0-1 0 0,0 0 0 0 0,0 1 1 0 0,1-1-1 0 0,-1 0 1 0 0,1 1-1 0 0,-1-1 1 0 0,1 1-1 0 0,-1-1 0 0 0,1 0 1 0 0,0 1-1 0 0,0-1 1 0 0,0 1-1 0 0,0 0 1 0 0,0-1-1 0 0,0 1 0 0 0,0 0 1 0 0,0 0-1 0 0,3-2 1 0 0,9-8-2008 0 0,-1 1 1 0 0,16-9 0 0 0,-18 13 186 0 0,19-12-4631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33 769 68 0 0,'-3'6'1484'0'0,"-1"-1"-1"0"0,1 1 1 0 0,0 0-1 0 0,0 0 1 0 0,-1 7-1 0 0,1-4-1053 0 0,0 0 0 0 0,1 0-1 0 0,0 1 1 0 0,1-1 0 0 0,0 10 0 0 0,1-17-405 0 0,0-1 1 0 0,0 1 0 0 0,0-1-1 0 0,0 0 1 0 0,0 1 0 0 0,1-1-1 0 0,-1 0 1 0 0,0 1 0 0 0,1-1-1 0 0,-1 0 1 0 0,1 0 0 0 0,0 1-1 0 0,-1-1 1 0 0,1 0-1 0 0,0 0 1 0 0,0 0 0 0 0,-1 0-1 0 0,1 0 1 0 0,0 0 0 0 0,0 0-1 0 0,0 0 1 0 0,0 0 0 0 0,0 0-1 0 0,1-1 1 0 0,-1 1 0 0 0,0 0-1 0 0,0-1 1 0 0,0 1 0 0 0,1-1-1 0 0,-1 1 1 0 0,0-1-1 0 0,1 0 1 0 0,-1 1 0 0 0,0-1-1 0 0,1 0 1 0 0,-1 0 0 0 0,0 0-1 0 0,1 0 1 0 0,1 0 0 0 0,3-1 51 0 0,-1 1 1 0 0,1-1-1 0 0,0 0 1 0 0,-1 0 0 0 0,1-1-1 0 0,-1 0 1 0 0,10-4 0 0 0,3-5 22 0 0,-1 0 0 0 0,0-1 0 0 0,0-1 0 0 0,-1-1 0 0 0,-1 0 0 0 0,0-1 0 0 0,21-28 0 0 0,-10 6-42 0 0,-1-1 1 0 0,30-60 0 0 0,-30 45 152 0 0,31-99 0 0 0,1-60 996 0 0,-54 200-1110 0 0,-1-8-106 0 0,-2 20 9 0 0,-1 0 1 0 0,1 0 0 0 0,0 0-1 0 0,-1 0 1 0 0,1 0 0 0 0,0 0-1 0 0,-1 0 1 0 0,1 0-1 0 0,0 0 1 0 0,0 0 0 0 0,-1 1-1 0 0,1-1 1 0 0,0 0 0 0 0,-1 0-1 0 0,1 0 1 0 0,0 1 0 0 0,0-1-1 0 0,-1 0 1 0 0,1 0 0 0 0,0 1-1 0 0,0-1 1 0 0,0 0 0 0 0,-1 0-1 0 0,1 1 1 0 0,0-1 0 0 0,0 0-1 0 0,0 1 1 0 0,0 0 0 0 0,-22 36-21 0 0,-10 25 50 0 0,2 2 0 0 0,4 2 0 0 0,2 0 1 0 0,3 2-1 0 0,4 0 0 0 0,-15 109 0 0 0,30-161-30 0 0,1 0 0 0 0,0 0 0 0 0,2 0 0 0 0,0 0 0 0 0,1-1 0 0 0,7 31 0 0 0,-8-42 11 0 0,0 0 1 0 0,0 0-1 0 0,1 0 1 0 0,-1 0 0 0 0,1-1-1 0 0,0 1 1 0 0,0-1 0 0 0,0 1-1 0 0,1-1 1 0 0,-1 0 0 0 0,1 0-1 0 0,0 0 1 0 0,0 0 0 0 0,0 0-1 0 0,0-1 1 0 0,1 1-1 0 0,-1-1 1 0 0,1 0 0 0 0,-1 0-1 0 0,1 0 1 0 0,0 0 0 0 0,-1-1-1 0 0,1 0 1 0 0,0 0 0 0 0,0 0-1 0 0,0 0 1 0 0,0 0 0 0 0,0-1-1 0 0,0 0 1 0 0,1 1 0 0 0,6-2-1 0 0,1-1-131 0 0,0 0 0 0 0,1-1 1 0 0,-1 0-1 0 0,0-1 0 0 0,0 0 0 0 0,-1-1 0 0 0,0-1 0 0 0,0 0 0 0 0,0 0 0 0 0,0-1 1 0 0,-1 0-1 0 0,0-1 0 0 0,0 0 0 0 0,8-9 0 0 0,7-10-320 0 0,-1-1 0 0 0,-1-1-1 0 0,31-50 1 0 0,-10 3 580 0 0,-3-1 0 0 0,-4-3-1 0 0,-3-1 1 0 0,-4-1 0 0 0,35-152-1 0 0,-43 147 649 0 0,-91 390-1014 0 0,-54 304 1127 0 0,119-587 73 0 0,2-7 1509 0 0,7-28-1743 0 0,8-28-710 0 0,3 0-1 0 0,1 1 0 0 0,27-45 1 0 0,-36 72-80 0 0,2 0 1 0 0,-1 1-1 0 0,2 0 0 0 0,0 0 1 0 0,1 1-1 0 0,0 0 0 0 0,1 2 1 0 0,1-1-1 0 0,-1 1 0 0 0,2 1 1 0 0,19-11-1 0 0,-31 19 42 0 0,0 1-1 0 0,1-1 1 0 0,-1 1 0 0 0,0 0-1 0 0,1 0 1 0 0,-1 0 0 0 0,1 0 0 0 0,-1 0-1 0 0,1 1 1 0 0,-1 0 0 0 0,1-1-1 0 0,0 1 1 0 0,-1 1 0 0 0,1-1-1 0 0,-1 0 1 0 0,1 1 0 0 0,-1 0-1 0 0,1 0 1 0 0,-1 0 0 0 0,1 0-1 0 0,-1 1 1 0 0,0-1 0 0 0,0 1-1 0 0,4 2 1 0 0,-3-1 17 0 0,0 1 0 0 0,0 0 1 0 0,-1 0-1 0 0,1 0 0 0 0,-1 0 0 0 0,0 0 0 0 0,0 1 0 0 0,0 0 1 0 0,-1-1-1 0 0,1 1 0 0 0,-1 0 0 0 0,-1 0 0 0 0,1 0 0 0 0,-1 1 1 0 0,2 7-1 0 0,0 16 23 0 0,-1 0 0 0 0,-1 1 0 0 0,-4 36 0 0 0,1-32 29 0 0,3 53 0 0 0,-1-86-59 0 0,0 0 1 0 0,0 0-1 0 0,0-1 1 0 0,0 1-1 0 0,0 0 1 0 0,1 0-1 0 0,-1 0 1 0 0,0 0-1 0 0,1-1 1 0 0,-1 1 0 0 0,0 0-1 0 0,1 0 1 0 0,-1-1-1 0 0,1 1 1 0 0,-1 0-1 0 0,1-1 1 0 0,-1 1-1 0 0,1 0 1 0 0,0-1-1 0 0,-1 1 1 0 0,1-1-1 0 0,0 1 1 0 0,-1-1-1 0 0,1 1 1 0 0,0-1-1 0 0,1 1 1 0 0,0-1-1 0 0,0 1-1 0 0,0-1 1 0 0,-1 0 0 0 0,1 0 0 0 0,0 0-1 0 0,0 0 1 0 0,0 0 0 0 0,0-1 0 0 0,0 1-1 0 0,0 0 1 0 0,2-2 0 0 0,5-1-16 0 0,-1-1 1 0 0,0 0-1 0 0,0 0 0 0 0,9-7 0 0 0,2-4-95 0 0,0 0-1 0 0,0-2 0 0 0,-2-1 0 0 0,0 0 1 0 0,15-21-1 0 0,-4 1-256 0 0,38-73 0 0 0,-56 92 378 0 0,-1-1-1 0 0,-1-1 1 0 0,10-34-1 0 0,-15 45 0 0 0,-1 1 1 0 0,-1 0 0 0 0,0-1-1 0 0,0 1 1 0 0,-1-1-1 0 0,0 1 1 0 0,0-1-1 0 0,-1 1 1 0 0,0-1-1 0 0,-5-14 1 0 0,6 23-17 0 0,-1 0 1 0 0,1 0-1 0 0,0 0 0 0 0,-1 0 0 0 0,1 0 1 0 0,-1 0-1 0 0,0 0 0 0 0,1 0 1 0 0,-1 0-1 0 0,0 0 0 0 0,1 0 0 0 0,-1 0 1 0 0,0 1-1 0 0,0-1 0 0 0,0 0 1 0 0,0 1-1 0 0,1-1 0 0 0,-1 0 0 0 0,0 1 1 0 0,0-1-1 0 0,0 1 0 0 0,0 0 1 0 0,-1-1-1 0 0,1 1 0 0 0,0 0 0 0 0,0 0 1 0 0,0-1-1 0 0,0 1 0 0 0,0 0 1 0 0,0 0-1 0 0,0 0 0 0 0,0 0 0 0 0,0 1 1 0 0,-1-1-1 0 0,1 0 0 0 0,0 0 1 0 0,-1 1-1 0 0,-1 0-23 0 0,-1 1 1 0 0,1-1-1 0 0,0 0 0 0 0,0 1 1 0 0,0 0-1 0 0,0 0 1 0 0,0 0-1 0 0,0 0 0 0 0,0 0 1 0 0,-2 3-1 0 0,2-2 31 0 0,1 0 1 0 0,0 0-1 0 0,-1 0 0 0 0,1 0 0 0 0,0 1 0 0 0,1-1 1 0 0,-1 1-1 0 0,1-1 0 0 0,-1 1 0 0 0,1-1 0 0 0,0 1 0 0 0,0 0 1 0 0,1-1-1 0 0,-1 1 0 0 0,1 0 0 0 0,0 0 0 0 0,0-1 1 0 0,0 1-1 0 0,0 0 0 0 0,1 0 0 0 0,-1 0 0 0 0,1-1 0 0 0,0 1 1 0 0,0 0-1 0 0,0-1 0 0 0,1 1 0 0 0,-1-1 0 0 0,1 0 1 0 0,3 5-1 0 0,5 7-6 0 0,2 0 1 0 0,-1 0-1 0 0,2-1 0 0 0,24 21 1 0 0,-12-11-15 0 0,-22-22 13 0 0,0 1-1 0 0,-1-1 0 0 0,1 1 1 0 0,0 0-1 0 0,-1 0 1 0 0,0 0-1 0 0,0 1 0 0 0,0-1 1 0 0,0 0-1 0 0,0 1 0 0 0,0-1 1 0 0,-1 1-1 0 0,0 0 1 0 0,0-1-1 0 0,0 1 0 0 0,0 0 1 0 0,-1 0-1 0 0,1 0 0 0 0,-1 0 1 0 0,0 0-1 0 0,0-1 1 0 0,0 1-1 0 0,-1 0 0 0 0,1 0 1 0 0,-1 0-1 0 0,0 0 0 0 0,0-1 1 0 0,0 1-1 0 0,-3 5 1 0 0,-77 175 65 0 0,80-183-58 0 0,0 0 1 0 0,1 1-1 0 0,-1-1 0 0 0,1 1 0 0 0,-1-1 1 0 0,1 1-1 0 0,0-1 0 0 0,-1 1 1 0 0,1-1-1 0 0,0 1 0 0 0,0-1 0 0 0,0 1 1 0 0,0 0-1 0 0,0-1 0 0 0,0 1 1 0 0,1-1-1 0 0,-1 1 0 0 0,0-1 0 0 0,1 1 1 0 0,-1-1-1 0 0,1 1 0 0 0,0-1 1 0 0,-1 0-1 0 0,1 1 0 0 0,0-1 0 0 0,0 0 1 0 0,0 1-1 0 0,0-1 0 0 0,0 0 1 0 0,0 0-1 0 0,0 0 0 0 0,1 0 1 0 0,-1 0-1 0 0,0 0 0 0 0,0 0 0 0 0,1-1 1 0 0,-1 1-1 0 0,1 0 0 0 0,-1-1 1 0 0,1 1-1 0 0,-1-1 0 0 0,1 1 0 0 0,-1-1 1 0 0,1 0-1 0 0,-1 1 0 0 0,3-1 1 0 0,9 0 5 0 0,-1 0 1 0 0,1 0-1 0 0,0-2 1 0 0,0 1-1 0 0,-1-2 1 0 0,1 1-1 0 0,-1-2 1 0 0,0 0-1 0 0,15-7 1 0 0,-10 3-33 0 0,0-1 0 0 0,-1-1 1 0 0,0 0-1 0 0,-1-1 0 0 0,25-25 1 0 0,-18 14 156 0 0,-2-1 0 0 0,0-1 0 0 0,-2-1 0 0 0,-1-1 0 0 0,0 0 0 0 0,-2-1 0 0 0,19-49 0 0 0,-19 30 143 0 0,-14 45-239 0 0,-3 1-42 0 0,1 0 0 0 0,-1 1 0 0 0,0-1 1 0 0,1 1-1 0 0,0-1 0 0 0,-1 1 0 0 0,1 0 0 0 0,-1-1 1 0 0,1 1-1 0 0,0 0 0 0 0,-1 0 0 0 0,1 0 1 0 0,0 0-1 0 0,0 0 0 0 0,-1 2 0 0 0,-18 21-42 0 0,15-17 55 0 0,-11 15-27 0 0,0 1 0 0 0,2 1 1 0 0,0 0-1 0 0,2 1 0 0 0,1 1 1 0 0,1 0-1 0 0,1 0 0 0 0,1 1 1 0 0,-7 44-1 0 0,14-63 31 0 0,0 1 1 0 0,0-1-1 0 0,1 0 1 0 0,1 1-1 0 0,-1-1 0 0 0,1 0 1 0 0,0 1-1 0 0,5 14 0 0 0,-4-20-7 0 0,-1 1 0 0 0,1-1-1 0 0,-1 0 1 0 0,1 0 0 0 0,0 0-1 0 0,1 0 1 0 0,-1 0 0 0 0,0 0-1 0 0,1 0 1 0 0,-1-1 0 0 0,1 1-1 0 0,0-1 1 0 0,0 0 0 0 0,0 0-1 0 0,0 0 1 0 0,0 0 0 0 0,1-1-1 0 0,-1 1 1 0 0,0-1 0 0 0,1 0-1 0 0,-1 0 1 0 0,5 1 0 0 0,3 0 5 0 0,1-1 0 0 0,-1-1 0 0 0,0 1 0 0 0,1-2 0 0 0,-1 1 0 0 0,0-2 0 0 0,0 1 0 0 0,0-2 0 0 0,0 1 0 0 0,0-2 0 0 0,0 1 0 0 0,15-8 0 0 0,-2-1-1 0 0,0-2 0 0 0,-1 0 0 0 0,0-1 0 0 0,21-19 0 0 0,-8 3-23 0 0,-2-1-1 0 0,48-58 0 0 0,-63 66 46 0 0,-1 0 1 0 0,-1-2-1 0 0,-2 0 0 0 0,0 0 0 0 0,11-32 0 0 0,-12 13 127 0 0,-13 43-157 0 0,-1 0 0 0 0,1 0 0 0 0,-1 1 1 0 0,0-1-1 0 0,0 0 0 0 0,0 0 0 0 0,0 0 0 0 0,0 0 1 0 0,0 0-1 0 0,-1 0 0 0 0,1 0 0 0 0,0 0 0 0 0,-1 0 1 0 0,0 0-1 0 0,1 1 0 0 0,-1-1 0 0 0,0 0 0 0 0,0 0 1 0 0,-2-2-1 0 0,2 3-5 0 0,-1 0 0 0 0,1 1 0 0 0,-1-1 0 0 0,1 0 0 0 0,-1 0 0 0 0,0 1 0 0 0,1-1 0 0 0,-1 1 0 0 0,0 0 1 0 0,0 0-1 0 0,1-1 0 0 0,-1 1 0 0 0,0 0 0 0 0,0 0 0 0 0,1 0 0 0 0,-1 1 0 0 0,-3 0 0 0 0,-29 9 4 0 0,22-3-15 0 0,0 0 0 0 0,0 1-1 0 0,1 0 1 0 0,0 1-1 0 0,1 1 1 0 0,0-1-1 0 0,0 2 1 0 0,1-1-1 0 0,0 1 1 0 0,1 1-1 0 0,0-1 1 0 0,1 1-1 0 0,-10 23 1 0 0,14-28 16 0 0,1 0-1 0 0,0 1 1 0 0,0-1 0 0 0,0 0 0 0 0,1 1 0 0 0,0-1-1 0 0,0 1 1 0 0,1 0 0 0 0,0-1 0 0 0,1 1 0 0 0,2 12-1 0 0,-2-13 11 0 0,1-1 0 0 0,1 0 0 0 0,-1 0 0 0 0,1 0 0 0 0,0-1 0 0 0,0 1 0 0 0,1-1 0 0 0,0 1 0 0 0,0-1 0 0 0,0 0 0 0 0,0 0 0 0 0,1-1 0 0 0,0 1 0 0 0,0-1 0 0 0,7 5 0 0 0,9 3 24 0 0,-1 0 0 0 0,1-2 0 0 0,1 0 0 0 0,-1-2-1 0 0,2 0 1 0 0,27 5 0 0 0,4-1-1404 0 0,84 6 0 0 0,-106-15-975 0 0,0-1 0 0 0,0-2 0 0 0,57-7-1 0 0,-48 1-2807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19 672 0 0,'-235'0'13062'0'0,"472"-5"-13093"0"0,-76-2-5727 0 0,-71 1 217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1928 0 0,'-4'-10'5838'0'0,"4"-3"-2085"0"0,8 26-3196 0 0,0 3-411 0 0,33 55 378 0 0,-4 3 0 0 0,-3 1-1 0 0,-3 1 1 0 0,26 102 0 0 0,-47-135-407 0 0,-5-22 222 0 0,0-1 0 0 0,1 1-1 0 0,10 20 1 0 0,-16-41-278 0 0,0 1 0 0 0,0-1 1 0 0,0 1-1 0 0,1-1 0 0 0,-1 1 0 0 0,0-1 1 0 0,0 1-1 0 0,1-1 0 0 0,-1 1 1 0 0,0-1-1 0 0,1 0 0 0 0,-1 1 0 0 0,0-1 1 0 0,1 0-1 0 0,-1 1 0 0 0,1-1 1 0 0,-1 0-1 0 0,1 0 0 0 0,-1 1 0 0 0,1-1 1 0 0,-1 0-1 0 0,1 0 0 0 0,-1 0 0 0 0,1 1 1 0 0,-1-1-1 0 0,1 0 0 0 0,-1 0 1 0 0,1 0-1 0 0,-1 0 0 0 0,1 0 0 0 0,-1 0 1 0 0,1 0-1 0 0,0-1 0 0 0,1 1 1 0 0,-1-1-1 0 0,1 0 1 0 0,-1 0-1 0 0,1 0 1 0 0,-1 0-1 0 0,1 0 0 0 0,-1 0 1 0 0,0-1-1 0 0,0 1 1 0 0,2-2-1 0 0,25-42 74 0 0,-27 43-50 0 0,135-284 179 0 0,-31 60-300 0 0,-101 218-11 0 0,12-22 72 0 0,-15 29-51 0 0,0 0 0 0 0,-1 1 0 0 0,1-1 0 0 0,0 0 0 0 0,0 0 0 0 0,0 0 0 0 0,0 0 0 0 0,-1 1 0 0 0,1-1 0 0 0,0 1 1 0 0,1-1-1 0 0,-1 0 0 0 0,0 1 0 0 0,0 0 0 0 0,0-1 0 0 0,0 1 0 0 0,0 0 0 0 0,0-1 0 0 0,0 1 0 0 0,1 0 0 0 0,-1 0 0 0 0,1 0 0 0 0,-1 0-21 0 0,0 1 0 0 0,0-1 0 0 0,-1 0 0 0 0,1 1 0 0 0,0-1 0 0 0,-1 0 0 0 0,1 1 0 0 0,-1-1 0 0 0,1 1 0 0 0,0-1 0 0 0,-1 1 0 0 0,1 0 0 0 0,-1-1 0 0 0,1 1 0 0 0,-1 0 0 0 0,0-1 0 0 0,1 1 0 0 0,-1 0 0 0 0,0-1 0 0 0,1 1 0 0 0,-1 1 0 0 0,6 17-841 0 0,-6-16 566 0 0,5 19-2152 0 0,1 31 0 0 0,-2-19-2197 0 0,-2-15 37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286 217 1912 0 0,'6'-12'2016'0'0,"-1"-1"1"0"0,-1 1-1 0 0,6-23 0 0 0,-8 25-1428 0 0,0 0 1 0 0,-1 0-1 0 0,0 0 1 0 0,-1 1-1 0 0,0-1 0 0 0,0 0 1 0 0,-1 0-1 0 0,0 0 0 0 0,-5-17 1 0 0,6 26-550 0 0,-1-1 1 0 0,1 1 0 0 0,-1-1-1 0 0,1 1 1 0 0,-1-1-1 0 0,0 1 1 0 0,0-1 0 0 0,0 1-1 0 0,0-1 1 0 0,0 1-1 0 0,0 0 1 0 0,0 0 0 0 0,0-1-1 0 0,0 1 1 0 0,-1 0 0 0 0,1 0-1 0 0,0 0 1 0 0,-1 1-1 0 0,1-1 1 0 0,0 0 0 0 0,-1 0-1 0 0,0 1 1 0 0,-1-2-1 0 0,0 2-16 0 0,1 0 0 0 0,-1 0 0 0 0,0 0 0 0 0,1 0 0 0 0,-1 1 0 0 0,0-1 0 0 0,1 1 0 0 0,-1-1 1 0 0,1 1-1 0 0,-1 0 0 0 0,1 0 0 0 0,-1 0 0 0 0,-2 2 0 0 0,-5 3 3 0 0,-1 1 0 0 0,2 1 1 0 0,-1-1-1 0 0,1 2 1 0 0,-10 10-1 0 0,-7 10 31 0 0,2 1-1 0 0,-30 48 1 0 0,42-59-33 0 0,2 1 1 0 0,0 0-1 0 0,1 0 1 0 0,1 1-1 0 0,-9 37 0 0 0,16-54-21 0 0,0 0-1 0 0,0 0 0 0 0,0 1 1 0 0,1-1-1 0 0,0 0 0 0 0,0 1 1 0 0,0-1-1 0 0,0 0 0 0 0,1 1 1 0 0,-1-1-1 0 0,1 0 1 0 0,0 0-1 0 0,1 0 0 0 0,1 5 1 0 0,-2-8 1 0 0,1 0 0 0 0,-1 1 0 0 0,1-1 0 0 0,0 0-1 0 0,-1 0 1 0 0,1 0 0 0 0,0 0 0 0 0,0 0 0 0 0,0 0 0 0 0,0-1 0 0 0,-1 1 0 0 0,1-1 0 0 0,0 1 0 0 0,0-1 0 0 0,0 0 0 0 0,0 0 0 0 0,1 0 0 0 0,-1 0 0 0 0,0 0 0 0 0,0 0 0 0 0,0 0 0 0 0,0-1 0 0 0,0 1 0 0 0,-1-1 0 0 0,1 1 0 0 0,0-1 0 0 0,0 0 0 0 0,0 0 0 0 0,2-1 0 0 0,5-2 0 0 0,0-1 0 0 0,0 0-1 0 0,-1-1 1 0 0,12-8 0 0 0,-3-1-12 0 0,-1-1 0 0 0,0-1-1 0 0,-1-1 1 0 0,22-33 0 0 0,38-82 50 0 0,-74 130-33 0 0,3 7-8 0 0,-4-4-1 0 0,0 0 1 0 0,1 0-1 0 0,-1 0 0 0 0,0 0 0 0 0,0 1 0 0 0,1-1 1 0 0,-1 0-1 0 0,0 0 0 0 0,0 0 0 0 0,1 0 1 0 0,-1 0-1 0 0,0 1 0 0 0,0-1 0 0 0,0 0 1 0 0,1 0-1 0 0,-1 0 0 0 0,0 1 0 0 0,0-1 1 0 0,0 0-1 0 0,0 0 0 0 0,0 1 0 0 0,0-1 1 0 0,1 0-1 0 0,-1 0 0 0 0,0 1 0 0 0,0-1 1 0 0,0 0-1 0 0,0 0 0 0 0,0 1 0 0 0,0-1 1 0 0,0 0-1 0 0,0 0 0 0 0,0 1 0 0 0,0-1 1 0 0,0 0-1 0 0,0 0 0 0 0,0 1 0 0 0,-11 86 94 0 0,5-51-73 0 0,2 1 1 0 0,1-1 0 0 0,3 56 0 0 0,0-87-17 0 0,1 0 0 0 0,0-1 0 0 0,0 1-1 0 0,0 0 1 0 0,0 0 0 0 0,1-1 0 0 0,-1 1 0 0 0,1-1 0 0 0,0 1-1 0 0,1-1 1 0 0,-1 0 0 0 0,1 0 0 0 0,0 0 0 0 0,0 0 0 0 0,0 0-1 0 0,0-1 1 0 0,5 4 0 0 0,-5-5 1 0 0,0 0 0 0 0,1 0 0 0 0,-1-1 0 0 0,1 1 0 0 0,-1-1 1 0 0,1 0-1 0 0,0 0 0 0 0,-1 0 0 0 0,1 0 0 0 0,0-1 0 0 0,0 0 0 0 0,0 1 0 0 0,-1-1 0 0 0,1 0 0 0 0,0-1 0 0 0,0 1 0 0 0,0-1 0 0 0,-1 0 0 0 0,1 0 0 0 0,0 0 1 0 0,-1 0-1 0 0,5-3 0 0 0,5-2-2 0 0,0-1 1 0 0,0 0 0 0 0,0-1-1 0 0,-1 0 1 0 0,-1-1 0 0 0,1-1 0 0 0,-2 0-1 0 0,1 0 1 0 0,-1-1 0 0 0,-1 0-1 0 0,0-1 1 0 0,0 0 0 0 0,10-20-1 0 0,-9 12-10 0 0,0-1 0 0 0,-1 0-1 0 0,-1 0 1 0 0,-1-1-1 0 0,-1 0 1 0 0,-1 0 0 0 0,-1 0-1 0 0,1-28 1 0 0,-5 44-8 0 0,0-1 1 0 0,-1 0 0 0 0,1 0-1 0 0,-1 1 1 0 0,-1-1 0 0 0,-3-11-1 0 0,5 17 13 0 0,-1 1 0 0 0,1-1 0 0 0,0 1-1 0 0,0-1 1 0 0,-1 1 0 0 0,1-1 0 0 0,0 1 0 0 0,-1 0-1 0 0,1-1 1 0 0,0 1 0 0 0,-1-1 0 0 0,1 1 0 0 0,-1 0-1 0 0,1 0 1 0 0,-1-1 0 0 0,1 1 0 0 0,-1 0-1 0 0,1 0 1 0 0,-1-1 0 0 0,1 1 0 0 0,-1 0 0 0 0,1 0-1 0 0,-1 0 1 0 0,1 0 0 0 0,-1 0 0 0 0,1 0 0 0 0,-1 0-1 0 0,1 0 1 0 0,-1 0 0 0 0,1 0 0 0 0,-1 0-1 0 0,1 0 1 0 0,-1 0 0 0 0,1 0 0 0 0,-1 0 0 0 0,1 1-1 0 0,-1-1 1 0 0,1 0 0 0 0,-1 1 0 0 0,-1 0-2 0 0,0-1 1 0 0,1 1-1 0 0,-1 0 1 0 0,1 0-1 0 0,-1 0 1 0 0,1 1-1 0 0,-1-1 1 0 0,1 0-1 0 0,0 0 1 0 0,-2 3-1 0 0,1-1 7 0 0,-1 1 0 0 0,2 0 0 0 0,-1-1 1 0 0,0 1-1 0 0,1 0 0 0 0,0 0 0 0 0,0 0 0 0 0,0 0 0 0 0,0-1 0 0 0,0 2 0 0 0,1-1 0 0 0,0 0 0 0 0,0 0 0 0 0,0 0 0 0 0,0 0 0 0 0,1 0 0 0 0,0 0 0 0 0,-1 0 0 0 0,1 0 0 0 0,1 0 1 0 0,-1-1-1 0 0,1 1 0 0 0,-1 0 0 0 0,1-1 0 0 0,3 5 0 0 0,-2-3-65 0 0,1 0 0 0 0,0 0 1 0 0,1-1-1 0 0,-1 1 0 0 0,1-1 0 0 0,0 0 1 0 0,0-1-1 0 0,0 1 0 0 0,0-1 0 0 0,1 0 0 0 0,-1 0 1 0 0,1 0-1 0 0,0-1 0 0 0,0 0 0 0 0,0 0 1 0 0,7 1-1 0 0,5 0-287 0 0,1 0 0 0 0,0-1 0 0 0,0-1 0 0 0,-1-1 1 0 0,1-1-1 0 0,0 0 0 0 0,32-7 0 0 0,-43 6 386 0 0,0 0 0 0 0,0-1 0 0 0,-1 1 0 0 0,1-2 0 0 0,-1 1 0 0 0,0-1 0 0 0,0 0 0 0 0,0 0 0 0 0,-1-1 0 0 0,1 0 0 0 0,-1 0 0 0 0,0-1 0 0 0,-1 1 0 0 0,1-1 0 0 0,-1 0 0 0 0,0-1 0 0 0,-1 1-1 0 0,1-1 1 0 0,-1 0 0 0 0,6-15 0 0 0,-8 16 182 0 0,5-18 621 0 0,-7 22-772 0 0,-2 3-53 0 0,0 0 0 0 0,0 0-1 0 0,0 0 1 0 0,0 0 0 0 0,1 0-1 0 0,-1 1 1 0 0,0-1 0 0 0,1 0-1 0 0,-1 1 1 0 0,1-1-1 0 0,-1 1 1 0 0,1 0 0 0 0,0-1-1 0 0,-1 1 1 0 0,-1 4 0 0 0,-13 22 53 0 0,0 1 0 0 0,2 1 0 0 0,1 0 0 0 0,2 1 0 0 0,1 0 0 0 0,1 1 0 0 0,2 0 0 0 0,-6 55 1 0 0,12-84-66 0 0,1 1 0 0 0,0-1 0 0 0,0 0 0 0 0,0 1 0 0 0,0-1 0 0 0,1 0 1 0 0,0 1-1 0 0,-1-1 0 0 0,1 0 0 0 0,0 0 0 0 0,0 0 0 0 0,1 0 0 0 0,-1 0 1 0 0,1 0-1 0 0,-1 0 0 0 0,1 0 0 0 0,0 0 0 0 0,0-1 0 0 0,0 1 0 0 0,0-1 1 0 0,1 1-1 0 0,-1-1 0 0 0,1 0 0 0 0,-1 0 0 0 0,1 0 0 0 0,0 0 0 0 0,0 0 1 0 0,5 1-1 0 0,-2-1-200 0 0,1 0 0 0 0,0 0 0 0 0,1-1 0 0 0,-1 0 0 0 0,0 0-1 0 0,0 0 1 0 0,1-1 0 0 0,-1-1 0 0 0,0 1 0 0 0,0-1 0 0 0,0 0 0 0 0,10-3 0 0 0,-1-1-269 0 0,1-1-1 0 0,-1 0 0 0 0,-1-1 1 0 0,1-1-1 0 0,-1 0 0 0 0,-1-1 1 0 0,1-1-1 0 0,-2 0 0 0 0,1-1 1 0 0,-1 0-1 0 0,19-24 0 0 0,-18 18 947 0 0,0-1-1 0 0,-1 0 0 0 0,-2-1 1 0 0,0 0-1 0 0,0-1 0 0 0,-2-1 1 0 0,-1 1-1 0 0,10-37 1 0 0,-8 24 1029 0 0,-5 19-893 0 0,-5 13-330 0 0,-1 6-7 0 0,-12 40 713 0 0,-4 10-521 0 0,2 1 0 0 0,-11 98 0 0 0,25-152-463 0 0,1 1 0 0 0,0-1 0 0 0,0 0 0 0 0,0 1 0 0 0,1-1 0 0 0,-1 0 0 0 0,1 0-1 0 0,-1 1 1 0 0,1-1 0 0 0,1 3 0 0 0,-2-4-56 0 0,1 0-1 0 0,-1 0 0 0 0,1-1 0 0 0,-1 1 0 0 0,1 0 0 0 0,0-1 0 0 0,-1 1 1 0 0,1 0-1 0 0,0-1 0 0 0,0 1 0 0 0,-1-1 0 0 0,1 1 0 0 0,0-1 0 0 0,0 1 1 0 0,0-1-1 0 0,-1 0 0 0 0,1 1 0 0 0,0-1 0 0 0,0 0 0 0 0,0 0 1 0 0,0 0-1 0 0,0 0 0 0 0,0 1 0 0 0,0-1 0 0 0,-1 0 0 0 0,1-1 0 0 0,0 1 1 0 0,0 0-1 0 0,1 0 0 0 0,7-3-991 0 0,1 1 0 0 0,-1-2 0 0 0,0 1 0 0 0,0-1 0 0 0,0-1 0 0 0,-1 1 0 0 0,0-1-1 0 0,9-8 1 0 0,5-5-4416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175 127 1336 0 0,'-10'-17'1670'0'0,"-1"1"-1"0"0,-1 0 1 0 0,-1 1-1 0 0,0 0 1 0 0,0 1 0 0 0,-19-15-1 0 0,31 29-1653 0 0,1-1 1 0 0,-1 1-1 0 0,0-1 0 0 0,1 1 0 0 0,-1 0 1 0 0,0-1-1 0 0,1 1 0 0 0,-1 0 0 0 0,0-1 1 0 0,0 1-1 0 0,1 0 0 0 0,-1 0 0 0 0,0 0 1 0 0,0-1-1 0 0,0 1 0 0 0,1 0 0 0 0,-1 0 1 0 0,0 0-1 0 0,0 0 0 0 0,0 1 0 0 0,1-1 1 0 0,-1 0-1 0 0,0 0 0 0 0,0 0 0 0 0,-1 1 1 0 0,1 0-87 0 0,-1 0 0 0 0,1 0 0 0 0,0 0 1 0 0,-1 1-1 0 0,1-1 0 0 0,0 0 1 0 0,0 1-1 0 0,0-1 0 0 0,0 1 1 0 0,0-1-1 0 0,-1 3 0 0 0,-2 5-579 0 0,0 0 0 0 0,1 0 0 0 0,-2 13-1 0 0,3-17 391 0 0,-10 55-4578 0 0,7-39 2325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296 145 836 0 0,'2'-2'2633'0'0,"0"0"-2008"0"0,0 0 0 0 0,0 0-1 0 0,0-1 1 0 0,0 1 0 0 0,0 0 0 0 0,-1-1 0 0 0,1 1-1 0 0,-1-1 1 0 0,0 0 0 0 0,1 0 0 0 0,-1 1-1 0 0,0-1 1 0 0,-1 0 0 0 0,1 0 0 0 0,0 0 0 0 0,-1 0-1 0 0,0-4 1 0 0,-1-20 1288 0 0,0 24-1778 0 0,0-1 0 0 0,0 1 0 0 0,0 0 0 0 0,0-1 0 0 0,0 1 0 0 0,0 0 0 0 0,-1 0 0 0 0,0 0 0 0 0,0 0 0 0 0,0 0 0 0 0,0 1 0 0 0,0-1 0 0 0,0 0 0 0 0,-1 1 0 0 0,1 0 0 0 0,-1-1 0 0 0,1 1 0 0 0,-1 0 0 0 0,0 0 0 0 0,0 1 0 0 0,0-1 0 0 0,0 1 0 0 0,-6-3 0 0 0,6 4-120 0 0,1 0-1 0 0,-1-1 0 0 0,0 1 0 0 0,1 0 0 0 0,-1 1 0 0 0,0-1 0 0 0,1 0 0 0 0,-1 1 0 0 0,0 0 0 0 0,1-1 1 0 0,-1 1-1 0 0,1 0 0 0 0,-1 0 0 0 0,1 0 0 0 0,-4 3 0 0 0,-32 23 50 0 0,35-25-58 0 0,-14 13 9 0 0,0 1 1 0 0,2 1-1 0 0,0 0 1 0 0,0 1-1 0 0,2 0 1 0 0,0 1 0 0 0,1 1-1 0 0,1 0 1 0 0,1 0-1 0 0,1 1 1 0 0,1 0-1 0 0,0 1 1 0 0,-5 28-1 0 0,12-44-14 0 0,0 0-1 0 0,1 0 0 0 0,0 0 1 0 0,0 0-1 0 0,0 0 1 0 0,1 1-1 0 0,-1-1 0 0 0,1 0 1 0 0,3 8-1 0 0,-3-12-23 0 0,0 0-1 0 0,-1 0 0 0 0,1 0 1 0 0,0 0-1 0 0,1 0 0 0 0,-1 0 0 0 0,0 0 1 0 0,0-1-1 0 0,1 1 0 0 0,-1 0 1 0 0,1-1-1 0 0,0 1 0 0 0,-1-1 1 0 0,1 1-1 0 0,0-1 0 0 0,0 0 1 0 0,0 0-1 0 0,0 0 0 0 0,0 0 1 0 0,0 0-1 0 0,0 0 0 0 0,0 0 1 0 0,0-1-1 0 0,1 1 0 0 0,-1-1 1 0 0,0 0-1 0 0,0 1 0 0 0,1-1 1 0 0,-1 0-1 0 0,3-1 0 0 0,4 0-41 0 0,0 0-1 0 0,0-1 1 0 0,0 0-1 0 0,0-1 0 0 0,-1 0 1 0 0,1 0-1 0 0,-1-1 1 0 0,0 0-1 0 0,0-1 1 0 0,0 1-1 0 0,0-1 1 0 0,-1-1-1 0 0,12-10 1 0 0,4-9 10 0 0,-1-1 1 0 0,-1-1 0 0 0,-1 0-1 0 0,-1-2 1 0 0,16-34 0 0 0,-22 40 48 0 0,-13 23 3 0 0,0-1-1 0 0,0 1 1 0 0,0 0 0 0 0,0-1 0 0 0,1 1 0 0 0,-1 0 0 0 0,0-1 0 0 0,0 1 0 0 0,0 0 0 0 0,1 0-1 0 0,-1-1 1 0 0,0 1 0 0 0,0 0 0 0 0,1 0 0 0 0,-1-1 0 0 0,0 1 0 0 0,0 0 0 0 0,1 0 0 0 0,-1 0-1 0 0,0-1 1 0 0,1 1 0 0 0,-1 0 0 0 0,0 0 0 0 0,1 0 0 0 0,-1 0 0 0 0,0 0 0 0 0,1 0 0 0 0,3 7-17 0 0,-2 15 49 0 0,-12 63 30 0 0,6-63-54 0 0,1-1 0 0 0,1 1-1 0 0,1 0 1 0 0,1-1 0 0 0,3 32 0 0 0,-2-49-135 0 0,0-1 0 0 0,0 0-1 0 0,0 1 1 0 0,0-1-1 0 0,1 0 1 0 0,-1 0 0 0 0,1 0-1 0 0,0 0 1 0 0,0 0-1 0 0,0 0 1 0 0,0-1 0 0 0,0 1-1 0 0,1-1 1 0 0,-1 1 0 0 0,1-1-1 0 0,0 0 1 0 0,0 0-1 0 0,0 0 1 0 0,0 0 0 0 0,0 0-1 0 0,5 1 1 0 0,-1 0-752 0 0,1-1 0 0 0,-1 1 0 0 0,1-2 0 0 0,0 1 0 0 0,0-1 0 0 0,-1 0-1 0 0,1-1 1 0 0,12 0 0 0 0,7-3-4319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202 208 2204 0 0,'4'-41'4696'0'0,"-2"0"-1"0"0,-4-68 1 0 0,3 108-4623 0 0,-1 0 1 0 0,0 0-1 0 0,0 0 0 0 0,0 0 1 0 0,-1 1-1 0 0,1-1 1 0 0,0 0-1 0 0,0 0 0 0 0,0 0 1 0 0,-1 0-1 0 0,1 0 1 0 0,0 1-1 0 0,-1-1 0 0 0,1 0 1 0 0,0 0-1 0 0,-1 0 1 0 0,1 1-1 0 0,-2-2 0 0 0,2 2-54 0 0,-1 0 0 0 0,1 0 0 0 0,-1 1 0 0 0,1-1 0 0 0,-1 0 0 0 0,1 0 0 0 0,0 0 0 0 0,-1 1 0 0 0,1-1 0 0 0,-1 0 0 0 0,1 0-1 0 0,0 1 1 0 0,-1-1 0 0 0,1 0 0 0 0,0 1 0 0 0,-1-1 0 0 0,1 0 0 0 0,0 1 0 0 0,0-1 0 0 0,-1 1 0 0 0,1-1 0 0 0,0 0 0 0 0,0 1 0 0 0,-1 0 0 0 0,-16 40 0 0 0,15-35 115 0 0,-88 289 303 0 0,71-222-352 0 0,8-32-61 0 0,-27 111 53 0 0,32-123-56 0 0,2-1 0 0 0,1 1 0 0 0,1 40-1 0 0,2-63-6 0 0,1-1 0 0 0,-1 1 0 0 0,1-1 1 0 0,0 1-1 0 0,1-1 0 0 0,-1 1 0 0 0,1-1 0 0 0,0 0 0 0 0,1 0 0 0 0,-1 0 0 0 0,1 0 0 0 0,0 0 0 0 0,0 0 0 0 0,0-1 0 0 0,1 1 0 0 0,6 5 0 0 0,-7-8-4 0 0,0 1 1 0 0,1-1 0 0 0,-1 0-1 0 0,1 1 1 0 0,0-2-1 0 0,0 1 1 0 0,-1 0-1 0 0,1-1 1 0 0,0 0-1 0 0,1 0 1 0 0,-1 0 0 0 0,0 0-1 0 0,0-1 1 0 0,0 1-1 0 0,0-1 1 0 0,1 0-1 0 0,-1 0 1 0 0,0-1 0 0 0,0 1-1 0 0,0-1 1 0 0,0 0-1 0 0,6-2 1 0 0,-2-1-5 0 0,0 1 1 0 0,0-1-1 0 0,0-1 0 0 0,0 1 1 0 0,-1-1-1 0 0,0 0 1 0 0,0-1-1 0 0,-1 0 0 0 0,1 0 1 0 0,-1-1-1 0 0,0 1 1 0 0,-1-1-1 0 0,0 0 0 0 0,0-1 1 0 0,0 1-1 0 0,-1-1 1 0 0,0 0-1 0 0,5-16 1 0 0,-4 9-14 0 0,-1 0 0 0 0,0 0 1 0 0,-1-1-1 0 0,0 1 1 0 0,-1-1-1 0 0,-1 0 1 0 0,-1 0-1 0 0,0 0 0 0 0,-4-28 1 0 0,-3 17-10 0 0,-1 0 0 0 0,-14-36 0 0 0,-5-13-233 0 0,27 74 228 0 0,1-1-21 0 0,21 5 14 0 0,11 5-201 0 0,0-2 0 0 0,0-1 0 0 0,0-2-1 0 0,42-2 1 0 0,-53-1-11 0 0,1-2-1 0 0,-1 0 1 0 0,0-1 0 0 0,0-1-1 0 0,0-1 1 0 0,-1-1 0 0 0,27-13-1 0 0,-38 15 197 0 0,1-1 0 0 0,-2-1-1 0 0,1 0 1 0 0,-1 0 0 0 0,1-1-1 0 0,-2 0 1 0 0,1 0 0 0 0,-2-1-1 0 0,1 0 1 0 0,9-15-1 0 0,-8 8 273 0 0,0-1 0 0 0,-1 0 0 0 0,0 0-1 0 0,-2-1 1 0 0,9-34 0 0 0,-15 51-198 0 0,1 0 1 0 0,-1 0-1 0 0,0 0 1 0 0,1 0 0 0 0,-1-1-1 0 0,0 1 1 0 0,0 0 0 0 0,0 0-1 0 0,0 0 1 0 0,0 0-1 0 0,0 0 1 0 0,0 0 0 0 0,0 0-1 0 0,0-1 1 0 0,0 1 0 0 0,-1 0-1 0 0,1 0 1 0 0,0 0 0 0 0,-2-2-1 0 0,1 4-26 0 0,0-1-1 0 0,0 0 1 0 0,0 0-1 0 0,0 1 0 0 0,0-1 1 0 0,1 0-1 0 0,-1 1 1 0 0,0-1-1 0 0,0 1 1 0 0,0 0-1 0 0,0-1 1 0 0,0 1-1 0 0,1 0 0 0 0,-1-1 1 0 0,0 1-1 0 0,1 0 1 0 0,-1 0-1 0 0,0-1 1 0 0,1 1-1 0 0,-1 0 1 0 0,1 0-1 0 0,0 0 1 0 0,-1 1-1 0 0,-19 29 58 0 0,2 0-1 0 0,-27 67 1 0 0,-13 73 182 0 0,50-144-197 0 0,-26 102 113 0 0,30-110-127 0 0,1 0 0 0 0,1-1 0 0 0,1 1 1 0 0,3 37-1 0 0,-2-49-12 0 0,2 0 0 0 0,-1-1 1 0 0,1 1-1 0 0,0 0 0 0 0,0-1 1 0 0,1 1-1 0 0,0-1 0 0 0,0 0 1 0 0,0 0-1 0 0,1 0 0 0 0,0-1 1 0 0,9 11-1 0 0,-6-9 4 0 0,1 0 0 0 0,0 0 1 0 0,0-1-1 0 0,1 0 0 0 0,0-1 0 0 0,0 1 0 0 0,19 6 0 0 0,-10-5 4 0 0,0-2-1 0 0,0 0 0 0 0,1-1 0 0 0,0-1 0 0 0,-1 0 0 0 0,1-2 0 0 0,0 0 0 0 0,0-1 0 0 0,21-3 0 0 0,-24 0-15 0 0,0 0 0 0 0,0-1 0 0 0,-1-1 1 0 0,1-1-1 0 0,-1 0 0 0 0,0-1 0 0 0,0 0 0 0 0,-1-1 0 0 0,0-1 0 0 0,-1 0 0 0 0,0-1 0 0 0,0-1 0 0 0,-1 0 0 0 0,0 0 0 0 0,-1-1 0 0 0,-1-1 0 0 0,0 0 0 0 0,0 0 0 0 0,-1-1 0 0 0,-1 0 0 0 0,0-1 0 0 0,-1 0 0 0 0,-1 0 0 0 0,0 0 0 0 0,-1-1 0 0 0,-1 0 0 0 0,0 0 0 0 0,1-22 0 0 0,-4 37-13 0 0,-1 0 0 0 0,0 0-1 0 0,1-1 1 0 0,-1 1 0 0 0,0 0 0 0 0,0-1 0 0 0,0 1-1 0 0,0 0 1 0 0,0 0 0 0 0,-1-1 0 0 0,1 1-1 0 0,0 0 1 0 0,0-1 0 0 0,-1 1 0 0 0,1 0-1 0 0,-1 0 1 0 0,1 0 0 0 0,-1 0 0 0 0,0-1 0 0 0,1 1-1 0 0,-1 0 1 0 0,0 0 0 0 0,0 0 0 0 0,0 0-1 0 0,0 0 1 0 0,-1-1 0 0 0,0 2 1 0 0,1 0 0 0 0,-1 0 1 0 0,1 0-1 0 0,-1 1 0 0 0,1-1 0 0 0,-1 0 0 0 0,1 1 1 0 0,-1-1-1 0 0,1 1 0 0 0,-1-1 0 0 0,1 1 0 0 0,-1 0 1 0 0,1-1-1 0 0,0 1 0 0 0,-1 0 0 0 0,1 0 0 0 0,0 0 1 0 0,0 0-1 0 0,0 0 0 0 0,0 0 0 0 0,-2 3 0 0 0,-12 13 8 0 0,0 2 0 0 0,1 0 0 0 0,1 1-1 0 0,1 0 1 0 0,0 1 0 0 0,2 0 0 0 0,0 1 0 0 0,2 0-1 0 0,0 0 1 0 0,-6 37 0 0 0,12-54-4 0 0,2 1 0 0 0,-1-1 0 0 0,0 1 0 0 0,1-1 0 0 0,0 1 0 0 0,0 0-1 0 0,1-1 1 0 0,0 1 0 0 0,0-1 0 0 0,0 1 0 0 0,0-1 0 0 0,3 6 0 0 0,-2-8-13 0 0,0 0-1 0 0,-1 0 1 0 0,1 0 0 0 0,1 0-1 0 0,-1 0 1 0 0,0 0 0 0 0,1-1-1 0 0,-1 1 1 0 0,1-1-1 0 0,0 0 1 0 0,0 0 0 0 0,0 0-1 0 0,0 0 1 0 0,0 0 0 0 0,0-1-1 0 0,1 1 1 0 0,-1-1 0 0 0,0 0-1 0 0,6 1 1 0 0,7 1-295 0 0,1 0 0 0 0,0-2 0 0 0,1 0 0 0 0,-1-1 0 0 0,0 0 0 0 0,0-2 0 0 0,0 0 0 0 0,0-1 0 0 0,0 0 0 0 0,-1-1 0 0 0,1-1 0 0 0,-1-1 0 0 0,26-13 0 0 0,-9 2-107 0 0,0-2-1 0 0,-1-1 0 0 0,-1-2 0 0 0,-1-1 0 0 0,31-29 0 0 0,-45 37 649 0 0,-1 0 0 0 0,0-1 0 0 0,-1-1 0 0 0,-1 0 0 0 0,-1-1 0 0 0,0 0 0 0 0,-1-1 0 0 0,13-31 0 0 0,-22 45-73 0 0,0-1 0 0 0,-1 0 0 0 0,0 0 0 0 0,1 1 0 0 0,-2-1 0 0 0,1 0 0 0 0,-1 0 0 0 0,0-6-1 0 0,0 11-153 0 0,0 0 0 0 0,-1 0 0 0 0,1 1-1 0 0,0-1 1 0 0,-1 0 0 0 0,1 1 0 0 0,0-1-1 0 0,-1 0 1 0 0,1 1 0 0 0,-1-1-1 0 0,1 0 1 0 0,-1 1 0 0 0,1-1 0 0 0,-1 1-1 0 0,0-1 1 0 0,1 1 0 0 0,-1-1-1 0 0,0 1 1 0 0,1 0 0 0 0,-1-1 0 0 0,0 1-1 0 0,1 0 1 0 0,-1 0 0 0 0,0-1-1 0 0,0 1 1 0 0,1 0 0 0 0,-1 0 0 0 0,0 0-1 0 0,0 0 1 0 0,0 0 0 0 0,1 0-1 0 0,-1 0 1 0 0,0 0 0 0 0,0 0 0 0 0,1 0-1 0 0,-1 0 1 0 0,0 1 0 0 0,0-1 0 0 0,1 0-1 0 0,-1 1 1 0 0,0-1 0 0 0,1 0-1 0 0,-1 1 1 0 0,0-1 0 0 0,1 1 0 0 0,-1-1-1 0 0,1 1 1 0 0,-1-1 0 0 0,0 1-1 0 0,1-1 1 0 0,-1 2 0 0 0,-2 3 2 0 0,0 0 0 0 0,1 1 1 0 0,-1-1-1 0 0,1 1 0 0 0,1-1 1 0 0,-1 1-1 0 0,1 0 0 0 0,0-1 0 0 0,0 1 1 0 0,0 0-1 0 0,1 0 0 0 0,0 0 1 0 0,0 0-1 0 0,2 9 0 0 0,3 14-7 0 0,15 50 1 0 0,-7-31-8 0 0,-6-12-11 0 0,-4-16 153 0 0,2-1-1 0 0,6 20 1 0 0,-10-37-63 0 0,-1-1 0 0 0,1 0 1 0 0,-1 0-1 0 0,1 1 1 0 0,-1-1-1 0 0,0 0 1 0 0,0 1-1 0 0,0-1 0 0 0,0 0 1 0 0,0 1-1 0 0,0-1 1 0 0,0 0-1 0 0,0 0 1 0 0,0 1-1 0 0,-1-1 0 0 0,1 0 1 0 0,-1 1-1 0 0,1-1 1 0 0,-1 0-1 0 0,1 0 1 0 0,-2 2-1 0 0,1-1 10 0 0,-1 0 1 0 0,0 0-1 0 0,1-1 0 0 0,-1 1 1 0 0,0 0-1 0 0,0-1 0 0 0,-1 1 1 0 0,1-1-1 0 0,0 1 0 0 0,-3 0 1 0 0,-3 1 47 0 0,1 0 0 0 0,-1-1 1 0 0,1 0-1 0 0,-1 0 0 0 0,-15 1 0 0 0,10-2-31 0 0,1-1-1 0 0,-1-1 0 0 0,1 0 1 0 0,0-1-1 0 0,-17-4 0 0 0,22 4-591 0 0,0 0 0 0 0,-1-1 0 0 0,1 0 0 0 0,0 0 0 0 0,1-1 0 0 0,-1 0 0 0 0,1 0 0 0 0,-1 0 0 0 0,-9-10 0 0 0,14 12-253 0 0,1 0 1 0 0,-1 1-1 0 0,1-1 1 0 0,-1 0-1 0 0,1 0 1 0 0,0 0-1 0 0,0-1 1 0 0,0 1-1 0 0,-1-4 1 0 0,-2-7-6114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7:4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4208 0 0,'46'36'12621'0'0,"-20"-15"-6648"0"0,-11-8-4969 0 0,-9-9-4287 0 0,-2-2 993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0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71 460 0 0,'0'0'4148'0'0,"-7"1"-3532"0"0,3 1 2357 0 0,8 0-2814 0 0,1 0 1 0 0,0 0-1 0 0,0-1 1 0 0,0 1 0 0 0,0-1-1 0 0,1 0 1 0 0,-1-1-1 0 0,0 1 1 0 0,8-1-1 0 0,54-5 214 0 0,-34 2-142 0 0,660-34 271 0 0,361 33-332 0 0,-572 6-156 0 0,923-24-32 0 0,400 5 44 0 0,-955 21-24 0 0,1211 26 34 0 0,-526 22-36 0 0,-911-23 43 0 0,1486 59 218 0 0,-1187-61-197 0 0,461 14-85 0 0,-679-10 50 0 0,-395-21-15 0 0,1041 15-20 0 0,-739-44-7 0 0,155-1-11 0 0,-312 14 72 0 0,-174 2-87 0 0,1338 12 10 0 0,-882 1-19 0 0,965 31-204 0 0,-313-4 241 0 0,538-15-334 0 0,-1422-22 267 0 0,706 4-67 0 0,-523 17 111 0 0,-651-19 50 0 0,34 1-512 0 0,-69-2 20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2028 0 0,'0'0'1592'0'0,"-3"1"-308"0"0,-43 9 6202 0 0,44-9-6957 0 0,-25 15 1260 0 0,26-15-1786 0 0,0-1-1 0 0,1 0 1 0 0,-1 1-1 0 0,1-1 1 0 0,-1 1-1 0 0,0-1 1 0 0,1 1-1 0 0,-1-1 1 0 0,1 1-1 0 0,-1 0 1 0 0,1-1-1 0 0,-1 1 1 0 0,1 0-1 0 0,-1-1 1 0 0,1 1-1 0 0,0 0 1 0 0,0-1-1 0 0,-1 1 1 0 0,1 0-1 0 0,0 0 1 0 0,0-1-1 0 0,0 1 1 0 0,-1 0-1 0 0,1 0 1 0 0,0 0-1 0 0,0-1 1 0 0,1 2-1 0 0,-1-1 0 0 0,1 0-1 0 0,0 0 1 0 0,0 0 0 0 0,1 0-1 0 0,-1 0 1 0 0,0 0-1 0 0,0 0 1 0 0,0-1 0 0 0,0 1-1 0 0,1 0 1 0 0,-1-1-1 0 0,0 1 1 0 0,1-1 0 0 0,-1 0-1 0 0,0 1 1 0 0,1-1-1 0 0,-1 0 1 0 0,2 0 0 0 0,77 10 83 0 0,157-3 1 0 0,-191-7-67 0 0,1792 26 202 0 0,-2 73-118 0 0,-859-6-1497 0 0,-846-81-368 0 0,-78-11-4624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 2616 0 0,'-4'1'2554'0'0,"-47"2"8810"0"0,48-3-10184 0 0,-9-1 2961 0 0,42-5-4187 0 0,0 1-1 0 0,1 2 1 0 0,34 1 0 0 0,42 3-4019 0 0,-61 3-1069 0 0,-34-2 1789 0 0,3-1-3377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3028 0 0,'-60'26'5549'0'0,"35"-16"-1524"0"0,-30 17 0 0 0,50-25-3749 0 0,-10 7 1665 0 0,15-9-1925 0 0,0 0 0 0 0,0 0 1 0 0,0 0-1 0 0,0 1 0 0 0,0-1 0 0 0,-1 0 0 0 0,1 0 1 0 0,0 0-1 0 0,0 0 0 0 0,0 0 0 0 0,0 1 0 0 0,0-1 1 0 0,0 0-1 0 0,-1 0 0 0 0,1 0 0 0 0,0 1 1 0 0,0-1-1 0 0,0 0 0 0 0,0 0 0 0 0,0 0 0 0 0,0 1 1 0 0,0-1-1 0 0,0 0 0 0 0,0 0 0 0 0,0 0 1 0 0,0 1-1 0 0,0-1 0 0 0,0 0 0 0 0,0 0 0 0 0,0 0 1 0 0,0 1-1 0 0,0-1 0 0 0,0 0 0 0 0,1 0 1 0 0,-1 0-1 0 0,0 1 0 0 0,0-1 0 0 0,0 0 0 0 0,0 0 1 0 0,0 0-1 0 0,0 0 0 0 0,1 0 0 0 0,-1 1 0 0 0,0-1 1 0 0,0 0-1 0 0,0 0 0 0 0,0 0 0 0 0,1 0 1 0 0,-1 0-1 0 0,0 0 0 0 0,0 0 0 0 0,0 1 0 0 0,0-1 1 0 0,1 0-1 0 0,-1 0 0 0 0,0 0 0 0 0,0 0 1 0 0,0 0-1 0 0,1 0 0 0 0,-1 0 0 0 0,0 0 0 0 0,0 0 1 0 0,1 0-1 0 0,4 1 47 0 0,1-1 0 0 0,-1 1 0 0 0,1-1 0 0 0,-1 0 1 0 0,1-1-1 0 0,7 0 0 0 0,5-1 36 0 0,217-18-1504 0 0,-80-6-7966 0 0,-114 16 2128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60 2476 0 0,'2'-5'1545'0'0,"-1"1"0"0"0,0-1 0 0 0,0 0 0 0 0,0 0 0 0 0,0-8 0 0 0,1-9 3072 0 0,-7 44-4119 0 0,-24 171 1243 0 0,17-125-1427 0 0,-79 327 2425 0 0,88-381-557 0 0,8-25-1035 0 0,6-15-903 0 0,-2 12-207 0 0,0 1 0 0 0,1-1 0 0 0,0 1 0 0 0,1 1-1 0 0,0 0 1 0 0,1 0 0 0 0,17-12 0 0 0,-25 21-38 0 0,-1 0-1 0 0,1 1 1 0 0,0 0-1 0 0,0 0 0 0 0,0 0 1 0 0,0 0-1 0 0,0 0 1 0 0,0 1-1 0 0,0 0 1 0 0,1 0-1 0 0,-1 0 0 0 0,0 0 1 0 0,1 1-1 0 0,-1-1 1 0 0,0 1-1 0 0,1 0 0 0 0,-1 1 1 0 0,1-1-1 0 0,-1 1 1 0 0,0 0-1 0 0,1 0 0 0 0,-1 0 1 0 0,0 0-1 0 0,0 1 1 0 0,0 0-1 0 0,0 0 1 0 0,0 0-1 0 0,0 0 0 0 0,0 1 1 0 0,-1-1-1 0 0,1 1 1 0 0,3 4-1 0 0,-2-3 26 0 0,-1 1 1 0 0,0-1-1 0 0,0 1 0 0 0,0 0 0 0 0,0 0 1 0 0,-1 0-1 0 0,0 1 0 0 0,0-1 0 0 0,0 1 1 0 0,-1 0-1 0 0,1 0 0 0 0,-2 0 1 0 0,1 0-1 0 0,-1 0 0 0 0,1 0 0 0 0,-2 1 1 0 0,1-1-1 0 0,-1 0 0 0 0,0 0 0 0 0,0 1 1 0 0,-1-1-1 0 0,1 0 0 0 0,-2 0 1 0 0,1 1-1 0 0,-4 9 0 0 0,2-7 93 0 0,-1-1 0 0 0,-1 1-1 0 0,1-1 1 0 0,-1 0 0 0 0,0 0-1 0 0,-1-1 1 0 0,0 0 0 0 0,0 0-1 0 0,-1 0 1 0 0,1-1 0 0 0,-1 0-1 0 0,-1 0 1 0 0,1 0 0 0 0,-1-1 0 0 0,0 0-1 0 0,-17 7 1 0 0,9-6 71 0 0,0-1 1 0 0,0 0-1 0 0,0-1 1 0 0,-21 3-1 0 0,28-6-268 0 0,0 0 1 0 0,-1-1-1 0 0,1 0 0 0 0,0-1 1 0 0,0 0-1 0 0,0 0 1 0 0,0-1-1 0 0,0 0 1 0 0,-14-6-1 0 0,21 8-202 0 0,1-1 0 0 0,0 1 0 0 0,0-1 0 0 0,-1 1 0 0 0,1-1 0 0 0,0 0 0 0 0,0 1 0 0 0,0-1 0 0 0,0 0 1 0 0,0 0-1 0 0,0 0 0 0 0,0 0 0 0 0,0 0 0 0 0,0 0 0 0 0,0 0 0 0 0,1 0 0 0 0,-1 0 0 0 0,0-1 0 0 0,1 1 0 0 0,-1 0 0 0 0,1 0 0 0 0,-1-1 0 0 0,1 1 0 0 0,0 0 0 0 0,-1-1 1 0 0,1-2-1 0 0,0 3-376 0 0,0-1 0 0 0,1 0 1 0 0,-1 1-1 0 0,0-1 0 0 0,1 1 0 0 0,0-1 1 0 0,-1 1-1 0 0,1-1 0 0 0,0 1 1 0 0,0-1-1 0 0,-1 1 0 0 0,1 0 1 0 0,0-1-1 0 0,2 0 0 0 0,5-8-7692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1168 0 0,'30'-7'4912'0'0,"68"-13"11885"0"0,-95 20-16163 0 0,-3 0-595 0 0,1 0 0 0 0,0 0-1 0 0,-1 0 1 0 0,1 0 0 0 0,0 0-1 0 0,-1 0 1 0 0,1 0-1 0 0,0 0 1 0 0,-1 0 0 0 0,1 0-1 0 0,-1 1 1 0 0,1-1-1 0 0,0 0 1 0 0,-1 0 0 0 0,1 1-1 0 0,-1-1 1 0 0,1 1-1 0 0,-1-1 1 0 0,1 0 0 0 0,-1 1-1 0 0,1-1 1 0 0,-1 1-1 0 0,1-1 1 0 0,-1 1 0 0 0,1-1-1 0 0,-1 1 1 0 0,0-1 0 0 0,1 1-1 0 0,-1 0 1 0 0,0-1-1 0 0,0 1 1 0 0,0-1 0 0 0,1 1-1 0 0,-1 0 1 0 0,0-1-1 0 0,0 1 1 0 0,0 0 0 0 0,0-1-1 0 0,0 1 1 0 0,0 0-1 0 0,0 0 1 0 0,0 29 566 0 0,-13 51-1148 0 0,-30 101-1 0 0,7-34-6533 0 0,27-105 1161 0 0,-1-2-3338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8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310 108 612 0 0,'1'-2'558'0'0,"1"0"0"0"0,0 0 0 0 0,-1 0 0 0 0,1 0 0 0 0,-1-1 0 0 0,1 1 0 0 0,-1-1 0 0 0,0 1 0 0 0,0 0 0 0 0,1-5 0 0 0,-1 1 35 0 0,0 0 0 0 0,-1 1 0 0 0,0-1 0 0 0,0 0 0 0 0,0 0 1 0 0,-1-5-1 0 0,1 9-548 0 0,0 1 1 0 0,0-1 0 0 0,-1 1 0 0 0,1 0 0 0 0,0-1-1 0 0,0 1 1 0 0,-1 0 0 0 0,1 0 0 0 0,-1-1-1 0 0,1 1 1 0 0,-1 0 0 0 0,0 0 0 0 0,1 0 0 0 0,-1-1-1 0 0,0 1 1 0 0,0 0 0 0 0,0 0 0 0 0,0 0 0 0 0,0 0-1 0 0,0 1 1 0 0,0-1 0 0 0,0 0 0 0 0,0 0-1 0 0,0 1 1 0 0,0-1 0 0 0,-1 0 0 0 0,1 1 0 0 0,0-1-1 0 0,-1 1 1 0 0,1 0 0 0 0,0-1 0 0 0,0 1-1 0 0,-1 0 1 0 0,1 0 0 0 0,-1 0 0 0 0,1 0 0 0 0,0 0-1 0 0,-2 0 1 0 0,-2 1-22 0 0,0 0 0 0 0,1 0 0 0 0,-1 0 0 0 0,0 0 1 0 0,1 1-1 0 0,-1 0 0 0 0,1 0 0 0 0,-7 4 0 0 0,-12 10-15 0 0,0 1 1 0 0,2 1-1 0 0,0 1 0 0 0,1 0 1 0 0,1 2-1 0 0,0 0 1 0 0,2 1-1 0 0,1 1 0 0 0,1 1 1 0 0,0 0-1 0 0,-12 32 1 0 0,26-54-9 0 0,0 1 0 0 0,0-1 1 0 0,0 0-1 0 0,0 1 0 0 0,1-1 1 0 0,-1 1-1 0 0,1 0 1 0 0,0-1-1 0 0,0 1 0 0 0,0-1 1 0 0,0 1-1 0 0,0-1 0 0 0,0 1 1 0 0,1 0-1 0 0,0-1 0 0 0,-1 1 1 0 0,1-1-1 0 0,0 0 1 0 0,2 5-1 0 0,-2-6 3 0 0,0 1 0 0 0,0-1-1 0 0,1 0 1 0 0,-1 1 0 0 0,1-1 0 0 0,-1 0 0 0 0,1 0-1 0 0,0 0 1 0 0,-1 0 0 0 0,1 0 0 0 0,0 0 0 0 0,-1-1-1 0 0,1 1 1 0 0,0 0 0 0 0,0-1 0 0 0,0 0 0 0 0,0 1-1 0 0,0-1 1 0 0,0 0 0 0 0,0 0 0 0 0,-1 0 0 0 0,1 0-1 0 0,0 0 1 0 0,0 0 0 0 0,0-1 0 0 0,3 0 0 0 0,10-3 42 0 0,-1 0 1 0 0,0-1 0 0 0,0-1 0 0 0,0 0-1 0 0,-1-1 1 0 0,0 0 0 0 0,0-1 0 0 0,-1 0-1 0 0,0-1 1 0 0,0-1 0 0 0,-1 0 0 0 0,10-11 0 0 0,12-17 678 0 0,-3-1 1 0 0,34-54-1 0 0,-37 51 202 0 0,-22 34-790 0 0,6-7 222 0 0,-10 15-275 0 0,4 26 317 0 0,-16 90-307 0 0,-1 37 386 0 0,12-133-1198 0 0,1-1 1 0 0,0 1-1 0 0,2-1 0 0 0,0 0 0 0 0,11 34 1 0 0,-11-45-745 0 0,1 1 1 0 0,-1-1-1 0 0,1 0 1 0 0,7 9-1 0 0,-1-6-2933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51 1500 0 0,'31'-43'15379'0'0,"-30"41"-14128"0"0,5-4 3243 0 0,-31 96-3298 0 0,9-33-2747 0 0,1 0-5132 0 0,11-41-321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40 219 2472 0 0,'9'-50'4813'0'0,"-2"11"110"0"0,13-45-1 0 0,-19 83-4851 0 0,-1 0 1 0 0,0 0-1 0 0,1 0 0 0 0,-1 1 0 0 0,1-1 1 0 0,-1 0-1 0 0,1 0 0 0 0,-1 1 0 0 0,1-1 1 0 0,-1 0-1 0 0,1 1 0 0 0,0-1 0 0 0,-1 0 1 0 0,1 1-1 0 0,0-1 0 0 0,0 1 0 0 0,-1-1 0 0 0,1 1 1 0 0,0 0-1 0 0,0-1 0 0 0,0 1 0 0 0,0 0 1 0 0,-1-1-1 0 0,1 1 0 0 0,0 0 0 0 0,0 0 1 0 0,0 0-1 0 0,0 0 0 0 0,0 0 0 0 0,0 0 1 0 0,0 0-1 0 0,0 0 0 0 0,-1 0 0 0 0,1 0 0 0 0,0 1 1 0 0,0-1-1 0 0,0 0 0 0 0,0 1 0 0 0,0-1 1 0 0,0 1-1 0 0,2 0 35 0 0,0 0 1 0 0,-1 1 0 0 0,1-1-1 0 0,0 1 1 0 0,-1-1 0 0 0,1 1-1 0 0,-1 0 1 0 0,0 0 0 0 0,4 4-1 0 0,-1 2-5 0 0,-1 1-1 0 0,0-1 1 0 0,0 1-1 0 0,-1 0 0 0 0,0 0 1 0 0,-1 0-1 0 0,0 0 1 0 0,0 1-1 0 0,-1-1 0 0 0,0 0 1 0 0,-1 1-1 0 0,0-1 1 0 0,0 1-1 0 0,-1-1 1 0 0,0 1-1 0 0,-1-1 0 0 0,0 0 1 0 0,0 0-1 0 0,-5 11 1 0 0,-1 0-46 0 0,0 0-1 0 0,-1 0 1 0 0,-2-1 0 0 0,0-1 0 0 0,0 0 0 0 0,-2 0 0 0 0,-20 22 0 0 0,29-35-30 0 0,2-3-13 0 0,1 0-1 0 0,-1-1 1 0 0,0 1-1 0 0,0 0 1 0 0,0-1 0 0 0,0 1-1 0 0,0-1 1 0 0,0 0-1 0 0,0 0 1 0 0,-4 2 0 0 0,6-3-8 0 0,-1 1-1 0 0,1-1 1 0 0,-1 0 0 0 0,0 1 0 0 0,1-1 0 0 0,-1 0 0 0 0,1 1 0 0 0,-1-1 0 0 0,1 0 0 0 0,-1 0 0 0 0,0 0 0 0 0,1 1 0 0 0,-1-1 0 0 0,0 0 0 0 0,1 0 0 0 0,-1 0 0 0 0,0 0 0 0 0,1 0 0 0 0,-1 0 0 0 0,0 0 0 0 0,1 0 0 0 0,-1 0 0 0 0,0-1 0 0 0,1 1 0 0 0,-2-1 0 0 0,2 1-2 0 0,-1-1 0 0 0,1 0-1 0 0,0 1 1 0 0,0-1 0 0 0,0 0 0 0 0,-1 1 0 0 0,1-1-1 0 0,0 0 1 0 0,0 1 0 0 0,0-1 0 0 0,0 0-1 0 0,0 0 1 0 0,0 1 0 0 0,1-1 0 0 0,-1 0-1 0 0,0 1 1 0 0,0-1 0 0 0,1-1 0 0 0,1-4-11 0 0,1 0 1 0 0,-1 0 0 0 0,1 0 0 0 0,4-6 0 0 0,25-30-55 0 0,67-69-1 0 0,48-28 106 0 0,-79 77-182 0 0,-35 29 151 0 0,-32 32-28 0 0,-1-1 8 0 0,0 2 10 0 0,0 0 1 0 0,-1-1-1 0 0,1 1 0 0 0,0 0 1 0 0,0-1-1 0 0,0 1 0 0 0,-1 0 1 0 0,1 0-1 0 0,0-1 0 0 0,0 1 1 0 0,-1 0-1 0 0,1 0 0 0 0,0 0 1 0 0,0-1-1 0 0,-1 1 0 0 0,1 0 1 0 0,0 0-1 0 0,-1 0 0 0 0,1 0 1 0 0,0 0-1 0 0,-1-1 0 0 0,1 1 1 0 0,0 0-1 0 0,-1 0 0 0 0,1 0 0 0 0,0 0 1 0 0,-1 0-1 0 0,1 0 0 0 0,0 0 1 0 0,-1 0-1 0 0,1 0 0 0 0,0 0 1 0 0,-1 1-1 0 0,1-1 0 0 0,0 0 1 0 0,-1 0-1 0 0,1 0 0 0 0,0 0 1 0 0,0 0-1 0 0,-1 1 0 0 0,1-1 1 0 0,-1 0-1 0 0,-13 8 4 0 0,14-7-10 0 0,-27 18 10 0 0,0 1 0 0 0,2 2 0 0 0,0 1 0 0 0,2 0 0 0 0,1 2 0 0 0,1 1 0 0 0,-32 49 1 0 0,47-66-5 0 0,1 0 0 0 0,1 1 0 0 0,-1-1 0 0 0,1 1 0 0 0,1 0 0 0 0,-4 14 0 0 0,7-20 3 0 0,-1 0 0 0 0,1 0 0 0 0,-1 0 0 0 0,1 0-1 0 0,1 0 1 0 0,-1 0 0 0 0,0 0 0 0 0,1 0 0 0 0,0 0 0 0 0,0 0 0 0 0,0 0 0 0 0,0 0 0 0 0,1 0 0 0 0,0-1 0 0 0,-1 1 0 0 0,1-1 0 0 0,1 1 0 0 0,-1-1 0 0 0,4 5 0 0 0,-1-3-78 0 0,0 0 0 0 0,1-1 0 0 0,-1 1 0 0 0,1-1 0 0 0,0 0 0 0 0,0-1 0 0 0,1 1 1 0 0,-1-1-1 0 0,1-1 0 0 0,-1 1 0 0 0,14 2 0 0 0,6 1-1710 0 0,50 3-1 0 0,-51-7 593 0 0,71 2-6694 0 0,-44-7 66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99 388 0 0,'-41'-29'14091'0'0,"31"23"-8152"0"0,14 7-5721 0 0,-1-1-1 0 0,1 1 1 0 0,0 0 0 0 0,0-1 0 0 0,0 0-1 0 0,6 0 1 0 0,28-1 88 0 0,1-3 1 0 0,41-8-1 0 0,23-9-4614 0 0,-103 21 4292 0 0,29-10-3341 0 0,-11 0-2319 0 0,-7 2-1424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1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 2820 0 0,'-3'-1'2252'0'0,"0"1"-1866"0"0,-1-1 362 0 0,0 0-1 0 0,0 1 1 0 0,1-1 0 0 0,-1 1-1 0 0,0 0 1 0 0,0 0 0 0 0,0 0-1 0 0,0 0 1 0 0,1 1 0 0 0,-1 0-1 0 0,-4 1 1 0 0,3 1-299 0 0,0 0 1 0 0,0 1-1 0 0,0-1 0 0 0,1 1 1 0 0,-1 0-1 0 0,1 1 0 0 0,0-1 1 0 0,0 1-1 0 0,1 0 0 0 0,-1 0 1 0 0,1 0-1 0 0,0 0 0 0 0,0 0 1 0 0,1 1-1 0 0,-3 7 0 0 0,-5 15 1071 0 0,-11 55 0 0 0,14-49-998 0 0,-5 23 278 0 0,-4 66 1 0 0,8-46-2476 0 0,3-19-3206 0 0,-1-1-4514 0 0,6-44 968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73 2296 0 0,'37'-73'14674'0'0,"-63"86"-13770"0"0,-3 9-644 0 0,0 1-1 0 0,2 1 0 0 0,1 1 1 0 0,1 2-1 0 0,1 0 0 0 0,1 2 1 0 0,2 0-1 0 0,-27 51 1 0 0,39-64-226 0 0,0 2 1 0 0,2-1 0 0 0,-6 22 0 0 0,11-35-28 0 0,1 0-1 0 0,0 0 1 0 0,0 1 0 0 0,0-1 0 0 0,0 1-1 0 0,1-1 1 0 0,0 0 0 0 0,0 1 0 0 0,0-1 0 0 0,1 1-1 0 0,-1-1 1 0 0,1 1 0 0 0,0-1 0 0 0,0 0-1 0 0,1 1 1 0 0,-1-1 0 0 0,1 0 0 0 0,0 0-1 0 0,4 6 1 0 0,-5-8-2 0 0,1 0 0 0 0,0 0 0 0 0,0 0 0 0 0,-1-1 0 0 0,1 1 0 0 0,0 0 0 0 0,1-1 0 0 0,-1 0 0 0 0,0 0-1 0 0,0 1 1 0 0,0-1 0 0 0,1 0 0 0 0,-1-1 0 0 0,1 1 0 0 0,-1 0 0 0 0,1-1 0 0 0,3 1 0 0 0,-2-1 0 0 0,0 0 0 0 0,0-1-1 0 0,1 1 1 0 0,-1-1 0 0 0,0 0 0 0 0,0 0 0 0 0,0 0 0 0 0,0 0 0 0 0,6-4 0 0 0,1-1-1 0 0,0-1 1 0 0,-1 0 0 0 0,1 0-1 0 0,-2-1 1 0 0,1-1 0 0 0,9-10-1 0 0,-2-3 147 0 0,-1-2-1 0 0,-1 1 0 0 0,-1-2 0 0 0,-1 0 1 0 0,15-40-1 0 0,-21 49 294 0 0,8-22 600 0 0,-14 36 165 0 0,-6 12-465 0 0,-1 3-365 0 0,1 1-1 0 0,1 0 1 0 0,-4 24 0 0 0,3-18-171 0 0,-4 25 224 0 0,-6 90-1 0 0,14-106-1129 0 0,3 33 0 0 0,1-41-1049 0 0,0-1 1 0 0,7 26 0 0 0,3-13-2383 0 0,-2-13-2078 0 0,0-8-2000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11 167 340 0 0,'21'-52'9205'0'0,"-16"38"-6936"0"0,0 0 0 0 0,13-22 0 0 0,-16 32-2048 0 0,1 0 0 0 0,0 0 0 0 0,0 0 1 0 0,0 1-1 0 0,0-1 0 0 0,1 1 0 0 0,-1 0 1 0 0,1 0-1 0 0,0 0 0 0 0,0 0 0 0 0,0 1 1 0 0,7-4-1 0 0,-10 6-169 0 0,1-1 0 0 0,-1 0 0 0 0,1 1 0 0 0,0-1 0 0 0,0 1 0 0 0,-1-1 0 0 0,1 1 0 0 0,0 0 0 0 0,0 0 0 0 0,-1 0 0 0 0,1 0 0 0 0,0 0 0 0 0,0 0 0 0 0,-1 0 0 0 0,1 1 0 0 0,0-1 0 0 0,0 1 0 0 0,-1-1 0 0 0,1 1 0 0 0,0-1 0 0 0,-1 1 0 0 0,1 0 0 0 0,-1 0 0 0 0,1 0 0 0 0,-1 0 0 0 0,1 0 0 0 0,-1 0 0 0 0,0 0 0 0 0,0 1 0 0 0,1-1 1 0 0,-1 0-1 0 0,0 1 0 0 0,0-1 0 0 0,0 1 0 0 0,0-1 0 0 0,-1 1 0 0 0,1-1 0 0 0,0 1 0 0 0,-1 0 0 0 0,1 2 0 0 0,1 2 105 0 0,0 0-1 0 0,0 1 1 0 0,-1-1 0 0 0,0 1 0 0 0,0 0 0 0 0,-1-1 0 0 0,0 1 0 0 0,0-1 0 0 0,-1 10-1 0 0,-4 3 304 0 0,0 1 0 0 0,-1-1-1 0 0,-1-1 1 0 0,-1 1 0 0 0,-16 27-1 0 0,-61 83 2096 0 0,62-97-1806 0 0,22-31-721 0 0,-12 17 687 0 0,14-18-707 0 0,-1 0-1 0 0,0 0 1 0 0,0 0 0 0 0,1 0-1 0 0,-1 0 1 0 0,0 0 0 0 0,0 0-1 0 0,1 0 1 0 0,-1-1 0 0 0,0 1-1 0 0,0 0 1 0 0,1 0-1 0 0,-1 0 1 0 0,0 1 0 0 0,0-1-1 0 0,1 0 1 0 0,-1 0 0 0 0,0 0-1 0 0,0 0 1 0 0,1 0 0 0 0,-1 0-1 0 0,0 0 1 0 0,0 0 0 0 0,0 0-1 0 0,1 1 1 0 0,-1-1-1 0 0,0 0 1 0 0,0 0 0 0 0,0 0-1 0 0,1 0 1 0 0,-1 1 0 0 0,0-1-1 0 0,0 0 1 0 0,0 0 0 0 0,0 0-1 0 0,1 1 1 0 0,-1-1 0 0 0,0 0-1 0 0,0 0 1 0 0,0 1-1 0 0,0-1 1 0 0,0 0 0 0 0,0 0-1 0 0,0 1 1 0 0,0-1 0 0 0,0 0-1 0 0,0 0 1 0 0,0 1 0 0 0,0-1-1 0 0,0 0 1 0 0,0 0 0 0 0,0 1-1 0 0,0-1 1 0 0,0 0-1 0 0,0 0 1 0 0,0 0 0 0 0,0 1-1 0 0,0-1 1 0 0,-1 0 0 0 0,1 0-1 0 0,0 1 1 0 0,0-1 0 0 0,0 0-1 0 0,0 0 1 0 0,-1 0 0 0 0,1 1-1 0 0,0-1 1 0 0,0 0-1 0 0,35-10-176 0 0,0-2 0 0 0,-1-1 0 0 0,34-19 0 0 0,39-15-2964 0 0,100-22-7331 0 0,-165 56 5741 0 0,10-2-4138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297 129 1608 0 0,'-9'-19'3924'0'0,"-12"-35"5995"0"0,15 19-6682 0 0,8 19-1757 0 0,3 11-421 0 0,-4 6-993 0 0,0 0 0 0 0,0 0-1 0 0,0 0 1 0 0,0 0 0 0 0,0 0-1 0 0,0 0 1 0 0,0 0-1 0 0,0 1 1 0 0,0-1 0 0 0,-1 0-1 0 0,1 0 1 0 0,-1 1 0 0 0,1-1-1 0 0,-1 0 1 0 0,1 3-1 0 0,13 38 683 0 0,13 70 1 0 0,-26-104-724 0 0,1 1 1 0 0,0-1 0 0 0,1 0 0 0 0,-1 0 0 0 0,1 0 0 0 0,1 0 0 0 0,0 0 0 0 0,0-1 0 0 0,5 8 0 0 0,-7-12-16 0 0,1 0 0 0 0,-1 0 0 0 0,1 0 0 0 0,0-1 0 0 0,0 1 1 0 0,0-1-1 0 0,0 0 0 0 0,0 0 0 0 0,1 0 0 0 0,-1 0 1 0 0,1-1-1 0 0,-1 1 0 0 0,1-1 0 0 0,-1 0 0 0 0,1 0 1 0 0,0 0-1 0 0,0-1 0 0 0,-1 1 0 0 0,1-1 0 0 0,0 0 1 0 0,0 0-1 0 0,6-1 0 0 0,0 0-8 0 0,0-1 0 0 0,0-1 1 0 0,-1 1-1 0 0,1-2 0 0 0,-1 1 1 0 0,0-1-1 0 0,0-1 0 0 0,0 0 0 0 0,-1 0 1 0 0,1 0-1 0 0,-1-1 0 0 0,0-1 0 0 0,-1 1 1 0 0,0-1-1 0 0,7-8 0 0 0,9-13-26 0 0,-2-1-1 0 0,33-57 0 0 0,-36 55-32 0 0,-45 133 60 0 0,-147 720 2338 0 0,144-651-1992 0 0,23-140-157 0 0,-1 0 0 0 0,-2-1 0 0 0,-18 40 0 0 0,23-61-141 0 0,1-1 0 0 0,-2 1 0 0 0,1-1 0 0 0,-1 0 0 0 0,0 0 0 0 0,0 0 0 0 0,-1-1 0 0 0,0 0 0 0 0,-1 0 0 0 0,0-1 0 0 0,0 0 0 0 0,0 0 0 0 0,0-1 0 0 0,-1 0 0 0 0,0-1 0 0 0,0 1 0 0 0,0-2 0 0 0,-1 1 0 0 0,1-1 0 0 0,-1-1 0 0 0,0 0 0 0 0,1 0 0 0 0,-1-1 0 0 0,0 0 0 0 0,0-1 0 0 0,0 0 0 0 0,0-1 0 0 0,0 0 0 0 0,0 0 0 0 0,0-1 0 0 0,0 0 0 0 0,1-1 1 0 0,-1 0-1 0 0,1 0 0 0 0,0-1 0 0 0,0-1 0 0 0,0 1 0 0 0,0-2 0 0 0,1 1 0 0 0,-9-8 0 0 0,12 9-40 0 0,0 0 0 0 0,0-1 0 0 0,0 1 1 0 0,1-1-1 0 0,0 0 0 0 0,0 0 0 0 0,0 0 1 0 0,0-1-1 0 0,1 1 0 0 0,0-1 0 0 0,0 0 0 0 0,1 0 1 0 0,0 0-1 0 0,0 0 0 0 0,0-1 0 0 0,1 1 1 0 0,-1 0-1 0 0,1-9 0 0 0,1 4-68 0 0,0 0 0 0 0,1 0 0 0 0,1 0 0 0 0,0 1 0 0 0,0-1 0 0 0,1 0 0 0 0,0 1 0 0 0,1 0 0 0 0,0 0 0 0 0,7-12 0 0 0,7-8-668 0 0,0 1-1 0 0,2 1 1 0 0,1 1 0 0 0,1 1 0 0 0,2 0 0 0 0,32-27 0 0 0,15-5-3362 0 0,85-55 0 0 0,-41 43-2992 0 0,-54 34 501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17 177 3028 0 0,'-17'-15'9724'0'0,"17"13"-9515"0"0,1 1 0 0 0,-1-1-1 0 0,1 0 1 0 0,-1 1 0 0 0,1-1 0 0 0,0 1 0 0 0,-1-1 0 0 0,1 1 0 0 0,0-1 0 0 0,0 1 0 0 0,0 0-1 0 0,0-1 1 0 0,0 1 0 0 0,0 0 0 0 0,1 0 0 0 0,-1 0 0 0 0,0 0 0 0 0,1 0 0 0 0,-1 0-1 0 0,0 0 1 0 0,1 0 0 0 0,-1 0 0 0 0,3 0 0 0 0,44-16 695 0 0,-41 15-683 0 0,140-33 864 0 0,10-2-3224 0 0,-119 23-1055 0 0,-15-1-3344 0 0,-13 5 838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8 1412 0 0,'-3'-1'2664'0'0,"-3"-1"-1352"0"0,1 1 1 0 0,-1-1 0 0 0,1 1 0 0 0,-1 1 0 0 0,0-1-1 0 0,-8 1 1 0 0,12 0-1142 0 0,1 1 0 0 0,-1-1 0 0 0,0 0 0 0 0,1 1 0 0 0,-1-1 0 0 0,0 1 0 0 0,1 0 0 0 0,-1 0-1 0 0,1-1 1 0 0,-1 1 0 0 0,1 0 0 0 0,0 0 0 0 0,-1 0 0 0 0,1 1 0 0 0,0-1 0 0 0,0 0 0 0 0,0 0 0 0 0,0 1 0 0 0,0-1 0 0 0,0 1 0 0 0,0-1-1 0 0,0 1 1 0 0,0-1 0 0 0,1 1 0 0 0,-1-1 0 0 0,0 1 0 0 0,0 2 0 0 0,-17 74 1606 0 0,-10 105 1 0 0,19-115-1519 0 0,-9 50-202 0 0,0 4-3465 0 0,7-41-5602 0 0,11-59 1910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388 111 1160 0 0,'10'-16'4223'0'0,"-6"10"-3207"0"0,0 0-1 0 0,-1 1 1 0 0,1-1-1 0 0,-1-1 1 0 0,-1 1-1 0 0,1 0 1 0 0,-1-1-1 0 0,0 1 1 0 0,0-1 0 0 0,-1 0-1 0 0,1-6 1 0 0,-2 12-983 0 0,0 1-1 0 0,0-1 1 0 0,0 1 0 0 0,0-1 0 0 0,0 1 0 0 0,0-1 0 0 0,0 1 0 0 0,0-1 0 0 0,-1 1 0 0 0,1-1 0 0 0,0 1 0 0 0,0-1 0 0 0,0 1 0 0 0,-1-1 0 0 0,1 1 0 0 0,0 0 0 0 0,-1-1 0 0 0,1 1-1 0 0,0 0 1 0 0,-1-1 0 0 0,1 1 0 0 0,-1 0 0 0 0,1-1 0 0 0,0 1 0 0 0,-1 0 0 0 0,1 0 0 0 0,-1-1 0 0 0,1 1 0 0 0,-1 0 0 0 0,1 0 0 0 0,-1 0 0 0 0,1 0 0 0 0,-1 0 0 0 0,1 0 0 0 0,-1-1-1 0 0,1 1 1 0 0,-1 0 0 0 0,0 1 0 0 0,-19 2 319 0 0,1 5-251 0 0,1 1 0 0 0,0 0 0 0 0,0 1 0 0 0,1 1-1 0 0,-23 18 1 0 0,-73 75 35 0 0,22-5-78 0 0,83-88-58 0 0,0 0 0 0 0,1 0 0 0 0,0 1-1 0 0,0-1 1 0 0,2 2 0 0 0,-1-1 0 0 0,-6 26 0 0 0,11-36 1 0 0,1 0 0 0 0,-1 0 0 0 0,1 0 0 0 0,-1 0 1 0 0,1 0-1 0 0,0 0 0 0 0,0 0 0 0 0,0 0 0 0 0,0 1 0 0 0,0-1 1 0 0,1 0-1 0 0,-1 0 0 0 0,1 0 0 0 0,-1 0 0 0 0,1 0 0 0 0,0 0 0 0 0,0 0 1 0 0,0 0-1 0 0,0 0 0 0 0,0-1 0 0 0,0 1 0 0 0,0 0 0 0 0,1 0 1 0 0,-1-1-1 0 0,0 1 0 0 0,1-1 0 0 0,0 1 0 0 0,-1-1 0 0 0,1 0 0 0 0,0 0 1 0 0,0 0-1 0 0,-1 0 0 0 0,1 0 0 0 0,0 0 0 0 0,0 0 0 0 0,0 0 1 0 0,0-1-1 0 0,0 1 0 0 0,0-1 0 0 0,3 1 0 0 0,2 0-11 0 0,0 0-1 0 0,1-1 0 0 0,-1 0 1 0 0,0 0-1 0 0,1-1 0 0 0,-1 0 0 0 0,0 0 1 0 0,1 0-1 0 0,-1-1 0 0 0,10-4 1 0 0,-1-2-10 0 0,0 0 1 0 0,-1-1 0 0 0,0-1-1 0 0,0 0 1 0 0,-1-1 0 0 0,25-26-1 0 0,66-86 196 0 0,-78 89 10 0 0,-26 33-185 0 0,2 13-2 0 0,-16 67 48 0 0,7-51-148 0 0,1 0-1 0 0,-1 43 1 0 0,6-59-382 0 0,0 4-744 0 0,0 0 1 0 0,3 17-1 0 0,-2-27-136 0 0,1 0 0 0 0,-1 0 0 0 0,1-1 0 0 0,0 1 0 0 0,4 7 0 0 0,1-3-3795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125 124 1608 0 0,'6'-24'5118'0'0,"-4"13"-2858"0"0,1 0 0 0 0,8-20 0 0 0,-10 28-2029 0 0,1 0 0 0 0,-1 0 0 0 0,1 0 0 0 0,0 0 0 0 0,0 0 0 0 0,1 1 0 0 0,-1-1 0 0 0,0 0 0 0 0,1 1 0 0 0,0 0 0 0 0,-1 0 0 0 0,1 0 0 0 0,6-3 0 0 0,-7 3-203 0 0,0 1-1 0 0,0 0 1 0 0,0 1 0 0 0,1-1-1 0 0,-1 0 1 0 0,0 1 0 0 0,0-1-1 0 0,1 1 1 0 0,-1-1-1 0 0,0 1 1 0 0,1 0 0 0 0,-1 0-1 0 0,0 0 1 0 0,1 1-1 0 0,-1-1 1 0 0,0 0 0 0 0,0 1-1 0 0,1 0 1 0 0,-1-1 0 0 0,0 1-1 0 0,0 0 1 0 0,0 0-1 0 0,0 0 1 0 0,0 0 0 0 0,0 1-1 0 0,0-1 1 0 0,0 1-1 0 0,0-1 1 0 0,0 1 0 0 0,-1-1-1 0 0,1 1 1 0 0,-1 0 0 0 0,1 0-1 0 0,-1 0 1 0 0,0 0-1 0 0,0 0 1 0 0,0 0 0 0 0,0 0-1 0 0,0 0 1 0 0,0 0-1 0 0,0 1 1 0 0,-1-1 0 0 0,1 0-1 0 0,-1 0 1 0 0,0 1 0 0 0,0-1-1 0 0,0 0 1 0 0,0 1-1 0 0,0 3 1 0 0,-1 1 5 0 0,0 0 0 0 0,-1 0 0 0 0,0-1 0 0 0,0 1 0 0 0,0 0 0 0 0,-1-1-1 0 0,0 1 1 0 0,0-1 0 0 0,0 0 0 0 0,-8 10 0 0 0,-5 4 61 0 0,-29 29 0 0 0,19-21-5 0 0,-5 6 470 0 0,30-32-460 0 0,0-2-91 0 0,1 0-1 0 0,0 0 0 0 0,0 0 0 0 0,0 1 0 0 0,-1-1 0 0 0,1 0 0 0 0,0 0 0 0 0,0 0 1 0 0,0 1-1 0 0,0-1 0 0 0,0 0 0 0 0,0 0 0 0 0,-1 1 0 0 0,1-1 0 0 0,0 0 1 0 0,0 0-1 0 0,0 1 0 0 0,0-1 0 0 0,0 0 0 0 0,0 0 0 0 0,0 1 0 0 0,0-1 0 0 0,0 0 1 0 0,0 0-1 0 0,0 1 0 0 0,0-1 0 0 0,0 0 0 0 0,0 0 0 0 0,0 1 0 0 0,1-1 0 0 0,-1 0 1 0 0,0 0-1 0 0,0 1 0 0 0,0-1 0 0 0,0 0 0 0 0,0 0 0 0 0,0 0 0 0 0,1 1 0 0 0,21 3 88 0 0,1 0-65 0 0,1 1-1 0 0,35 14 1 0 0,-52-17-6 0 0,-1 0 1 0 0,-1 1-1 0 0,1 0 0 0 0,0 1 1 0 0,-1-1-1 0 0,1 1 1 0 0,-1 0-1 0 0,0 0 0 0 0,0 1 1 0 0,-1 0-1 0 0,0-1 1 0 0,1 1-1 0 0,-1 1 0 0 0,5 9 1 0 0,-8-13 48 0 0,0 1 1 0 0,0-1-1 0 0,0 0 0 0 0,0 1 1 0 0,-1-1-1 0 0,1 1 1 0 0,-1-1-1 0 0,1 1 1 0 0,-1-1-1 0 0,0 1 0 0 0,0-1 1 0 0,-1 1-1 0 0,1 0 1 0 0,0-1-1 0 0,-1 1 0 0 0,-1 3 1 0 0,1-1 18 0 0,-1-1 1 0 0,-1 0 0 0 0,1 1-1 0 0,-1-1 1 0 0,1 0 0 0 0,-1 0-1 0 0,0 0 1 0 0,-5 3-1 0 0,-4 4 66 0 0,0-1 0 0 0,0 0 0 0 0,-1-1 0 0 0,-18 9 0 0 0,14-9-71 0 0,-1 0 0 0 0,0-2 0 0 0,-1 0 0 0 0,1-1-1 0 0,-1-1 1 0 0,-26 3 0 0 0,42-7-226 0 0,0-1 1 0 0,0 0 0 0 0,0 0-1 0 0,0 0 1 0 0,1 0-1 0 0,-1 0 1 0 0,0-1-1 0 0,0 1 1 0 0,0-1 0 0 0,0 0-1 0 0,0 0 1 0 0,-3-2-1 0 0,5 3-125 0 0,-1-1-1 0 0,1 0 0 0 0,-1-1 0 0 0,1 1 0 0 0,0 0 0 0 0,-1 0 1 0 0,1-1-1 0 0,0 1 0 0 0,0 0 0 0 0,0-1 0 0 0,0 1 0 0 0,0-1 1 0 0,1 1-1 0 0,-1-1 0 0 0,-1-3 0 0 0,1 0-365 0 0,1 0 0 0 0,-1 1 0 0 0,1-1 0 0 0,0 0 0 0 0,0 0 0 0 0,0 0 0 0 0,1 0 0 0 0,0 1 0 0 0,0-1 0 0 0,0 0 0 0 0,0 0 0 0 0,1 1 0 0 0,2-6 0 0 0,7-15-5834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97 2408 0 0,'7'-19'5409'0'0,"0"0"0"0"0,12-19 0 0 0,-14 28-5135 0 0,-4 9-247 0 0,0 0 0 0 0,0 0 0 0 0,0 0 0 0 0,0 0 0 0 0,0 0 1 0 0,0 1-1 0 0,0-1 0 0 0,0 0 0 0 0,0 1 0 0 0,1-1 0 0 0,-1 1 0 0 0,0-1 0 0 0,0 1 0 0 0,0 0 0 0 0,1 0 0 0 0,-1-1 0 0 0,0 1 1 0 0,1 0-1 0 0,-1 0 0 0 0,2 0 0 0 0,6 1-12 0 0,-1-1 1 0 0,1 2-1 0 0,-1-1 1 0 0,1 1-1 0 0,-1 0 0 0 0,0 1 1 0 0,0-1-1 0 0,0 2 1 0 0,0-1-1 0 0,-1 1 1 0 0,1 0-1 0 0,13 11 1 0 0,-17-11-3 0 0,1-1 1 0 0,-1 1-1 0 0,0 1 1 0 0,0-1-1 0 0,0 0 1 0 0,-1 1-1 0 0,1 0 1 0 0,-1 0-1 0 0,0 0 1 0 0,-1 0-1 0 0,1 1 1 0 0,-1-1-1 0 0,0 1 1 0 0,0-1-1 0 0,-1 1 1 0 0,1 0-1 0 0,-1-1 1 0 0,-1 1-1 0 0,1 0 1 0 0,-1 8-1 0 0,-1-3 145 0 0,-1 1 0 0 0,0 0 0 0 0,-1-1 0 0 0,-1 1 0 0 0,1-1 0 0 0,-2 0 0 0 0,0 0-1 0 0,0 0 1 0 0,0-1 0 0 0,-2 0 0 0 0,1 0 0 0 0,-1 0 0 0 0,-14 14 0 0 0,-8 5 1107 0 0,-2 0 0 0 0,-52 36 0 0 0,75-59-1075 0 0,-39 33 684 0 0,45-38-694 0 0,2 0-169 0 0,0-1 0 0 0,0 1 1 0 0,0-1-1 0 0,1 1 0 0 0,-1-1 0 0 0,0 1 0 0 0,0-1 1 0 0,1 1-1 0 0,-1-1 0 0 0,0 0 0 0 0,1 1 1 0 0,-1-1-1 0 0,0 1 0 0 0,1-1 0 0 0,-1 0 1 0 0,1 1-1 0 0,-1-1 0 0 0,0 0 0 0 0,1 1 1 0 0,-1-1-1 0 0,1 0 0 0 0,-1 0 0 0 0,1 1 0 0 0,-1-1 1 0 0,1 0-1 0 0,-1 0 0 0 0,1 0 0 0 0,0 0 1 0 0,-1 0-1 0 0,1 0 0 0 0,0 0 0 0 0,21 0 17 0 0,-18 0 33 0 0,70-7 114 0 0,-1-2 1 0 0,0-4-1 0 0,101-32 1 0 0,-131 35-29 0 0,-41 9-197 0 0,4 0-37 0 0,6 0-2189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2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0 150 244 0 0,'0'0'23436'0'0,"2"-1"-23399"0"0,22-7-27 0 0,0 1-1 0 0,0 2 1 0 0,42-5 0 0 0,-16 2-9 0 0,45-10-53 0 0,68-11 144 0 0,-161 28-88 0 0,13-1-45 0 0,-7 0 47 0 0,-6 1-2 0 0,26-8-10 0 0,103-24 44 0 0,-102 24-26 0 0,-24 7-25 0 0,-4 2 17 0 0,1-1 1 0 0,-1 0-1 0 0,1 1 0 0 0,-1-1 0 0 0,0 1 1 0 0,1-1-1 0 0,0 1 0 0 0,-1-1 1 0 0,1 1-1 0 0,-1 0 0 0 0,1 0 0 0 0,-1 0 1 0 0,1 0-1 0 0,0 0 0 0 0,-1 0 0 0 0,1 1 1 0 0,-1-1-1 0 0,1 0 0 0 0,-1 1 1 0 0,2 0-1 0 0,-4 2-3 0 0,0-1 1 0 0,0 1-1 0 0,0 0 0 0 0,-1-1 1 0 0,1 1-1 0 0,-1-1 0 0 0,1 0 1 0 0,-5 5-1 0 0,-311 327 254 0 0,236-256-235 0 0,-17 18 22 0 0,88-88 272 0 0,0 1 1 0 0,-10 14 0 0 0,19-22-252 0 0,0 3 112 0 0,1-1 296 0 0,8-4-390 0 0,-7 1-108 0 0,93-26 207 0 0,-35 9-167 0 0,89-19-10 0 0,71-19-959 0 0,-76 10-3696 0 0,-106 28 1427 0 0,-16 3-2866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3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64 748 0 0,'0'0'9565'0'0,"-11"1"-6415"0"0,11-12-3064 0 0,0 8 13 0 0,0 0 0 0 0,0 0 1 0 0,0 1-1 0 0,0-1 0 0 0,0 0 1 0 0,-1 0-1 0 0,1 0 0 0 0,-1 1 1 0 0,0-1-1 0 0,-1-4 0 0 0,1 6-2 0 0,2 0-93 0 0,-1 1-1 0 0,0 0 1 0 0,1-1-1 0 0,-1 1 1 0 0,0-1-1 0 0,1 1 1 0 0,-1-1-1 0 0,0 1 1 0 0,1-1-1 0 0,-1 1 1 0 0,0-1-1 0 0,0 1 1 0 0,0-1-1 0 0,0 1 1 0 0,1-1-1 0 0,-1 0 1 0 0,0 1-1 0 0,0-1 1 0 0,0 1 0 0 0,0-1-1 0 0,0 1 1 0 0,0-1-1 0 0,0 0 1 0 0,-1 1-1 0 0,1-1 1 0 0,0 1-1 0 0,0-1 1 0 0,0-1 2 0 0,-4 14-209 0 0,-1 31 163 0 0,-21 133 23 0 0,15-126 26 0 0,-14 75 272 0 0,24-123-49 0 0,1 0-1102 0 0,-1 3 3817 0 0,0-4-3423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3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24 48 0 0,'0'0'4465'0'0,"0"-8"-2802"0"0,0 4 1609 0 0,-2-8 68 0 0,-2 24-2303 0 0,-7 38-1651 0 0,8-34 958 0 0,-16 58-290 0 0,-5 20-133 0 0,16-30-3727 0 0,8-50 665 0 0,1-3-1038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3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11 372 0 0,'2'-2'1231'0'0,"0"1"1"0"0,0 0-1 0 0,0 0 0 0 0,1 0 1 0 0,-1 0-1 0 0,0 0 0 0 0,1 1 1 0 0,-1-1-1 0 0,1 1 0 0 0,2-1 1 0 0,-4 1-1136 0 0,-1 0-1 0 0,1 0 1 0 0,-1 0 0 0 0,0 1 0 0 0,1-1 0 0 0,-1 0 0 0 0,0 0 0 0 0,1 0 0 0 0,-1 1 0 0 0,0-1 0 0 0,1 0 0 0 0,-1 1 0 0 0,0-1 0 0 0,0 0 0 0 0,1 0 0 0 0,-1 1 0 0 0,0-1 0 0 0,0 0 0 0 0,1 1 0 0 0,-1-1 0 0 0,0 1 0 0 0,0-1 0 0 0,0 1 0 0 0,2 19-720 0 0,-24 111 1117 0 0,14-90-197 0 0,-6 62 1 0 0,13-87-1221 0 0,2 0 0 0 0,2 23 0 0 0,-1-27-379 0 0,0 0-1 0 0,1-1 0 0 0,0 1 1 0 0,6 11-1 0 0,1-4-3684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3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0 572 0 0,'0'0'13610'0'0,"-4"12"-13036"0"0,-32 131 905 0 0,23-81-3365 0 0,3-11-3059 0 0,4-19-2055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281 118 908 0 0,'0'0'1552'0'0,"12"-8"3071"0"0,-8 6-3963 0 0,-1 0 0 0 0,0-1 0 0 0,0 1 1 0 0,0-1-1 0 0,0 0 0 0 0,0 0 1 0 0,0 0-1 0 0,-1 0 0 0 0,0 0 0 0 0,1-1 1 0 0,1-4-1 0 0,-3 6-480 0 0,-1 0 0 0 0,1 0 0 0 0,-1 0 0 0 0,1 0-1 0 0,-1 0 1 0 0,0 0 0 0 0,0-1 0 0 0,0 1 0 0 0,0 0 0 0 0,0 0 0 0 0,-1 0 0 0 0,1 0 0 0 0,-1 0 0 0 0,1 0 0 0 0,-1 0 0 0 0,0 0 0 0 0,1 0-1 0 0,-1 0 1 0 0,0 1 0 0 0,0-1 0 0 0,-1 0 0 0 0,1 0 0 0 0,0 1 0 0 0,0-1 0 0 0,-1 1 0 0 0,-2-3 0 0 0,3 3-164 0 0,0 0 12 0 0,0-1-1 0 0,-1 1 1 0 0,1 0-1 0 0,-1 0 1 0 0,0 0 0 0 0,1 0-1 0 0,-1 0 1 0 0,0 0-1 0 0,1 0 1 0 0,-1 0 0 0 0,-3-1-1 0 0,1 2-25 0 0,0-1 0 0 0,1 1 0 0 0,-1-1 0 0 0,0 1 0 0 0,0 0 0 0 0,1 0 1 0 0,-1 1-1 0 0,0-1 0 0 0,0 1 0 0 0,1 0 0 0 0,-1 0 0 0 0,0 0 0 0 0,1 0 0 0 0,-1 1 0 0 0,1-1 0 0 0,0 1 0 0 0,0 0 0 0 0,-1 0 0 0 0,1 0 0 0 0,0 0 0 0 0,0 1 0 0 0,-3 3 0 0 0,-1 0 15 0 0,-15 14-23 0 0,2 0 0 0 0,1 1 0 0 0,0 1 0 0 0,2 0 0 0 0,0 2 0 0 0,1 0 0 0 0,2 0 0 0 0,1 2 0 0 0,-13 31 0 0 0,23-48-5 0 0,0-1 0 0 0,0 1 0 0 0,1-1 1 0 0,0 1-1 0 0,0 0 0 0 0,1 0 0 0 0,1 0 0 0 0,0 14 0 0 0,0-20 5 0 0,0 0 1 0 0,1 0-1 0 0,-1 0 0 0 0,1 0 0 0 0,0 0 1 0 0,0-1-1 0 0,0 1 0 0 0,0 0 1 0 0,1 0-1 0 0,-1-1 0 0 0,1 1 0 0 0,0-1 1 0 0,-1 1-1 0 0,1-1 0 0 0,0 0 1 0 0,0 0-1 0 0,1 0 0 0 0,-1 0 0 0 0,0 0 1 0 0,1 0-1 0 0,-1-1 0 0 0,1 1 0 0 0,-1-1 1 0 0,1 1-1 0 0,0-1 0 0 0,0 0 1 0 0,0 0-1 0 0,5 1 0 0 0,-2-1-2 0 0,1 0-1 0 0,0 0 1 0 0,0 0-1 0 0,0 0 0 0 0,0-1 1 0 0,-1 0-1 0 0,1-1 1 0 0,0 0-1 0 0,0 0 1 0 0,0 0-1 0 0,-1-1 1 0 0,1 0-1 0 0,-1 0 1 0 0,1-1-1 0 0,-1 1 1 0 0,0-1-1 0 0,0-1 1 0 0,0 1-1 0 0,7-6 0 0 0,-5 1-4 0 0,0 0-1 0 0,0 0 0 0 0,0 0 1 0 0,-1-1-1 0 0,-1 0 0 0 0,1 0 1 0 0,-2-1-1 0 0,1 0 0 0 0,-1 0 0 0 0,7-21 1 0 0,-2-1 141 0 0,10-60 1 0 0,-14 53-5 0 0,-6 37-142 0 0,-1 53-299 0 0,5 98 861 0 0,-2-132-1005 0 0,0 0-1 0 0,2 1 0 0 0,0-1 0 0 0,0 0 0 0 0,2-1 0 0 0,10 23 1 0 0,4-10-2658 0 0,-4-12-1867 0 0,-2-6-1493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56 2476 0 0,'-1'-1'3273'0'0,"-3"-9"2552"0"0,3 9-5241 0 0,0-1 1 0 0,0 0 0 0 0,0 0-1 0 0,0 0 1 0 0,1 0 0 0 0,-1 0 0 0 0,1 0-1 0 0,-1 0 1 0 0,1 1 0 0 0,0-2-1 0 0,0 1 1 0 0,-1 0 0 0 0,2-3-1 0 0,-1 4-548 0 0,0 0 0 0 0,1 0 0 0 0,-1 1 0 0 0,1-1 1 0 0,0 0-1 0 0,-1 0 0 0 0,1 0 0 0 0,0 0 0 0 0,-1 1 0 0 0,1-1 0 0 0,0 0 0 0 0,0 1 0 0 0,0-1 0 0 0,-1 1 0 0 0,1-1 0 0 0,0 1 0 0 0,0-1 0 0 0,0 1 0 0 0,0-1 0 0 0,0 1 0 0 0,0 0 0 0 0,0 0 0 0 0,0-1 0 0 0,0 1 0 0 0,0 0 0 0 0,0 0 0 0 0,0 0 0 0 0,0 0 0 0 0,0 0 0 0 0,0 0 0 0 0,0 1 0 0 0,0-1 1 0 0,2 1-1 0 0,1-1-26 0 0,0 1 0 0 0,0-1 1 0 0,-1 1-1 0 0,1 0 0 0 0,0 0 1 0 0,0 0-1 0 0,-1 1 0 0 0,1 0 1 0 0,-1-1-1 0 0,1 1 0 0 0,-1 0 1 0 0,0 1-1 0 0,0-1 0 0 0,0 0 1 0 0,0 1-1 0 0,0 0 0 0 0,0 0 1 0 0,-1 0-1 0 0,0 0 0 0 0,1 0 1 0 0,-1 0-1 0 0,0 1 0 0 0,0-1 1 0 0,-1 1-1 0 0,1-1 0 0 0,-1 1 1 0 0,0 0-1 0 0,0-1 0 0 0,0 1 1 0 0,0 0-1 0 0,-1 0 0 0 0,1 0 1 0 0,-1 0-1 0 0,0-1 0 0 0,0 1 1 0 0,0 0-1 0 0,-1 0 0 0 0,0 0 1 0 0,-1 6-1 0 0,-2 1 64 0 0,1 0-1 0 0,-2 0 1 0 0,1-1-1 0 0,-1 0 1 0 0,-1 0-1 0 0,-7 10 1 0 0,-45 54 778 0 0,18-25-76 0 0,33-41-629 0 0,-4 7 22 0 0,11-15-162 0 0,-1 0 0 0 0,1 1 0 0 0,0-1 0 0 0,0 0 0 0 0,0 1 0 0 0,0-1 0 0 0,-1 0 0 0 0,1 0 0 0 0,0 1 0 0 0,0-1 0 0 0,0 0 0 0 0,0 1 0 0 0,0-1 0 0 0,0 0 0 0 0,0 1 1 0 0,0-1-1 0 0,0 0 0 0 0,0 1 0 0 0,0-1 0 0 0,0 0 0 0 0,0 1 0 0 0,0-1 0 0 0,1 0 0 0 0,-1 1 0 0 0,0-1 0 0 0,0 0 0 0 0,0 1 0 0 0,0-1 0 0 0,1 0 0 0 0,-1 0 0 0 0,0 1 0 0 0,0-1 1 0 0,0 0-1 0 0,1 0 0 0 0,-1 1 0 0 0,0-1 0 0 0,1 0 0 0 0,1 1-13 0 0,0-1 0 0 0,0 0-1 0 0,0 0 1 0 0,0 0 0 0 0,0 0 0 0 0,0 0 0 0 0,0 0 0 0 0,0-1 0 0 0,0 1-1 0 0,0-1 1 0 0,3 0 0 0 0,2-1-114 0 0,32-6-2682 0 0,51-17 0 0 0,-8-7-6260 0 0,-53 19 2201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52 1772 0 0,'15'-42'15892'0'0,"-15"40"-14560"0"0,2 0 167 0 0,2-3 2498 0 0,-3 18-3662 0 0,0 1-1 0 0,-2 0 1 0 0,1 0-1 0 0,-2 0 1 0 0,0-1-1 0 0,-4 17 1 0 0,2-11-179 0 0,-26 182 664 0 0,22-67-8010 0 0,11-104-1635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82 184 0 0,'-1'-1'855'0'0,"-1"0"1"0"0,1 0-1 0 0,-1-1 1 0 0,1 1-1 0 0,0 0 0 0 0,-1 0 1 0 0,1-1-1 0 0,0 1 1 0 0,-2-2-1 0 0,4 1-751 0 0,-1 0 0 0 0,0 0-1 0 0,1 0 1 0 0,0 0 0 0 0,-1 0 0 0 0,1 0-1 0 0,0 1 1 0 0,0-1 0 0 0,0 0 0 0 0,0 0 0 0 0,0 1-1 0 0,0-1 1 0 0,0 1 0 0 0,1-1 0 0 0,-1 1-1 0 0,1-1 1 0 0,-1 1 0 0 0,1 0 0 0 0,-1 0-1 0 0,1 0 1 0 0,0 0 0 0 0,-1 0 0 0 0,1 0-1 0 0,0 0 1 0 0,0 0 0 0 0,0 1 0 0 0,0-1 0 0 0,0 1-1 0 0,0 0 1 0 0,0-1 0 0 0,0 1 0 0 0,-1 0-1 0 0,1 0 1 0 0,3 0 0 0 0,-1 0-77 0 0,1 1 0 0 0,-1-1 0 0 0,0 1 0 0 0,0 0-1 0 0,0 0 1 0 0,1 1 0 0 0,-1-1 0 0 0,0 1 0 0 0,0 0 0 0 0,-1 0 0 0 0,1 0 0 0 0,0 0 0 0 0,-1 1 0 0 0,1 0 0 0 0,4 4 0 0 0,-4-2 63 0 0,0 0 0 0 0,0 0 0 0 0,0 0 0 0 0,-1 1 0 0 0,0 0 1 0 0,0 0-1 0 0,0 0 0 0 0,-1 0 0 0 0,1 0 0 0 0,-1 0 0 0 0,-1 1 1 0 0,0-1-1 0 0,0 1 0 0 0,0-1 0 0 0,0 1 0 0 0,-1-1 0 0 0,0 1 1 0 0,-1-1-1 0 0,1 1 0 0 0,-1 0 0 0 0,-3 9 0 0 0,-1 1 421 0 0,-1 1-1 0 0,-1-1 1 0 0,-1 0-1 0 0,0-1 0 0 0,-1 0 1 0 0,-16 21-1 0 0,21-30-151 0 0,2-4-103 0 0,1 0-1 0 0,0 0 1 0 0,-1-1-1 0 0,0 1 1 0 0,1-1-1 0 0,-1 0 1 0 0,0 0-1 0 0,0 1 1 0 0,0-1-1 0 0,-1 0 1 0 0,-2 2-1 0 0,9-19-10 0 0,2 5-230 0 0,0 0 0 0 0,1 0-1 0 0,0 1 1 0 0,1 0 0 0 0,13-13-1 0 0,-1 1-55 0 0,66-72-120 0 0,42-49 3 0 0,-101 108 252 0 0,-26 32-110 0 0,-3 3 5 0 0,0-1 12 0 0,0 1-1 0 0,1 0 0 0 0,-1 0 0 0 0,0-1 1 0 0,1 1-1 0 0,-1 0 0 0 0,1 1 0 0 0,-1-1 1 0 0,1 0-1 0 0,-1 0 0 0 0,1 1 1 0 0,-2 2-1 0 0,-17 24 3 0 0,15-20 0 0 0,-3 4-1 0 0,0 0 1 0 0,1 1-1 0 0,1 0 1 0 0,0 0-1 0 0,1 1 1 0 0,0-1-1 0 0,1 1 1 0 0,1 0-1 0 0,-3 20 1 0 0,5-28-13 0 0,1 0 0 0 0,-1 0 0 0 0,1 0 0 0 0,1 1 0 0 0,-1-1 0 0 0,1 0 0 0 0,1 0 0 0 0,-1 0 0 0 0,1 0 0 0 0,0 0 0 0 0,0 0 0 0 0,0 0 0 0 0,1-1 0 0 0,0 1 0 0 0,0-1 1 0 0,0 0-1 0 0,1 0 0 0 0,0 0 0 0 0,0 0 0 0 0,0-1 0 0 0,1 1 0 0 0,-1-1 0 0 0,1 0 0 0 0,5 3 0 0 0,0-1-385 0 0,1-1 0 0 0,-1 0 0 0 0,1 0 0 0 0,-1-1 1 0 0,1 0-1 0 0,1-1 0 0 0,19 3 0 0 0,-7-3-2514 0 0,1-2-1 0 0,41-1 1 0 0,-18-4-4408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22 2940 0 0,'-83'24'13227'0'0,"81"-24"-12553"0"0,5 1-408 0 0,12 0-137 0 0,1-1 1 0 0,-1 0-1 0 0,1-1 0 0 0,-1 0 0 0 0,21-6 1 0 0,-14 4-165 0 0,24-3-702 0 0,25-5-1796 0 0,-25 0-3521 0 0,-25 3-66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 1244 0 0,'-13'-7'4031'0'0,"8"4"-2499"0"0,1 1 0 0 0,-1 0 0 0 0,0 0 0 0 0,-9-2 0 0 0,13 4-1454 0 0,0 0 1 0 0,0 0 0 0 0,0 0-1 0 0,0 1 1 0 0,0-1 0 0 0,0 0 0 0 0,1 1-1 0 0,-1-1 1 0 0,0 1 0 0 0,0-1 0 0 0,0 1-1 0 0,1-1 1 0 0,-1 1 0 0 0,0-1 0 0 0,0 1-1 0 0,1 0 1 0 0,-1 0 0 0 0,1-1 0 0 0,-1 1-1 0 0,0 0 1 0 0,1 0 0 0 0,0 0 0 0 0,-1 0-1 0 0,1-1 1 0 0,-1 1 0 0 0,1 0 0 0 0,0 0-1 0 0,-1 1 1 0 0,-9 31 1185 0 0,10-30-1120 0 0,-7 29 247 0 0,2 0 0 0 0,1 0 0 0 0,0 47 0 0 0,15 96 921 0 0,-9-160-2406 0 0,1 0 0 0 0,0 0 0 0 0,7 21 1 0 0,-8-31 517 0 0,0 1 1 0 0,1-1 0 0 0,0 0 0 0 0,-1 0-1 0 0,1 0 1 0 0,1 0 0 0 0,-1 0 0 0 0,1-1-1 0 0,0 1 1 0 0,0-1 0 0 0,9 7-1 0 0,3-2-5243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2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294 114 2956 0 0,'4'-7'1193'0'0,"1"0"0"0"0,-1 0 0 0 0,0 0 0 0 0,-1 0 0 0 0,0-1 0 0 0,0 1 0 0 0,-1-1 0 0 0,0 0 0 0 0,0 0 0 0 0,0 0 0 0 0,-1-11 0 0 0,-1 19-1142 0 0,0-1 1 0 0,0 1-1 0 0,0-1 0 0 0,0 0 0 0 0,0 1 0 0 0,0-1 0 0 0,0 1 1 0 0,-1-1-1 0 0,1 1 0 0 0,0-1 0 0 0,-1 1 0 0 0,1-1 0 0 0,0 1 0 0 0,-1-1 1 0 0,1 1-1 0 0,0-1 0 0 0,-1 1 0 0 0,1-1 0 0 0,-1 1 0 0 0,1 0 1 0 0,-1-1-1 0 0,1 1 0 0 0,-1 0 0 0 0,1-1 0 0 0,-1 1 0 0 0,1 0 1 0 0,-1 0-1 0 0,1 0 0 0 0,-1-1 0 0 0,0 1 0 0 0,1 0 0 0 0,-1 0 0 0 0,1 0 1 0 0,-1 0-1 0 0,0 0 0 0 0,0 0 0 0 0,-23 4 488 0 0,6 4-352 0 0,1 1 0 0 0,-1 0-1 0 0,2 1 1 0 0,-30 24 0 0 0,-53 58 93 0 0,86-78-242 0 0,2-1 0 0 0,-16 24 0 0 0,24-32-25 0 0,0-1 1 0 0,0 1 0 0 0,0 0-1 0 0,1 0 1 0 0,0 1 0 0 0,0-1 0 0 0,1 0-1 0 0,-1 1 1 0 0,1-1 0 0 0,0 1 0 0 0,0 0-1 0 0,1 6 1 0 0,0-10-8 0 0,0-1 1 0 0,0 1-1 0 0,1 0 1 0 0,-1-1-1 0 0,0 1 1 0 0,1 0-1 0 0,-1-1 1 0 0,1 1-1 0 0,0-1 1 0 0,-1 1-1 0 0,1-1 1 0 0,0 1-1 0 0,0-1 1 0 0,0 0-1 0 0,0 1 1 0 0,0-1-1 0 0,0 0 1 0 0,1 0-1 0 0,-1 1 1 0 0,3 0-1 0 0,-2 0-9 0 0,1-1-1 0 0,-1 0 1 0 0,1 0-1 0 0,0-1 1 0 0,-1 1-1 0 0,1 0 1 0 0,0-1-1 0 0,-1 0 1 0 0,1 1-1 0 0,0-1 1 0 0,5-1-1 0 0,-2 1-22 0 0,1-1-1 0 0,-1 0 0 0 0,0-1 0 0 0,1 0 0 0 0,-1 0 0 0 0,0 0 0 0 0,0-1 0 0 0,0 1 0 0 0,0-2 0 0 0,6-3 1 0 0,0-5-1 0 0,0 0 0 0 0,-1 0 1 0 0,0-1-1 0 0,-1 0 0 0 0,-1-1 1 0 0,15-29-1 0 0,21-29 679 0 0,-38 62-525 0 0,-7 10-121 0 0,0 0-1 0 0,0-1 1 0 0,0 1-1 0 0,0-1 1 0 0,1 1-1 0 0,-1-1 1 0 0,0 1-1 0 0,0 0 0 0 0,1-1 1 0 0,-1 1-1 0 0,0 0 1 0 0,0-1-1 0 0,1 1 1 0 0,-1 0-1 0 0,0-1 1 0 0,1 1-1 0 0,-1 0 0 0 0,1-1 1 0 0,-1 1-1 0 0,0 0 1 0 0,1 0-1 0 0,-1 0 1 0 0,1-1-1 0 0,-1 1 1 0 0,0 0-1 0 0,1 0 0 0 0,-1 0 1 0 0,1 0-1 0 0,-1 0 1 0 0,1 0-1 0 0,-1 0 1 0 0,1 0-1 0 0,-1 0 1 0 0,1 0-1 0 0,-1 0 1 0 0,0 0-1 0 0,1 0 0 0 0,-1 0 1 0 0,1 1-1 0 0,0 0 6 0 0,-1 0 0 0 0,1-1 0 0 0,-1 1 0 0 0,1 0 0 0 0,-1 0-1 0 0,0 0 1 0 0,1 0 0 0 0,-1 1 0 0 0,0-1 0 0 0,0 0 0 0 0,0 0-1 0 0,0 0 1 0 0,0 0 0 0 0,0 1 0 0 0,1 26 258 0 0,0 0 1 0 0,-2 0-1 0 0,-1 0 0 0 0,-8 35 1 0 0,0 11-106 0 0,7-49-462 0 0,-3 53-388 0 0,8-40-3331 0 0,7-4-5136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19 107 1464 0 0,'1'-2'1016'0'0,"12"-34"7193"0"0,3 4-3562 0 0,-14 29-4486 0 0,0 1 0 0 0,0-1 0 0 0,0 0 0 0 0,0 1-1 0 0,1 0 1 0 0,-1-1 0 0 0,1 1 0 0 0,-1 0 0 0 0,1 0 0 0 0,0 0 0 0 0,0 1 0 0 0,0-1 0 0 0,0 1-1 0 0,0 0 1 0 0,0-1 0 0 0,0 1 0 0 0,0 1 0 0 0,1-1 0 0 0,3 0 0 0 0,-5 1-102 0 0,0 1 1 0 0,1-1 0 0 0,-1 1-1 0 0,0-1 1 0 0,0 1 0 0 0,1 0-1 0 0,-1 0 1 0 0,0 0 0 0 0,0 0-1 0 0,0 1 1 0 0,0-1-1 0 0,0 0 1 0 0,0 1 0 0 0,0 0-1 0 0,-1-1 1 0 0,1 1 0 0 0,-1 0-1 0 0,1 0 1 0 0,-1 0 0 0 0,1 0-1 0 0,-1 0 1 0 0,0 0 0 0 0,1 3-1 0 0,-1 0 89 0 0,0 0-1 0 0,0 0 0 0 0,0 0 1 0 0,-1-1-1 0 0,0 1 0 0 0,0 0 1 0 0,0 0-1 0 0,-1 0 0 0 0,0 0 1 0 0,1-1-1 0 0,-2 1 0 0 0,1 0 1 0 0,-1-1-1 0 0,1 1 0 0 0,-1-1 1 0 0,0 1-1 0 0,-3 3 0 0 0,-6 10 380 0 0,0 0-1 0 0,-20 23 0 0 0,-48 60 770 0 0,78-101-1272 0 0,0 1-1 0 0,1-1 0 0 0,-1 1 1 0 0,1-1-1 0 0,0 1 0 0 0,-1 0 1 0 0,1-1-1 0 0,-1 1 0 0 0,1 0 1 0 0,0-1-1 0 0,-1 1 1 0 0,1 0-1 0 0,0-1 0 0 0,0 1 1 0 0,0 0-1 0 0,0-1 0 0 0,-1 1 1 0 0,1 0-1 0 0,0 0 0 0 0,0-1 1 0 0,0 1-1 0 0,1 0 0 0 0,-1 0 1 0 0,0 0-1 0 0,1 0-10 0 0,-1-1 0 0 0,1 1 0 0 0,0-1 0 0 0,0 0 0 0 0,-1 1 0 0 0,1-1 0 0 0,0 0 0 0 0,0 1 0 0 0,0-1 0 0 0,0 0 0 0 0,-1 0 0 0 0,1 1-1 0 0,0-1 1 0 0,0 0 0 0 0,0 0 0 0 0,0 0 0 0 0,0 0 0 0 0,0-1 0 0 0,1 1 0 0 0,57-6-1731 0 0,115-28 1 0 0,-112 20-470 0 0,34-10-2236 0 0,-33 5-1637 0 0,-13 3-1786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40 1396 0 0,'-36'-23'10259'0'0,"11"7"-3484"0"0,27 16-6624 0 0,1 0-113 0 0,1 1 0 0 0,-1 0 0 0 0,0 0 1 0 0,0 0-1 0 0,0 0 0 0 0,0 1 0 0 0,0-1 0 0 0,-1 1 0 0 0,1-1 0 0 0,0 1 1 0 0,-1 0-1 0 0,1 0 0 0 0,-1 0 0 0 0,0 1 0 0 0,1-1 0 0 0,-1 0 0 0 0,0 1 1 0 0,-1 0-1 0 0,4 5 0 0 0,-1-2 179 0 0,0 1 0 0 0,-1 0 0 0 0,1 0 0 0 0,-2 0 0 0 0,1 0 0 0 0,-1 0 0 0 0,3 15 0 0 0,-4-11 83 0 0,-1-1 0 0 0,0 0 0 0 0,-1 0 0 0 0,0 0 0 0 0,-1 0 1 0 0,0 0-1 0 0,0 0 0 0 0,-6 12 0 0 0,-4 9 520 0 0,-21 35 0 0 0,1 0 6 0 0,32-65-814 0 0,0-1-1 0 0,0 1 1 0 0,0 0 0 0 0,0 0-1 0 0,0-1 1 0 0,0 1 0 0 0,0 0-1 0 0,0-1 1 0 0,0 1 0 0 0,1 0-1 0 0,-1 0 1 0 0,0-1 0 0 0,0 1-1 0 0,1 0 1 0 0,-1-1 0 0 0,0 1-1 0 0,1-1 1 0 0,-1 1 0 0 0,1 0-1 0 0,-1-1 1 0 0,1 1 0 0 0,-1-1-1 0 0,1 1 1 0 0,-1-1 0 0 0,1 1-1 0 0,0-1 1 0 0,-1 0 0 0 0,1 1-1 0 0,0-1 1 0 0,-1 0 0 0 0,1 1-1 0 0,0-1 1 0 0,-1 0 0 0 0,1 0-1 0 0,0 0 1 0 0,-1 0-1 0 0,1 1 1 0 0,0-1 0 0 0,0 0-1 0 0,-1 0 1 0 0,1 0 0 0 0,0 0-1 0 0,-1-1 1 0 0,3 1 0 0 0,23-1-569 0 0,0-2 0 0 0,0 0 0 0 0,0-2 0 0 0,33-11 1 0 0,25-11-3738 0 0,-4-4-3446 0 0,-26 7-1810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3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56 312 0 0,'-40'-54'14723'0'0,"39"52"-13565"0"0,-4 4-538 0 0,5-2-600 0 0,0 0-1 0 0,0 0 0 0 0,-1 0 0 0 0,1 0 0 0 0,0 0 0 0 0,-1 0 1 0 0,1 0-1 0 0,0 0 0 0 0,0 0 0 0 0,-1 0 0 0 0,1 0 1 0 0,0 0-1 0 0,0 0 0 0 0,-1 0 0 0 0,1 0 0 0 0,0 0 0 0 0,0 0 1 0 0,-1 0-1 0 0,1 0 0 0 0,0 1 0 0 0,0-1 0 0 0,-1 0 0 0 0,1 0 1 0 0,0 0-1 0 0,0 0 0 0 0,0 1 0 0 0,-1-1 0 0 0,1 0 1 0 0,0 0-1 0 0,0 0 0 0 0,0 1 0 0 0,0-1 0 0 0,0 0 0 0 0,0 0 1 0 0,-1 1-1 0 0,1-1 0 0 0,-2 7 172 0 0,0-1-1 0 0,1 1 1 0 0,0 0-1 0 0,0 0 1 0 0,0-1-1 0 0,1 1 1 0 0,0 0 0 0 0,0 0-1 0 0,0 0 1 0 0,1 0-1 0 0,0 0 1 0 0,1-1 0 0 0,0 1-1 0 0,0-1 1 0 0,3 8-1 0 0,0 0-84 0 0,1 0-1 0 0,1-1 0 0 0,0 0 0 0 0,1 0 1 0 0,0-1-1 0 0,12 13 0 0 0,-8-11 4 0 0,0-1 1 0 0,1-1-1 0 0,22 16 0 0 0,-31-24-91 0 0,1-1 0 0 0,-1 0 0 0 0,1-1 1 0 0,-1 1-1 0 0,1-1 0 0 0,0 0 0 0 0,0 0 0 0 0,0-1 0 0 0,0 1 1 0 0,0-1-1 0 0,0 0 0 0 0,0 0 0 0 0,0-1 0 0 0,1 1 0 0 0,-1-1 1 0 0,8-1-1 0 0,-9-1-19 0 0,0 1 1 0 0,0-1 0 0 0,0 0-1 0 0,-1 1 1 0 0,1-2 0 0 0,0 1 0 0 0,-1 0-1 0 0,1-1 1 0 0,-1 0 0 0 0,0 0-1 0 0,0 0 1 0 0,0 0 0 0 0,0 0-1 0 0,0-1 1 0 0,-1 1 0 0 0,0-1-1 0 0,0 0 1 0 0,0 1 0 0 0,2-6 0 0 0,4-10-11 0 0,-1 0 0 0 0,8-36 0 0 0,-9 34 40 0 0,5-17 332 0 0,-9 32-200 0 0,-7 25-93 0 0,-64 254 2694 0 0,21-75-1529 0 0,28-118-887 0 0,-41 143 416 0 0,45-171-532 0 0,-4-1 0 0 0,-29 58 0 0 0,38-90-129 0 0,0 1-1 0 0,-1-2 1 0 0,-2 0-1 0 0,-28 32 1 0 0,35-44-69 0 0,1 1 0 0 0,-1-1 0 0 0,0-1 0 0 0,0 1 0 0 0,-1-1-1 0 0,0-1 1 0 0,0 1 0 0 0,0-1 0 0 0,0-1 0 0 0,-1 0 0 0 0,1 0 0 0 0,-1 0 0 0 0,0-1 0 0 0,-16 2 0 0 0,22-4-40 0 0,0 0 1 0 0,-1 1-1 0 0,1-1 1 0 0,0-1-1 0 0,0 1 0 0 0,-1-1 1 0 0,1 1-1 0 0,0-1 0 0 0,0 0 1 0 0,0 0-1 0 0,0 0 1 0 0,0 0-1 0 0,0-1 0 0 0,0 1 1 0 0,0-1-1 0 0,0 0 0 0 0,1 0 1 0 0,-1 0-1 0 0,1 0 1 0 0,-1 0-1 0 0,1-1 0 0 0,0 1 1 0 0,0-1-1 0 0,0 1 0 0 0,0-1 1 0 0,0 0-1 0 0,1 0 1 0 0,-1 1-1 0 0,1-1 0 0 0,0 0 1 0 0,0-1-1 0 0,0 1 0 0 0,0 0 1 0 0,0-4-1 0 0,-1-5-215 0 0,1 1 0 0 0,1 0-1 0 0,0-1 1 0 0,1 1 0 0 0,0 0 0 0 0,0-1-1 0 0,1 1 1 0 0,6-19 0 0 0,4-3-553 0 0,1 2 0 0 0,2 0 0 0 0,0 0 0 0 0,2 1 0 0 0,2 1 1 0 0,22-27-1 0 0,8-4-2473 0 0,88-82 0 0 0,-26 44-3425 0 0,-52 50 547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3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2448 0 0,'5'-23'8180'0'0,"7"9"-4876"0"0,-7 11-3238 0 0,0 0 1 0 0,0 1-1 0 0,0 0 1 0 0,1 0-1 0 0,8-2 1 0 0,1-1 559 0 0,62-14-89 0 0,-1 0-2336 0 0,-65 16-273 0 0,-1-1 0 0 0,17-10 0 0 0,-13 7-3003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22 2212 0 0,'-14'-20'10541'0'0,"14"20"-10483"0"0,0 0 0 0 0,0 0 0 0 0,-1 0 0 0 0,1 0 0 0 0,0-1 1 0 0,0 1-1 0 0,0 0 0 0 0,-1 0 0 0 0,1 0 0 0 0,0 0 0 0 0,0 0 1 0 0,-1-1-1 0 0,1 1 0 0 0,0 0 0 0 0,-1 0 0 0 0,1 0 1 0 0,0 0-1 0 0,0 0 0 0 0,-1 0 0 0 0,1 0 0 0 0,0 0 0 0 0,-1 0 1 0 0,1 0-1 0 0,0 0 0 0 0,0 0 0 0 0,-1 0 0 0 0,1 0 1 0 0,0 1-1 0 0,0-1 0 0 0,-1 0 0 0 0,1 0 0 0 0,0 0 0 0 0,0 0 1 0 0,-1 0-1 0 0,1 1 0 0 0,-6 11 1012 0 0,3 21-29 0 0,3-31-895 0 0,-12 138 2202 0 0,0 63-1367 0 0,12-189-1102 0 0,-1 8-73 0 0,2 0 0 0 0,5 34 0 0 0,-5-48-469 0 0,1-1 0 0 0,0 0 0 0 0,1 0 0 0 0,5 11 0 0 0,-6-14-322 0 0,1 1 0 0 0,-1-1 1 0 0,1 0-1 0 0,0-1 0 0 0,1 1 1 0 0,-1 0-1 0 0,8 5 0 0 0,5 3-5148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366 193 296 0 0,'1'-2'664'0'0,"6"-18"2172"0"0,-2-1 1 0 0,4-24-1 0 0,-8 39-2306 0 0,0 0-1 0 0,-1 0 1 0 0,0 0 0 0 0,0 0-1 0 0,-1 0 1 0 0,0 0 0 0 0,0 0-1 0 0,0 0 1 0 0,0 0 0 0 0,-1 0-1 0 0,0 0 1 0 0,-4-7 0 0 0,5 12-460 0 0,1 0-1 0 0,-1-1 1 0 0,0 1 0 0 0,0 0-1 0 0,0-1 1 0 0,0 1 0 0 0,0 0 0 0 0,0 0-1 0 0,0 0 1 0 0,-1 0 0 0 0,1 0-1 0 0,0 1 1 0 0,-1-1 0 0 0,1 0 0 0 0,0 0-1 0 0,-1 1 1 0 0,1-1 0 0 0,-1 1-1 0 0,1-1 1 0 0,-1 1 0 0 0,1 0 0 0 0,-3-1-1 0 0,0 1 3 0 0,0 1-1 0 0,1-1 1 0 0,-1 0-1 0 0,0 1 1 0 0,0 0-1 0 0,0 0 1 0 0,0 0-1 0 0,-5 3 1 0 0,-6 3 22 0 0,1 0 1 0 0,0 2-1 0 0,-16 12 1 0 0,1 1 82 0 0,2 1 0 0 0,-49 53 0 0 0,62-60-129 0 0,1 0-1 0 0,1 1 1 0 0,1 0-1 0 0,0 1 1 0 0,1 0-1 0 0,-11 33 1 0 0,19-47-28 0 0,1 0 1 0 0,0 0-1 0 0,0 0 0 0 0,0 1 1 0 0,0-1-1 0 0,1 0 0 0 0,-1 1 1 0 0,1-1-1 0 0,1 1 0 0 0,-1-1 1 0 0,0 0-1 0 0,1 1 0 0 0,0-1 1 0 0,0 0-1 0 0,0 1 0 0 0,1-1 1 0 0,2 6-1 0 0,-2-7-6 0 0,0 0 0 0 0,0-1 0 0 0,0 1 0 0 0,1-1 0 0 0,-1 1 0 0 0,1-1 0 0 0,-1 0 0 0 0,1 0 0 0 0,0 0 0 0 0,0 0 0 0 0,0 0 0 0 0,0-1 0 0 0,0 1 0 0 0,0-1 0 0 0,0 0 0 0 0,0 0 0 0 0,1 0 0 0 0,-1 0 0 0 0,0-1 0 0 0,1 1 0 0 0,-1-1 0 0 0,7 0 0 0 0,-1-1-19 0 0,0 0 0 0 0,1 0 0 0 0,-2-1 0 0 0,1 0 0 0 0,0-1 0 0 0,0 0 0 0 0,-1-1 0 0 0,0 0 0 0 0,0 0 0 0 0,0 0 0 0 0,0-1 0 0 0,0 0 0 0 0,-1-1 0 0 0,0 0 0 0 0,0 0 0 0 0,10-12 0 0 0,8-11-23 0 0,-2-1 0 0 0,32-54 0 0 0,-47 72 69 0 0,36-56 730 0 0,-43 66-716 0 0,0 2-52 0 0,-1 0 0 0 0,1 0 0 0 0,-1 1 1 0 0,1-1-1 0 0,-1 0 0 0 0,1 0 0 0 0,-1 0 0 0 0,0 1 1 0 0,1-1-1 0 0,-1 0 0 0 0,0 0 0 0 0,1 1 0 0 0,-1-1 0 0 0,0 0 1 0 0,1 1-1 0 0,-1-1 0 0 0,0 0 0 0 0,1 1 0 0 0,-1-1 1 0 0,0 1-1 0 0,0-1 0 0 0,0 0 0 0 0,1 1 0 0 0,-1-1 0 0 0,0 1 1 0 0,-2 31 109 0 0,-1-1 1 0 0,-13 52 0 0 0,-2 13 65 0 0,14-71-162 0 0,-5 65-628 0 0,9-80-282 0 0,0 0 0 0 0,1 1 0 0 0,3 15-1 0 0,-3-23-106 0 0,0 1 0 0 0,0 0 0 0 0,1-1-1 0 0,-1 1 1 0 0,1-1 0 0 0,0 1 0 0 0,-1-1-1 0 0,5 5 1 0 0,2 0-5260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97 1444 0 0,'1'-8'2195'0'0,"1"-9"2111"0"0,0 1-1 0 0,6-17 0 0 0,-8 32-4239 0 0,0-1 0 0 0,1 1-1 0 0,-1 0 1 0 0,1 0 0 0 0,-1 0 0 0 0,1 0 0 0 0,-1 0 0 0 0,1 0-1 0 0,0 0 1 0 0,-1 0 0 0 0,1 0 0 0 0,0 0 0 0 0,0 0 0 0 0,0 0 0 0 0,0 1-1 0 0,0-1 1 0 0,0 0 0 0 0,0 0 0 0 0,0 1 0 0 0,0-1 0 0 0,0 1-1 0 0,0-1 1 0 0,0 1 0 0 0,0 0 0 0 0,0-1 0 0 0,1 1 0 0 0,-1 0-1 0 0,0 0 1 0 0,0 0 0 0 0,0 0 0 0 0,1 0 0 0 0,-1 0 0 0 0,0 0 0 0 0,0 0-1 0 0,0 0 1 0 0,1 0 0 0 0,-1 1 0 0 0,0-1 0 0 0,0 0 0 0 0,2 2-1 0 0,0-1-25 0 0,-1 0-1 0 0,1 1 1 0 0,0-1-1 0 0,0 1 1 0 0,-1 0-1 0 0,1 0 0 0 0,-1 0 1 0 0,1 0-1 0 0,-1 0 1 0 0,0 0-1 0 0,0 1 1 0 0,0-1-1 0 0,3 6 0 0 0,-3-2 80 0 0,0 0-1 0 0,0 0 0 0 0,-1 0 1 0 0,0 0-1 0 0,0 0 0 0 0,0 0 0 0 0,0 0 1 0 0,-1 0-1 0 0,0 0 0 0 0,-1 0 1 0 0,1 0-1 0 0,-1 0 0 0 0,0 0 0 0 0,-1 0 1 0 0,0 0-1 0 0,-3 9 0 0 0,-5 8 578 0 0,-1-1-1 0 0,-26 38 1 0 0,11-19 270 0 0,-30 47 1156 0 0,54-86-1971 0 0,3-1-138 0 0,-1-1 0 0 0,1 1-1 0 0,-1 0 1 0 0,1-1 0 0 0,-1 1-1 0 0,1-1 1 0 0,-1 1 0 0 0,1-1-1 0 0,0 1 1 0 0,-1-1 0 0 0,1 1 0 0 0,-1-1-1 0 0,1 0 1 0 0,0 1 0 0 0,0-1-1 0 0,-1 0 1 0 0,1 0 0 0 0,0 1 0 0 0,0-1-1 0 0,-1 0 1 0 0,1 0 0 0 0,0 0-1 0 0,0 0 1 0 0,-1 0 0 0 0,1 0-1 0 0,0 0 1 0 0,0 0 0 0 0,-1 0 0 0 0,1-1-1 0 0,1 1 1 0 0,26-3 85 0 0,23-10-2424 0 0,81-30 1 0 0,-41 11-1537 0 0,8-2-4524 0 0,-52 15 54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69 400 0 0,'-14'-9'5198'0'0,"-1"-1"-1"0"0,2 0 1 0 0,-21-20 0 0 0,34 29-5183 0 0,0 1 0 0 0,0 0 1 0 0,0 0-1 0 0,0-1 1 0 0,0 1-1 0 0,0 0 1 0 0,0 0-1 0 0,0-1 1 0 0,0 1-1 0 0,0 0 0 0 0,0 0 1 0 0,0-1-1 0 0,0 1 1 0 0,0 0-1 0 0,0 0 1 0 0,0-1-1 0 0,1 1 1 0 0,-1 0-1 0 0,0 0 0 0 0,0-1 1 0 0,0 1-1 0 0,0 0 1 0 0,1 0-1 0 0,-1 0 1 0 0,0 0-1 0 0,0-1 1 0 0,0 1-1 0 0,1 0 0 0 0,-1 0 1 0 0,0 0-1 0 0,0 0 1 0 0,1 0-1 0 0,-1 0 1 0 0,0-1-1 0 0,0 1 1 0 0,1 0-1 0 0,-1 0 0 0 0,0 0 1 0 0,0 0-1 0 0,1 0 1 0 0,-1 0-1 0 0,17-2 185 0 0,-13 3-188 0 0,-1 1 0 0 0,1-1 0 0 0,0 0 0 0 0,-1 1 0 0 0,0 0 0 0 0,1 0 0 0 0,-1 0 0 0 0,0 0 0 0 0,0 0 1 0 0,0 1-1 0 0,0-1 0 0 0,0 1 0 0 0,-1 0 0 0 0,1 0 0 0 0,-1 0 0 0 0,0 0 0 0 0,0 0 0 0 0,0 1 0 0 0,0-1 0 0 0,0 1 0 0 0,-1-1 1 0 0,0 1-1 0 0,1 0 0 0 0,-2-1 0 0 0,1 1 0 0 0,0 0 0 0 0,-1 0 0 0 0,1-1 0 0 0,-1 1 0 0 0,0 0 0 0 0,-1 4 0 0 0,1-1 1 0 0,-1 0 0 0 0,-1 0-1 0 0,1 0 1 0 0,-1-1 0 0 0,-1 1-1 0 0,1 0 1 0 0,-1-1 0 0 0,0 0-1 0 0,0 1 1 0 0,-1-1 0 0 0,-8 10-1 0 0,-4 4 143 0 0,-38 33 0 0 0,22-23 100 0 0,23-22 73 0 0,-5 7 686 0 0,16-12-652 0 0,11-2-321 0 0,2-3-26 0 0,1 1 1 0 0,-1 1-1 0 0,1 1 1 0 0,-1 0-1 0 0,1 1 1 0 0,-1 1-1 0 0,29 9 0 0 0,-37-10 13 0 0,-1 0 0 0 0,0 0 0 0 0,0 1 0 0 0,-1 0 0 0 0,1 0 0 0 0,-1 0 0 0 0,1 1 0 0 0,-1 0-1 0 0,0 0 1 0 0,0 0 0 0 0,-1 1 0 0 0,1-1 0 0 0,-1 1 0 0 0,0 0 0 0 0,0 1 0 0 0,-1-1-1 0 0,1 1 1 0 0,-1-1 0 0 0,-1 1 0 0 0,1 0 0 0 0,-1 0 0 0 0,2 7 0 0 0,-3-10 35 0 0,-1 0 1 0 0,0 0 0 0 0,1 0 0 0 0,-1 0 0 0 0,0 0 0 0 0,-1 1-1 0 0,1-1 1 0 0,-1 0 0 0 0,1 0 0 0 0,-1 0 0 0 0,0 0-1 0 0,0 0 1 0 0,0 0 0 0 0,-3 4 0 0 0,1-2 3 0 0,0 0 0 0 0,-1 0 0 0 0,1-1 0 0 0,-1 0 0 0 0,0 0-1 0 0,0 0 1 0 0,-7 5 0 0 0,0-1 5 0 0,0-1 0 0 0,-1 0 0 0 0,1-1 0 0 0,-1-1 0 0 0,-1 0 0 0 0,-15 4 0 0 0,22-7-238 0 0,-1 0 0 0 0,1-1 0 0 0,-1 0 0 0 0,0 0 0 0 0,1-1 0 0 0,-1 1 0 0 0,0-2 0 0 0,0 1 0 0 0,-11-3 1 0 0,15 3-279 0 0,1-1 0 0 0,-1 0 0 0 0,0 0 0 0 0,1-1 0 0 0,-1 1 1 0 0,1 0-1 0 0,-1-1 0 0 0,1 0 0 0 0,0 1 0 0 0,-4-4 0 0 0,4 2-448 0 0,0 0 0 0 0,0 1-1 0 0,0-1 1 0 0,0 0-1 0 0,1 0 1 0 0,-1 0-1 0 0,1 0 1 0 0,0 0 0 0 0,0 0-1 0 0,-2-6 1 0 0,1-9-7994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1636 0 0,'33'-44'14598'0'0,"-19"29"-11625"0"0,-9 12-2817 0 0,0 0 0 0 0,-1 1 0 0 0,1-1 0 0 0,0 1-1 0 0,0 1 1 0 0,0-1 0 0 0,0 1 0 0 0,1-1 0 0 0,-1 2 0 0 0,9-2 0 0 0,-4 1-33 0 0,26-5 124 0 0,-13 2-149 0 0,1 0-1 0 0,-1 2 1 0 0,45 1-1 0 0,-67 1-97 0 0,0 0 1 0 0,-1 0-1 0 0,1 0 0 0 0,-1 0 1 0 0,1 0-1 0 0,0 1 0 0 0,-1-1 1 0 0,1 0-1 0 0,0 1 0 0 0,-1-1 1 0 0,1 0-1 0 0,-1 1 0 0 0,1-1 0 0 0,-1 1 1 0 0,1-1-1 0 0,-1 1 0 0 0,1-1 1 0 0,-1 1-1 0 0,0-1 0 0 0,1 1 1 0 0,-1 0-1 0 0,1-1 0 0 0,-1 1 1 0 0,0-1-1 0 0,0 1 0 0 0,1 0 1 0 0,-1 0-1 0 0,1 18 3 0 0,-3-8 2 0 0,-2 1 0 0 0,1 0 0 0 0,-1-1-1 0 0,-1 0 1 0 0,0 0 0 0 0,-1 0 0 0 0,0-1 0 0 0,-11 16 0 0 0,3-4 11 0 0,-12 17 38 0 0,-17 28 54 0 0,39-58-72 0 0,-1-1 1 0 0,1 1-1 0 0,1 0 1 0 0,0 0-1 0 0,-4 15 1 0 0,7-23-29 0 0,0 1 1 0 0,0-1-1 0 0,0 0 1 0 0,0 0-1 0 0,0 1 1 0 0,0-1-1 0 0,1 0 0 0 0,-1 0 1 0 0,0 1-1 0 0,1-1 1 0 0,-1 0-1 0 0,1 0 1 0 0,-1 0-1 0 0,1 0 1 0 0,0 0-1 0 0,-1 0 1 0 0,1 0-1 0 0,0 0 1 0 0,0 0-1 0 0,0 0 1 0 0,-1 0-1 0 0,1 0 1 0 0,0 0-1 0 0,0-1 1 0 0,0 1-1 0 0,1 0 0 0 0,-1-1 1 0 0,0 1-1 0 0,0-1 1 0 0,0 1-1 0 0,0-1 1 0 0,0 0-1 0 0,2 1 1 0 0,5 1-9 0 0,-1 0 1 0 0,0-1 0 0 0,15 1-1 0 0,-19-2-4 0 0,34 2-1004 0 0,-1-3 0 0 0,0 0 1 0 0,61-12-1 0 0,36-20-7220 0 0,-70 15 470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1940 0 0,'-141'29'17534'0'0,"152"-27"-17290"0"0,-1-1 0 0 0,0 0 0 0 0,1-1 0 0 0,-1 0 0 0 0,1-1 1 0 0,16-3-1 0 0,20-1-17 0 0,-35 4-372 0 0,113-1-2461 0 0,-45 6-6755 0 0,-64-2 2467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 1848 0 0,'-44'22'8915'0'0,"-80"27"0"0"0,123-49-8844 0 0,1 0-1 0 0,-1 0 0 0 0,0 1 0 0 0,1-1 0 0 0,-1 0 0 0 0,0 1 0 0 0,1-1 0 0 0,-1 0 0 0 0,1 1 0 0 0,-1-1 0 0 0,1 1 0 0 0,-1-1 1 0 0,1 1-1 0 0,-1-1 0 0 0,1 1 0 0 0,-1-1 0 0 0,0 2 0 0 0,1-2-46 0 0,0 0-1 0 0,1 1 1 0 0,-1-1-1 0 0,0 0 1 0 0,0 1-1 0 0,0-1 1 0 0,0 0 0 0 0,0 0-1 0 0,1 1 1 0 0,-1-1-1 0 0,0 0 1 0 0,0 0-1 0 0,0 0 1 0 0,1 1 0 0 0,-1-1-1 0 0,0 0 1 0 0,0 0-1 0 0,1 0 1 0 0,-1 1 0 0 0,0-1-1 0 0,0 0 1 0 0,1 0-1 0 0,-1 0 1 0 0,0 0-1 0 0,1 0 1 0 0,-1 0 0 0 0,0 0-1 0 0,0 0 1 0 0,1 0-1 0 0,-1 0 1 0 0,0 0 0 0 0,1 0-1 0 0,-1 0 1 0 0,0 0-1 0 0,1 0 1 0 0,-1 0-1 0 0,0 0 1 0 0,0 0 0 0 0,1 0-1 0 0,-1 0 1 0 0,0 0-1 0 0,1 0 1 0 0,-1-1 0 0 0,0 1-1 0 0,1 0 1 0 0,59-7 401 0 0,173-25-5761 0 0,-116 5-2355 0 0,-58 9 672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40 2484 0 0,'-8'-15'6727'0'0,"7"12"-5657"0"0,0 1 0 0 0,-1-1 0 0 0,1 0 0 0 0,-1 1 0 0 0,1-1 1 0 0,-1 1-1 0 0,-4-4 0 0 0,6 6-1040 0 0,0 0 0 0 0,-1 0 0 0 0,1-1 0 0 0,0 1 1 0 0,0 0-1 0 0,-1 0 0 0 0,1 0 0 0 0,0 0 0 0 0,-1 0 0 0 0,1 0 1 0 0,0 0-1 0 0,0 0 0 0 0,-1 0 0 0 0,1 0 0 0 0,0 0 1 0 0,0 1-1 0 0,-1-1 0 0 0,1 0 0 0 0,0 0 0 0 0,0 0 0 0 0,-1 0 1 0 0,1 0-1 0 0,0 0 0 0 0,0 1 0 0 0,-1-1 0 0 0,1 0 1 0 0,0 0-1 0 0,0 0 0 0 0,0 1 0 0 0,-1-1 0 0 0,1 0 0 0 0,0 0 1 0 0,0 0-1 0 0,0 1 0 0 0,0-1 0 0 0,0 0 0 0 0,-1 0 1 0 0,1 1-1 0 0,0-1 0 0 0,0 0 0 0 0,0 1 0 0 0,0-1 0 0 0,0 0 1 0 0,0 0-1 0 0,0 1 0 0 0,0-1 0 0 0,0 0 0 0 0,0 0 1 0 0,0 1-1 0 0,0-1 0 0 0,-3 15 587 0 0,-5 165 3467 0 0,-1 1-2468 0 0,-12 1-956 0 0,13-135-165 0 0,-25 83 1 0 0,28-119-325 0 0,4-17 8 0 0,6-18-41 0 0,4 3-127 0 0,1 0 0 0 0,1 1 0 0 0,1 1 0 0 0,20-27 0 0 0,-23 36-32 0 0,0-1-1 0 0,0 1 0 0 0,1 1 1 0 0,0 0-1 0 0,1 0 0 0 0,0 1 1 0 0,0 0-1 0 0,22-10 0 0 0,-28 16 15 0 0,-1 0 0 0 0,1 0 0 0 0,0 1-1 0 0,0 0 1 0 0,0 0 0 0 0,0 0 0 0 0,0 0 0 0 0,0 1-1 0 0,0 0 1 0 0,0 0 0 0 0,0 0 0 0 0,0 1 0 0 0,0 0-1 0 0,0 0 1 0 0,0 0 0 0 0,0 0 0 0 0,6 4 0 0 0,-4-2-10 0 0,-1 0 0 0 0,0 1 0 0 0,-1-1 0 0 0,1 1 0 0 0,-1 1 0 0 0,1-1 0 0 0,-1 1 0 0 0,-1 0 0 0 0,1 0 1 0 0,-1 0-1 0 0,8 12 0 0 0,-8-10 16 0 0,-1 0 0 0 0,1 0 1 0 0,-1 0-1 0 0,0 1 1 0 0,-1-1-1 0 0,0 1 0 0 0,0-1 1 0 0,0 1-1 0 0,-1 0 0 0 0,0 12 1 0 0,-1-15 29 0 0,0 1-1 0 0,-1-1 1 0 0,0 1 0 0 0,0-1-1 0 0,0 1 1 0 0,0-1 0 0 0,-1 1-1 0 0,0-1 1 0 0,0 0 0 0 0,0 0-1 0 0,-1 0 1 0 0,0 0 0 0 0,0 0-1 0 0,0-1 1 0 0,-6 7 0 0 0,1-3 50 0 0,-1-1 1 0 0,0 0-1 0 0,0 0 1 0 0,-1-1 0 0 0,1 0-1 0 0,-2 0 1 0 0,1-1-1 0 0,0 0 1 0 0,-1-1 0 0 0,0-1-1 0 0,0 1 1 0 0,-21 2-1 0 0,19-4-50 0 0,0-1 0 0 0,0 0 0 0 0,1 0 0 0 0,-1-2 0 0 0,0 0 0 0 0,0 0 0 0 0,1-1 0 0 0,-1-1 0 0 0,1 0 0 0 0,-1 0 0 0 0,-15-8 0 0 0,26 11-212 0 0,1-1 0 0 0,-1 0 1 0 0,0 1-1 0 0,1-1 0 0 0,-1 0 0 0 0,1 0 1 0 0,-1 0-1 0 0,1 0 0 0 0,-1 0 0 0 0,1-1 1 0 0,0 1-1 0 0,-1 0 0 0 0,1-1 1 0 0,0 1-1 0 0,0 0 0 0 0,0-1 0 0 0,0 0 1 0 0,0 1-1 0 0,0-1 0 0 0,1 1 1 0 0,-1-1-1 0 0,0 0 0 0 0,1 0 0 0 0,0 1 1 0 0,-1-1-1 0 0,1 0 0 0 0,0 0 0 0 0,0-2 1 0 0,0 1-376 0 0,1 0 0 0 0,0 0 0 0 0,0 0 0 0 0,1 0-1 0 0,-1 0 1 0 0,1 0 0 0 0,-1 1 0 0 0,1-1 0 0 0,0 0 0 0 0,0 1 0 0 0,0-1 0 0 0,0 1 0 0 0,0 0 0 0 0,1 0 0 0 0,3-3 0 0 0,11-7-4434 0 0,1 0-2513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6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12 2992 0 0,'3'0'5331'0'0,"9"-4"-1582"0"0,20-3 8360 0 0,-30 6-11745 0 0,1 2-36 0 0,2-1-267 0 0,0 1 1 0 0,1 0-1 0 0,-1 0 0 0 0,0 1 1 0 0,0 0-1 0 0,0 0 1 0 0,0 0-1 0 0,0 0 0 0 0,0 1 1 0 0,-1 0-1 0 0,1 0 1 0 0,-1 0-1 0 0,0 0 0 0 0,0 1 1 0 0,0 0-1 0 0,0 0 1 0 0,-1 0-1 0 0,6 8 0 0 0,-6-8-31 0 0,-1 1 0 0 0,0-1-1 0 0,0 0 1 0 0,-1 1-1 0 0,1-1 1 0 0,-1 1 0 0 0,0 0-1 0 0,0-1 1 0 0,-1 1-1 0 0,1 0 1 0 0,-1-1 0 0 0,0 1-1 0 0,-1 0 1 0 0,1 0 0 0 0,-1-1-1 0 0,1 1 1 0 0,-2 0-1 0 0,1-1 1 0 0,0 1 0 0 0,-1-1-1 0 0,0 1 1 0 0,-2 4-1 0 0,-5 5 149 0 0,0-1 0 0 0,0 0-1 0 0,-1 0 1 0 0,-1-1-1 0 0,0 0 1 0 0,0-1-1 0 0,-21 16 1 0 0,-98 59 2584 0 0,118-79-2372 0 0,-13 9 984 0 0,29-15-1287 0 0,281-6-1860 0 0,4 13-5228 0 0,-70-1-3688 0 0,-106-5-198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7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44 1440 0 0,'-4'-14'5733'0'0,"4"12"-5504"0"0,-1 1-1 0 0,0-1 1 0 0,1 0-1 0 0,-1 1 0 0 0,0-1 1 0 0,0 1-1 0 0,0-1 0 0 0,0 1 1 0 0,0 0-1 0 0,0-1 1 0 0,0 1-1 0 0,-1 0 0 0 0,1 0 1 0 0,0 0-1 0 0,-1 0 1 0 0,1 0-1 0 0,-1 0 0 0 0,1 0 1 0 0,-1 0-1 0 0,1 0 1 0 0,-1 1-1 0 0,0-1 0 0 0,1 1 1 0 0,-1-1-1 0 0,-3 0 1 0 0,1 2-175 0 0,0-1 0 0 0,1 1 1 0 0,-1 0-1 0 0,0 0 1 0 0,1 0-1 0 0,-1 0 0 0 0,1 1 1 0 0,-1-1-1 0 0,1 1 1 0 0,-7 4-1 0 0,-14 12 21 0 0,1 0-1 0 0,0 2 1 0 0,2 0 0 0 0,0 2-1 0 0,1 0 1 0 0,-30 45 0 0 0,42-56-68 0 0,1 1 1 0 0,1 0 0 0 0,-10 21-1 0 0,15-30-2 0 0,0 0 0 0 0,0 0 0 0 0,0 0 1 0 0,0 0-1 0 0,0 0 0 0 0,1 0 0 0 0,-1 0 0 0 0,1 1 0 0 0,0-1 0 0 0,0 0 0 0 0,0 0 0 0 0,1 0 0 0 0,-1 0 1 0 0,1 1-1 0 0,-1-1 0 0 0,1 0 0 0 0,0 0 0 0 0,0 0 0 0 0,0 0 0 0 0,1 0 0 0 0,2 3 0 0 0,-3-4 0 0 0,1 0 0 0 0,0 0-1 0 0,0-1 1 0 0,0 1-1 0 0,-1-1 1 0 0,1 0-1 0 0,1 1 1 0 0,-1-1 0 0 0,0 0-1 0 0,0 0 1 0 0,0 0-1 0 0,1-1 1 0 0,-1 1 0 0 0,0 0-1 0 0,1-1 1 0 0,-1 1-1 0 0,0-1 1 0 0,1 0 0 0 0,-1 0-1 0 0,1 0 1 0 0,-1 0-1 0 0,0-1 1 0 0,5 0 0 0 0,-1 0 4 0 0,-1-1 1 0 0,1 1 0 0 0,-1-1 0 0 0,0-1 0 0 0,0 1 0 0 0,0-1 0 0 0,0 0 0 0 0,8-6 0 0 0,-5 2-2 0 0,0-1 0 0 0,0 0 1 0 0,-1-1-1 0 0,0 0 1 0 0,8-13-1 0 0,26-54 886 0 0,-26 46 76 0 0,-6 14-469 0 0,-5 6-142 0 0,1 1 1 0 0,12-17-1 0 0,-15 24-220 0 0,-1 3-131 0 0,-1 0 1 0 0,1 0-1 0 0,-1 0 0 0 0,1 0 1 0 0,-1 0-1 0 0,1 0 0 0 0,-1 0 1 0 0,0 0-1 0 0,1 0 0 0 0,-1 0 1 0 0,0 0-1 0 0,0 0 0 0 0,0 0 1 0 0,1 0-1 0 0,-1 0 0 0 0,0 0 1 0 0,-1 0-1 0 0,1 2 0 0 0,0-2-5 0 0,-1 19 31 0 0,-1 1-1 0 0,-1-1 1 0 0,-9 30 0 0 0,6-27-285 0 0,-5 47 1 0 0,10 2-2761 0 0,9-25-3607 0 0,0-27 649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8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103 116 2596 0 0,'3'-20'3769'0'0,"-1"11"-2253"0"0,-1-1 1 0 0,1 0-1 0 0,0 1 1 0 0,6-14-1 0 0,-7 21-1400 0 0,0 0 1 0 0,0 0-1 0 0,0 0 0 0 0,0 0 0 0 0,1 0 1 0 0,-1 0-1 0 0,1 0 0 0 0,-1 1 0 0 0,1-1 1 0 0,0 0-1 0 0,-1 1 0 0 0,1-1 1 0 0,0 1-1 0 0,0 0 0 0 0,0-1 0 0 0,0 1 1 0 0,0 0-1 0 0,1 0 0 0 0,-1 1 0 0 0,0-1 1 0 0,0 0-1 0 0,1 1 0 0 0,-1-1 0 0 0,3 1 1 0 0,0 0-81 0 0,0 0 0 0 0,0 0 0 0 0,0 1 1 0 0,0 0-1 0 0,0 0 0 0 0,0 0 1 0 0,0 0-1 0 0,0 1 0 0 0,0 0 0 0 0,-1 0 1 0 0,1 0-1 0 0,-1 1 0 0 0,6 4 1 0 0,-8-6-28 0 0,0 0 1 0 0,-1 0 0 0 0,1 1-1 0 0,-1-1 1 0 0,1 1 0 0 0,-1-1-1 0 0,0 1 1 0 0,0 0 0 0 0,1-1-1 0 0,-1 1 1 0 0,0 0 0 0 0,-1 0-1 0 0,1 0 1 0 0,0 0 0 0 0,0 0 0 0 0,-1 0-1 0 0,0 0 1 0 0,1 0 0 0 0,-1 0-1 0 0,0 0 1 0 0,0 0 0 0 0,0 0-1 0 0,0 0 1 0 0,0 0 0 0 0,0 0-1 0 0,-1 0 1 0 0,1 0 0 0 0,-1 0-1 0 0,1 0 1 0 0,-1 0 0 0 0,0 0 0 0 0,0 0-1 0 0,0 0 1 0 0,0 0 0 0 0,0-1-1 0 0,0 1 1 0 0,-2 2 0 0 0,-7 8 35 0 0,1-1 0 0 0,-2-1 0 0 0,1 0 0 0 0,-1 0 0 0 0,-21 13 0 0 0,11-8-11 0 0,-31 29 0 0 0,50-41-40 0 0,2-2 5 0 0,-1 0 1 0 0,1 0-1 0 0,0 0 1 0 0,-1 0-1 0 0,1 0 1 0 0,0 0-1 0 0,0 0 1 0 0,0 0-1 0 0,-1 0 1 0 0,1 0 0 0 0,0 0-1 0 0,0 0 1 0 0,1 0-1 0 0,-1 0 1 0 0,0 0-1 0 0,0 0 1 0 0,0 0-1 0 0,1 0 1 0 0,-1 0-1 0 0,1-1 1 0 0,-1 1-1 0 0,0 0 1 0 0,1 0 0 0 0,-1 0-1 0 0,1 0 1 0 0,0 0-1 0 0,-1-1 1 0 0,1 1-1 0 0,0 0 1 0 0,0-1-1 0 0,-1 1 1 0 0,1 0-1 0 0,0-1 1 0 0,0 1-1 0 0,0-1 1 0 0,0 1 0 0 0,0-1-1 0 0,1 1 1 0 0,4 4-10 0 0,43 33-34 0 0,-27-21 105 0 0,25 23 0 0 0,-46-39 1 0 0,0 0-1 0 0,0 0 1 0 0,0 0-1 0 0,0 0 1 0 0,-1 0 0 0 0,1 0-1 0 0,0 0 1 0 0,-1 1-1 0 0,1-1 1 0 0,-1 0-1 0 0,1 1 1 0 0,-1-1-1 0 0,0 0 1 0 0,1 1-1 0 0,-1-1 1 0 0,0 0-1 0 0,0 1 1 0 0,0-1 0 0 0,0 1-1 0 0,0-1 1 0 0,0 0-1 0 0,-1 1 1 0 0,1-1-1 0 0,0 0 1 0 0,-1 1-1 0 0,1-1 1 0 0,-1 0-1 0 0,1 0 1 0 0,-1 1-1 0 0,0-1 1 0 0,1 0 0 0 0,-1 0-1 0 0,0 0 1 0 0,0 0-1 0 0,0 0 1 0 0,0 0-1 0 0,0 0 1 0 0,0 0-1 0 0,-2 1 1 0 0,-3 4 117 0 0,-1-1 0 0 0,0 0 0 0 0,0 0 0 0 0,-14 6 0 0 0,2-2-60 0 0,-1-1-1 0 0,0 0 0 0 0,0-2 1 0 0,-25 5-1 0 0,-7-6-6358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2780 0 0,'93'-39'15431'0'0,"-91"39"-14998"0"0,2 3 65 0 0,-3-3-482 0 0,-1 0 0 0 0,1 0-1 0 0,-1 0 1 0 0,1 0 0 0 0,-1 0-1 0 0,0 0 1 0 0,1 0 0 0 0,-1 1-1 0 0,0-1 1 0 0,1 0 0 0 0,-1 0-1 0 0,1 1 1 0 0,-1-1 0 0 0,0 0-1 0 0,1 0 1 0 0,-1 1 0 0 0,0-1-1 0 0,0 0 1 0 0,1 1 0 0 0,-1-1-1 0 0,0 0 1 0 0,0 1 0 0 0,1 0-1 0 0,0 2 45 0 0,0 1-1 0 0,-1-1 1 0 0,1 1-1 0 0,-1 0 0 0 0,0-1 1 0 0,0 1-1 0 0,0 0 1 0 0,0-1-1 0 0,-1 6 0 0 0,-11 39 192 0 0,3-12-117 0 0,6-20-329 0 0,1 1 0 0 0,1-1 0 0 0,0 1 0 0 0,1-1 0 0 0,1 1 0 0 0,1-1 0 0 0,4 20 0 0 0,-3-24-1210 0 0,0 0 1 0 0,1-1 0 0 0,1 1 0 0 0,0-1-1 0 0,0 0 1 0 0,8 12 0 0 0,4 2-5299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0 141 232 0 0,'12'-44'9006'0'0,"-11"41"-8684"0"0,1 0 1 0 0,-1 0 0 0 0,1 0 0 0 0,-1 0-1 0 0,1 1 1 0 0,0-1 0 0 0,0 0 0 0 0,0 1-1 0 0,1 0 1 0 0,-1-1 0 0 0,3-1 0 0 0,-3 3-286 0 0,-1 1 0 0 0,0-1 1 0 0,0 1-1 0 0,0-1 1 0 0,1 1-1 0 0,-1 0 1 0 0,0 0-1 0 0,0 0 1 0 0,1 0-1 0 0,-1 0 1 0 0,0 0-1 0 0,0 0 1 0 0,1 0-1 0 0,-1 0 1 0 0,0 0-1 0 0,0 1 0 0 0,0-1 1 0 0,1 0-1 0 0,-1 1 1 0 0,2 0-1 0 0,21 14 218 0 0,-21-11-222 0 0,1 0 0 0 0,-1 0 0 0 0,0 1-1 0 0,0-1 1 0 0,0 1 0 0 0,0 0 0 0 0,-1-1 0 0 0,0 1 0 0 0,0 0 0 0 0,0 0 0 0 0,-1 0-1 0 0,1 1 1 0 0,-1-1 0 0 0,0 0 0 0 0,-1 0 0 0 0,1 1 0 0 0,-1-1 0 0 0,0 1 0 0 0,-1-1-1 0 0,1 0 1 0 0,-3 7 0 0 0,1 0 58 0 0,-1 0-1 0 0,0-1 1 0 0,-1 1-1 0 0,0-1 1 0 0,-1 0-1 0 0,0 0 1 0 0,-1 0 0 0 0,-10 13-1 0 0,-5 10 1093 0 0,20-32-334 0 0,10-8-647 0 0,74-83 33 0 0,-57 59-204 0 0,11-12-3 0 0,122-133 145 0 0,-157 173-176 0 0,-15 28-35 0 0,5-11 31 0 0,0 1-1 0 0,1 1 0 0 0,1-1 0 0 0,1 1 0 0 0,0 0 1 0 0,1 1-1 0 0,0-1 0 0 0,0 22 0 0 0,4-34 10 0 0,0 0-1 0 0,0 0 1 0 0,1 0-1 0 0,0 0 1 0 0,0 0-1 0 0,0-1 1 0 0,1 1-1 0 0,0 0 1 0 0,-1-1-1 0 0,2 1 0 0 0,-1-1 1 0 0,0 0-1 0 0,1 0 1 0 0,3 4-1 0 0,-1-2 10 0 0,0-1 0 0 0,1 1 0 0 0,0-1 0 0 0,0-1 0 0 0,0 1 0 0 0,0-1 0 0 0,1 0 0 0 0,8 3 0 0 0,10 3-505 0 0,1-1 0 0 0,0-2-1 0 0,0 0 1 0 0,27 2 0 0 0,-50-9 361 0 0,22 4-3203 0 0,45 0 1 0 0,-22-5-3387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15 118 2832 0 0,'-14'-36'13670'0'0,"14"35"-12924"0"0,0 0-687 0 0,0 0 1 0 0,0 1-1 0 0,1-1 0 0 0,-1 0 0 0 0,0 1 1 0 0,0-1-1 0 0,1 1 0 0 0,-1-1 0 0 0,0 0 1 0 0,1 1-1 0 0,-1-1 0 0 0,1 1 0 0 0,-1-1 0 0 0,1 1 1 0 0,-1-1-1 0 0,1 1 0 0 0,-1 0 0 0 0,1-1 1 0 0,-1 1-1 0 0,1 0 0 0 0,-1-1 0 0 0,1 1 0 0 0,0 0 1 0 0,-1 0-1 0 0,2-1 0 0 0,18-4 345 0 0,-16 4-342 0 0,156-20 798 0 0,-80 13-1394 0 0,-73 8 145 0 0,41-9-2154 0 0,-19-6-4612 0 0,-18 7 66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4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2484 0 0,'-3'0'2100'0'0,"-1"0"-1268"0"0,0 0 0 0 0,0 0-1 0 0,0 0 1 0 0,0 1 0 0 0,0 0 0 0 0,0-1 0 0 0,-8 4 0 0 0,10-3-659 0 0,0 0-1 0 0,0 1 1 0 0,0-1 0 0 0,1 0 0 0 0,-1 1 0 0 0,0 0-1 0 0,1-1 1 0 0,0 1 0 0 0,-1 0 0 0 0,1 0 0 0 0,0 0-1 0 0,0-1 1 0 0,-1 2 0 0 0,2-1 0 0 0,-1 0 0 0 0,0 0-1 0 0,0 0 1 0 0,0 3 0 0 0,-7 26 933 0 0,2 0-1 0 0,1 1 1 0 0,-2 46-1 0 0,8 98-183 0 0,-1-155-984 0 0,2 0 0 0 0,0-1 1 0 0,2 1-1 0 0,8 29 0 0 0,-9-40-499 0 0,1 0-1 0 0,1 0 1 0 0,-1-1 0 0 0,8 11-1 0 0,-8-13-455 0 0,1-1 0 0 0,0 1 0 0 0,1-1 0 0 0,-1-1 1 0 0,1 1-1 0 0,8 5 0 0 0,16 9-6211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0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197 154 268 0 0,'7'-18'2660'0'0,"-1"0"0"0"0,-1-1-1 0 0,0 0 1 0 0,-1 0 0 0 0,1-29 0 0 0,-5 47-2626 0 0,0 1 1 0 0,0-1-1 0 0,0 1 1 0 0,0-1 0 0 0,0 1-1 0 0,0-1 1 0 0,-1 1-1 0 0,1-1 1 0 0,0 1-1 0 0,0-1 1 0 0,0 1-1 0 0,-1-1 1 0 0,1 1 0 0 0,0 0-1 0 0,-1-1 1 0 0,1 1-1 0 0,0-1 1 0 0,-1 1-1 0 0,1 0 1 0 0,0-1-1 0 0,-1 1 1 0 0,1 0 0 0 0,-1 0-1 0 0,1-1 1 0 0,-1 1-1 0 0,1 0 1 0 0,-1 0-1 0 0,1-1 1 0 0,-1 1-1 0 0,1 0 1 0 0,-1 0 0 0 0,1 0-1 0 0,-1 0 1 0 0,1 0-1 0 0,-1 0 1 0 0,1 0-1 0 0,-1 0 1 0 0,0 0-1 0 0,-16 3 264 0 0,16-3-315 0 0,-7 3 63 0 0,1 1 1 0 0,0 0-1 0 0,0 0 0 0 0,0 1 1 0 0,0-1-1 0 0,1 2 0 0 0,-1-1 1 0 0,1 1-1 0 0,1 0 0 0 0,-8 8 1 0 0,2-1-14 0 0,-4 3-2 0 0,1 0 0 0 0,1 1 0 0 0,-18 31 1 0 0,26-40-14 0 0,1 1-1 0 0,-1-1 1 0 0,2 1 0 0 0,-1 0 0 0 0,2 0 0 0 0,-1 0 0 0 0,1 0 0 0 0,0 0 0 0 0,1 1 0 0 0,-1 16 0 0 0,3-23-4 0 0,-1 1 1 0 0,1 0-1 0 0,0 0 1 0 0,-1 0-1 0 0,2-1 1 0 0,-1 1-1 0 0,0-1 0 0 0,1 1 1 0 0,0-1-1 0 0,-1 1 1 0 0,1-1-1 0 0,1 0 1 0 0,-1 0-1 0 0,0 0 1 0 0,1 0-1 0 0,-1 0 1 0 0,1-1-1 0 0,0 1 1 0 0,5 3-1 0 0,-5-5-10 0 0,-1 1-1 0 0,1-1 1 0 0,0 0 0 0 0,-1 0 0 0 0,1 0-1 0 0,0 0 1 0 0,0 0 0 0 0,-1-1-1 0 0,1 1 1 0 0,0-1 0 0 0,0 0 0 0 0,0 0-1 0 0,0 0 1 0 0,0 0 0 0 0,0-1-1 0 0,-1 1 1 0 0,1-1 0 0 0,0 1-1 0 0,0-1 1 0 0,-1 0 0 0 0,1 0 0 0 0,0 0-1 0 0,-1-1 1 0 0,1 1 0 0 0,-1-1-1 0 0,5-2 1 0 0,1-3-19 0 0,0 0-1 0 0,-1-1 0 0 0,1 0 1 0 0,-2 0-1 0 0,1 0 1 0 0,10-19-1 0 0,27-62 1075 0 0,-22 41 567 0 0,-21 46-1446 0 0,2 4-131 0 0,-2-2-47 0 0,-1 0-1 0 0,0 0 0 0 0,0 0 1 0 0,1 0-1 0 0,-1 0 0 0 0,0 0 1 0 0,0 0-1 0 0,1 0 0 0 0,-1 0 1 0 0,0 0-1 0 0,0 0 0 0 0,1 0 1 0 0,-1 0-1 0 0,0 0 0 0 0,0 0 1 0 0,0 0-1 0 0,1 0 0 0 0,-1 1 1 0 0,0-1-1 0 0,0 0 0 0 0,1 0 1 0 0,-1 0-1 0 0,0 0 0 0 0,0 1 1 0 0,0-1-1 0 0,0 0 0 0 0,0 0 0 0 0,1 0 1 0 0,-1 0-1 0 0,0 1 0 0 0,0-1 1 0 0,0 0-1 0 0,0 0 0 0 0,0 1 1 0 0,0-1-1 0 0,0 0 0 0 0,2 41 153 0 0,-2 0-1 0 0,-2-1 1 0 0,-7 46-1 0 0,-3 39-2043 0 0,16-73-1840 0 0,3-20-2966 0 0,0-17-1161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0 141 128 0 0,'3'-13'2613'0'0,"0"0"-1"0"0,1 0 1 0 0,0 0-1 0 0,9-17 1 0 0,-11 26-2400 0 0,1 0 0 0 0,-1 0 0 0 0,1 0 0 0 0,0 0 1 0 0,0 1-1 0 0,0-1 0 0 0,1 1 0 0 0,-1 0 0 0 0,1 0 0 0 0,0 0 0 0 0,0 1 0 0 0,0-1 1 0 0,0 1-1 0 0,0 0 0 0 0,1 0 0 0 0,5-1 0 0 0,-4 1-133 0 0,0 1 0 0 0,0 0 0 0 0,0 0 0 0 0,-1 1-1 0 0,1 0 1 0 0,0 0 0 0 0,0 0 0 0 0,12 2 0 0 0,-16-1-64 0 0,0-1 1 0 0,1 1 0 0 0,-1-1 0 0 0,0 1-1 0 0,0 0 1 0 0,1 0 0 0 0,-1 0-1 0 0,0 0 1 0 0,0 0 0 0 0,0 0-1 0 0,0 0 1 0 0,0 1 0 0 0,0-1 0 0 0,-1 1-1 0 0,1 0 1 0 0,0-1 0 0 0,-1 1-1 0 0,0 0 1 0 0,1 0 0 0 0,-1 0-1 0 0,0 0 1 0 0,0 0 0 0 0,0 0 0 0 0,0 0-1 0 0,1 4 1 0 0,-2-4 2 0 0,0 1 1 0 0,0-1-1 0 0,0 0 1 0 0,0 0-1 0 0,0 0 0 0 0,-1 1 1 0 0,1-1-1 0 0,-1 0 0 0 0,1 0 1 0 0,-1 0-1 0 0,0 0 1 0 0,0 0-1 0 0,0 0 0 0 0,0 0 1 0 0,-2 2-1 0 0,-22 28 206 0 0,16-22-161 0 0,-42 40 166 0 0,18-19 698 0 0,36-30-900 0 0,0 0 0 0 0,-1-1-1 0 0,1 1 1 0 0,1-1-1 0 0,-1 1 1 0 0,5-1-1 0 0,6-1-22 0 0,0 1-1 0 0,1 1 1 0 0,-1 0 0 0 0,0 2-1 0 0,-1-1 1 0 0,1 1 0 0 0,0 1-1 0 0,-1 1 1 0 0,0 0 0 0 0,16 8-1 0 0,-28-12 21 0 0,1-1-1 0 0,-1 1 0 0 0,0 0 0 0 0,0 0 0 0 0,0 0 0 0 0,0 0 0 0 0,0 0 0 0 0,0 0 0 0 0,0 0 1 0 0,0 0-1 0 0,-1 0 0 0 0,1 1 0 0 0,0-1 0 0 0,-1 0 0 0 0,1 0 0 0 0,-1 1 0 0 0,1-1 0 0 0,-1 1 1 0 0,1-1-1 0 0,-1 0 0 0 0,0 1 0 0 0,0-1 0 0 0,0 0 0 0 0,0 1 0 0 0,0-1 0 0 0,0 1 0 0 0,0-1 0 0 0,0 1 1 0 0,-1-1-1 0 0,1 0 0 0 0,0 1 0 0 0,-1-1 0 0 0,1 0 0 0 0,-1 1 0 0 0,0-1 0 0 0,1 0 0 0 0,-1 0 1 0 0,0 0-1 0 0,0 1 0 0 0,0-1 0 0 0,-1 1 0 0 0,-1 3 76 0 0,-1-1 1 0 0,0 1-1 0 0,0-1 1 0 0,-1 0-1 0 0,1 0 1 0 0,-1-1-1 0 0,0 1 1 0 0,-7 3-1 0 0,-13 4 250 0 0,-27 9 1 0 0,44-17-500 0 0,0-1 0 0 0,-1 0 0 0 0,1-1 0 0 0,-1 0 0 0 0,1 0 0 0 0,-1 0 0 0 0,-10-2 0 0 0,18 1-139 0 0,0 0-1 0 0,-1 0 1 0 0,1 0 0 0 0,0-1-1 0 0,0 1 1 0 0,0-1 0 0 0,0 1-1 0 0,0-1 1 0 0,0 1-1 0 0,0-1 1 0 0,0 1 0 0 0,0-1-1 0 0,0 0 1 0 0,-1-1 0 0 0,1-17-14377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72 376 0 0,'45'-45'13860'0'0,"-26"29"-10736"0"0,-15 14-2952 0 0,0 0-1 0 0,0 1 1 0 0,0 0-1 0 0,0-1 1 0 0,0 2-1 0 0,1-1 1 0 0,-1 0 0 0 0,0 1-1 0 0,0 0 1 0 0,1 0-1 0 0,-1 0 1 0 0,8 1-1 0 0,-12-1-171 0 0,6 1 49 0 0,0 1 0 0 0,0-1-1 0 0,0 1 1 0 0,0 0-1 0 0,0 0 1 0 0,0 1-1 0 0,0 0 1 0 0,-1 0 0 0 0,1 0-1 0 0,8 7 1 0 0,-11-7-30 0 0,0 0 0 0 0,1-1 1 0 0,-1 1-1 0 0,0 0 0 0 0,0 1 1 0 0,-1-1-1 0 0,1 1 1 0 0,-1-1-1 0 0,0 1 0 0 0,0 0 1 0 0,0 0-1 0 0,0-1 0 0 0,0 1 1 0 0,-1 1-1 0 0,0-1 1 0 0,1 4-1 0 0,-2-4 0 0 0,-1 0 1 0 0,1-1 0 0 0,-1 1-1 0 0,1-1 1 0 0,-1 1-1 0 0,0-1 1 0 0,-1 1 0 0 0,1-1-1 0 0,-1 1 1 0 0,1-1-1 0 0,-1 0 1 0 0,0 0 0 0 0,0 0-1 0 0,0 0 1 0 0,-4 4-1 0 0,-6 6 94 0 0,-25 20-1 0 0,35-31-102 0 0,-31 32 115 0 0,34-32-126 0 0,0-1 1 0 0,1 1 0 0 0,-1-1 0 0 0,1 0 0 0 0,-1 1 0 0 0,1-1 0 0 0,0 0 0 0 0,0 0 0 0 0,-1 0-1 0 0,4 1 1 0 0,20 10 6 0 0,37 22 0 0 0,-55-29 6 0 0,1 0 1 0 0,-1 1 0 0 0,0-1-1 0 0,0 2 1 0 0,0-1-1 0 0,-1 1 1 0 0,0 0-1 0 0,-1 0 1 0 0,6 9 0 0 0,-10-14 37 0 0,0 0 0 0 0,0-1 0 0 0,0 1 0 0 0,-1 0 0 0 0,1 0 0 0 0,0 0 0 0 0,-1 0 0 0 0,1 0 0 0 0,-1 0 0 0 0,0 1 0 0 0,0-1 0 0 0,0 0 0 0 0,0 0 0 0 0,0 0 0 0 0,0 0 0 0 0,-1 0 0 0 0,1 0 0 0 0,0 0 0 0 0,-1 0 0 0 0,-1 3 0 0 0,0-2 10 0 0,1 0-1 0 0,-1 0 0 0 0,-1 0 0 0 0,1 0 1 0 0,0-1-1 0 0,-1 1 0 0 0,1-1 0 0 0,-1 1 1 0 0,0-1-1 0 0,0 0 0 0 0,-3 2 0 0 0,-6 2 50 0 0,0 0-1 0 0,0 0 0 0 0,-1-2 0 0 0,0 1 0 0 0,-16 2 0 0 0,27-7-194 0 0,-9 3 64 0 0,0-1-1 0 0,-1 0 0 0 0,-19 0 1 0 0,28-2-316 0 0,0 0 1 0 0,1-1 0 0 0,-1 1 0 0 0,0-1 0 0 0,0 1-1 0 0,1-1 1 0 0,-1 0 0 0 0,0 0 0 0 0,-3-2 0 0 0,5 2-178 0 0,0 0 0 0 0,0 0 0 0 0,0 1 0 0 0,0-1 0 0 0,0 0 0 0 0,0-1 0 0 0,0 1 0 0 0,0 0 1 0 0,0 0-1 0 0,0 0 0 0 0,0-1 0 0 0,1 1 0 0 0,-1 0 0 0 0,0-1 0 0 0,1 1 0 0 0,-1 0 0 0 0,1-1 1 0 0,-1-2-1 0 0,1-8-7423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54 684 0 0,'3'-5'1202'0'0,"0"0"0"0"0,0 0 0 0 0,1 0 0 0 0,0 0-1 0 0,0 1 1 0 0,0-1 0 0 0,0 1 0 0 0,1 0 0 0 0,-1 0 0 0 0,7-3 0 0 0,-10 8-1119 0 0,0 0 1 0 0,0 0-1 0 0,0 0 1 0 0,-1 0-1 0 0,1 0 1 0 0,0 1-1 0 0,-1-1 1 0 0,1 0-1 0 0,-1 0 1 0 0,1 1-1 0 0,-1-1 1 0 0,0 0-1 0 0,1 4 1 0 0,-1-5 37 0 0,8 38 1199 0 0,-1-5-581 0 0,1-1-1 0 0,19 50 0 0 0,-24-73-670 0 0,1-1-1 0 0,0-1 0 0 0,0 1 1 0 0,1-1-1 0 0,0 1 0 0 0,0-1 1 0 0,0-1-1 0 0,1 1 0 0 0,0-1 1 0 0,1 0-1 0 0,-1 0 0 0 0,1-1 1 0 0,0 1-1 0 0,16 7 0 0 0,-21-12-50 0 0,1 0 0 0 0,-1 0 0 0 0,1 0 0 0 0,-1-1 0 0 0,1 1 0 0 0,-1-1 0 0 0,1 1 0 0 0,0-1 0 0 0,-1 0 0 0 0,1 0 0 0 0,-1 0 0 0 0,1 0 0 0 0,0-1 0 0 0,-1 1 0 0 0,1-1 0 0 0,-1 1 0 0 0,5-3 0 0 0,-3 1-5 0 0,0 0-1 0 0,1 0 1 0 0,-1-1 0 0 0,0 0 0 0 0,0 0 0 0 0,-1 0 0 0 0,1-1 0 0 0,5-6 0 0 0,2-5 68 0 0,-1 0 1 0 0,0-1-1 0 0,13-30 1 0 0,11-17 1109 0 0,-33 61-1133 0 0,-3 29 196 0 0,-2-1 0 0 0,-1 1 0 0 0,0-1 0 0 0,-17 45-1 0 0,6-19 287 0 0,-30 114 1049 0 0,-99 298 1268 0 0,136-441-2721 0 0,-2 0 1 0 0,0-1 0 0 0,-2 0 0 0 0,-19 27 0 0 0,27-43-91 0 0,0 1 0 0 0,0-1 1 0 0,0 0-1 0 0,-1 0 0 0 0,0-1 0 0 0,-1 0 1 0 0,1 0-1 0 0,-1 0 0 0 0,0-1 1 0 0,0 0-1 0 0,0 0 0 0 0,0 0 0 0 0,-1-1 1 0 0,0-1-1 0 0,1 1 0 0 0,-17 2 0 0 0,18-5-24 0 0,-1 0-1 0 0,1 0 0 0 0,0-1 0 0 0,0 0 0 0 0,0 0 0 0 0,0 0 0 0 0,0-1 1 0 0,0 0-1 0 0,1 0 0 0 0,-1 0 0 0 0,0-1 0 0 0,1 0 0 0 0,0 0 1 0 0,-1 0-1 0 0,1-1 0 0 0,1 1 0 0 0,-1-1 0 0 0,0-1 0 0 0,1 1 0 0 0,0-1 1 0 0,0 1-1 0 0,-6-10 0 0 0,6 7-35 0 0,0 0 1 0 0,0 0-1 0 0,1 0 0 0 0,-1 0 1 0 0,2-1-1 0 0,-1 1 1 0 0,1-1-1 0 0,0 0 0 0 0,1 1 1 0 0,-1-1-1 0 0,2 0 1 0 0,-1 0-1 0 0,1 0 0 0 0,0 0 1 0 0,1 0-1 0 0,2-15 1 0 0,3 7-212 0 0,0 1 0 0 0,0 0 0 0 0,1 0 0 0 0,1 1 1 0 0,1 0-1 0 0,0 0 0 0 0,1 1 0 0 0,0 0 0 0 0,1 1 0 0 0,0 0 0 0 0,1 1 1 0 0,0 0-1 0 0,21-14 0 0 0,5-1-1268 0 0,2 2 1 0 0,0 2-1 0 0,67-27 1 0 0,-18 17-4242 0 0,156-36 0 0 0,-149 46-888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40 116 1656 0 0,'-2'-2'2958'0'0,"-35"-35"14109"0"0,38 34-16685 0 0,-1 3-374 0 0,0-1-1 0 0,0 1 0 0 0,0 0 0 0 0,0 0 0 0 0,0-1 0 0 0,0 1 1 0 0,0 0-1 0 0,0-1 0 0 0,0 1 0 0 0,0 0 0 0 0,0 0 1 0 0,0-1-1 0 0,0 1 0 0 0,1 0 0 0 0,-1 0 0 0 0,0-1 1 0 0,0 1-1 0 0,0 0 0 0 0,0 0 0 0 0,0-1 0 0 0,1 1 0 0 0,-1 0 1 0 0,0 0-1 0 0,0-1 0 0 0,0 1 0 0 0,1 0 0 0 0,-1 0 1 0 0,0 0-1 0 0,0 0 0 0 0,1 0 0 0 0,-1-1 0 0 0,0 1 1 0 0,0 0-1 0 0,1 0 0 0 0,-1 0 0 0 0,0 0 0 0 0,1 0 0 0 0,-1 0 1 0 0,0 0-1 0 0,1 0 0 0 0,45-6 381 0 0,67-1 0 0 0,-66 6-1858 0 0,81-13-1 0 0,-125 13 1225 0 0,28-8-3670 0 0,-30 8 3381 0 0,1 0 0 0 0,-1 0 1 0 0,0 0-1 0 0,0 1 0 0 0,0-1 0 0 0,0-1 0 0 0,0 1 0 0 0,0 0 0 0 0,0 0 0 0 0,0 0 0 0 0,0 0 0 0 0,1-3 1 0 0,2-7-6140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7 3040 0 0,'-10'-5'7029'0'0,"10"4"-6934"0"0,-1 1 0 0 0,1 0 0 0 0,-1 0-1 0 0,1 0 1 0 0,-1 0 0 0 0,1 0 0 0 0,-1 0 0 0 0,1 0 0 0 0,-1 0 0 0 0,1 0 0 0 0,-1 0 0 0 0,1 0-1 0 0,-1 0 1 0 0,1 0 0 0 0,-1 1 0 0 0,1-1 0 0 0,-1 0 0 0 0,1 0 0 0 0,-1 0 0 0 0,1 1-1 0 0,-1-1 1 0 0,1 0 0 0 0,0 1 0 0 0,-1-1 0 0 0,1 0 0 0 0,0 1 0 0 0,-1-1 0 0 0,0 1 0 0 0,-7 18 1501 0 0,3 31-50 0 0,4-38-967 0 0,-31 364 3038 0 0,30-357-3631 0 0,1 0-192 0 0,0 32-1 0 0,1-47-263 0 0,1 0 0 0 0,-1 0 1 0 0,1 0-1 0 0,-1 0 0 0 0,1 0 1 0 0,1 0-1 0 0,-1 0 0 0 0,1 0 0 0 0,-1 0 1 0 0,1-1-1 0 0,0 1 0 0 0,0-1 1 0 0,5 7-1 0 0,6-2-3866 0 0,3-2-2080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2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265 168 2264 0 0,'8'-16'2649'0'0,"-1"-1"1"0"0,6-18-1 0 0,-11 29-2094 0 0,-1 0 1 0 0,0 0-1 0 0,1 0 0 0 0,-2 1 0 0 0,1-1 1 0 0,-1 0-1 0 0,0 0 0 0 0,0 0 1 0 0,-1 0-1 0 0,-1-8 0 0 0,2 13-491 0 0,-1-1-1 0 0,1 1 1 0 0,-1 0-1 0 0,1-1 1 0 0,-1 1-1 0 0,0 0 1 0 0,0 0-1 0 0,1-1 1 0 0,-1 1-1 0 0,0 0 1 0 0,0 0-1 0 0,0 0 1 0 0,0 0-1 0 0,0 0 1 0 0,0 0-1 0 0,0 0 1 0 0,-1 0-1 0 0,1 1 1 0 0,0-1-1 0 0,0 0 1 0 0,-1 1-1 0 0,-1-1 1 0 0,0 0-6 0 0,-1 0 0 0 0,1 1 1 0 0,-1 0-1 0 0,1-1 1 0 0,0 1-1 0 0,-1 1 0 0 0,1-1 1 0 0,-1 0-1 0 0,-4 2 1 0 0,-3 1 2 0 0,-1 1 1 0 0,1 0-1 0 0,0 1 1 0 0,-16 9-1 0 0,11-5-28 0 0,2 1-1 0 0,-1 1 1 0 0,1 0-1 0 0,1 1 1 0 0,-17 19-1 0 0,23-23-17 0 0,0 0-1 0 0,1 1 1 0 0,0 0-1 0 0,0 0 1 0 0,1 0-1 0 0,0 1 1 0 0,1 0-1 0 0,0-1 0 0 0,1 2 1 0 0,-4 13-1 0 0,7-20-2 0 0,-1-1-1 0 0,1 0 1 0 0,0 1-1 0 0,0-1 1 0 0,0 0-1 0 0,1 0 1 0 0,-1 1-1 0 0,1-1 1 0 0,-1 0-1 0 0,1 1 0 0 0,0-1 1 0 0,0 0-1 0 0,1 0 1 0 0,-1 0-1 0 0,1 0 1 0 0,1 3-1 0 0,0-2 6 0 0,1 0-1 0 0,-1 0 1 0 0,1-1 0 0 0,0 1-1 0 0,0-1 1 0 0,0 0-1 0 0,0 0 1 0 0,1 0 0 0 0,6 3-1 0 0,-2-1 9 0 0,1-1 0 0 0,0-1 0 0 0,0 0 0 0 0,0 0 0 0 0,0-1 0 0 0,0 0 0 0 0,0-1 0 0 0,0 0 0 0 0,19-1-1 0 0,-22-1-14 0 0,0 0 0 0 0,0-1 0 0 0,0 1 0 0 0,0-1-1 0 0,0-1 1 0 0,-1 1 0 0 0,1-1 0 0 0,-1-1 0 0 0,1 1-1 0 0,-1-1 1 0 0,0 0 0 0 0,0 0 0 0 0,-1-1 0 0 0,1 0-1 0 0,6-8 1 0 0,-1 0 23 0 0,-1-1-1 0 0,0 0 1 0 0,-1-1 0 0 0,-1 0-1 0 0,10-22 1 0 0,25-65 1561 0 0,-39 95-1357 0 0,-4 21-181 0 0,-3 21-60 0 0,-6 5-305 0 0,-20 116 1034 0 0,27-135-1511 0 0,0-1 1 0 0,1 1-1 0 0,2-1 0 0 0,0 1 1 0 0,6 31-1 0 0,2-22-2788 0 0,1-11-1845 0 0,1-9-758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80 0 0,'7'-23'5060'0'0,"-1"4"-1967"0"0,0 1 0 0 0,12-23-1 0 0,-16 37-2893 0 0,0 0 0 0 0,0 1 0 0 0,0-1 0 0 0,0 1 0 0 0,1-1 0 0 0,-1 1 0 0 0,1 0 0 0 0,0 0 0 0 0,0 1 0 0 0,0-1 0 0 0,1 0 0 0 0,-1 1 0 0 0,0 0-1 0 0,1 0 1 0 0,0 0 0 0 0,5-2 0 0 0,-5 3-165 0 0,-1 0-1 0 0,0 1 1 0 0,1 0-1 0 0,-1-1 1 0 0,1 1-1 0 0,-1 0 1 0 0,1 1-1 0 0,-1-1 1 0 0,0 1-1 0 0,1-1 1 0 0,-1 1-1 0 0,0 0 0 0 0,0 1 1 0 0,1-1-1 0 0,-1 0 1 0 0,0 1-1 0 0,0-1 1 0 0,0 1-1 0 0,-1 0 1 0 0,1 0-1 0 0,3 3 1 0 0,-4-3-23 0 0,0 0 1 0 0,-1 0 0 0 0,1 0-1 0 0,0 0 1 0 0,-1 0 0 0 0,1 0-1 0 0,-1 0 1 0 0,0 0 0 0 0,0 1-1 0 0,1-1 1 0 0,-2 1 0 0 0,1-1-1 0 0,0 1 1 0 0,0-1 0 0 0,-1 1-1 0 0,1-1 1 0 0,-1 1 0 0 0,0-1-1 0 0,0 1 1 0 0,0 0-1 0 0,0-1 1 0 0,0 1 0 0 0,-1-1-1 0 0,1 1 1 0 0,-1-1 0 0 0,0 1-1 0 0,-1 3 1 0 0,-5 5 77 0 0,0 0 0 0 0,0 0 0 0 0,-1-1 0 0 0,0 0 0 0 0,-1 0 0 0 0,0-1 0 0 0,-12 9 0 0 0,-8 9 459 0 0,28-25-416 0 0,-2 0-23 0 0,3-2-105 0 0,0 0 0 0 0,0 0-1 0 0,0 0 1 0 0,-1 0 0 0 0,1 0 0 0 0,0 0-1 0 0,0 0 1 0 0,0 0 0 0 0,0 0-1 0 0,0 0 1 0 0,0 0 0 0 0,0 0-1 0 0,0 0 1 0 0,0 0 0 0 0,0 0 0 0 0,-1 0-1 0 0,1 0 1 0 0,0 0 0 0 0,0 1-1 0 0,0-1 1 0 0,0 0 0 0 0,0 0-1 0 0,0 0 1 0 0,0 0 0 0 0,0 0 0 0 0,0 0-1 0 0,0 0 1 0 0,0 0 0 0 0,0 0-1 0 0,0 0 1 0 0,0 0 0 0 0,0 0-1 0 0,0 0 1 0 0,-1 1 0 0 0,1-1 0 0 0,0 0-1 0 0,0 0 1 0 0,0 0 0 0 0,0 0-1 0 0,0 0 1 0 0,0 0 0 0 0,0 0-1 0 0,0 0 1 0 0,0 0 0 0 0,0 0 0 0 0,0 1-1 0 0,0-1 1 0 0,0 0 0 0 0,1 0-1 0 0,-1 0 1 0 0,0 0 0 0 0,0 0-1 0 0,0 0 1 0 0,0 0 0 0 0,0 0-1 0 0,0 0 1 0 0,0 0 0 0 0,0 0 0 0 0,0 1-1 0 0,0-1 1 0 0,0 0 0 0 0,0 0-1 0 0,0 0 1 0 0,0 0 0 0 0,0 0-1 0 0,0 0 1 0 0,1 0 0 0 0,19 0 105 0 0,-5 0-115 0 0,0 1 8 0 0,-1 0 0 0 0,1 0-1 0 0,-1 2 1 0 0,1-1 0 0 0,23 10 0 0 0,-31-10 2 0 0,0 0 0 0 0,0 1 0 0 0,-1 1 0 0 0,0-1 0 0 0,1 1 0 0 0,-1 0 0 0 0,0 0 0 0 0,-1 0 0 0 0,1 1 0 0 0,-1 0 0 0 0,0 0 0 0 0,0 1 0 0 0,7 10 1 0 0,-11-14 43 0 0,0 1 0 0 0,1-1 0 0 0,-1 1 0 0 0,0-1 0 0 0,0 1 0 0 0,-1-1 0 0 0,1 1 0 0 0,0 0 0 0 0,-1-1 0 0 0,0 1 0 0 0,1 0 0 0 0,-1 0 0 0 0,0-1 0 0 0,-1 1 0 0 0,1 0 0 0 0,0-1 0 0 0,-1 1 0 0 0,-1 3 0 0 0,1-2 16 0 0,-1 1 1 0 0,0-1-1 0 0,-1 0 0 0 0,1-1 1 0 0,-1 1-1 0 0,1 0 1 0 0,-1-1-1 0 0,0 1 1 0 0,-1-1-1 0 0,-3 4 1 0 0,-3 0 30 0 0,-1 1 1 0 0,1-2-1 0 0,-1 1 0 0 0,-1-1 1 0 0,1-1-1 0 0,-1 0 0 0 0,-14 3 1 0 0,18-5-157 0 0,-1-1 0 0 0,0-1 0 0 0,1 0-1 0 0,-14 1 1 0 0,17-2-649 0 0,0-1-1 0 0,0 1 1 0 0,0-1-1 0 0,0 0 0 0 0,-5-2 1 0 0,10 3 346 0 0,-1-1 1 0 0,0 0-1 0 0,1 0 0 0 0,-1 1 1 0 0,1-1-1 0 0,-1 0 0 0 0,1 0 1 0 0,-1 0-1 0 0,1 0 1 0 0,-1 0-1 0 0,1 0 0 0 0,0 0 1 0 0,0 0-1 0 0,-1 0 1 0 0,1 0-1 0 0,0 0 0 0 0,0 1 1 0 0,0-1-1 0 0,0 0 1 0 0,0 0-1 0 0,0 0 0 0 0,1 0 1 0 0,-1 0-1 0 0,0-2 1 0 0,2-6-6745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76 476 0 0,'54'-35'10759'0'0,"-42"26"-7844"0"0,1 0 0 0 0,23-10 0 0 0,-33 18-2862 0 0,-1 0-1 0 0,1 1 0 0 0,0-1 0 0 0,0 1 0 0 0,-1 0 0 0 0,1 0 1 0 0,0 0-1 0 0,0 0 0 0 0,0 0 0 0 0,0 1 0 0 0,-1-1 0 0 0,1 1 1 0 0,0-1-1 0 0,0 1 0 0 0,-1 0 0 0 0,1 1 0 0 0,-1-1 0 0 0,1 0 0 0 0,-1 1 1 0 0,1-1-1 0 0,-1 1 0 0 0,3 2 0 0 0,0 0-32 0 0,0 0 0 0 0,-1 0 0 0 0,0 1-1 0 0,0-1 1 0 0,0 1 0 0 0,0 0 0 0 0,-1 0 0 0 0,1 0 0 0 0,2 7 0 0 0,-5-9-9 0 0,0 0 1 0 0,-1 0-1 0 0,1 0 1 0 0,-1 0-1 0 0,1 0 1 0 0,-1 1-1 0 0,0-1 1 0 0,0 0-1 0 0,0 0 1 0 0,-1 1 0 0 0,1-1-1 0 0,-1 0 1 0 0,0 0-1 0 0,1 0 1 0 0,-1 0-1 0 0,-1 0 1 0 0,1 0-1 0 0,0 0 1 0 0,-1 0-1 0 0,0 0 1 0 0,-3 4-1 0 0,-5 6 30 0 0,0-1 0 0 0,-1-1 0 0 0,-16 14 0 0 0,5-5-8 0 0,7-7-10 0 0,-11 8-59 0 0,24-19 35 0 0,1-1 0 0 0,0 0 0 0 0,0 1 0 0 0,0-1-1 0 0,0 0 1 0 0,0 1 0 0 0,0-1 0 0 0,0 1 0 0 0,0-1-1 0 0,1 1 1 0 0,-1 0 0 0 0,1-1 0 0 0,-1 1 0 0 0,1 0 0 0 0,-1 2-1 0 0,2-2 5 0 0,-1 1-1 0 0,0 0 1 0 0,1 0-1 0 0,0 0 0 0 0,-1 0 1 0 0,1 0-1 0 0,0-1 1 0 0,0 1-1 0 0,1 0 0 0 0,-1-1 1 0 0,1 1-1 0 0,-1-1 0 0 0,1 1 1 0 0,0-1-1 0 0,0 0 1 0 0,0 0-1 0 0,0 0 0 0 0,4 4 1 0 0,3 2 3 0 0,-6-5-6 0 0,1 1 7 0 0,-1-1 0 0 0,0 1 0 0 0,0-1 0 0 0,0 1 0 0 0,0 0 0 0 0,0 0 0 0 0,-1 1 0 0 0,0-1 0 0 0,0 0 0 0 0,0 1 0 0 0,0-1 0 0 0,1 7 0 0 0,-3-9 12 0 0,0 0 1 0 0,-1 0-1 0 0,1 0 1 0 0,0 0-1 0 0,-1 0 0 0 0,1 0 1 0 0,-1-1-1 0 0,1 1 1 0 0,-1 0-1 0 0,0 0 1 0 0,0-1-1 0 0,0 1 0 0 0,0 0 1 0 0,0-1-1 0 0,0 1 1 0 0,0-1-1 0 0,-1 0 0 0 0,1 1 1 0 0,0-1-1 0 0,-1 0 1 0 0,1 0-1 0 0,-1 0 0 0 0,-2 2 1 0 0,-3 1 37 0 0,-1 1 0 0 0,0-1 0 0 0,-11 3-1 0 0,3-1 70 0 0,0-1-1 0 0,-26 4 0 0 0,36-7-493 0 0,-1-2-1 0 0,1 1 1 0 0,-1-1-1 0 0,1 0 1 0 0,-1 0-1 0 0,1-1 1 0 0,-1 1-1 0 0,-12-5 0 0 0,17 5 30 0 0,1-1 0 0 0,0 1-1 0 0,-1-1 1 0 0,1 0 0 0 0,0 0-1 0 0,-1 0 1 0 0,1 0 0 0 0,0 0-1 0 0,0 0 1 0 0,0 0-1 0 0,-2-2 1 0 0,-2-7-5325 0 0,2-2-1888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1 105 580 0 0,'7'-7'3137'0'0,"0"-1"0"0"0,-1 1 0 0 0,0-1 0 0 0,8-14 0 0 0,-13 20-2950 0 0,0 0 1 0 0,0 0-1 0 0,1 0 1 0 0,-1 1-1 0 0,1-1 0 0 0,-1 1 1 0 0,1-1-1 0 0,0 1 1 0 0,0-1-1 0 0,-1 1 0 0 0,1 0 1 0 0,0 0-1 0 0,0 0 1 0 0,0 0-1 0 0,0 0 1 0 0,0 1-1 0 0,4-2 0 0 0,37-4-152 0 0,-31 6 214 0 0,207-22 234 0 0,-216 22-489 0 0,3 1-5 0 0,-5-1 11 0 0,0 0-1 0 0,-1-1 1 0 0,1 1-1 0 0,0 0 1 0 0,-1 0-1 0 0,1 0 1 0 0,0 0-1 0 0,0 1 0 0 0,-1-1 1 0 0,1 0-1 0 0,0 0 1 0 0,-1 0-1 0 0,1 0 1 0 0,0 1-1 0 0,-1-1 1 0 0,1 0-1 0 0,0 1 1 0 0,0 1-1 0 0,-1 0 1 0 0,1 0 0 0 0,-1 0 0 0 0,0-1-1 0 0,0 1 1 0 0,0 0 0 0 0,0 0 0 0 0,0 0-1 0 0,0 0 1 0 0,-1 0 0 0 0,1-1 0 0 0,0 1-1 0 0,-1 0 1 0 0,0 0 0 0 0,1 0 0 0 0,-1-1 0 0 0,0 1-1 0 0,0 0 1 0 0,0-1 0 0 0,-1 2 0 0 0,-28 40 5 0 0,21-31 6 0 0,-84 103 594 0 0,-9 14 316 0 0,100-126-872 0 0,0-1 0 0 0,1 1 0 0 0,-1 0 0 0 0,1-1 0 0 0,-1 1 0 0 0,1 0 0 0 0,0 0 0 0 0,0 0 0 0 0,0 0 0 0 0,1 0 1 0 0,-1 0-1 0 0,1 0 0 0 0,-1 6 0 0 0,2-8-22 0 0,-1 1 1 0 0,0 0 0 0 0,1-1 0 0 0,-1 1-1 0 0,1-1 1 0 0,0 0 0 0 0,0 1 0 0 0,-1-1-1 0 0,1 0 1 0 0,0 1 0 0 0,0-1 0 0 0,0 0-1 0 0,0 0 1 0 0,0 0 0 0 0,1 0 0 0 0,-1 0-1 0 0,0 0 1 0 0,0 0 0 0 0,1 0 0 0 0,-1 0-1 0 0,1 0 1 0 0,-1-1 0 0 0,1 1 0 0 0,-1-1-1 0 0,1 1 1 0 0,-1-1 0 0 0,1 0 0 0 0,1 1-1 0 0,20 3 0 0 0,1 0 0 0 0,-1-2 0 0 0,1-1 0 0 0,0-1 0 0 0,44-5 0 0 0,117-31-4098 0 0,-103 13 268 0 0,-29 5-2002 0 0,-12 4-1681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4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56 3328 0 0,'-43'-17'13194'0'0,"18"3"-8401"0"0,24 13-4022 0 0,1 1-752 0 0,0-1 0 0 0,0 1 0 0 0,0 0 0 0 0,0-1 0 0 0,1 1 0 0 0,-1 0 0 0 0,0-1 0 0 0,0 1 0 0 0,0 0 0 0 0,1-1 0 0 0,-1 1 0 0 0,0 0 0 0 0,0-1 0 0 0,1 1 0 0 0,-1 0 0 0 0,0 0 0 0 0,1-1 0 0 0,-1 1 0 0 0,0 0 0 0 0,1 0-1 0 0,-1 0 1 0 0,0-1 0 0 0,1 1 0 0 0,-1 0 0 0 0,0 0 0 0 0,1 0 0 0 0,-1 0 0 0 0,1 0 0 0 0,-1 0 0 0 0,0 0 0 0 0,1 0 0 0 0,-1 0 0 0 0,0 0 0 0 0,1 0 0 0 0,143-5-1457 0 0,-57 4-2413 0 0,-2-5-5007 0 0,-60 2 2659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2380 0 0,'-26'17'3230'0'0,"14"-9"-1017"0"0,-1 0 0 0 0,-18 8-1 0 0,6 3 411 0 0,25-18-2567 0 0,0 0 0 0 0,1-1 0 0 0,-1 1 0 0 0,0 0 0 0 0,0 0 0 0 0,1 0 0 0 0,-1 0 0 0 0,0-1 0 0 0,1 1 0 0 0,-1 0 1 0 0,1 0-1 0 0,-1-1 0 0 0,1 1 0 0 0,0 0 0 0 0,-1-1 0 0 0,1 1 0 0 0,0-1 0 0 0,-1 1 0 0 0,1-1 0 0 0,0 1 0 0 0,-1-1 0 0 0,1 1 0 0 0,0-1 0 0 0,0 0 0 0 0,0 1 0 0 0,-1-1 0 0 0,3 1 0 0 0,27 4 319 0 0,-24-4-262 0 0,47 4-328 0 0,0-1 1 0 0,97-7-1 0 0,-96-3-3670 0 0,60-13-1 0 0,-57 5-2223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65 1736 0 0,'8'-65'11920'0'0,"-20"76"-10671"0"0,6-3-856 0 0,1 1 0 0 0,-1 0 0 0 0,2 0 0 0 0,-1 1 0 0 0,1-1 0 0 0,1 1 0 0 0,-4 15 0 0 0,4-14-99 0 0,-20 72 1328 0 0,-12 92-1 0 0,0 87-504 0 0,33-244-1057 0 0,-4 33 81 0 0,-15 147 505 0 0,20-179-193 0 0,5-37-126 0 0,4-20-255 0 0,3 6-6 0 0,0 0-45 0 0,22-45 0 0 0,-28 69-42 0 0,-1 0 0 0 0,1 0 0 0 0,0 0 1 0 0,0 1-1 0 0,1 0 0 0 0,0 0 0 0 0,0 0 1 0 0,1 1-1 0 0,0 0 0 0 0,11-8 1 0 0,-14 12 5 0 0,0 0 0 0 0,0 0 0 0 0,0 1 0 0 0,0-1 0 0 0,0 1 0 0 0,0 0 0 0 0,0 0 0 0 0,1 0 1 0 0,-1 1-1 0 0,0-1 0 0 0,1 1 0 0 0,-1 0 0 0 0,0 0 0 0 0,0 0 0 0 0,9 3 0 0 0,-7-2 9 0 0,1 1 0 0 0,-1 1 0 0 0,0-1 0 0 0,1 1 0 0 0,-1 1-1 0 0,-1-1 1 0 0,1 1 0 0 0,0 0 0 0 0,7 7 0 0 0,-6-5 6 0 0,-1 0 0 0 0,0 1 0 0 0,0 0 0 0 0,0 0 0 0 0,-1 0 0 0 0,0 0 1 0 0,-1 1-1 0 0,0 0 0 0 0,0 0 0 0 0,-1 0 0 0 0,1 1 0 0 0,-2-1 0 0 0,1 1 0 0 0,-1-1 0 0 0,1 18 1 0 0,-3-21 62 0 0,0 0 0 0 0,-1 0 0 0 0,1 0 0 0 0,-1 1 0 0 0,0-1 1 0 0,-1 0-1 0 0,1 0 0 0 0,-1 0 0 0 0,0 0 0 0 0,0-1 0 0 0,-1 1 1 0 0,1-1-1 0 0,-1 1 0 0 0,0-1 0 0 0,-4 5 0 0 0,1-3 44 0 0,0-1 0 0 0,0 0 0 0 0,-1 0 0 0 0,1 0 0 0 0,-1-1 0 0 0,0 1 0 0 0,0-2 0 0 0,-1 1 0 0 0,-7 2-1 0 0,-4 0 76 0 0,-1-1-1 0 0,0 0 0 0 0,-1-2 0 0 0,1 0 0 0 0,0-1 0 0 0,-41-2 0 0 0,51-1-380 0 0,-1 0-1 0 0,1-1 0 0 0,0 0 1 0 0,-13-5-1 0 0,19 6-673 0 0,0-1 0 0 0,0 0 0 0 0,1 1 0 0 0,-1-1 0 0 0,1 0 0 0 0,-1-1 0 0 0,-4-4 0 0 0,8 7 496 0 0,0-1 0 0 0,0 0-1 0 0,0 1 1 0 0,0-1 0 0 0,0 0 0 0 0,0 0-1 0 0,0 1 1 0 0,0-1 0 0 0,1 0-1 0 0,-1 1 1 0 0,0-1 0 0 0,1 0 0 0 0,-1 1-1 0 0,0-1 1 0 0,1 0 0 0 0,-1 1 0 0 0,1-1-1 0 0,-1 1 1 0 0,1-1 0 0 0,-1 1 0 0 0,1-1-1 0 0,-1 1 1 0 0,1-1 0 0 0,0 1-1 0 0,0-1 1 0 0,10-4-6759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41 1596 0 0,'3'-1'3434'0'0,"40"-19"10150"0"0,-16 6-8811 0 0,-23 13-4649 0 0,-1 0-1 0 0,1 0 0 0 0,-1 0 0 0 0,1 0 0 0 0,0 1 0 0 0,0-1 0 0 0,-1 1 0 0 0,1 0 0 0 0,0 0 0 0 0,0 1 0 0 0,-1-1 0 0 0,1 1 0 0 0,0 0 0 0 0,5 1 0 0 0,-3 0-93 0 0,0 0 0 0 0,-1 0 0 0 0,0 1 0 0 0,1 0 0 0 0,-1 0 0 0 0,0 0 0 0 0,0 0-1 0 0,6 7 1 0 0,-8-8-23 0 0,-1 0 0 0 0,0 1 0 0 0,1 0-1 0 0,-1-1 1 0 0,0 1 0 0 0,-1 0 0 0 0,1 0 0 0 0,0 0-1 0 0,-1 0 1 0 0,0 1 0 0 0,0-1 0 0 0,0 0 0 0 0,0 0-1 0 0,0 1 1 0 0,-1-1 0 0 0,1 1 0 0 0,-1 5-1 0 0,-1-4-6 0 0,1 0-1 0 0,-1 0 0 0 0,-1 1 1 0 0,1-1-1 0 0,-1 0 0 0 0,0 0 1 0 0,0-1-1 0 0,0 1 0 0 0,-1 0 0 0 0,-4 5 1 0 0,-5 6 75 0 0,-1 0 0 0 0,-1-1 0 0 0,0-1 0 0 0,-27 21 0 0 0,32-30-8 0 0,-10 11 2253 0 0,19-16-2293 0 0,0 0 0 0 0,0 0 0 0 0,0 1 0 0 0,-1-1 0 0 0,1 0 1 0 0,0 0-1 0 0,0 0 0 0 0,0 0 0 0 0,0 0 0 0 0,0 1 0 0 0,0-1 0 0 0,0 0 1 0 0,0 0-1 0 0,0 0 0 0 0,0 0 0 0 0,0 1 0 0 0,0-1 0 0 0,0 0 1 0 0,0 0-1 0 0,0 0 0 0 0,0 0 0 0 0,0 1 0 0 0,0-1 0 0 0,0 0 1 0 0,0 0-1 0 0,0 0 0 0 0,0 0 0 0 0,0 1 0 0 0,0-1 0 0 0,0 0 1 0 0,0 0-1 0 0,0 0 0 0 0,0 0 0 0 0,1 0 0 0 0,-1 1 0 0 0,0-1 1 0 0,0 0-1 0 0,0 0 0 0 0,14 2 126 0 0,-2-1-137 0 0,1 0 1 0 0,-1 1 0 0 0,0 0 0 0 0,0 1-1 0 0,0 0 1 0 0,-1 1 0 0 0,1 0-1 0 0,-1 0 1 0 0,16 10 0 0 0,-19-9-13 0 0,0 0 1 0 0,0 0 0 0 0,0 0-1 0 0,-1 1 1 0 0,0 1 0 0 0,0-1-1 0 0,-1 1 1 0 0,1 0 0 0 0,-2 1-1 0 0,1-1 1 0 0,-1 1-1 0 0,0 0 1 0 0,5 11 0 0 0,-9-16 21 0 0,0-1 1 0 0,0 1-1 0 0,-1-1 1 0 0,1 0-1 0 0,-1 1 1 0 0,1-1-1 0 0,-1 1 1 0 0,0-1-1 0 0,0 1 1 0 0,0-1-1 0 0,0 1 1 0 0,0 0-1 0 0,-1-1 1 0 0,1 0-1 0 0,-1 1 1 0 0,1-1-1 0 0,-1 1 1 0 0,0-1-1 0 0,-2 5 0 0 0,0-3 11 0 0,0-1 0 0 0,0 0-1 0 0,0 1 1 0 0,0-1-1 0 0,0 0 1 0 0,0 0-1 0 0,-1-1 1 0 0,1 1-1 0 0,-1-1 1 0 0,-7 4-1 0 0,-2 0 34 0 0,-2-1 0 0 0,1 0 0 0 0,-1 0-1 0 0,1-2 1 0 0,-26 4 0 0 0,9-5-248 0 0,0-1-1 0 0,0-1 1 0 0,0-1-1 0 0,0-2 1 0 0,0-1 0 0 0,-37-10-1 0 0,-14-12-4821 0 0,4-9-5671 0 0,46 16-1178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76 1696 0 0,'-8'-67'8814'0'0,"8"65"-8346"0"0,-1 1-411 0 0,1 1-1 0 0,0 0 0 0 0,0 0 0 0 0,0-1 1 0 0,0 1-1 0 0,1 0 0 0 0,-1 0 0 0 0,0-1 1 0 0,0 1-1 0 0,0 0 0 0 0,0 0 0 0 0,0-1 1 0 0,0 1-1 0 0,0 0 0 0 0,0 0 0 0 0,0 0 1 0 0,1-1-1 0 0,-1 1 0 0 0,0 0 0 0 0,0 0 1 0 0,0 0-1 0 0,0-1 0 0 0,1 1 0 0 0,-1 0 1 0 0,0 0-1 0 0,0 0 0 0 0,0 0 0 0 0,1 0 1 0 0,-1 0-1 0 0,0-1 0 0 0,0 1 1 0 0,1 0-1 0 0,-1 0 0 0 0,0 0 0 0 0,0 0 1 0 0,0 0-1 0 0,1 0 0 0 0,-1 0 0 0 0,0 0 1 0 0,0 0-1 0 0,1 0 0 0 0,-1 0 0 0 0,14 8 1332 0 0,16 23-118 0 0,-24-24-864 0 0,34 37 884 0 0,48 72 1 0 0,25 57-433 0 0,-31-45-517 0 0,-43-66-284 0 0,-21-33-456 0 0,0 0 0 0 0,2-1 1 0 0,31 33-1 0 0,-38-50-590 0 0,-12-10 428 0 0,1 0 1 0 0,-1 0-1 0 0,1 0 0 0 0,-1 0 0 0 0,1 0 0 0 0,-1 0 1 0 0,1 0-1 0 0,0-1 0 0 0,-1 1 0 0 0,1-1 1 0 0,0 0-1 0 0,0 1 0 0 0,-1-1 0 0 0,1 0 0 0 0,0 0 1 0 0,0 0-1 0 0,3 0 0 0 0,5-5-4655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84 272 0 0,'-5'-8'828'0'0,"1"1"-1"0"0,-1 1 1 0 0,-1-1-1 0 0,1 1 1 0 0,-1 0 0 0 0,0 0-1 0 0,0 0 1 0 0,-1 1-1 0 0,-13-9 1 0 0,16 12-589 0 0,-1 0-1 0 0,0 0 1 0 0,0 0-1 0 0,-1 1 1 0 0,1 0-1 0 0,0 0 1 0 0,0 0 0 0 0,-1 1-1 0 0,1-1 1 0 0,0 1-1 0 0,-1 0 1 0 0,1 1 0 0 0,0 0-1 0 0,0-1 1 0 0,-1 2-1 0 0,-9 2 1 0 0,-8 5 240 0 0,1 1 0 0 0,0 0 0 0 0,0 2 1 0 0,1 1-1 0 0,1 0 0 0 0,-25 21 0 0 0,-3 7 292 0 0,-52 60 0 0 0,52-49-322 0 0,-57 83 1 0 0,86-107-443 0 0,1 2 1 0 0,2 0-1 0 0,1 0 0 0 0,1 1 1 0 0,-10 35-1 0 0,23-62-243 0 0,0 0 0 0 0,0 0 0 0 0,1 0 0 0 0,-1 0 0 0 0,1 0 0 0 0,0 0 1 0 0,1 8-1 0 0,-1-11-30 0 0,0 0 0 0 0,0 0 1 0 0,0 0-1 0 0,1 1 1 0 0,-1-1-1 0 0,0 0 0 0 0,1 0 1 0 0,-1 0-1 0 0,1 0 1 0 0,-1 0-1 0 0,1 0 0 0 0,0 0 1 0 0,-1 0-1 0 0,1 0 1 0 0,0 0-1 0 0,0 0 0 0 0,0 0 1 0 0,0 0-1 0 0,0-1 1 0 0,0 1-1 0 0,0 0 0 0 0,0-1 1 0 0,0 1-1 0 0,0-1 1 0 0,0 1-1 0 0,0-1 0 0 0,0 1 1 0 0,0-1-1 0 0,1 0 1 0 0,0 1-1 0 0,13-1-5652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8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2216 0 0,'12'-18'10900'0'0,"-6"12"-10282"0"0,175-1 82 0 0,-58 13-7861 0 0,-99-4 2292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87 2424 0 0,'-124'37'14829'0'0,"156"-39"-14170"0"0,167-38-397 0 0,-37 8-2434 0 0,-1-3-5190 0 0,-98 20 1126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8:5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699 80 84 0 0,'9'-12'5977'0'0,"16"-19"1591"0"0,-24 30-6813 0 0,1-1-329 0 0,0 1 0 0 0,-1-1 0 0 0,1 0 0 0 0,-1 1-1 0 0,0-1 1 0 0,1 0 0 0 0,-1 0 0 0 0,0 0 0 0 0,0 0 0 0 0,0 0 0 0 0,0 0 0 0 0,0-3-1 0 0,-3 4-393 0 0,-1-1-1 0 0,0 1 0 0 0,0 0 0 0 0,1 0 1 0 0,-1 0-1 0 0,0 1 0 0 0,0-1 0 0 0,0 1 1 0 0,0 0-1 0 0,0-1 0 0 0,0 1 0 0 0,-6 1 1 0 0,-37 5 44 0 0,34-4-73 0 0,0 1 0 0 0,1 0 0 0 0,-1 1 0 0 0,1 0 0 0 0,0 1 0 0 0,0 0 0 0 0,1 0 0 0 0,-1 2 0 0 0,1-1 0 0 0,1 1 0 0 0,-1 0 0 0 0,1 1 0 0 0,0 0 0 0 0,-8 11 0 0 0,6-5 0 0 0,1 1-1 0 0,0 0 1 0 0,1 0 0 0 0,0 1 0 0 0,1 1 0 0 0,1-1 0 0 0,1 1-1 0 0,-7 29 1 0 0,-92 587 2022 0 0,81-140-368 0 0,7-59-931 0 0,7-329-544 0 0,-20 194 964 0 0,11-161-596 0 0,-61 417 939 0 0,42-324-996 0 0,-30 197 861 0 0,58-362-1190 0 0,3-1 0 0 0,1 104 0 0 0,7-165-165 0 0,-1 0-1 0 0,1 0 1 0 0,-1-1 0 0 0,1 1 0 0 0,0 0-1 0 0,0 0 1 0 0,1 0 0 0 0,-1-1-1 0 0,1 1 1 0 0,0-1 0 0 0,0 1 0 0 0,0-1-1 0 0,0 0 1 0 0,1 0 0 0 0,4 6 0 0 0,-2-5 2 0 0,0-1 0 0 0,0 1 0 0 0,0-1 0 0 0,1 0 0 0 0,-1 0 1 0 0,1 0-1 0 0,0-1 0 0 0,-1 0 0 0 0,9 2 0 0 0,8 0-282 0 0,0-1 0 0 0,1 0 0 0 0,-1-2 0 0 0,35-2 0 0 0,-11-2-1288 0 0,1-2 1 0 0,-1-2-1 0 0,58-16 1 0 0,-67 12-1754 0 0,-1-2 1 0 0,46-23 0 0 0,3-11-7210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0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63 976 0 0,'3'-16'4533'0'0,"4"-19"134"0"0,-6 35-4590 0 0,-1-1-1 0 0,1 0 0 0 0,-1 0 0 0 0,1 0 0 0 0,-1 1 1 0 0,1-1-1 0 0,0 0 0 0 0,0 1 0 0 0,-1-1 1 0 0,1 1-1 0 0,0-1 0 0 0,0 0 0 0 0,0 1 1 0 0,-1 0-1 0 0,1-1 0 0 0,0 1 0 0 0,0 0 1 0 0,0-1-1 0 0,0 1 0 0 0,0 0 0 0 0,0 0 1 0 0,0 0-1 0 0,0 0 0 0 0,0 0 0 0 0,0 0 1 0 0,0 0-1 0 0,1 0 0 0 0,7 3 12 0 0,0 1-1 0 0,0 0 0 0 0,0 0 1 0 0,-1 1-1 0 0,0 0 0 0 0,0 1 1 0 0,0-1-1 0 0,-1 2 1 0 0,0-1-1 0 0,0 1 0 0 0,0 0 1 0 0,-1 0-1 0 0,0 1 0 0 0,-1 0 1 0 0,1 0-1 0 0,-2 0 1 0 0,1 0-1 0 0,3 10 0 0 0,-4-9-13 0 0,-1 0 0 0 0,0 0-1 0 0,-1 0 1 0 0,0 0 0 0 0,0 0 0 0 0,0 1-1 0 0,-2-1 1 0 0,1 14 0 0 0,-1-17 34 0 0,-1 1-1 0 0,0-1 1 0 0,0 1 0 0 0,0-1 0 0 0,-1 0 0 0 0,0 0 0 0 0,0 0 0 0 0,-1 0 0 0 0,0 0 0 0 0,0 0 0 0 0,0-1 0 0 0,-8 11 0 0 0,-24 25 2454 0 0,33-40-1544 0 0,13-15-859 0 0,1 4-122 0 0,1 0 0 0 0,0 1 0 0 0,0 0-1 0 0,27-12 1 0 0,-1-1-8 0 0,13-8 0 0 0,-6 5 10 0 0,-2-3 0 0 0,73-58-1 0 0,-91 54 0 0 0,-25 30-42 0 0,-10 1-12 0 0,8 1 15 0 0,0 0 1 0 0,0 0-1 0 0,0 0 0 0 0,0 0 0 0 0,0 0 1 0 0,0 0-1 0 0,0 0 0 0 0,0 0 1 0 0,0 0-1 0 0,0 0 0 0 0,0 1 1 0 0,0-1-1 0 0,0 0 0 0 0,-2 2 1 0 0,-12 7 2 0 0,0 0 0 0 0,1 2 0 0 0,0-1 1 0 0,0 2-1 0 0,1 0 0 0 0,1 0 1 0 0,0 1-1 0 0,1 1 0 0 0,0 0 0 0 0,1 1 1 0 0,1-1-1 0 0,0 2 0 0 0,-8 21 1 0 0,14-31 9 0 0,1 0 1 0 0,1 0 0 0 0,0 0 0 0 0,-1 1 0 0 0,2-1-1 0 0,-1 0 1 0 0,1 1 0 0 0,0-1 0 0 0,0 1 0 0 0,1-1-1 0 0,0 0 1 0 0,0 1 0 0 0,0-1 0 0 0,1 0 0 0 0,0 0-1 0 0,0 0 1 0 0,1 0 0 0 0,-1 0 0 0 0,1-1 0 0 0,1 1 0 0 0,-1-1-1 0 0,1 0 1 0 0,5 6 0 0 0,8 8-423 0 0,1-2 1 0 0,1 0-1 0 0,1-1 0 0 0,32 20 0 0 0,-34-24-481 0 0,36 20-3826 0 0,-33-21 856 0 0,4 3-2699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0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 1508 0 0,'-2'-15'8358'0'0,"2"15"-8350"0"0,1-22 5869 0 0,2 17-3086 0 0,3 18-3285 0 0,2 16 702 0 0,1 1-30 0 0,21 52 0 0 0,-27-75-149 0 0,0 0-1 0 0,1-1 0 0 0,-1 1 1 0 0,1-1-1 0 0,1 0 1 0 0,-1 0-1 0 0,1-1 1 0 0,0 1-1 0 0,1-1 1 0 0,-1 0-1 0 0,1-1 1 0 0,0 1-1 0 0,8 4 0 0 0,-11-7-9 0 0,1-1 0 0 0,0 1 0 0 0,0 0 0 0 0,0-1 0 0 0,0 0 0 0 0,0 0 0 0 0,1 0 0 0 0,-1-1 0 0 0,0 1 0 0 0,0-1 0 0 0,1 0 0 0 0,-1 0 0 0 0,0-1 0 0 0,0 1 0 0 0,1-1 0 0 0,6-2 1 0 0,-5 1-7 0 0,0-1 1 0 0,-1 0 0 0 0,1 0 0 0 0,-1-1 0 0 0,1 1-1 0 0,-1-1 1 0 0,0 0 0 0 0,0-1 0 0 0,8-9 0 0 0,2-6 67 0 0,0-1 0 0 0,-2-1 1 0 0,0 0-1 0 0,12-32 0 0 0,-22 49-44 0 0,15-27 183 0 0,-18 31-207 0 0,2 16 2 0 0,-4 25 169 0 0,-9 48 1 0 0,3-27 171 0 0,-98 580 4395 0 0,105-636-4564 0 0,0-1 0 0 0,0 1-1 0 0,-1-1 1 0 0,0 1 0 0 0,0-1 0 0 0,0 0 0 0 0,0 0-1 0 0,0 0 1 0 0,-1 0 0 0 0,0 0 0 0 0,0 0-1 0 0,0-1 1 0 0,0 0 0 0 0,0 1 0 0 0,-1-1 0 0 0,0 0-1 0 0,1-1 1 0 0,-9 5 0 0 0,10-6-142 0 0,0-1 0 0 0,0 1 0 0 0,-1-1 0 0 0,1 0-1 0 0,0 1 1 0 0,0-1 0 0 0,-1-1 0 0 0,1 1 0 0 0,0 0 0 0 0,0 0 0 0 0,-1-1 0 0 0,1 1 0 0 0,0-1 0 0 0,0 0-1 0 0,0 0 1 0 0,0 0 0 0 0,0 0 0 0 0,0 0 0 0 0,0 0 0 0 0,0 0 0 0 0,0-1 0 0 0,0 1 0 0 0,-1-2 0 0 0,-4-3 38 0 0,1 0 0 0 0,0 0 0 0 0,1 0 0 0 0,-8-12 0 0 0,9 12-177 0 0,0 1 1 0 0,1-2-1 0 0,0 1 1 0 0,1 0-1 0 0,-1-1 1 0 0,1 1-1 0 0,0-1 1 0 0,1 1-1 0 0,-1-1 1 0 0,2 0-1 0 0,-1 0 1 0 0,1 0-1 0 0,-1 0 1 0 0,2 1-1 0 0,-1-1 1 0 0,1 0-1 0 0,0 0 1 0 0,1 0-1 0 0,-1 1 1 0 0,1-1-1 0 0,4-8 1 0 0,-3 8-465 0 0,1 1 1 0 0,0-1-1 0 0,0 0 1 0 0,0 1 0 0 0,1 0-1 0 0,0 0 1 0 0,0 0 0 0 0,7-5-1 0 0,-5 6-410 0 0,-1 0-1 0 0,0 0 0 0 0,1 1 1 0 0,0 0-1 0 0,0 0 0 0 0,0 1 1 0 0,1 0-1 0 0,10-3 0 0 0,5 1-4030 0 0,-1 0-2487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0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62 1516 0 0,'-10'-8'7285'0'0,"-4"-17"1694"0"0,13 22-8405 0 0,1 2-558 0 0,0 1-1 0 0,0 0 0 0 0,-1 0 0 0 0,1 0 0 0 0,0 0 0 0 0,0 0 0 0 0,0 0 0 0 0,0-1 0 0 0,0 1 1 0 0,0 0-1 0 0,0 0 0 0 0,0 0 0 0 0,-1 0 0 0 0,1-1 0 0 0,0 1 0 0 0,0 0 0 0 0,0 0 1 0 0,0 0-1 0 0,0 0 0 0 0,0-1 0 0 0,0 1 0 0 0,0 0 0 0 0,0 0 0 0 0,0 0 0 0 0,0 0 1 0 0,0-1-1 0 0,0 1 0 0 0,0 0 0 0 0,0 0 0 0 0,0 0 0 0 0,0 0 0 0 0,1-1 0 0 0,-1 1 1 0 0,0 0-1 0 0,0 0 0 0 0,0 0 0 0 0,0 0 0 0 0,0 0 0 0 0,0-1 0 0 0,0 1 0 0 0,0 0 0 0 0,1 0 1 0 0,-1 0-1 0 0,6-3 53 0 0,0 0 1 0 0,1 0-1 0 0,-1 1 0 0 0,1 0 1 0 0,-1 0-1 0 0,1 1 1 0 0,0 0-1 0 0,13-1 1 0 0,63 4 32 0 0,-55-1-48 0 0,-28-1-53 0 0,26 0-8 0 0,0 2-1 0 0,-1 1 1 0 0,33 7-1 0 0,-57-10 6 0 0,1 0-1 0 0,-1 1 1 0 0,1-1-1 0 0,-1 1 0 0 0,0-1 1 0 0,1 1-1 0 0,-1 0 0 0 0,0-1 1 0 0,1 1-1 0 0,-1 0 1 0 0,0 0-1 0 0,0 0 0 0 0,0 0 1 0 0,0 0-1 0 0,0 0 0 0 0,0 0 1 0 0,0 0-1 0 0,0 0 1 0 0,0 1-1 0 0,1 1 0 0 0,-2-1 3 0 0,1-1-1 0 0,-1 1 0 0 0,0-1 1 0 0,0 1-1 0 0,0-1 0 0 0,0 0 1 0 0,-1 1-1 0 0,1-1 0 0 0,0 1 1 0 0,0-1-1 0 0,-1 1 1 0 0,1-1-1 0 0,-1 1 0 0 0,1-1 1 0 0,-1 0-1 0 0,-1 3 0 0 0,-4 4 9 0 0,-1 1 0 0 0,1-2 0 0 0,-1 1 0 0 0,-13 10 0 0 0,16-14 0 0 0,-175 169 530 0 0,177-172-523 0 0,1 1 0 0 0,-1-1 0 0 0,1 1 0 0 0,0-1 0 0 0,-1 1 0 0 0,1-1 0 0 0,0 1 1 0 0,0 0-1 0 0,0 0 0 0 0,0-1 0 0 0,1 1 0 0 0,-1 0 0 0 0,0 0 0 0 0,1 0 0 0 0,0 0 0 0 0,-1 0 0 0 0,1 0 0 0 0,0 0 0 0 0,0 0 0 0 0,0 0 0 0 0,0 0 0 0 0,0 0 0 0 0,0 0 0 0 0,1 3 0 0 0,1-3 2 0 0,-1 0 0 0 0,1 0 0 0 0,-1 0-1 0 0,1 0 1 0 0,0 0 0 0 0,-1 0-1 0 0,1-1 1 0 0,0 1 0 0 0,0-1 0 0 0,1 1-1 0 0,-1-1 1 0 0,0 0 0 0 0,0 1 0 0 0,1-1-1 0 0,-1 0 1 0 0,1-1 0 0 0,-1 1 0 0 0,5 1-1 0 0,18 3-217 0 0,1 0-1 0 0,0-2 1 0 0,0-1-1 0 0,49-2 1 0 0,-25-4-4673 0 0,78-17-1 0 0,-67 7-2838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0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524 112 1700 0 0,'-1'-2'1829'0'0,"-31"-67"9263"0"0,31 68-10488 0 0,-4-9 1111 0 0,4 9-1498 0 0,0 1 1 0 0,1-1-1 0 0,-1 1 1 0 0,1-1-1 0 0,-1 0 1 0 0,1 1-1 0 0,-1-1 1 0 0,1 0-1 0 0,-1 0 1 0 0,1 1-1 0 0,0-1 1 0 0,-1 0-1 0 0,1 0 1 0 0,0 0-1 0 0,0 0 1 0 0,-1 1-1 0 0,1-1 1 0 0,0 0-1 0 0,0 0 1 0 0,0 0-1 0 0,0 0 1 0 0,0-1-1 0 0,2 1-185 0 0,-1 0-1 0 0,1 0 1 0 0,-1 0-1 0 0,1 0 1 0 0,-1 0-1 0 0,1 0 1 0 0,0 0-1 0 0,0 1 1 0 0,-1-1 0 0 0,1 1-1 0 0,0-1 1 0 0,0 1-1 0 0,-1 0 1 0 0,1-1-1 0 0,0 1 1 0 0,0 0 0 0 0,3 1-1 0 0,42 1 65 0 0,-33-1-51 0 0,231 17 127 0 0,-171-8-163 0 0,94 23 0 0 0,-162-31-7 0 0,0-1 0 0 0,-1 2-1 0 0,0-1 1 0 0,1 1 0 0 0,-1-1 0 0 0,0 1 0 0 0,0 1 0 0 0,-1-1 0 0 0,1 1 0 0 0,-1 0 0 0 0,1 0 0 0 0,-1 0 0 0 0,-1 0 0 0 0,1 1-1 0 0,0 0 1 0 0,-1-1 0 0 0,0 1 0 0 0,0 1 0 0 0,-1-1 0 0 0,1 0 0 0 0,-1 1 0 0 0,0-1 0 0 0,-1 1 0 0 0,1 0 0 0 0,0 8-1 0 0,1 13 72 0 0,0 0 0 0 0,-2 0-1 0 0,-2 1 1 0 0,-3 31-1 0 0,2-35-12 0 0,-42 537 1500 0 0,-24 1141 171 0 0,65-1540-1623 0 0,-31 506 383 0 0,31-651-440 0 0,-14 96 63 0 0,13-96 186 0 0,0 0 0 0 0,-1 0 1 0 0,-1 0-1 0 0,-11 21 0 0 0,12-31-156 0 0,0 0 0 0 0,0 0 0 0 0,-1-1 0 0 0,1 0 0 0 0,-2 0 0 0 0,1 0 0 0 0,0-1 0 0 0,-1 0 0 0 0,0 0 0 0 0,-1 0 0 0 0,1-1 0 0 0,-1-1 0 0 0,1 1 1 0 0,-1-1-1 0 0,0 0 0 0 0,-12 2 0 0 0,-12 3-28 0 0,-1-2 1 0 0,-59 3-1 0 0,-249-10-6166 0 0,165-5-1371 0 0,101 5 1213 0 0,-4-1-3376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53 3180 0 0,'16'-22'4206'0'0,"5"-9"4997"0"0,-32 77-5245 0 0,7-30-3669 0 0,0 0-1 0 0,2 0 0 0 0,-1 0 1 0 0,2 0-1 0 0,0 1 1 0 0,1-1-1 0 0,1 0 0 0 0,0 0 1 0 0,5 21-1 0 0,-4-28-262 0 0,0-1 0 0 0,1 0 0 0 0,0 1 0 0 0,0-1 0 0 0,1 0 0 0 0,0-1 0 0 0,1 1 0 0 0,-1-1 0 0 0,1 0 0 0 0,1 0 0 0 0,-1 0 0 0 0,1 0 0 0 0,1-1 0 0 0,-1 0 0 0 0,1-1 0 0 0,0 1 0 0 0,0-1 1 0 0,13 6-1 0 0,-16-9-34 0 0,0 0 0 0 0,0 0 0 0 0,0-1 1 0 0,0 0-1 0 0,0 1 0 0 0,0-2 1 0 0,0 1-1 0 0,1 0 0 0 0,-1-1 0 0 0,0 0 1 0 0,0 0-1 0 0,1 0 0 0 0,-1 0 1 0 0,0-1-1 0 0,0 0 0 0 0,7-1 1 0 0,-5-1-34 0 0,0 0-1 0 0,0 0 1 0 0,0 0 0 0 0,0-1 0 0 0,-1 1 0 0 0,1-1 0 0 0,-1-1 0 0 0,0 1 0 0 0,7-9 0 0 0,4-7-72 0 0,-1 0-1 0 0,-1-1 1 0 0,-1-1 0 0 0,13-31-1 0 0,-16 33 82 0 0,4-8-39 0 0,18-52 0 0 0,-33 80 70 0 0,1 0 0 0 0,0-1 0 0 0,1 1 0 0 0,-1-1 0 0 0,0 1 0 0 0,0-1 0 0 0,0 1 0 0 0,0-1-1 0 0,0 1 1 0 0,0-1 0 0 0,1 1 0 0 0,-1-1 0 0 0,0 1 0 0 0,0 0 0 0 0,0-1 0 0 0,1 1 0 0 0,-1-1-1 0 0,0 1 1 0 0,1 0 0 0 0,-1-1 0 0 0,0 1 0 0 0,1 0 0 0 0,-1 0 0 0 0,1-1 0 0 0,-1 1 0 0 0,1-1-1 0 0,4 12 17 0 0,-1 23 185 0 0,-39 360 2933 0 0,7-128-2224 0 0,25-226-779 0 0,0 8 93 0 0,-17 87 0 0 0,18-123-185 0 0,-2 0-1 0 0,1 1 1 0 0,-2-1 0 0 0,0-1 0 0 0,0 1-1 0 0,-1-1 1 0 0,0 0 0 0 0,-1 0 0 0 0,0-1-1 0 0,-1 0 1 0 0,0 0 0 0 0,-10 9 0 0 0,12-14-7 0 0,-1 0 0 0 0,0-1 0 0 0,0 1 0 0 0,0-1 0 0 0,-1-1 0 0 0,1 0 0 0 0,-1 0 1 0 0,0 0-1 0 0,0-1 0 0 0,0 0 0 0 0,0-1 0 0 0,0 1 0 0 0,0-2 0 0 0,-1 1 0 0 0,1-1 1 0 0,0 0-1 0 0,0-1 0 0 0,-11-2 0 0 0,7 1-16 0 0,-1-1 1 0 0,1 0-1 0 0,0-1 0 0 0,0 0 0 0 0,0-1 1 0 0,1-1-1 0 0,0 0 0 0 0,0 0 0 0 0,0-1 1 0 0,1 0-1 0 0,-13-12 0 0 0,20 16-30 0 0,0 0-1 0 0,0 0 0 0 0,0 0 0 0 0,1 0 1 0 0,0-1-1 0 0,-1 1 0 0 0,1-1 0 0 0,0 1 1 0 0,1-1-1 0 0,-1 0 0 0 0,1 0 0 0 0,0 1 1 0 0,-1-1-1 0 0,2 0 0 0 0,-2-7 0 0 0,2 5-135 0 0,0 0-1 0 0,1 1 0 0 0,-1-1 0 0 0,1 0 1 0 0,0 0-1 0 0,1 1 0 0 0,0-1 0 0 0,-1 1 1 0 0,6-10-1 0 0,4-4-647 0 0,0 1 0 0 0,1 1 0 0 0,1 0 0 0 0,26-27 0 0 0,28-21-3071 0 0,3 4 0 0 0,90-62 0 0 0,-124 97 1300 0 0,27-22-3793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2388 0 0,'19'-28'5986'0'0,"-12"17"-2988"0"0,-1 0 0 0 0,15-15 0 0 0,-18 24-2847 0 0,0 1-1 0 0,0 0 1 0 0,0-1 0 0 0,1 1-1 0 0,-1 0 1 0 0,0 1-1 0 0,0-1 1 0 0,1 1 0 0 0,-1-1-1 0 0,0 1 1 0 0,1 0 0 0 0,4 1-1 0 0,1-2 18 0 0,38 2 111 0 0,-1 2 1 0 0,0 2 0 0 0,88 21-1 0 0,-99-19-228 0 0,-23-5-34 0 0,-8-1-2 0 0,0-1 0 0 0,-1 0-1 0 0,1 1 1 0 0,0 0-1 0 0,-1 0 1 0 0,1 0-1 0 0,-1 0 1 0 0,1 1 0 0 0,-1-1-1 0 0,0 1 1 0 0,0 0-1 0 0,6 4 1 0 0,-3 5-10 0 0,-6-8-2 0 0,0 0 1 0 0,0-1-1 0 0,0 1 1 0 0,0 0-1 0 0,-1 0 1 0 0,0-1-1 0 0,1 1 1 0 0,-1 0-1 0 0,0-1 1 0 0,0 1-1 0 0,-1-1 1 0 0,1 1-1 0 0,0-1 1 0 0,-4 5-1 0 0,-26 31 83 0 0,-77 70 506 0 0,-46 55 1574 0 0,151-160-1999 0 0,1 0 0 0 0,-1 1 0 0 0,1-1 0 0 0,-1 1-1 0 0,1-1 1 0 0,1 1 0 0 0,-1 0 0 0 0,-2 6 0 0 0,4-9-122 0 0,0 0 0 0 0,0 1 0 0 0,0-1 0 0 0,0 0 0 0 0,0 0 1 0 0,0 1-1 0 0,1-1 0 0 0,-1 0 0 0 0,0 0 0 0 0,1 1 0 0 0,-1-1 0 0 0,1 0 0 0 0,-1 0 0 0 0,1 0 0 0 0,0 0 0 0 0,-1 0 0 0 0,1 0 0 0 0,0 0 0 0 0,0 0 0 0 0,0 0 0 0 0,0 0 0 0 0,0 0 1 0 0,0 0-1 0 0,0-1 0 0 0,0 1 0 0 0,0 0 0 0 0,0-1 0 0 0,0 1 0 0 0,0-1 0 0 0,0 1 0 0 0,2 0 0 0 0,6 2 30 0 0,-1 0 0 0 0,1 0 0 0 0,-1-1-1 0 0,1 0 1 0 0,0-1 0 0 0,13 1 0 0 0,57-2 126 0 0,-55-1-150 0 0,41-2-101 0 0,-1-2 0 0 0,0-3-1 0 0,-1-2 1 0 0,76-24 0 0 0,-27-7-5451 0 0,-92 31-473 0 0,30-19 0 0 0,-33 16-1413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989 121 1144 0 0,'-6'-42'7641'0'0,"3"26"-2832"0"0,-1-31 1 0 0,4 46-4776 0 0,1 0 0 0 0,-1 1 0 0 0,1-1 1 0 0,-1 0-1 0 0,1 0 0 0 0,-1 1 0 0 0,1-1 1 0 0,-1 0-1 0 0,1 1 0 0 0,0-1 0 0 0,0 1 1 0 0,-1-1-1 0 0,1 1 0 0 0,0-1 0 0 0,0 1 1 0 0,0-1-1 0 0,-1 1 0 0 0,1 0 0 0 0,0-1 1 0 0,0 1-1 0 0,0 0 0 0 0,0 0 0 0 0,0 0 1 0 0,0 0-1 0 0,1 0 0 0 0,24-3 207 0 0,54 7 267 0 0,102 18-1 0 0,-146-17-470 0 0,49 11-31 0 0,-83-16-4 0 0,1 1 0 0 0,-1 0 0 0 0,1 1 1 0 0,-1-1-1 0 0,0 0 0 0 0,0 1 0 0 0,0-1 1 0 0,0 1-1 0 0,0-1 0 0 0,0 1 0 0 0,0 0 1 0 0,0 0-1 0 0,-1 0 0 0 0,1 0 0 0 0,-1 0 1 0 0,1 1-1 0 0,-1-1 0 0 0,0 0 0 0 0,0 1 1 0 0,0-1-1 0 0,0 0 0 0 0,0 1 1 0 0,0 2-1 0 0,1 6 73 0 0,0 0 0 0 0,-1 1 1 0 0,0 19-1 0 0,-1-26-18 0 0,-24 293 2059 0 0,3-92-810 0 0,12 50 319 0 0,11 0 0 0 0,44 309 0 0 0,-37-490-1418 0 0,24 221 1714 0 0,-22 1-584 0 0,-11-281-1337 0 0,-1 0 0 0 0,0 0 0 0 0,-1 0 0 0 0,-1 0 0 0 0,-6 20 0 0 0,7-31 0 0 0,0 0 0 0 0,-1 1 0 0 0,1-2 0 0 0,-1 1 0 0 0,0 0 0 0 0,0 0 0 0 0,0-1 0 0 0,-1 0 0 0 0,0 0 0 0 0,1 0 0 0 0,-2 0 0 0 0,1 0 0 0 0,0-1 0 0 0,-1 0 0 0 0,1 0 0 0 0,-1 0 0 0 0,0 0 0 0 0,0-1 0 0 0,-6 2 0 0 0,-10 3 0 0 0,0-2 0 0 0,0-1 0 0 0,-1 0 0 0 0,0-2 0 0 0,-24 1 0 0 0,-111-9 0 0 0,156 6 0 0 0,-65-4-232 0 0,-399-21-10357 0 0,-4 26-1407 0 0,378 4 4450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6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0 732 0 0,'0'0'940'0'0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75 1220 0 0,'9'-15'4980'0'0,"-1"0"0"0"0,8-20 1411 0 0,-18 30-5680 0 0,-2 0 379 0 0,-8 5-929 0 0,-23 7 6 0 0,0 2-1 0 0,-47 17 1 0 0,39-12-109 0 0,21-7-17 0 0,-140 53 67 0 0,148-53-102 0 0,-1 0 1 0 0,1 1-1 0 0,0 1 0 0 0,1 0 0 0 0,0 0 1 0 0,1 2-1 0 0,0-1 0 0 0,-16 19 1 0 0,23-21 67 0 0,0-1 0 0 0,0 1 1 0 0,1-1-1 0 0,1 1 0 0 0,-1 0 1 0 0,1 1-1 0 0,0-1 0 0 0,1 1 1 0 0,0-1-1 0 0,1 1 0 0 0,-1 0 1 0 0,1 14-1 0 0,2 10 213 0 0,1 0 0 0 0,7 36 1 0 0,-2-11 95 0 0,68 1278 1973 0 0,-89-761-2147 0 0,2 181 158 0 0,12-741-352 0 0,1 0 0 0 0,0-1 0 0 0,1 1 0 0 0,1-1 0 0 0,6 23 0 0 0,-7-32-11 0 0,0-1-1 0 0,0 0 0 0 0,0 0 0 0 0,0 0 1 0 0,1 0-1 0 0,-1 0 0 0 0,1 0 1 0 0,0-1-1 0 0,0 1 0 0 0,0-1 1 0 0,1 0-1 0 0,-1 0 0 0 0,1 0 1 0 0,0 0-1 0 0,0-1 0 0 0,0 0 0 0 0,0 1 1 0 0,0-1-1 0 0,0-1 0 0 0,1 1 1 0 0,7 1-1 0 0,3 0-279 0 0,0-1 0 0 0,1-1 0 0 0,0-1 0 0 0,-1 0 0 0 0,1-1 1 0 0,-1 0-1 0 0,1-1 0 0 0,15-5 0 0 0,16-5-2580 0 0,57-24 1 0 0,-29 6-3034 0 0,5-7-3227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1 126 896 0 0,'0'-6'1001'0'0,"0"-5"452"0"0,0 0 0 0 0,0-1 0 0 0,2 1 0 0 0,2-12 0 0 0,-4 20-1280 0 0,1 0 1 0 0,0 0-1 0 0,1 0 1 0 0,-1 0 0 0 0,0 1-1 0 0,1-1 1 0 0,-1 0-1 0 0,1 1 1 0 0,0-1-1 0 0,0 1 1 0 0,0 0 0 0 0,0 0-1 0 0,0 0 1 0 0,1 0-1 0 0,-1 0 1 0 0,1 0-1 0 0,-1 0 1 0 0,1 1 0 0 0,4-3-1 0 0,-4 3-72 0 0,-1 1-1 0 0,1-1 1 0 0,0 1 0 0 0,0-1-1 0 0,-1 1 1 0 0,1 0-1 0 0,0 0 1 0 0,0 0-1 0 0,0 1 1 0 0,-1-1 0 0 0,1 1-1 0 0,0-1 1 0 0,-1 1-1 0 0,1 0 1 0 0,0 0 0 0 0,-1 0-1 0 0,1 0 1 0 0,-1 1-1 0 0,4 1 1 0 0,2 2 115 0 0,-1 1 0 0 0,1 0 0 0 0,-1 0 0 0 0,8 8 0 0 0,-8-5-76 0 0,1 0 0 0 0,-1 1 0 0 0,0 0 0 0 0,-1 0 0 0 0,0 1 0 0 0,-1-1 0 0 0,0 1 0 0 0,-1 1 0 0 0,0-1 0 0 0,0 0 0 0 0,-1 1 0 0 0,-1 0 0 0 0,0 0 0 0 0,-1 0 0 0 0,0 12 0 0 0,-1-8-12 0 0,-1-1 0 0 0,0 0-1 0 0,-1 0 1 0 0,-1 0 0 0 0,0 0-1 0 0,-2 0 1 0 0,1 0 0 0 0,-2-1 0 0 0,1 0-1 0 0,-2 0 1 0 0,-11 17 0 0 0,-13 12 590 0 0,30-41-605 0 0,12-18-9 0 0,54-44-75 0 0,110-76-1 0 0,-54 44-13 0 0,-76 55 13 0 0,-41 33-26 0 0,1-1 0 0 0,-1 1 1 0 0,0-1-1 0 0,-1 0 0 0 0,1 0 1 0 0,-1 0-1 0 0,3-6 0 0 0,-5 10-2 0 0,-1 0 0 0 0,0 1-1 0 0,1-1 1 0 0,-1 0 0 0 0,0 1-1 0 0,0-1 1 0 0,1 0 0 0 0,-1 1-1 0 0,0-1 1 0 0,0 0 0 0 0,0 1-1 0 0,0-1 1 0 0,0 0 0 0 0,0 0-1 0 0,0 1 1 0 0,0-1 0 0 0,0 0-1 0 0,0 0 1 0 0,0 1 0 0 0,0-1-1 0 0,-1 0 1 0 0,1 1 0 0 0,-1-2-1 0 0,1 2 1 0 0,-1-1-1 0 0,1 1 0 0 0,-1 0 0 0 0,0 0 0 0 0,1 0 1 0 0,-1-1-1 0 0,0 1 0 0 0,1 0 0 0 0,-1 0 1 0 0,1 0-1 0 0,-1 0 0 0 0,0 0 0 0 0,1 0 0 0 0,-1 0 1 0 0,0 0-1 0 0,1 0 0 0 0,-1 1 0 0 0,1-1 0 0 0,-1 0 1 0 0,0 1-1 0 0,-31 15-7 0 0,21-7 11 0 0,1-1-1 0 0,-1 2 0 0 0,2-1 0 0 0,-1 2 1 0 0,1-1-1 0 0,1 1 0 0 0,0 0 1 0 0,1 1-1 0 0,-10 20 0 0 0,14-27-1 0 0,1 1-1 0 0,0 0 0 0 0,0 0 0 0 0,0 0 0 0 0,1 0 0 0 0,0 1 0 0 0,0-1 1 0 0,0 0-1 0 0,1 0 0 0 0,0 1 0 0 0,0-1 0 0 0,1 0 0 0 0,0 1 1 0 0,0-1-1 0 0,0 0 0 0 0,1 0 0 0 0,0 0 0 0 0,0 0 0 0 0,1 0 0 0 0,-1 0 1 0 0,1-1-1 0 0,7 10 0 0 0,-1-4-44 0 0,1 0-1 0 0,0-1 1 0 0,0-1 0 0 0,1 1 0 0 0,0-2-1 0 0,1 0 1 0 0,0 0 0 0 0,0-1 0 0 0,26 11-1 0 0,-5-5-1848 0 0,0-2 0 0 0,66 14-1 0 0,-54-19-2849 0 0,3-3-2533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1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4 720 0 0,'-26'6'2152'0'0,"23"-5"-1551"0"0,-11 1 1902 0 0,13-1-2494 0 0,-1-1 131 0 0,1 1 1 0 0,0-1-1 0 0,0 1 0 0 0,-1-1 0 0 0,1 0 0 0 0,0 1 0 0 0,-1-1 0 0 0,1 0 0 0 0,0 0 0 0 0,-1 0 1 0 0,1 0-1 0 0,-1 0 0 0 0,1 0 0 0 0,0-1 0 0 0,-1 1 0 0 0,1 0 0 0 0,0-1 0 0 0,-3 0 0 0 0,3 0-411 0 0,13-6-3561 0 0,-5 2 1692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6:09:1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 5990,'0'-10'0,"-24"32"0,48-34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330 335 732 0 0,'-1'-3'1688'0'0,"-1"-26"2736"0"0,2 7 1368 0 0,-16 46-3715 0 0,-131 346 2771 0 0,74-195-4316 0 0,71-169-496 0 0,-75 170 3653 0 0,69-166-2143 0 0,5-19-1160 0 0,3-19-278 0 0,13-38 79 0 0,3 0 1 0 0,28-76 0 0 0,-20 67-149 0 0,70-187 40 0 0,-65 194-139 0 0,66-112 1 0 0,-84 164 16 0 0,1 0 1 0 0,0 0-1 0 0,1 1 0 0 0,14-14 1 0 0,-21 24 44 0 0,0-1 0 0 0,0 1 0 0 0,1 0 0 0 0,-1 1 0 0 0,1-1 1 0 0,0 1-1 0 0,1 1 0 0 0,-1-1 0 0 0,0 1 0 0 0,1 1 0 0 0,0-1 0 0 0,8 0 0 0 0,-12 2 2 0 0,1 1-1 0 0,-1 0 1 0 0,0 0 0 0 0,0 0-1 0 0,1 1 1 0 0,-1-1-1 0 0,0 1 1 0 0,0 0-1 0 0,0 0 1 0 0,0 1-1 0 0,0-1 1 0 0,0 1-1 0 0,0 0 1 0 0,5 3-1 0 0,-4-1 0 0 0,0 0 0 0 0,0 0 0 0 0,-1 1 0 0 0,1-1 0 0 0,-1 1 0 0 0,0 0-1 0 0,0 0 1 0 0,5 10 0 0 0,-1 2 30 0 0,0 0-1 0 0,-1 1 1 0 0,-1 0-1 0 0,-1 1 0 0 0,4 22 1 0 0,0 14-45 0 0,3 106 0 0 0,-15 56 267 0 0,2-210-228 0 0,-3 66 113 0 0,1-37-31 0 0,3 68 0 0 0,0-103-102 0 0,0 0 0 0 0,0 0 0 0 0,1 0 0 0 0,-1 0 0 0 0,0 0 0 0 0,0 0 0 0 0,1-1 0 0 0,-1 1 0 0 0,0 0 0 0 0,1 0 0 0 0,-1 0 0 0 0,1 0 0 0 0,-1-1 0 0 0,1 1 0 0 0,0 0 0 0 0,-1 0 0 0 0,1-1 0 0 0,0 1 0 0 0,-1-1-1 0 0,1 1 1 0 0,0-1 0 0 0,0 1 0 0 0,0-1 0 0 0,-1 1 0 0 0,1-1 0 0 0,1 1 0 0 0,1 0-60 0 0,-1-1-1 0 0,1 1 1 0 0,0-1-1 0 0,-1 0 1 0 0,1 0 0 0 0,0 0-1 0 0,0 0 1 0 0,-1 0-1 0 0,4-1 1 0 0,4-1-827 0 0,0-1 0 0 0,0 0 0 0 0,15-7 0 0 0,-16 5-663 0 0,0 0-1 0 0,0 0 1 0 0,12-11-1 0 0,6-10-6301 0 0,-13 10 1010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3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22 2924 0 0,'-174'-22'13993'0'0,"171"22"-12880"0"0,13 6-687 0 0,-1-3-364 0 0,0-1 0 0 0,0 0-1 0 0,0-1 1 0 0,0 0-1 0 0,0-1 1 0 0,13 0-1 0 0,3 0 5 0 0,185 6-2646 0 0,-69-14-5912 0 0,-96 2 3015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57 2664 0 0,'-2'-44'13059'0'0,"2"42"-12008"0"0,4-8 3604 0 0,10 19-3886 0 0,-1 2 0 0 0,-1 0 0 0 0,0 0 0 0 0,0 1 0 0 0,-1 0 1 0 0,10 15-1 0 0,7 8-173 0 0,19 22 156 0 0,79 125-1 0 0,17 75-1532 0 0,-91-159-1159 0 0,-44-83-1886 0 0,18 25 0 0 0,-20-36-752 0 0,3-3 2303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4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610 149 2248 0 0,'-3'-10'1112'0'0,"-3"-11"2527"0"0,-16-36-1 0 0,20 52-3236 0 0,-1 1 0 0 0,1 0 0 0 0,-1-1 0 0 0,0 1 0 0 0,0 0 0 0 0,0 0 0 0 0,0 0 1 0 0,-1 1-1 0 0,1-1 0 0 0,-1 1 0 0 0,0 0 0 0 0,0 0 0 0 0,-8-4 0 0 0,8 6-219 0 0,1 0 1 0 0,-1 0-1 0 0,1 1 0 0 0,0-1 1 0 0,-1 1-1 0 0,1 0 0 0 0,-1 0 1 0 0,1 1-1 0 0,-1-1 0 0 0,1 1 1 0 0,0-1-1 0 0,-1 1 0 0 0,1 0 0 0 0,0 0 1 0 0,0 1-1 0 0,-1-1 0 0 0,1 1 1 0 0,-4 2-1 0 0,-6 4 411 0 0,1 0-1 0 0,-21 18 1 0 0,-12 17-34 0 0,3 1 1 0 0,1 2-1 0 0,3 1 0 0 0,1 2 0 0 0,-33 61 1 0 0,-6 27-71 0 0,66-116-950 0 0,1 1 0 0 0,1 0 0 0 0,1 0 0 0 0,-8 40 0 0 0,14-59 6 0 0,1 0 0 0 0,0 0 0 0 0,0 0 0 0 0,0 0 0 0 0,0 1 0 0 0,0-1 0 0 0,2 5 0 0 0,7 8-7607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1364 0 0,'11'-41'17524'0'0,"-10"40"-16542"0"0,15-13 2383 0 0,-5 10-3002 0 0,1 0 0 0 0,0 1 0 0 0,-1 1-1 0 0,1 0 1 0 0,22-1 0 0 0,6-1-54 0 0,184-25 543 0 0,-114 16-8758 0 0,-94 13 1702 0 0,-12 0 4186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3496 0 0,'-113'55'16845'0'0,"112"-55"-16773"0"0,1 0 0 0 0,0 0-1 0 0,0 0 1 0 0,0 0 0 0 0,-1 0 0 0 0,1 0-1 0 0,0 0 1 0 0,0 0 0 0 0,0 0-1 0 0,-1 1 1 0 0,1-1 0 0 0,0 0 0 0 0,0 0-1 0 0,0 0 1 0 0,0 0 0 0 0,-1 0-1 0 0,1 0 1 0 0,0 0 0 0 0,0 1 0 0 0,0-1-1 0 0,0 0 1 0 0,-1 0 0 0 0,1 0 0 0 0,0 0-1 0 0,0 1 1 0 0,0-1 0 0 0,0 0-1 0 0,0 0 1 0 0,0 0 0 0 0,0 1 0 0 0,0-1-1 0 0,0 0 1 0 0,0 0 0 0 0,0 0-1 0 0,0 1 1 0 0,0-1 0 0 0,0 0 0 0 0,0 0-1 0 0,0 0 1 0 0,0 1 0 0 0,0-1 0 0 0,0 0-1 0 0,0 0 1 0 0,0 0 0 0 0,0 1-1 0 0,0-1 1 0 0,12 5 837 0 0,18-2-514 0 0,196-16-37 0 0,-127 6-2885 0 0,-6 0-1687 0 0,-29 1-2515 0 0,-2 0-2771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4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81 232 0 0,'27'-62'11415'0'0,"-27"61"-10912"0"0,9-16 2615 0 0,-12 113-64 0 0,-19 117 0 0 0,-31 95-1776 0 0,51-298-1227 0 0,-53 243 922 0 0,59-271-602 0 0,1-1-1 0 0,2 1 1 0 0,-1 1 0 0 0,2-1-1 0 0,1 1 1 0 0,0 1 0 0 0,22-31-1 0 0,-25 39-411 0 0,1 1-1 0 0,-1 0 0 0 0,1 0 1 0 0,0 1-1 0 0,1 0 0 0 0,0 0 1 0 0,0 1-1 0 0,15-8 1 0 0,-17 10 50 0 0,0 1 0 0 0,0 0 0 0 0,0 0 0 0 0,1 0 0 0 0,-1 1 0 0 0,1 0 0 0 0,-1 1 0 0 0,1-1 0 0 0,-1 1 0 0 0,1 1 0 0 0,-1-1 0 0 0,1 1 0 0 0,-1 0 0 0 0,10 3 0 0 0,-9-2 26 0 0,-1 0 0 0 0,0 1 0 0 0,1 0-1 0 0,-1 0 1 0 0,0 1 0 0 0,-1 0 0 0 0,1 0-1 0 0,0 0 1 0 0,-1 1 0 0 0,0-1 0 0 0,0 1-1 0 0,-1 0 1 0 0,1 1 0 0 0,-1-1-1 0 0,0 1 1 0 0,-1 0 0 0 0,1 0 0 0 0,-1 0-1 0 0,0 0 1 0 0,-1 1 0 0 0,1-1 0 0 0,-1 1-1 0 0,-1 0 1 0 0,1-1 0 0 0,-1 1 0 0 0,0 0-1 0 0,-1 0 1 0 0,0 0 0 0 0,0 0 0 0 0,0 0-1 0 0,-1 0 1 0 0,0 0 0 0 0,0-1-1 0 0,-1 1 1 0 0,0 0 0 0 0,0-1 0 0 0,0 1-1 0 0,-1-1 1 0 0,-3 7 0 0 0,-2-1 136 0 0,0 0 0 0 0,-1-1-1 0 0,0 0 1 0 0,-1 0 0 0 0,0-1 0 0 0,0 0 0 0 0,-1-1 0 0 0,0 0-1 0 0,-1-1 1 0 0,0 0 0 0 0,0-1 0 0 0,-1 0 0 0 0,0-1 0 0 0,0 0 0 0 0,-1-1-1 0 0,1-1 1 0 0,-1 0 0 0 0,0-1 0 0 0,-23 2 0 0 0,17-2-215 0 0,-1-2 1 0 0,1-1-1 0 0,0-1 1 0 0,-1 0-1 0 0,1-1 1 0 0,0-2-1 0 0,0 0 1 0 0,1-1 0 0 0,-1 0-1 0 0,1-2 1 0 0,0 0-1 0 0,1-2 1 0 0,-25-14-1 0 0,39 21-308 0 0,1-1 0 0 0,-1 1 0 0 0,1-1 0 0 0,-1 0 1 0 0,1 0-1 0 0,0 0 0 0 0,1 0 0 0 0,-1-1 0 0 0,0 1 0 0 0,-2-6 0 0 0,-2-16-4682 0 0,7 22 3794 0 0,0 0-1 0 0,0 0 1 0 0,1 1-1 0 0,-1-1 1 0 0,1 0-1 0 0,-1 0 1 0 0,3-5-1 0 0,3-4-8128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95 1236 0 0,'-31'-95'15460'0'0,"35"103"-14324"0"0,101 209 1656 0 0,-19-35-2415 0 0,-60-130-316 0 0,-5-9 68 0 0,41 62-1 0 0,-61-103-396 0 0,0-2 166 0 0,-1 1 0 0 0,0-1-1 0 0,0 0 1 0 0,1 0-1 0 0,-1 1 1 0 0,0-1 0 0 0,1 0-1 0 0,-1 0 1 0 0,0 1 0 0 0,1-1-1 0 0,-1 0 1 0 0,0 0 0 0 0,1 0-1 0 0,-1 1 1 0 0,1-1-1 0 0,-1 0 1 0 0,0 0 0 0 0,1 0-1 0 0,-1 0 1 0 0,1 0 0 0 0,-1 0-1 0 0,0 0 1 0 0,1 0-1 0 0,-1 0 1 0 0,1 0 0 0 0,-1 0-1 0 0,0 0 1 0 0,1 0 0 0 0,-1 0-1 0 0,1-1 1 0 0,-1 1 0 0 0,0 0-1 0 0,1 0 1 0 0,-1 0-1 0 0,0 0 1 0 0,1-1 0 0 0,-1 1-1 0 0,0 0 1 0 0,1 0 0 0 0,-1-1-1 0 0,0 1 1 0 0,1 0 0 0 0,-1-1-1 0 0,12-12-7234 0 0,-7 2 531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688 140 1264 0 0,'-2'-8'948'0'0,"0"-6"448"0"0,-1 1 0 0 0,-1-1 0 0 0,0 1 0 0 0,-1 0 0 0 0,0 0-1 0 0,-1 1 1 0 0,-10-18 0 0 0,15 29-1339 0 0,0 0-1 0 0,0 1 0 0 0,0-1 1 0 0,1 0-1 0 0,-1 0 1 0 0,0 1-1 0 0,0-1 0 0 0,0 1 1 0 0,0-1-1 0 0,0 1 1 0 0,0-1-1 0 0,0 1 0 0 0,0-1 1 0 0,-1 1-1 0 0,1 0 1 0 0,0 0-1 0 0,0 0 0 0 0,0 0 1 0 0,0 0-1 0 0,0 0 1 0 0,0 0-1 0 0,-1 0 0 0 0,1 0 1 0 0,0 0-1 0 0,0 0 1 0 0,0 1-1 0 0,0-1 0 0 0,-2 1 1 0 0,-1 1 135 0 0,0 0-1 0 0,-1 0 1 0 0,1 0 0 0 0,0 0 0 0 0,-5 5-1 0 0,-22 20 405 0 0,2 2 0 0 0,1 1 0 0 0,-42 57 0 0 0,18-21-276 0 0,-234 309 280 0 0,282-369-609 0 0,-50 84-393 0 0,49-80-348 0 0,0 2 0 0 0,1-1 1 0 0,-5 20-1 0 0,8-30 510 0 0,1 0 1 0 0,0-1 0 0 0,0 1-1 0 0,0 0 1 0 0,0 0 0 0 0,0 0-1 0 0,0 0 1 0 0,0 0 0 0 0,0 0-1 0 0,0 0 1 0 0,0 0 0 0 0,0-1-1 0 0,0 1 1 0 0,0 0 0 0 0,1 0-1 0 0,-1 0 1 0 0,0 0 0 0 0,1-1-1 0 0,-1 1 1 0 0,1 0 0 0 0,-1 0-1 0 0,1-1 1 0 0,-1 1 0 0 0,1 0-1 0 0,0 0 1 0 0,-1-1 0 0 0,1 1-1 0 0,0-1 1 0 0,-1 1 0 0 0,1-1-1 0 0,0 1 1 0 0,0-1 0 0 0,0 1-1 0 0,0-1 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2156 0 0,'43'-36'13657'0'0,"-42"35"-12728"0"0,6-4 433 0 0,-7 5-1189 0 0,0-1 0 0 0,1 1 0 0 0,-1-1 1 0 0,1 1-1 0 0,-1-1 0 0 0,1 1 0 0 0,-1 0 1 0 0,1-1-1 0 0,-1 1 0 0 0,1-1 0 0 0,-1 1 1 0 0,1 0-1 0 0,-1 0 0 0 0,1-1 0 0 0,0 1 0 0 0,-1 0 1 0 0,1 0-1 0 0,-1 0 0 0 0,1 0 0 0 0,0 0 1 0 0,-1-1-1 0 0,1 1 0 0 0,1 1 0 0 0,14 9 837 0 0,-13-8-934 0 0,0 0-1 0 0,0 1 1 0 0,0-1 0 0 0,0-1-1 0 0,1 1 1 0 0,-1 0 0 0 0,0-1-1 0 0,1 0 1 0 0,-1 0 0 0 0,1 0-1 0 0,4 0 1 0 0,30 0-317 0 0,1-3 1 0 0,48-7 0 0 0,-37 3-4467 0 0,2 2-5249 0 0,-31 2 3565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3164 0 0,'-145'56'18302'0'0,"138"-52"-16251"0"0,7-2-810 0 0,14 0-436 0 0,23-5-616 0 0,134-19 494 0 0,-42 5-3203 0 0,-1-2-6287 0 0,-96 14 3733 0 0,-3-3-2556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231 208 640 0 0,'-12'-29'10080'0'0,"11"22"-8049"0"0,-1-1 0 0 0,0 1-1 0 0,0 0 1 0 0,-6-12 0 0 0,7 14-1863 0 0,0 4 359 0 0,-1-2-130 0 0,-1 0-1 0 0,1 0 1 0 0,0-1 0 0 0,0 1 0 0 0,0 0 0 0 0,0-1 0 0 0,1 1 0 0 0,-2-5 0 0 0,-6-9-387 0 0,4 13-40 0 0,3 14 24 0 0,-1 29 74 0 0,-1 0-1 0 0,-11 49 1 0 0,1-15-11 0 0,-46 223 1060 0 0,26-144-719 0 0,5-44 2188 0 0,25-97-1813 0 0,1-15 15 0 0,2-16-296 0 0,8-21-346 0 0,1-1-1 0 0,21-60 1 0 0,-18 66-154 0 0,86-246-475 0 0,-83 250 461 0 0,1 1-1 0 0,2 0 1 0 0,1 2-1 0 0,1 0 1 0 0,1 1-1 0 0,39-40 1 0 0,60-42-66 0 0,-102 113 42 0 0,-16-2 45 0 0,1 0 0 0 0,-1 0 0 0 0,0 0 0 0 0,1 0 0 0 0,-1 0 0 0 0,0 0 0 0 0,0 1 0 0 0,0-1 0 0 0,0 1 0 0 0,0-1 0 0 0,0 0 0 0 0,0 1 0 0 0,0 0 0 0 0,0-1 0 0 0,-1 1 0 0 0,1-1 0 0 0,-1 1 0 0 0,1 2 0 0 0,0-1-14 0 0,5 17 55 0 0,-1-1-1 0 0,-1 1 0 0 0,-1-1 1 0 0,0 1-1 0 0,-2 0 0 0 0,-1 36 1 0 0,-21 122 306 0 0,12-118-359 0 0,-2 9 61 0 0,1-7-58 0 0,-3 101 0 0 0,12-90 191 0 0,1-72-175 0 0,0 0 0 0 0,1 0 0 0 0,-1 0 0 0 0,0 0 0 0 0,0-1 0 0 0,0 1-1 0 0,1 0 1 0 0,-1 0 0 0 0,0 0 0 0 0,1 0 0 0 0,-1 0 0 0 0,1-1 0 0 0,-1 1 0 0 0,1 0 0 0 0,0 0 0 0 0,-1-1 0 0 0,1 1 0 0 0,0 0 0 0 0,-1-1 0 0 0,1 1 0 0 0,0-1 0 0 0,0 1 0 0 0,-1-1 0 0 0,1 1 0 0 0,0-1 0 0 0,0 1 0 0 0,0-1 0 0 0,0 0 0 0 0,0 1 0 0 0,-1-1 0 0 0,1 0 0 0 0,0 0 0 0 0,0 0 0 0 0,0 0 0 0 0,0 0 0 0 0,0 0 0 0 0,0 0 0 0 0,0 0 0 0 0,0 0 0 0 0,0 0 0 0 0,0-1 0 0 0,0 1 0 0 0,0-1 0 0 0,6-1-425 0 0,0 0 1 0 0,0 0-1 0 0,-1-1 0 0 0,9-5 0 0 0,-7 4-1151 0 0,0-1 0 0 0,0-1-1 0 0,-1 1 1 0 0,12-12 0 0 0,8-15-10101 0 0,-19 22 3460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80 2504 0 0,'-39'-10'9223'0'0,"37"10"-7893"0"0,0-1-211 0 0,0 0-1820 0 0,-5-2 4282 0 0,13 0 594 0 0,-4 2-3814 0 0,1 1-50 0 0,285-30 1428 0 0,-241 20-1778 0 0,-45 10 60 0 0,29-9 62 0 0,-18 7 129 0 0,15-3-16825 0 0,-20 0 11711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3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92 123 2240 0 0,'-2'-1'1732'0'0,"-49"-32"8132"0"0,49 32-9085 0 0,-35-19 7947 0 0,44 22-8695 0 0,21 1 42 0 0,-16-2-42 0 0,14 0-8 0 0,1-2 1 0 0,-1-1-1 0 0,1-1 0 0 0,-1-1 1 0 0,0-2-1 0 0,0 0 0 0 0,32-14 1 0 0,6-1 43 0 0,-63 21-80 0 0,24-10-61 0 0,-19 8-4833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92 492 0 0,'0'-18'4027'0'0,"0"2"-1081"0"0,0 0 1 0 0,-3-17 0 0 0,3 31-2289 0 0,-4-5 2783 0 0,-6 94 1023 0 0,10-86-4391 0 0,-5 32 3916 0 0,-9 27-4012 0 0,-38 106 0 0 0,11-40-92 0 0,-2 0 535 0 0,27-77 2621 0 0,16-48-2385 0 0,0 2-2071 0 0,-4 1 4450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1028 0 0,'0'0'1960'0'0,"6"-10"1238"0"0,1 1-1363 0 0,-3 6-1322 0 0,-1 0 1 0 0,0 0-1 0 0,0 0 1 0 0,-1-1-1 0 0,1 0 0 0 0,-1 1 1 0 0,0-1-1 0 0,0 0 1 0 0,0 0-1 0 0,0 0 1 0 0,0-1-1 0 0,0-5 0 0 0,2 3 406 0 0,0 1-2493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09:5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216 139 348 0 0,'0'0'2439'0'0,"-8"6"2089"0"0,8-6-4513 0 0,0 0 0 0 0,0 1 1 0 0,0-1-1 0 0,0 0 0 0 0,0 0 0 0 0,0 0 0 0 0,0 0 0 0 0,-1 0 0 0 0,1 0 0 0 0,0 0 0 0 0,0 0 0 0 0,0 1 0 0 0,0-1 0 0 0,0 0 0 0 0,0 0 0 0 0,-1 0 0 0 0,1 0 0 0 0,0 0 0 0 0,0 0 0 0 0,0 0 1 0 0,0 0-1 0 0,0 0 0 0 0,0 0 0 0 0,-1 0 0 0 0,1 0 0 0 0,0 0 0 0 0,0 0 0 0 0,0 0 0 0 0,0 0 0 0 0,0 0 0 0 0,-1 0 0 0 0,1 0 0 0 0,0 0 0 0 0,0 0 0 0 0,0 0 0 0 0,0 0 0 0 0,0 0 0 0 0,-1 0 1 0 0,1-1-1 0 0,0 1 0 0 0,0 0 0 0 0,0 0 0 0 0,0 0 0 0 0,0 0 0 0 0,0 0 0 0 0,0 0 0 0 0,0 0 0 0 0,-1 0 0 0 0,1-1 0 0 0,0 1 0 0 0,0 0 0 0 0,0 0 0 0 0,0 0 0 0 0,0 0 0 0 0,0 0 0 0 0,0 0 1 0 0,0-1-1 0 0,0 1 0 0 0,0 0 0 0 0,0 0 0 0 0,2-13 1721 0 0,0 6-1720 0 0,-2 5 419 0 0,10-32 447 0 0,-10 33-821 0 0,13-26 285 0 0,9-1-116 0 0,-21 27-217 0 0,43-16 43 0 0,-18 12 6 0 0,33-2 0 0 0,-45 5-45 0 0,-11 2-21 0 0,0 0 3 0 0,48 2 42 0 0,-20 0-31 0 0,-2-1-18 0 0,-28-1 8 0 0,0 0 1 0 0,0 0-1 0 0,0 0 1 0 0,0 1-1 0 0,0-1 1 0 0,0 0 0 0 0,0 0-1 0 0,0 0 1 0 0,0 1-1 0 0,0-1 1 0 0,0 1-1 0 0,0-1 1 0 0,0 1-1 0 0,0 0 1 0 0,10 4-1 0 0,0-2-32 0 0,-7-2 34 0 0,-1 0 1 0 0,0 0-1 0 0,1 0 0 0 0,-1 0 1 0 0,0 1-1 0 0,0-1 0 0 0,0 1 1 0 0,0 0-1 0 0,0 0 0 0 0,0 0 1 0 0,0 0-1 0 0,2 3 0 0 0,5 2-1 0 0,-5-4 0 0 0,1 0-1 0 0,-1 1 1 0 0,0-1 0 0 0,0 1 0 0 0,0 1-1 0 0,0-1 1 0 0,-1 1 0 0 0,1 0-1 0 0,-1 0 1 0 0,-1 0 0 0 0,1 0-1 0 0,-1 1 1 0 0,0-1 0 0 0,0 1-1 0 0,0 0 1 0 0,2 7 0 0 0,-3-7 95 0 0,-1-2-37 0 0,0 0 1 0 0,0 0-1 0 0,-1-1 0 0 0,1 1 0 0 0,-1 0 1 0 0,0 6-1 0 0,0-1 5 0 0,0-7-46 0 0,-2 8 83 0 0,-2 27-42 0 0,3-35-54 0 0,-1 10 27 0 0,-5 4-65 0 0,6-15 39 0 0,-3 11 13 0 0,-22 51 89 0 0,25-62-71 0 0,-17 26 93 0 0,-18 11-38 0 0,11-12-57 0 0,21-21-21 0 0,0-1 0 0 0,0 1 0 0 0,-1-1 0 0 0,1 0 0 0 0,-7 4 0 0 0,-35 27 130 0 0,-136 64 31 0 0,135-70-168 0 0,45-28-25 0 0,-6 7 42 0 0,-35 17 16 0 0,42-24-29 0 0,-3 1 1 0 0,0-1 14 0 0,0 1 1 0 0,0 1 0 0 0,0-1-1 0 0,1 0 1 0 0,-7 6 1201 0 0,12-9-1212 0 0,-1 0 0 0 0,1 0 0 0 0,-1 0 0 0 0,1 0 1 0 0,-1 0-1 0 0,1 0 0 0 0,-1 0 0 0 0,1 1 0 0 0,0-1 0 0 0,-1 1 0 0 0,1-1 0 0 0,0 1 0 0 0,0 0 0 0 0,2-1 0 0 0,9-2 25 0 0,11-4 2 0 0,-21 6-30 0 0,41-9 81 0 0,-42 10-89 0 0,25-1-42 0 0,-24 0 36 0 0,30 7 8 0 0,-28-4-2 0 0,0 1-1 0 0,-1-1 1 0 0,1 1 0 0 0,0 0 0 0 0,-1 0 0 0 0,0 1-1 0 0,0-1 1 0 0,0 1 0 0 0,7 7 0 0 0,-9-9-5 0 0,6 17 12 0 0,-5-9 15 0 0,0 0 1 0 0,-1 0-1 0 0,-1 1 1 0 0,1-1-1 0 0,-1 0 1 0 0,-1 1 0 0 0,0-1-1 0 0,-1 1 1 0 0,0-1-1 0 0,0 1 1 0 0,-1-1-1 0 0,-5 17 1 0 0,2-18 76 0 0,0 1 0 0 0,-1-1 1 0 0,0 0-1 0 0,0 0 0 0 0,-1 0 0 0 0,0-1 1 0 0,-1 0-1 0 0,0-1 0 0 0,-15 12 1 0 0,16-14 43 0 0,0-1 0 0 0,-1 1 0 0 0,1-1 0 0 0,-1 0 0 0 0,0-1 0 0 0,-16 5 0 0 0,-4 1-38 0 0,21-7-15 0 0,0 0 0 0 0,0-1 0 0 0,0 0 0 0 0,0 0 0 0 0,-1-1 0 0 0,-11 0 0 0 0,5-1 84 0 0,6 0-134 0 0,1 0 0 0 0,0-1 0 0 0,0 0 1 0 0,-1-1-1 0 0,1 0 0 0 0,0 0 0 0 0,1 0 0 0 0,-1-1 1 0 0,-8-6-1 0 0,-22-17 31 0 0,11 8-1626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0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58 2300 0 0,'2'-2'1808'0'0,"45"-54"9603"0"0,-42 59-10561 0 0,-5-3-816 0 0,0 0-1 0 0,1 0 0 0 0,-1 0 1 0 0,0 0-1 0 0,1 1 0 0 0,-1-1 1 0 0,0 0-1 0 0,1 0 0 0 0,-1 0 1 0 0,0 0-1 0 0,1 0 0 0 0,-1 0 1 0 0,0 1-1 0 0,1-1 0 0 0,-1 0 0 0 0,0 0 1 0 0,0 1-1 0 0,1-1 0 0 0,-1 0 1 0 0,0 0-1 0 0,0 1 0 0 0,0-1 1 0 0,1 0-1 0 0,-1 0 0 0 0,0 1 1 0 0,0-1-1 0 0,0 0 0 0 0,0 1 1 0 0,1 0-1 0 0,1 15 691 0 0,0 0 0 0 0,-1 0 0 0 0,0 0 0 0 0,-1 0 0 0 0,-4 24 0 0 0,-18 85 1012 0 0,16-96-1351 0 0,-19 88 836 0 0,-65 182 0 0 0,61-226-1123 0 0,29-71-736 0 0,17-23-14990 0 0,-11 10 7924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99 379 320 0 0,'-1'-47'3976'0'0,"3"-73"2810"0"0,-1 105-6112 0 0,1 0 1 0 0,1 0-1 0 0,0 1 1 0 0,1-1-1 0 0,10-25 1 0 0,-11 34-569 0 0,0 0-1 0 0,0 0 1 0 0,1 1 0 0 0,0 0 0 0 0,0-1 0 0 0,0 1 0 0 0,1 1 0 0 0,-1-1 0 0 0,1 1-1 0 0,0-1 1 0 0,1 1 0 0 0,10-6 0 0 0,-7 6 14 0 0,0 0 0 0 0,0 0 0 0 0,1 1 0 0 0,0 0 0 0 0,-1 1 0 0 0,1 0-1 0 0,19-2 1 0 0,-11 4-13 0 0,-1 0-1 0 0,1 1 1 0 0,0 1-1 0 0,-1 0 0 0 0,1 1 1 0 0,-1 1-1 0 0,0 1 1 0 0,0 0-1 0 0,21 11 0 0 0,-27-11-63 0 0,0 1-1 0 0,-1 1 0 0 0,0-1 0 0 0,0 2 0 0 0,-1-1 1 0 0,0 1-1 0 0,0 1 0 0 0,-1 0 0 0 0,10 12 1 0 0,-14-16-4 0 0,-1 0 1 0 0,0 0 0 0 0,0 0-1 0 0,-1 0 1 0 0,1 1 0 0 0,-1-1-1 0 0,0 1 1 0 0,0 0 0 0 0,-1 0-1 0 0,0 0 1 0 0,0-1 0 0 0,0 1-1 0 0,-1 0 1 0 0,0 0 0 0 0,0 0-1 0 0,0 0 1 0 0,-1 0 0 0 0,0 0-1 0 0,0 0 1 0 0,-3 10 0 0 0,-2-3 37 0 0,1-1 0 0 0,-2 0 0 0 0,0 0 0 0 0,0 0 0 0 0,-1-1 0 0 0,0 0 0 0 0,-1-1 0 0 0,-18 18 0 0 0,12-16 160 0 0,1 0 0 0 0,-1-1 1 0 0,-1 0-1 0 0,0-2 0 0 0,-34 16 0 0 0,44-22-74 0 0,1-1-1 0 0,-1 0 1 0 0,0-1 0 0 0,0 0-1 0 0,0 1 1 0 0,0-2 0 0 0,0 1-1 0 0,0-1 1 0 0,-11 0 0 0 0,14-1-60 0 0,2-11 92 0 0,4 10-185 0 0,1 0 1 0 0,-1 0 0 0 0,0 0-1 0 0,1 0 1 0 0,-1 0 0 0 0,1 1-1 0 0,-1-1 1 0 0,1 1-1 0 0,0 0 1 0 0,0 0 0 0 0,0 1-1 0 0,-1-1 1 0 0,1 1-1 0 0,0 0 1 0 0,5 0 0 0 0,-2 1-7 0 0,0 0 0 0 0,0 0 0 0 0,0 1 0 0 0,-1 0 0 0 0,1 0 0 0 0,-1 1 0 0 0,1 0 0 0 0,6 4 0 0 0,-2-1-4 0 0,0 2 1 0 0,-1-1-1 0 0,0 1 1 0 0,0 1 0 0 0,-1-1-1 0 0,0 2 1 0 0,-1-1 0 0 0,0 1-1 0 0,8 14 1 0 0,-10-16 55 0 0,-2 1 0 0 0,1 0 0 0 0,-1 1 0 0 0,-1-1 0 0 0,0 1 0 0 0,0-1 0 0 0,-1 1 0 0 0,0 0 0 0 0,0 0 0 0 0,-1 0 0 0 0,-1 16 0 0 0,-1-17 107 0 0,0-1 0 0 0,-1 1 0 0 0,1-1 0 0 0,-2 0 0 0 0,1 0 0 0 0,-1 0 0 0 0,-1 0 0 0 0,1 0 0 0 0,-1 0 0 0 0,-1-1 0 0 0,1 0 0 0 0,-1 0 0 0 0,-11 12 0 0 0,5-8 91 0 0,-1 0 0 0 0,0 0 0 0 0,-1-2 0 0 0,1 1 0 0 0,-2-2 0 0 0,1 0 0 0 0,-1 0 0 0 0,-1-1 0 0 0,1-1 0 0 0,-1-1 0 0 0,0 0 0 0 0,0-1 0 0 0,-1 0 0 0 0,-19 2 0 0 0,20-5-212 0 0,1 0 1 0 0,0-1-1 0 0,-1 0 0 0 0,1-1 0 0 0,0-1 1 0 0,0 0-1 0 0,0-1 0 0 0,0 0 1 0 0,0-1-1 0 0,0-1 0 0 0,1 0 0 0 0,0-1 1 0 0,0 0-1 0 0,1-1 0 0 0,-23-16 1 0 0,28 17-884 0 0,0 0 1 0 0,0 0-1 0 0,1-1 1 0 0,0 1 0 0 0,-7-11-1 0 0,2-2-4137 0 0,3-3-3530 0 0,3 9-2037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99 151 684 0 0,'0'-2'1504'0'0,"-3"-14"342"0"0,1-1-1 0 0,0 0 1 0 0,2 1-1 0 0,0-1 1 0 0,1 0-1 0 0,5-31 1728 0 0,-3 50-2622 0 0,-3-2-924 0 0,1 1-1 0 0,-1-1 1 0 0,0 0-1 0 0,1 0 1 0 0,-1 0-1 0 0,0 0 1 0 0,0 0-1 0 0,1 0 1 0 0,-1 0-1 0 0,0 1 1 0 0,0-1-1 0 0,1 0 1 0 0,-1 0-1 0 0,0 0 1 0 0,0 1-1 0 0,1-1 1 0 0,-1 0-1 0 0,0 0 1 0 0,0 1-1 0 0,0-1 1 0 0,0 0-1 0 0,1 0 1 0 0,-1 1-1 0 0,0-1 1 0 0,0 0-1 0 0,0 1 1 0 0,0-1-1 0 0,0 0 1 0 0,0 0-1 0 0,0 1 1 0 0,0-1-1 0 0,2 15 388 0 0,-1-1 0 0 0,0 0 0 0 0,-1 1 0 0 0,-1-1 0 0 0,-4 21 0 0 0,-19 77 122 0 0,14-70-373 0 0,-35 192-1105 0 0,29-144-4691 0 0,9-61-1131 0 0,4-20 691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37 202 1848 0 0,'6'-31'2799'0'0,"-3"15"-1414"0"0,0 0 0 0 0,1 0 1 0 0,1 0-1 0 0,10-24 0 0 0,-13 36-1241 0 0,1 0 0 0 0,-1-1 0 0 0,1 1 0 0 0,0 0 0 0 0,0 1 0 0 0,1-1 0 0 0,-1 0 0 0 0,1 1 0 0 0,-1 0 0 0 0,1 0-1 0 0,0 0 1 0 0,0 0 0 0 0,1 1 0 0 0,-1-1 0 0 0,0 1 0 0 0,1 0 0 0 0,0 1 0 0 0,-1-1 0 0 0,11-1 0 0 0,-2 1 36 0 0,1 1 0 0 0,-1 0 0 0 0,1 1 1 0 0,0 0-1 0 0,-1 1 0 0 0,1 1 0 0 0,-1 0 0 0 0,1 1 0 0 0,21 8 0 0 0,-25-8-132 0 0,0 1-1 0 0,-1 0 1 0 0,0 0-1 0 0,1 1 1 0 0,-2 1-1 0 0,1 0 1 0 0,-1 0-1 0 0,0 0 1 0 0,0 1-1 0 0,0 0 1 0 0,-1 0-1 0 0,0 1 1 0 0,8 12-1 0 0,-12-15-17 0 0,-1 0 0 0 0,1 1-1 0 0,-1-1 1 0 0,1 1 0 0 0,-2 0 0 0 0,1-1-1 0 0,-1 1 1 0 0,0 0 0 0 0,0 0 0 0 0,0 0 0 0 0,-1 0-1 0 0,0 10 1 0 0,-1-7-4 0 0,-1 1 0 0 0,0-1 1 0 0,0 0-1 0 0,-1 0 0 0 0,0 0 0 0 0,-1 0 0 0 0,-5 10 0 0 0,-5 3 14 0 0,1-1 0 0 0,-2 0-1 0 0,-1-2 1 0 0,-1 0 0 0 0,-20 18-1 0 0,19-19 240 0 0,-1-1-1 0 0,-1-1 0 0 0,-1 0 0 0 0,-33 18 1 0 0,53-34-258 0 0,1 1 1 0 0,-1-1-1 0 0,1 0 1 0 0,-1 1-1 0 0,1-1 1 0 0,-1 0-1 0 0,1 0 1 0 0,-1 0-1 0 0,1 1 1 0 0,-1-1-1 0 0,0 0 1 0 0,1 0-1 0 0,-1 0 1 0 0,1 0-1 0 0,-1 0 1 0 0,1 0-1 0 0,-1 0 0 0 0,0 0 1 0 0,1-1-1 0 0,-1 1 1 0 0,1 0-1 0 0,-1 0 1 0 0,0-1-1 0 0,-7-1 221 0 0,23-7-152 0 0,-2 6-83 0 0,0 1 0 0 0,0 0-1 0 0,0 1 1 0 0,0 0 0 0 0,0 1 0 0 0,0 1 0 0 0,1 0-1 0 0,-1 1 1 0 0,0 0 0 0 0,0 1 0 0 0,-1 0-1 0 0,19 8 1 0 0,-22-7 93 0 0,1 0 0 0 0,-1 0 0 0 0,0 1 0 0 0,0 1 0 0 0,-1-1 0 0 0,1 1 0 0 0,-1 1 0 0 0,-1-1 0 0 0,1 2 0 0 0,-1-1 0 0 0,0 1 0 0 0,-1 0 0 0 0,0 0 0 0 0,0 1 0 0 0,-1-1 0 0 0,8 18 0 0 0,-11-21 48 0 0,-1-1 0 0 0,1 1 0 0 0,-1 1 0 0 0,0-1 0 0 0,-1 0 1 0 0,1 0-1 0 0,-1 0 0 0 0,0 0 0 0 0,-1 0 0 0 0,1 1 0 0 0,-1-1 0 0 0,0 0 1 0 0,0 0-1 0 0,0 0 0 0 0,-1 0 0 0 0,0 0 0 0 0,0-1 0 0 0,0 1 1 0 0,0 0-1 0 0,-1-1 0 0 0,0 0 0 0 0,0 1 0 0 0,0-1 0 0 0,0 0 0 0 0,-1-1 1 0 0,-7 8-1 0 0,-1-2 41 0 0,1 0 0 0 0,-2 0 0 0 0,1-1 1 0 0,-1 0-1 0 0,0-2 0 0 0,-1 1 0 0 0,1-1 1 0 0,-18 4-1 0 0,5-4-107 0 0,0-1 0 0 0,0-1 1 0 0,0-1-1 0 0,-1-2 0 0 0,0 0 0 0 0,1-2 1 0 0,-52-8-1 0 0,73 8-104 0 0,-1 0 1 0 0,1 0-1 0 0,0 0 0 0 0,0-1 1 0 0,0 0-1 0 0,0 0 1 0 0,0 0-1 0 0,1 0 0 0 0,-1-1 1 0 0,-7-5-1 0 0,11 7-106 0 0,0 0 0 0 0,0-1 0 0 0,0 1 1 0 0,0-1-1 0 0,0 1 0 0 0,0-1 0 0 0,0 1 0 0 0,0-1 0 0 0,0 0 0 0 0,1 1 1 0 0,-1-1-1 0 0,1 0 0 0 0,-1 0 0 0 0,1 1 0 0 0,0-1 0 0 0,-1 0 0 0 0,1 0 1 0 0,0 0-1 0 0,0 1 0 0 0,0-1 0 0 0,1 0 0 0 0,-1 0 0 0 0,0 0 0 0 0,1 1 1 0 0,-1-1-1 0 0,1 0 0 0 0,0 0 0 0 0,-1 1 0 0 0,1-1 0 0 0,0 1 0 0 0,0-1 1 0 0,0 0-1 0 0,2-1 0 0 0,3-6-751 0 0,0 2 1 0 0,1-1-1 0 0,0 1 1 0 0,0 0 0 0 0,1 0-1 0 0,14-10 1 0 0,55-29-7035 0 0,-30 22 824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2648 0 0,'1'-2'2718'0'0,"1"-13"1015"0"0,3-11 3697 0 0,-2 13-5553 0 0,-1 12-1785 0 0,-1 0 0 0 0,0 0 0 0 0,1 0 0 0 0,-1 0 0 0 0,1 0 0 0 0,-1 0-1 0 0,1 1 1 0 0,0-1 0 0 0,-1 1 0 0 0,1-1 0 0 0,0 1 0 0 0,-1 0 0 0 0,1 0 0 0 0,0-1 0 0 0,3 1-1 0 0,-3 0-59 0 0,71-9 48 0 0,76 2-1 0 0,-76 8-3643 0 0,0 6-4452 0 0,-52-4 1933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31 1012 0 0,'-100'57'17728'0'0,"104"-55"-17074"0"0,-4-2-636 0 0,0 1 0 0 0,1-1 0 0 0,-1 0 1 0 0,0 1-1 0 0,1-1 0 0 0,-1 1 0 0 0,0-1 1 0 0,1 0-1 0 0,-1 0 0 0 0,1 1 0 0 0,-1-1 0 0 0,1 0 1 0 0,-1 0-1 0 0,1 1 0 0 0,-1-1 0 0 0,0 0 1 0 0,1 0-1 0 0,-1 0 0 0 0,1 0 0 0 0,-1 0 0 0 0,1 0 1 0 0,-1 0-1 0 0,1 0 0 0 0,-1 0 0 0 0,1 0 1 0 0,0 0-1 0 0,68-6-682 0 0,102-20 0 0 0,-12-17-8254 0 0,-102 23 1682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624 158 1960 0 0,'0'-7'912'0'0,"0"1"0"0"0,-1-1 0 0 0,0 1 0 0 0,0 0 0 0 0,0-1 0 0 0,-1 1 1 0 0,0 0-1 0 0,0 0 0 0 0,-1 0 0 0 0,-5-11 0 0 0,4 12-399 0 0,0-1 1 0 0,0 1 0 0 0,-1 0-1 0 0,1 0 1 0 0,-1 1 0 0 0,0-1-1 0 0,0 1 1 0 0,0 0-1 0 0,-10-5 1 0 0,7 5-316 0 0,-1 0-1 0 0,1 0 1 0 0,-1 1-1 0 0,0 1 1 0 0,0-1-1 0 0,0 1 1 0 0,0 1-1 0 0,0 0 1 0 0,-1 0 0 0 0,1 1-1 0 0,0 0 1 0 0,0 0-1 0 0,-1 1 1 0 0,1 1-1 0 0,-15 3 1 0 0,10-1-126 0 0,1 0 0 0 0,-1 1 0 0 0,1 1-1 0 0,0 0 1 0 0,1 0 0 0 0,-1 2 0 0 0,1-1 0 0 0,1 2 0 0 0,-1 0 0 0 0,1 0 0 0 0,1 1 0 0 0,0 0 0 0 0,0 0-1 0 0,1 1 1 0 0,0 1 0 0 0,1 0 0 0 0,1 0 0 0 0,-7 13 0 0 0,-4 14 364 0 0,2 1-1 0 0,2 0 1 0 0,-15 73 0 0 0,-11 132 1341 0 0,32-188-1461 0 0,-12 125 661 0 0,5 309-1 0 0,53 184 191 0 0,-33-598-1107 0 0,12 212 1308 0 0,-22 300 0 0 0,-26-202-764 0 0,-4 98 151 0 0,34-467-755 0 0,1 106 0 0 0,1-113 0 0 0,0 1 0 0 0,0-1 0 0 0,2 0 0 0 0,-1 0 0 0 0,1-1 0 0 0,1 1 0 0 0,0 0 0 0 0,10 17 0 0 0,-9-22 0 0 0,0 1 1 0 0,0-1-1 0 0,1-1 1 0 0,-1 1-1 0 0,1-1 1 0 0,1 0-1 0 0,-1 0 1 0 0,1-1-1 0 0,-1 0 1 0 0,1 0-1 0 0,1-1 1 0 0,-1 0-1 0 0,0 0 1 0 0,1 0-1 0 0,0-1 1 0 0,-1 0-1 0 0,1-1 1 0 0,13 2-1 0 0,2-2-86 0 0,-1 0-1 0 0,0-1 1 0 0,1-2 0 0 0,-1 0-1 0 0,31-7 1 0 0,-22 1-1185 0 0,0-1 1 0 0,0-1 0 0 0,-1-2 0 0 0,47-26 0 0 0,-33 12-2806 0 0,-3-1 0 0 0,54-45 0 0 0,-2-8-7199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75 2212 0 0,'-14'-75'13744'0'0,"5"98"-11480"0"0,-42 216 2316 0 0,-22 121-3273 0 0,46-256-514 0 0,31-119-765 0 0,2 0-1 0 0,0 0 1 0 0,1 1 0 0 0,0 0 0 0 0,18-27 0 0 0,-20 33-15 0 0,0 1-13 0 0,0-1 0 0 0,0 1 0 0 0,0 1-1 0 0,1-1 1 0 0,0 1 0 0 0,1 0 0 0 0,-1 0 0 0 0,1 0 0 0 0,0 1 0 0 0,1 0 0 0 0,13-6 0 0 0,-15 8-4 0 0,0 1 0 0 0,0 1-1 0 0,0-1 1 0 0,0 1-1 0 0,0 0 1 0 0,0 0 0 0 0,0 1-1 0 0,0 0 1 0 0,0 0 0 0 0,1 0-1 0 0,-1 1 1 0 0,0 0 0 0 0,0 0-1 0 0,0 1 1 0 0,0-1 0 0 0,0 1-1 0 0,8 5 1 0 0,-4-3-6 0 0,0 2 1 0 0,-1-1-1 0 0,0 1 1 0 0,0 1-1 0 0,0 0 0 0 0,-1 0 1 0 0,0 0-1 0 0,-1 1 1 0 0,1 0-1 0 0,-2 1 0 0 0,1 0 1 0 0,-1 0-1 0 0,0 0 1 0 0,-1 1-1 0 0,0-1 0 0 0,-1 1 1 0 0,7 21-1 0 0,-10-27 37 0 0,0 0 1 0 0,0 1-1 0 0,0-1 0 0 0,-1 1 0 0 0,1-1 0 0 0,-1 0 0 0 0,0 1 1 0 0,-1-1-1 0 0,1 1 0 0 0,-1-1 0 0 0,0 1 0 0 0,0-1 0 0 0,0 0 0 0 0,0 0 1 0 0,-1 1-1 0 0,0-1 0 0 0,0 0 0 0 0,0 0 0 0 0,0-1 0 0 0,-1 1 0 0 0,1 0 1 0 0,-1-1-1 0 0,0 1 0 0 0,0-1 0 0 0,0 0 0 0 0,-1 0 0 0 0,1 0 1 0 0,-1-1-1 0 0,1 1 0 0 0,-1-1 0 0 0,-5 3 0 0 0,1-1 49 0 0,0-1 0 0 0,0 0 0 0 0,-1 0 0 0 0,1 0 0 0 0,-1-1 0 0 0,1 0 0 0 0,-1-1 0 0 0,0 0 0 0 0,0 0 0 0 0,0-1 0 0 0,1 0 0 0 0,-1-1 0 0 0,0 0 0 0 0,0 0 0 0 0,-9-3-1 0 0,0-3-309 0 0,0 0 0 0 0,1-1 0 0 0,0-1 0 0 0,0-1 0 0 0,1 0 0 0 0,-16-14 0 0 0,31 23-859 0 0,1 1 902 0 0,0-1-1 0 0,1 1 1 0 0,-1-1-1 0 0,1 1 1 0 0,-1 0 0 0 0,0-1-1 0 0,1 1 1 0 0,-1 0-1 0 0,1-1 1 0 0,-1 1 0 0 0,1 0-1 0 0,0 0 1 0 0,-1-1-1 0 0,1 1 1 0 0,-1 0 0 0 0,1 0-1 0 0,-1 0 1 0 0,1 0 0 0 0,-1 0-1 0 0,1 0 1 0 0,0 0-1 0 0,0 0 1 0 0,20 0-3499 0 0,-19 0 3154 0 0,46 3-6233 0 0,-25-1 389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4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2080 0 0,'42'-28'12361'0'0,"-24"19"-7110"0"0,-14 9-4003 0 0,-3 0-1200 0 0,-1 0 0 0 0,0 0 1 0 0,1 0-1 0 0,-1 0 0 0 0,0 0 1 0 0,1 0-1 0 0,-1 0 0 0 0,0 0 0 0 0,1 0 1 0 0,-1 0-1 0 0,1 0 0 0 0,-1 0 1 0 0,0 0-1 0 0,1 1 0 0 0,-1-1 0 0 0,0 0 1 0 0,1 0-1 0 0,-1 0 0 0 0,0 0 1 0 0,1 1-1 0 0,-1-1 0 0 0,0 0 0 0 0,0 0 1 0 0,1 1-1 0 0,-1-1 0 0 0,-1 27 921 0 0,-2 1-1 0 0,-6 26 0 0 0,-3 28-786 0 0,-4 146-4793 0 0,8-86-5460 0 0,5-93 1875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82 2096 0 0,'-56'-75'15732'0'0,"56"75"-15648"0"0,0-1 1 0 0,0 1-1 0 0,-1 0 1 0 0,1-1-1 0 0,0 1 1 0 0,-1-1-1 0 0,1 1 1 0 0,0 0 0 0 0,-1-1-1 0 0,1 1 1 0 0,-1 0-1 0 0,1 0 1 0 0,0-1-1 0 0,-1 1 1 0 0,1 0-1 0 0,-1 0 1 0 0,1 0 0 0 0,-1-1-1 0 0,1 1 1 0 0,-1 0-1 0 0,1 0 1 0 0,-1 0-1 0 0,1 0 1 0 0,0 0-1 0 0,-1 0 1 0 0,1 0 0 0 0,-1 0-1 0 0,1 0 1 0 0,-1 0-1 0 0,0 1 1 0 0,0-1 24 0 0,0 1 1 0 0,0 0-1 0 0,1-1 1 0 0,-1 1-1 0 0,0 0 1 0 0,0 0-1 0 0,1 0 1 0 0,-1 0-1 0 0,1 0 1 0 0,-1-1-1 0 0,1 1 1 0 0,-1 0-1 0 0,0 2 1 0 0,-8 38 1395 0 0,8-35-1178 0 0,-84 320 1917 0 0,62-258-827 0 0,22-66-1020 0 0,-4-11 75 0 0,6 2-443 0 0,0 1 0 0 0,1-1 0 0 0,-1 0-1 0 0,1 1 1 0 0,0 0 0 0 0,1-1 0 0 0,0 1 0 0 0,0 0 0 0 0,0 0 0 0 0,0 1-1 0 0,1-1 1 0 0,0 1 0 0 0,0 0 0 0 0,1-1 0 0 0,6-4 0 0 0,-7 6-33 0 0,1 1 0 0 0,-1 0 1 0 0,1 0-1 0 0,0 0 0 0 0,0 1 1 0 0,0-1-1 0 0,0 1 0 0 0,1 1 1 0 0,-1-1-1 0 0,1 1 0 0 0,-1 0 1 0 0,1 0-1 0 0,-1 0 1 0 0,1 1-1 0 0,-1 0 0 0 0,1 0 1 0 0,-1 0-1 0 0,1 1 0 0 0,6 1 1 0 0,-4 0-4 0 0,0 0 1 0 0,1 0-1 0 0,-1 1 1 0 0,-1 1-1 0 0,1-1 1 0 0,0 1-1 0 0,-1 1 0 0 0,0-1 1 0 0,0 1-1 0 0,0 0 1 0 0,0 1-1 0 0,-1 0 1 0 0,0 0-1 0 0,7 9 1 0 0,-9-10 11 0 0,-1-1 0 0 0,0 1 1 0 0,0 1-1 0 0,0-1 0 0 0,-1 0 0 0 0,1 1 0 0 0,-1-1 1 0 0,-1 1-1 0 0,1 0 0 0 0,-1-1 0 0 0,0 1 1 0 0,0 0-1 0 0,-1 0 0 0 0,0 0 0 0 0,0 0 1 0 0,0 0-1 0 0,0 0 0 0 0,-1-1 0 0 0,0 1 0 0 0,-1 0 1 0 0,-2 9-1 0 0,1-9 19 0 0,0 1 0 0 0,-1 0 0 0 0,0-1 0 0 0,0 1 0 0 0,0-1 0 0 0,-1 0 0 0 0,0-1 0 0 0,0 1 1 0 0,0-1-1 0 0,-1 0 0 0 0,0 0 0 0 0,0 0 0 0 0,0-1 0 0 0,0 0 0 0 0,-1 0 0 0 0,0-1 0 0 0,0 0 0 0 0,0 0 0 0 0,0-1 0 0 0,0 1 0 0 0,-9 0 0 0 0,4 0-19 0 0,1-2-1 0 0,0 1 0 0 0,-1-1 0 0 0,1-1 1 0 0,-1 0-1 0 0,1-1 0 0 0,-1 0 0 0 0,1-1 1 0 0,-1 0-1 0 0,1-1 0 0 0,0 0 0 0 0,0-1 0 0 0,-13-5 1 0 0,23 8-165 0 0,0 1 0 0 0,0-1 1 0 0,0 1-1 0 0,0-1 0 0 0,0 1 0 0 0,0-1 1 0 0,0 1-1 0 0,1-1 0 0 0,-1 0 1 0 0,0 0-1 0 0,0 1 0 0 0,0-1 0 0 0,1 0 1 0 0,-1 0-1 0 0,0 0 0 0 0,1 0 1 0 0,-1 0-1 0 0,1 0 0 0 0,-1 0 0 0 0,1-1 1 0 0,0 1-48 0 0,0 0 1 0 0,0 0 0 0 0,0 0-1 0 0,0 0 1 0 0,0 1 0 0 0,1-1 0 0 0,-1 0-1 0 0,0 0 1 0 0,1 0 0 0 0,-1 1-1 0 0,0-1 1 0 0,1 0 0 0 0,-1 0-1 0 0,1 1 1 0 0,-1-1 0 0 0,1 0-1 0 0,0 1 1 0 0,-1-1 0 0 0,1 1 0 0 0,0-1-1 0 0,6-4-1803 0 0,0 1 1 0 0,0 0-1 0 0,0 0 0 0 0,10-3 0 0 0,-10 3-287 0 0,12-4-4605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5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1384 0 0,'45'-18'7995'0'0,"-33"13"-6478"0"0,0 0 0 0 0,1 1-1 0 0,-1 0 1 0 0,1 1 0 0 0,14-2 0 0 0,-22 4-1257 0 0,1 1 0 0 0,-1 0 0 0 0,0 0 1 0 0,0 0-1 0 0,1 1 0 0 0,-1 0 0 0 0,0 0 1 0 0,0 0-1 0 0,0 1 0 0 0,0-1 0 0 0,0 1 1 0 0,0 0-1 0 0,8 6 0 0 0,-11-7-140 0 0,0 1 0 0 0,0 0 0 0 0,0 0-1 0 0,0 0 1 0 0,0 0 0 0 0,-1 0 0 0 0,1 0-1 0 0,0 1 1 0 0,-1-1 0 0 0,0 0 0 0 0,1 1 0 0 0,-1-1-1 0 0,0 1 1 0 0,-1 0 0 0 0,1-1 0 0 0,0 1-1 0 0,-1 0 1 0 0,1-1 0 0 0,-1 1 0 0 0,0 0 0 0 0,0 0-1 0 0,0-1 1 0 0,0 1 0 0 0,0 0 0 0 0,-1 0-1 0 0,1-1 1 0 0,-2 5 0 0 0,-1 1 86 0 0,1 0 0 0 0,-1-1 0 0 0,-1 1 0 0 0,0-1 0 0 0,0 1 0 0 0,-9 11 0 0 0,-36 39 807 0 0,7-9-330 0 0,35-41-512 0 0,5-7-60 0 0,0 1 1 0 0,1-1 0 0 0,-1 1-1 0 0,1-1 1 0 0,0 1-1 0 0,0 0 1 0 0,-1 0-1 0 0,1-1 1 0 0,0 1-1 0 0,-1 3 1 0 0,4-4-73 0 0,0-1 0 0 0,0 1 0 0 0,0-1 0 0 0,1 1 0 0 0,-1-1 0 0 0,0 0 0 0 0,0 0 0 0 0,0 0 0 0 0,0 0-1 0 0,3-1 1 0 0,179-35-267 0 0,44-7-7685 0 0,-132 29-1819 0 0,-50 9-432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63 2300 0 0,'0'-26'6287'0'0,"0"-11"2020"0"0,-3 56-5820 0 0,-19 95 1923 0 0,-81 331-1068 0 0,103-443-3211 0 0,1-14-110 0 0,4-5-48 0 0,1 0 0 0 0,1 0-1 0 0,1 0 1 0 0,0 1 0 0 0,2 0-1 0 0,-1 1 1 0 0,20-23 0 0 0,-21 29 20 0 0,0 0 0 0 0,0 1 0 0 0,0 0 0 0 0,1 1 1 0 0,0 0-1 0 0,1 0 0 0 0,-1 1 0 0 0,1 0 1 0 0,1 1-1 0 0,-1 0 0 0 0,1 1 0 0 0,0 0 1 0 0,12-3-1 0 0,-17 6 8 0 0,-1 0 1 0 0,0 0-1 0 0,0 1 1 0 0,0 0-1 0 0,0 0 1 0 0,0 0-1 0 0,0 1 1 0 0,1-1-1 0 0,-1 1 0 0 0,0 0 1 0 0,0 1-1 0 0,-1-1 1 0 0,1 1-1 0 0,0 0 1 0 0,0 1-1 0 0,-1-1 1 0 0,1 1-1 0 0,-1-1 1 0 0,0 1-1 0 0,0 1 1 0 0,0-1-1 0 0,0 0 1 0 0,-1 1-1 0 0,1 0 0 0 0,-1 0 1 0 0,0 0-1 0 0,0 0 1 0 0,0 1-1 0 0,3 7 1 0 0,-2-4 16 0 0,-1 0 0 0 0,0 0 0 0 0,0 1 1 0 0,-1-1-1 0 0,0 1 0 0 0,0-1 0 0 0,-1 1 0 0 0,0 0 1 0 0,-1 0-1 0 0,0 0 0 0 0,0 0 0 0 0,-1-1 0 0 0,0 1 1 0 0,0 0-1 0 0,-1 0 0 0 0,-5 12 0 0 0,5-14 55 0 0,-1 0 0 0 0,-1 0 0 0 0,1 0 0 0 0,-1-1 0 0 0,-1 1 0 0 0,1-1-1 0 0,-1 0 1 0 0,0 0 0 0 0,0-1 0 0 0,-1 1 0 0 0,1-1 0 0 0,-1-1 0 0 0,0 1 0 0 0,-1-1 0 0 0,1 0-1 0 0,-1 0 1 0 0,0-1 0 0 0,-12 5 0 0 0,8-5-30 0 0,0 0 0 0 0,-1-1 0 0 0,0 0 0 0 0,0-1 0 0 0,1-1-1 0 0,-1 1 1 0 0,0-2 0 0 0,0 0 0 0 0,0 0 0 0 0,1-1 0 0 0,-16-4 0 0 0,18 4-362 0 0,0-1 0 0 0,0 1 0 0 0,0-1 0 0 0,1-1 0 0 0,-1 0 0 0 0,1 0 1 0 0,-15-10-1 0 0,22 13 170 0 0,1 1 0 0 0,0 0 1 0 0,-1-1-1 0 0,1 1 0 0 0,0-1 1 0 0,-1 1-1 0 0,1-1 0 0 0,0 1 1 0 0,0-1-1 0 0,-1 1 1 0 0,1-1-1 0 0,0 1 0 0 0,0-1 1 0 0,0 1-1 0 0,0-1 0 0 0,0 0 1 0 0,0 1-1 0 0,0-1 0 0 0,0 1 1 0 0,0-1-1 0 0,0 1 0 0 0,0-1 1 0 0,0 1-1 0 0,0-1 0 0 0,0 1 1 0 0,1-1-1 0 0,-1 1 0 0 0,0-1 1 0 0,0 1-1 0 0,1-1 0 0 0,-1 1 1 0 0,0-1-1 0 0,1 1 0 0 0,-1-1 1 0 0,14-13-3805 0 0,9 2-3937 0 0,-9 5 666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88 2616 0 0,'15'-22'6165'0'0,"-10"15"-4304"0"0,0-1 1 0 0,0 1-1 0 0,12-11 0 0 0,-14 15-1630 0 0,1 1 0 0 0,-1-1 0 0 0,0 1 0 0 0,1 0 0 0 0,0 0 0 0 0,0 0 0 0 0,-1 1 0 0 0,1-1 0 0 0,0 1 0 0 0,0 0 0 0 0,8-1 0 0 0,-9 1-170 0 0,0 0 0 0 0,1 1 0 0 0,-1 0 0 0 0,1-1 0 0 0,-1 1 0 0 0,1 1 0 0 0,-1-1 0 0 0,1 0 0 0 0,-1 1 0 0 0,0 0 0 0 0,1 0 0 0 0,-1 0 0 0 0,0 0 0 0 0,1 0 1 0 0,-1 1-1 0 0,0-1 0 0 0,0 1 0 0 0,0 0 0 0 0,0 0 0 0 0,-1 0 0 0 0,1 0 0 0 0,0 1 0 0 0,-1-1 0 0 0,0 1 0 0 0,1-1 0 0 0,-1 1 0 0 0,0 0 0 0 0,0 0 0 0 0,-1 0 0 0 0,1 0 0 0 0,-1 0 0 0 0,1 1 0 0 0,-1-1 0 0 0,0 0 1 0 0,0 1-1 0 0,0-1 0 0 0,-1 0 0 0 0,1 1 0 0 0,-1-1 0 0 0,0 1 0 0 0,0-1 0 0 0,0 1 0 0 0,-1 5 0 0 0,-2 2 44 0 0,0-1 1 0 0,0 1-1 0 0,-1-1 1 0 0,0 1 0 0 0,-1-1-1 0 0,0 0 1 0 0,0-1-1 0 0,-1 1 1 0 0,-13 14-1 0 0,-3 1 1019 0 0,-47 43-1 0 0,53-54 227 0 0,14-12-289 0 0,13-11-905 0 0,-7 8-149 0 0,-1 0-1 0 0,1 0 1 0 0,0 1 0 0 0,0-1-1 0 0,0 1 1 0 0,0 0 0 0 0,0 0-1 0 0,0 0 1 0 0,0 1 0 0 0,0-1-1 0 0,0 1 1 0 0,-1 0 0 0 0,1 0-1 0 0,0 0 1 0 0,4 3 0 0 0,-3-2-6 0 0,0 1 0 0 0,0 1 0 0 0,-1-1 0 0 0,1 1 0 0 0,-1 0 0 0 0,0 0 0 0 0,0 0 0 0 0,0 0 0 0 0,-1 1 0 0 0,5 5 0 0 0,0 3 0 0 0,-1 1 0 0 0,0-1 0 0 0,-1 1 1 0 0,0 1-1 0 0,-1-1 0 0 0,-1 1 0 0 0,5 26 0 0 0,-7-32 28 0 0,-1 0 1 0 0,0 0-1 0 0,-1 0 1 0 0,0 0-1 0 0,-1 0 1 0 0,1 0-1 0 0,-2 0 1 0 0,1 0-1 0 0,-1 0 1 0 0,-1 0-1 0 0,1 0 1 0 0,-1-1 0 0 0,-1 1-1 0 0,-5 9 1 0 0,5-13 6 0 0,0 0 0 0 0,0-1 0 0 0,0 1 0 0 0,0-1 0 0 0,-1 0 0 0 0,0 0 1 0 0,0-1-1 0 0,0 0 0 0 0,0 1 0 0 0,0-1 0 0 0,-1-1 0 0 0,1 1 1 0 0,-1-1-1 0 0,0 0 0 0 0,0-1 0 0 0,0 1 0 0 0,0-1 0 0 0,0 0 0 0 0,0-1 1 0 0,0 1-1 0 0,0-1 0 0 0,0 0 0 0 0,0-1 0 0 0,0 1 0 0 0,0-1 1 0 0,-10-3-1 0 0,8 2-349 0 0,0-1 1 0 0,0 0 0 0 0,0 0-1 0 0,0 0 1 0 0,0-1-1 0 0,1 0 1 0 0,0-1 0 0 0,-10-7-1 0 0,12 8-446 0 0,0 0 1 0 0,1-1-1 0 0,0 1 0 0 0,0-1 0 0 0,0 0 0 0 0,0 0 1 0 0,1 0-1 0 0,0 0 0 0 0,0-1 0 0 0,0 1 0 0 0,-3-12 1 0 0,0-12-5072 0 0,2-2-3118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07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819 142 2076 0 0,'13'-27'6058'0'0,"-9"17"-4538"0"0,1 0-1 0 0,0 1 1 0 0,0-1-1 0 0,9-10 1 0 0,-11 17-1406 0 0,1-1 1 0 0,-1 1 0 0 0,1 0 0 0 0,-1 0 0 0 0,1 0 0 0 0,0 1 0 0 0,0-1 0 0 0,0 1 0 0 0,1 0 0 0 0,-1 0 0 0 0,1 0-1 0 0,-1 1 1 0 0,7-2 0 0 0,37-5 23 0 0,1 2 1 0 0,-1 2-1 0 0,59 3 0 0 0,-16 0-28 0 0,102 2 845 0 0,-189 0-875 0 0,-1-1 0 0 0,1 1 1 0 0,0 0-1 0 0,0 0 0 0 0,-1 1 1 0 0,1-1-1 0 0,-1 1 1 0 0,1 0-1 0 0,-1 0 0 0 0,1 0 1 0 0,-1 0-1 0 0,0 0 0 0 0,0 1 1 0 0,0 0-1 0 0,-1-1 0 0 0,1 1 1 0 0,0 0-1 0 0,-1 0 0 0 0,0 0 1 0 0,0 1-1 0 0,0-1 0 0 0,0 1 1 0 0,0-1-1 0 0,-1 1 1 0 0,0-1-1 0 0,2 7 0 0 0,2 7 305 0 0,-1 0 0 0 0,-1 1 0 0 0,-1-1 0 0 0,1 23-1 0 0,-2 38 1082 0 0,-11 98 0 0 0,-22 77 126 0 0,13-112-648 0 0,-42 444 724 0 0,48 4-907 0 0,26-303-553 0 0,4 381 1152 0 0,-56 213-1109 0 0,37-848-251 0 0,-1 0 0 0 0,-1 0 0 0 0,-1 0 0 0 0,-17 49 0 0 0,19-71 0 0 0,-1-1 0 0 0,0 0 0 0 0,0 0 0 0 0,-1 0 0 0 0,0-1 0 0 0,0 1 0 0 0,-1-1 0 0 0,-1-1 0 0 0,1 1 0 0 0,-1-1 0 0 0,0 0 0 0 0,-1 0 0 0 0,0-1 0 0 0,0 0 0 0 0,0-1 0 0 0,0 1 0 0 0,-1-2 0 0 0,-18 8 0 0 0,-3-2 0 0 0,0-2 0 0 0,0-2 0 0 0,-56 6 0 0 0,-96-6 0 0 0,146-5 0 0 0,-200-3-2865 0 0,-119-11-7606 0 0,206 6 5929 0 0,44 3-7943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14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9 187 924 0 0,'0'0'2504'0'0,"-1"1"-1813"0"0,0 1 0 0 0,0-1 0 0 0,0 1 0 0 0,0-1 1 0 0,1 1-1 0 0,-1-1 0 0 0,1 1 0 0 0,-1 0 0 0 0,1-1 0 0 0,-1 1 0 0 0,1-1 0 0 0,0 3 0 0 0,12-4-507 0 0,0-1 1 0 0,-1 0 0 0 0,1-1-1 0 0,0 0 1 0 0,16-7 0 0 0,0 2-116 0 0,389-100 14 0 0,-375 97-49 0 0,-12 3-3 0 0,47-17 1 0 0,-35 9 12 0 0,-40 14-136 0 0,-16-16-5121 0 0,6 13 2548 0 0,6 3-774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14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27 784 0 0,'-15'-23'11092'0'0,"15"23"-11039"0"0,0 0 0 0 0,-1-1-1 0 0,1 1 1 0 0,0 0-1 0 0,-1 0 1 0 0,1-1-1 0 0,0 1 1 0 0,0 0-1 0 0,-1 0 1 0 0,1 0 0 0 0,0-1-1 0 0,-1 1 1 0 0,1 0-1 0 0,-1 0 1 0 0,1 0-1 0 0,0 0 1 0 0,-1 0-1 0 0,1 0 1 0 0,0 0-1 0 0,-1 0 1 0 0,1 0 0 0 0,-1 0-1 0 0,1 0 1 0 0,0 0-1 0 0,-1 0 1 0 0,1 0-1 0 0,0 0 1 0 0,-1 0-1 0 0,1 0 1 0 0,0 1 0 0 0,-1-1-1 0 0,1 0 1 0 0,0 0-1 0 0,-1 0 1 0 0,1 0-1 0 0,0 1 1 0 0,-1-1-1 0 0,1 0 1 0 0,0 0 0 0 0,0 1-1 0 0,-1-1 1 0 0,1 0-1 0 0,0 1 1 0 0,0-1-1 0 0,0 0 1 0 0,-1 1-1 0 0,1-1 1 0 0,0 0 0 0 0,0 1-1 0 0,0-1 1 0 0,0 0-1 0 0,0 1 1 0 0,0-1-1 0 0,0 1 1 0 0,0-1-1 0 0,0 0 1 0 0,0 1 0 0 0,0-1-1 0 0,0 1 1 0 0,-5 32-221 0 0,4-25 450 0 0,-104 571 216 0 0,65-385-1290 0 0,12-35-4661 0 0,24-135 3344 0 0,-2 14-2775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14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8 1264 0 0,'0'0'2044'0'0,"10"-3"4241"0"0,-3-2-4653 0 0,-24 7-3080 0 0,0 3-5925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15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399 140 1896 0 0,'-24'7'2102'0'0,"0"-1"0"0"0,0 0-1 0 0,-33 2 1 0 0,46-8-1628 0 0,0 1 0 0 0,0-2 0 0 0,0 0 0 0 0,1 0 0 0 0,-1-1 0 0 0,0 0 0 0 0,1-1 0 0 0,-1 0 0 0 0,1 0 0 0 0,-13-8 0 0 0,21 11-461 0 0,-9-6-233 0 0,-1 1 1 0 0,1-1 0 0 0,1-1 0 0 0,-1 0-1 0 0,1-1 1 0 0,-15-13 0 0 0,11 7-1752 0 0,11 12 1476 0 0,0 0 0 0 0,1-1 0 0 0,-1 1-1 0 0,1-1 1 0 0,0 1 0 0 0,0-1 0 0 0,0 1 0 0 0,0-1 0 0 0,0 0 0 0 0,1 0 0 0 0,-1 0 0 0 0,1 0 0 0 0,-1-1 0 0 0,1 1 0 0 0,0 0 0 0 0,0-4 0 0 0,0-8-709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15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 1200 0 0,'0'0'2013'0'0,"3"1"-1282"0"0,-2-1-638 0 0,0 0-1 0 0,1 0 0 0 0,-1 0 0 0 0,0 0 0 0 0,0 0 0 0 0,1 0 0 0 0,-1 0 0 0 0,0-1 1 0 0,0 1-1 0 0,0 0 0 0 0,0-1 0 0 0,1 1 0 0 0,-1-1 0 0 0,2 0 0 0 0,-2-1 193 0 0,14 0 1317 0 0,-11 2-1604 0 0,-2 0 6 0 0,1 0 0 0 0,-1 0 0 0 0,0-1-1 0 0,1 1 1 0 0,-1-1 0 0 0,0 0 0 0 0,1 1 0 0 0,-1-1-1 0 0,0 0 1 0 0,0 0 0 0 0,1-1 0 0 0,-1 1 0 0 0,0 0-1 0 0,0-1 1 0 0,3-2 0 0 0,3-4 211 0 0,0-1 1 0 0,-1 0-1 0 0,8-11 0 0 0,-14 18-199 0 0,13-9 24 0 0,-13 10-28 0 0,0 1 0 0 0,5-4 4 0 0,-4 3-7 0 0,-1 0-6 0 0,5-2 5 0 0,-5 2 26 0 0,1 1-36 0 0,7-3 4 0 0,-6 3 5 0 0,-1 1 87 0 0,1 0 1 0 0,0 0-1 0 0,0 1 0 0 0,0-1 0 0 0,-1 1 1 0 0,1-1-1 0 0,-1 1 0 0 0,4 3 0 0 0,1 0 298 0 0,-6-4-392 0 0,0 0 19 0 0,-1-1 0 0 0,0 1 0 0 0,1 0 0 0 0,-1-1 0 0 0,1 1 0 0 0,-1-1 0 0 0,1 1 0 0 0,-1-1 1 0 0,1 1-1 0 0,-1-1 0 0 0,1 1 0 0 0,0-1 0 0 0,-1 1 0 0 0,1-1 0 0 0,0 0 0 0 0,-1 1 0 0 0,1-1 0 0 0,0 0 0 0 0,0 0 0 0 0,-1 1 0 0 0,2-1 0 0 0,14 3 440 0 0,-14-3-389 0 0,-1 1-71 0 0,0-1 0 0 0,-1 0 0 0 0,1 0-1 0 0,-1-1 1 0 0,1 1 0 0 0,-1 0 0 0 0,1 0 0 0 0,-1 0-1 0 0,1 0 1 0 0,-1 0 0 0 0,1-1 0 0 0,-1 1 0 0 0,1 0-1 0 0,-1 0 1 0 0,1-1 0 0 0,-1 1 0 0 0,1 0 0 0 0,-1-1-1 0 0,1 1 1 0 0,-1 0 0 0 0,0-1 0 0 0,1 1 0 0 0,-1-1-1 0 0,1 0 1 0 0,10-9 30 0 0,-9 8-31 0 0,-1 0 1 0 0,0 1 0 0 0,0-1-1 0 0,0 0 1 0 0,0 0-1 0 0,0 0 1 0 0,0 1-1 0 0,0-1 1 0 0,0 0-1 0 0,0-4 1 0 0,3-4-4 0 0,-4 9-123 0 0,0 1 1 0 0,0-1 0 0 0,1 0 0 0 0,-1 0 0 0 0,0 1-1 0 0,0-1 1 0 0,1 0 0 0 0,-1 1 0 0 0,0-1 0 0 0,1 0-1 0 0,-1 1 1 0 0,1-1 0 0 0,-1 1 0 0 0,1-1 0 0 0,-1 0 0 0 0,1 1-1 0 0,-1-1 1 0 0,1 1 0 0 0,-1 0 0 0 0,1-1 0 0 0,0 1-1 0 0,-1-1 1 0 0,1 1 0 0 0,0 0 0 0 0,0-1 0 0 0,-1 1-1 0 0,1 0 1 0 0,0 0 0 0 0,0 0 0 0 0,-1 0 0 0 0,1 0-1 0 0,0-1 1 0 0,0 1 0 0 0,-1 1 0 0 0,1-1 0 0 0,0 0-1 0 0,0 0 1 0 0,-1 0 0 0 0,2 0 0 0 0,0 1-481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25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244 141 1416 0 0,'-35'-18'5305'0'0,"-45"-29"-1"0"0,66 37-4786 0 0,2 0 0 0 0,-1-1 0 0 0,-14-16 0 0 0,26 25-664 0 0,0 1 0 0 0,0 0 0 0 0,0 0 0 0 0,0 0 0 0 0,0 0 0 0 0,0 0 0 0 0,0 0 0 0 0,0 0 0 0 0,0 0 0 0 0,0 0 0 0 0,-1 0 0 0 0,1 0 0 0 0,0 1 0 0 0,0-1 0 0 0,-1 1 0 0 0,1-1 0 0 0,-1 1 0 0 0,1-1 0 0 0,0 1 0 0 0,-1 0 0 0 0,1 0 0 0 0,-1-1 0 0 0,1 1 0 0 0,-1 0 0 0 0,1 1 0 0 0,-1-1 0 0 0,1 0 0 0 0,-1 0 0 0 0,1 0 0 0 0,-2 1 0 0 0,1 1 42 0 0,0-1 1 0 0,1 1-1 0 0,-1 0 0 0 0,1-1 0 0 0,-1 1 1 0 0,1 0-1 0 0,0 0 0 0 0,0 0 0 0 0,-1 0 1 0 0,1 0-1 0 0,1 0 0 0 0,-1 0 0 0 0,0 0 1 0 0,0 1-1 0 0,1-1 0 0 0,-1 0 0 0 0,1 0 1 0 0,0 0-1 0 0,0 4 0 0 0,-2 103-1101 0 0,7-36 1441 0 0,-2-53-79 0 0,1-1 1 0 0,1-1 0 0 0,9 22-1 0 0,37 86-3012 0 0,-46-116 1979 0 0,1 3-146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25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64 0 0,'-5'-32'12586'0'0,"5"30"-12000"0"0,-1 0 0 0 0,1 0 0 0 0,0 0 0 0 0,0 0 0 0 0,-1 0 0 0 0,1 0 1 0 0,-1 0-1 0 0,0 0 0 0 0,0 1 0 0 0,1-1 0 0 0,-1 0 0 0 0,0 0 0 0 0,0 1 0 0 0,-2-3 0 0 0,2 3-479 0 0,-9 5-15224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27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205 446 1036 0 0,'-11'1'1149'0'0,"-1"-2"-1"0"0,1 1 0 0 0,-1-2 1 0 0,1 0-1 0 0,-13-3 1 0 0,20 4-1048 0 0,0-1-1 0 0,0 1 1 0 0,0-1 0 0 0,0 0 0 0 0,1 0-1 0 0,-1-1 1 0 0,1 1 0 0 0,-1-1 0 0 0,1 0 0 0 0,0 1-1 0 0,0-1 1 0 0,0-1 0 0 0,-4-5 0 0 0,1 1-106 0 0,1-1 0 0 0,0 0 0 0 0,0 0 0 0 0,-4-11 0 0 0,-1-11-293 0 0,2 0 1 0 0,1 0 0 0 0,1-1-1 0 0,1 0 1 0 0,2 0 0 0 0,1-34-1 0 0,9-8-3032 0 0,-6 70 2311 0 0,2-5 541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4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440 953 2656 0 0,'-67'-63'7889'0'0,"53"48"-6713"0"0,1-1-1 0 0,-17-27 1 0 0,-120-240 1392 0 0,109 201-2416 0 0,19 35-1253 0 0,2-1-1 0 0,2-1 0 0 0,2 0 0 0 0,-15-85 1 0 0,18 71 134 0 0,11 53 385 0 0,2 9 482 0 0,-1 0 1 0 0,1 0 0 0 0,-1 0 0 0 0,1 0-1 0 0,0 0 1 0 0,0-1 0 0 0,0 1-1 0 0,-1 0 1 0 0,1 0 0 0 0,0 0 0 0 0,0 0-1 0 0,1-1 1 0 0,-1 1 0 0 0,0 0-1 0 0,0 0 1 0 0,0 0 0 0 0,1 0-1 0 0,-1 0 1 0 0,1 0 0 0 0,-1 0 0 0 0,1 0-1 0 0,-1 0 1 0 0,1 0 0 0 0,0 0-1 0 0,-1 0 1 0 0,1 0 0 0 0,0 0 0 0 0,1-1-1 0 0,10-7-2414 0 0,0-1 577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6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26 819 1084 0 0,'-4'16'3712'0'0,"-12"46"3017"0"0,15-60-6309 0 0,-4 12 5833 0 0,32-185-5555 0 0,55-187 0 0 0,-57 263-756 0 0,54-137 0 0 0,-71 211 44 0 0,7-13-5 0 0,-14 32 87 0 0,5 4 69 0 0,-5-2-124 0 0,-1 0 0 0 0,1 0 0 0 0,0 0 1 0 0,-1 0-1 0 0,1 1 0 0 0,-1-1 0 0 0,1 0 1 0 0,0 0-1 0 0,-1 0 0 0 0,1 0 0 0 0,-1 1 0 0 0,1-1 1 0 0,0 0-1 0 0,-1 1 0 0 0,1-1 0 0 0,-1 0 0 0 0,1 1 1 0 0,-1-1-1 0 0,1 1 0 0 0,0 0 0 0 0,3 9 181 0 0,1 0 0 0 0,-2 0-1 0 0,1 0 1 0 0,-2 0 0 0 0,1 1-1 0 0,1 19 1 0 0,1 72 854 0 0,-5-63-606 0 0,9 348 981 0 0,3-131-853 0 0,-6-168-1075 0 0,-5-86-18 0 0,3 1-1658 0 0,-1-2-894 0 0,3-8-280 0 0,4-11-3545 0 0,-6 11 1077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64 139 2408 0 0,'-46'5'7934'0'0,"43"-4"-7107"0"0,-11-1 1664 0 0,16-3-2437 0 0,0 1-1 0 0,0 0 1 0 0,1 0 0 0 0,-1 0 0 0 0,0 0-1 0 0,1 1 1 0 0,0-1 0 0 0,-1 1 0 0 0,1-1-1 0 0,4 0 1 0 0,38-13 114 0 0,-18 7-89 0 0,202-66 167 0 0,-213 70-230 0 0,30-10 42 0 0,-30 8-455 0 0,-14 5-24 0 0,8 0-1476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7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23 572 0 0,'-22'-11'11176'0'0,"20"10"-10039"0"0,-22-9 7719 0 0,17 11-6076 0 0,12 10-1943 0 0,32 32 1003 0 0,73 65 0 0 0,-35-37-1441 0 0,107 110-957 0 0,-180-179 81 0 0,-1-1 0 0 0,1 1 0 0 0,-1-1 0 0 0,1 1 0 0 0,0-1 0 0 0,-1 0 0 0 0,1 0 0 0 0,0 0 0 0 0,0 0 0 0 0,0 0 0 0 0,0 0 0 0 0,3 1 0 0 0,-4-2 46 0 0,0-1 0 0 0,0 1 0 0 0,0 0 0 0 0,0 0 0 0 0,0-1 0 0 0,0 1 0 0 0,-1 0 0 0 0,1-1 0 0 0,0 1 0 0 0,0-1 0 0 0,0 1 0 0 0,-1-1 0 0 0,1 1 1 0 0,0-1-1 0 0,-1 0 0 0 0,1 1 0 0 0,0-1 0 0 0,-1 0 0 0 0,1 1 0 0 0,-1-1 0 0 0,1 0 0 0 0,-1 0 0 0 0,1 0 0 0 0,-1 1 0 0 0,0-1 0 0 0,1 0 0 0 0,-1 0 0 0 0,0 0 0 0 0,0 0 0 0 0,1 0 0 0 0,-1-1 0 0 0,3-12-6052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7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537 59 460 0 0,'-13'-21'5826'0'0,"11"16"-4367"0"0,-1 1-1 0 0,0-1 1 0 0,0 0 0 0 0,0 1-1 0 0,-1 0 1 0 0,-5-6 0 0 0,8 9-460 0 0,-2 1-728 0 0,0 1-1 0 0,0-1 0 0 0,0 1 0 0 0,0 0 1 0 0,0 0-1 0 0,0 0 0 0 0,0 0 0 0 0,1 1 1 0 0,-1-1-1 0 0,0 1 0 0 0,1-1 0 0 0,-1 1 1 0 0,1 0-1 0 0,0 0 0 0 0,-1 0 0 0 0,1 0 1 0 0,-3 6-1 0 0,-5 4 429 0 0,1 1-1 0 0,-9 18 1 0 0,9-15-120 0 0,-133 239 2260 0 0,62-108-2383 0 0,-84 140-144 0 0,153-268-1035 0 0,10-17 7 0 0,4-10-5896 0 0,0 3 5095 0 0,0-1 1 0 0,0 1-1 0 0,0 0 0 0 0,1 0 0 0 0,0 0 1 0 0,6-5-1 0 0,4-5-6054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8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49 2952 0 0,'0'0'4601'0'0,"-3"-1"-2556"0"0,-2 2-1431 0 0,-7-1 5685 0 0,6 0-456 0 0,18-1-5708 0 0,33-4 42 0 0,53-14 0 0 0,-50 7-4257 0 0,-3 0-6178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8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14 376 0 0,'-3'3'1024'0'0,"-120"89"16786"0"0,119-88-17161 0 0,-10 9 865 0 0,14-12-1451 0 0,-1-1-1 0 0,1 1 1 0 0,0-1-1 0 0,0 1 1 0 0,-1-1-1 0 0,1 1 1 0 0,0-1 0 0 0,0 1-1 0 0,0 0 1 0 0,0-1-1 0 0,-1 1 1 0 0,1-1 0 0 0,0 1-1 0 0,0-1 1 0 0,0 1-1 0 0,0 0 1 0 0,0-1 0 0 0,0 1-1 0 0,1-1 1 0 0,-1 1-1 0 0,0-1 1 0 0,0 1-1 0 0,0 0 1 0 0,1-1 0 0 0,-1 1-1 0 0,0 0 1 0 0,2-1-8 0 0,-1 1 0 0 0,0-1 0 0 0,1 0 0 0 0,-1 0 0 0 0,0 0 0 0 0,1 1 0 0 0,-1-1 0 0 0,0 0 0 0 0,1-1 0 0 0,-1 1 0 0 0,0 0 0 0 0,1 0 0 0 0,-1 0 0 0 0,2-1 0 0 0,19-5 140 0 0,-22 6-190 0 0,64-17-767 0 0,70-31 0 0 0,-70 21-3714 0 0,-2-3-4122 0 0,-37 17 1512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8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50 1464 0 0,'-6'-24'11826'0'0,"1"7"-5770"0"0,4 15-4108 0 0,-3-4 2808 0 0,3 28-3187 0 0,0 0 1 0 0,4 34-1 0 0,0 6-729 0 0,-5 19-450 0 0,-4 0-1 0 0,-27 132 1 0 0,27-184-2923 0 0,-1-1 1 0 0,-13 35-1 0 0,19-61 268 0 0,-1-9-6807 0 0,0 3 6325 0 0,1-5-5934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0:59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117 167 2616 0 0,'-3'-8'1820'0'0,"0"0"1"0"0,0 0-1 0 0,0-1 0 0 0,1 1 0 0 0,-1-14 0 0 0,2 19-1615 0 0,1 0 0 0 0,0 0 0 0 0,0 0 0 0 0,1 1 0 0 0,-1-1 0 0 0,0 0 0 0 0,1 0 0 0 0,0 0 0 0 0,0 1 0 0 0,0-1 0 0 0,0 0 0 0 0,0 1 0 0 0,0-1 0 0 0,1 1 0 0 0,-1-1 0 0 0,1 1 0 0 0,0 0 0 0 0,0 0 0 0 0,-1-1 0 0 0,5-2 0 0 0,2 0-42 0 0,0-1-1 0 0,0 1 1 0 0,1 0 0 0 0,0 1-1 0 0,0 0 1 0 0,0 1-1 0 0,0 0 1 0 0,0 0-1 0 0,1 0 1 0 0,-1 2-1 0 0,1-1 1 0 0,0 1 0 0 0,0 0-1 0 0,-1 1 1 0 0,1 0-1 0 0,0 1 1 0 0,0 0-1 0 0,-1 1 1 0 0,12 2-1 0 0,-15-2-103 0 0,0-1-1 0 0,0 1 0 0 0,0 0 1 0 0,0 1-1 0 0,0-1 0 0 0,-1 1 1 0 0,0 0-1 0 0,1 1 0 0 0,-1-1 0 0 0,0 1 1 0 0,0 0-1 0 0,-1 0 0 0 0,1 1 1 0 0,-1-1-1 0 0,0 1 0 0 0,0 0 1 0 0,-1 0-1 0 0,1 0 0 0 0,-1 1 0 0 0,0-1 1 0 0,-1 1-1 0 0,1 0 0 0 0,-1 0 1 0 0,0-1-1 0 0,-1 2 0 0 0,1-1 1 0 0,-1 0-1 0 0,0 0 0 0 0,-1 0 0 0 0,0 12 1 0 0,-1-3 16 0 0,-1 1-1 0 0,-1-1 1 0 0,-1 0 0 0 0,0 0-1 0 0,-1 0 1 0 0,0-1 0 0 0,-1 0 0 0 0,-1 0-1 0 0,-9 15 1 0 0,-4 2 413 0 0,-1-1-1 0 0,-44 48 0 0 0,57-69 99 0 0,0-1-1 0 0,-1 0 0 0 0,-17 12 0 0 0,25-19-244 0 0,-3-3-229 0 0,4 2-110 0 0,-1 0 1 0 0,1 0 0 0 0,0 0-1 0 0,0 0 1 0 0,0 0 0 0 0,-1 0-1 0 0,1 0 1 0 0,0 0 0 0 0,0 0-1 0 0,-1 0 1 0 0,1-1 0 0 0,0 1 0 0 0,0 0-1 0 0,0 0 1 0 0,-1 0 0 0 0,1 0-1 0 0,0 0 1 0 0,0 0 0 0 0,0-1-1 0 0,0 1 1 0 0,-1 0 0 0 0,1 0 0 0 0,0 0-1 0 0,0-1 1 0 0,0 1 0 0 0,0 0-1 0 0,0 0 1 0 0,0 0 0 0 0,0-1-1 0 0,-1 1 1 0 0,1 0 0 0 0,0 0 0 0 0,0-1-1 0 0,3-3 7 0 0,-1 1 0 0 0,1 0 0 0 0,0-1 1 0 0,0 1-1 0 0,0 0 0 0 0,0 0 0 0 0,0 0 0 0 0,1 1 0 0 0,-1-1 0 0 0,1 1 0 0 0,0 0 0 0 0,0 0 0 0 0,0 0 0 0 0,0 1 0 0 0,0-1 0 0 0,6-1 0 0 0,0 1-4 0 0,-1 0-1 0 0,1 0 0 0 0,0 1 0 0 0,0 0 0 0 0,0 1 0 0 0,14 1 0 0 0,-14 0 105 0 0,0 1 0 0 0,0 0 1 0 0,-1 1-1 0 0,1 0 0 0 0,-1 1 0 0 0,0 0 1 0 0,0 0-1 0 0,0 1 0 0 0,0 0 1 0 0,-1 1-1 0 0,0 0 0 0 0,0 0 0 0 0,-1 0 1 0 0,1 1-1 0 0,-2 1 0 0 0,1-1 0 0 0,-1 1 1 0 0,0 0-1 0 0,0 0 0 0 0,-1 1 0 0 0,0-1 1 0 0,-1 1-1 0 0,0 1 0 0 0,0-1 1 0 0,-1 0-1 0 0,0 1 0 0 0,0 0 0 0 0,-1-1 1 0 0,-1 1-1 0 0,0 0 0 0 0,0 0 0 0 0,-1 0 1 0 0,0 0-1 0 0,-1 0 0 0 0,0 0 0 0 0,0 0 1 0 0,-1 0-1 0 0,-1 0 0 0 0,1-1 0 0 0,-1 1 1 0 0,-7 11-1 0 0,4-8-109 0 0,-1-2 0 0 0,0 1 0 0 0,-1-1 0 0 0,0 0 0 0 0,-1-1 0 0 0,0 0 0 0 0,0 0 0 0 0,-1-1 0 0 0,-1 0 0 0 0,1-1 0 0 0,-17 10 0 0 0,19-14 0 0 0,0 0 0 0 0,0-1 0 0 0,-1 0 0 0 0,1 0 0 0 0,-1-1 0 0 0,1 0 0 0 0,-1 0 0 0 0,0-1 0 0 0,0 0 0 0 0,1-1 0 0 0,-1 0 0 0 0,0 0 0 0 0,0-1 0 0 0,0 0 0 0 0,1-1 0 0 0,-1 1 0 0 0,0-2 0 0 0,-11-4 0 0 0,-64-28-4032 0 0,-41-15-9158 0 0,93 41 49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05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0 908 0 0,'0'0'10526'0'0,"-6"4"-8325"0"0,2-3 4712 0 0,3-2-6840 0 0,1 1 1 0 0,0 0-1 0 0,-1 0 1 0 0,1 0 0 0 0,0-1-1 0 0,-1 1 1 0 0,1 0-1 0 0,0 0 1 0 0,-1 0-1 0 0,1 0 1 0 0,0 0-1 0 0,-1 0 1 0 0,1 0-1 0 0,-1 0 1 0 0,1 0-1 0 0,0 0 1 0 0,-1 0-1 0 0,1 0 1 0 0,-1 0 0 0 0,1 0-1 0 0,0 0 1 0 0,-1 0-1 0 0,1 0 1 0 0,0 0-1 0 0,-1 0 1 0 0,1 1-1 0 0,0-1 1 0 0,-1 0-1 0 0,1 0 1 0 0,0 0-1 0 0,-1 1 1 0 0,1-1-1 0 0,0 0 1 0 0,0 0 0 0 0,-1 1-1 0 0,1-1 1 0 0,0 0-1 0 0,-1 1 1 0 0,7 16 898 0 0,28 28-882 0 0,-26-36 422 0 0,41 50 55 0 0,2-2 0 0 0,3-2 0 0 0,81 63 0 0 0,-121-107-524 0 0,2 2 86 0 0,26 17 0 0 0,-40-29-77 0 0,1 4 879 0 0,-3-5-1103 0 0,0 0 0 0 0,0 0 1 0 0,1 0-1 0 0,-1 0 0 0 0,0 0 0 0 0,0 0 0 0 0,0 0 0 0 0,1 0 0 0 0,-1 0 0 0 0,0 0 0 0 0,0 0 0 0 0,1 0 0 0 0,-1 0 0 0 0,0 0 0 0 0,0 0 0 0 0,0 0 0 0 0,1 0 0 0 0,-1 0 1 0 0,0 0-1 0 0,0 0 0 0 0,0 0 0 0 0,1 0 0 0 0,-1-1 0 0 0,0 1 0 0 0,0 0 0 0 0,0 0 0 0 0,0 0 0 0 0,1 0 0 0 0,-1 0 0 0 0,0-1 0 0 0,0 1 0 0 0,0 0 0 0 0,0 0 0 0 0,0 0 1 0 0,0-1-1 0 0,1 1 0 0 0,-1 0 0 0 0,0 0 0 0 0,0 0 0 0 0,0-1 0 0 0,0 1 0 0 0,0 0 0 0 0,0 0 0 0 0,0 0 0 0 0,0-1 0 0 0,0 1 0 0 0,0 0 0 0 0,0 0 0 0 0,0 0 1 0 0,0-1-1 0 0,0 1 0 0 0,0 0 0 0 0,0 0 0 0 0,0-1 0 0 0,0 1 0 0 0,-1 0 0 0 0,1 0 0 0 0,0 0 0 0 0,0-1 0 0 0,0 1 0 0 0,0 0 0 0 0,0 0 0 0 0,0 0 0 0 0,-1 0 0 0 0,1-1 1 0 0,0 1-1 0 0,0 0 0 0 0,0 0 0 0 0,-1 0 0 0 0,0-2-615 0 0,0 0-252 0 0,-2-2-4314 0 0,-4-6-1571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06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44 1620 0 0,'0'-10'3962'0'0,"0"8"-832"0"0,0 0-2572 0 0,0 1 1 0 0,0-1-1 0 0,0 0 0 0 0,0 1 0 0 0,-1-1 0 0 0,1 1 1 0 0,0-1-1 0 0,-1 1 0 0 0,1-1 0 0 0,-1 1 0 0 0,1 0 1 0 0,-1-1-1 0 0,0 1 0 0 0,0 0 0 0 0,0-1 1 0 0,-1-1-1 0 0,1 2-481 0 0,0 1 0 0 0,0-1 1 0 0,-1 1-1 0 0,1-1 0 0 0,0 1 1 0 0,0 0-1 0 0,0-1 0 0 0,0 1 0 0 0,0 0 1 0 0,0 0-1 0 0,0 0 0 0 0,0 0 1 0 0,-1 0-1 0 0,1 0 0 0 0,0 0 0 0 0,0 0 1 0 0,0 0-1 0 0,0 1 0 0 0,0-1 1 0 0,0 0-1 0 0,0 1 0 0 0,0-1 0 0 0,0 1 1 0 0,0-1-1 0 0,0 1 0 0 0,0 0 1 0 0,0-1-1 0 0,-1 2 0 0 0,-13 8-23 0 0,0 1-1 0 0,1 1 1 0 0,-24 25 0 0 0,-36 51 233 0 0,33-37 28 0 0,-45 50 353 0 0,-140 216 0 0 0,189-259-488 0 0,34-53 142 0 0,0 0 0 0 0,0 1 0 0 0,-1-1 0 0 0,0 0 0 0 0,0 0 0 0 0,-4 4 0 0 0,7-8 299 0 0,0 0-1785 0 0,-2 5 4037 0 0,1-1-4851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09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79 117 372 0 0,'0'0'3761'0'0,"-5"-5"2339"0"0,4 17-5186 0 0,0 0 0 0 0,2 20 0 0 0,-3 24 57 0 0,-30 189 824 0 0,24-197-1643 0 0,-13 93 234 0 0,19-122 1167 0 0,-1-19-712 0 0,0-7-701 0 0,3 3-116 0 0,-1 0 0 0 0,0 0-1 0 0,1 0 1 0 0,0 0 0 0 0,0 0 0 0 0,0 0 0 0 0,1 0-1 0 0,1-7 1 0 0,0-3 13 0 0,7-68-10 0 0,5 0 1 0 0,2 2-1 0 0,5 0 0 0 0,36-95 0 0 0,-9 69-123 0 0,-47 106 95 0 0,-1-1-1 0 0,0 1 0 0 0,1-1 1 0 0,-1 1-1 0 0,0-1 0 0 0,1 1 1 0 0,-1-1-1 0 0,1 1 0 0 0,-1-1 1 0 0,0 1-1 0 0,1 0 0 0 0,-1-1 1 0 0,1 1-1 0 0,-1 0 1 0 0,1-1-1 0 0,0 1 0 0 0,-1 0 1 0 0,1 0-1 0 0,-1 0 0 0 0,1-1 1 0 0,-1 1-1 0 0,1 0 0 0 0,0 0 1 0 0,-1 0-1 0 0,1 0 0 0 0,-1 0 1 0 0,1 0-1 0 0,0 0 0 0 0,-1 0 1 0 0,1 0-1 0 0,-1 1 0 0 0,1-1 1 0 0,-1 0-1 0 0,2 1 0 0 0,-1-1 3 0 0,1 0 0 0 0,-1 1 0 0 0,1 0 1 0 0,-1-1-1 0 0,0 1 0 0 0,0 0 0 0 0,1 0 0 0 0,-1 0 0 0 0,0 0 0 0 0,0 0 0 0 0,0 0 0 0 0,0 0 0 0 0,1 1 0 0 0,3 8 9 0 0,-1 1 1 0 0,0 0-1 0 0,0-1 1 0 0,-1 1-1 0 0,0 0 0 0 0,-1 1 1 0 0,1 18-1 0 0,-1 82 170 0 0,-19 244 349 0 0,16-328-990 0 0,4 42 0 0 0,-3-68-205 0 0,2-3-3626 0 0,-1 1 3994 0 0,0-1 1 0 0,0 1-1 0 0,0-1 0 0 0,-1 1 0 0 0,1-1 1 0 0,0 1-1 0 0,0-1 0 0 0,-1 0 1 0 0,1 1-1 0 0,-1-1 0 0 0,1 0 1 0 0,-1 1-1 0 0,1-1 0 0 0,-1 0 1 0 0,1 0-1 0 0,-1 0 0 0 0,1 0 0 0 0,-1 1 1 0 0,0-1-1 0 0,1-1 0 0 0,-1-7-5019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09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72 107 2500 0 0,'-52'-1'7344'0'0,"50"1"-6542"0"0,-3 0 94 0 0,4 0-807 0 0,0 0 0 0 0,1 0-1 0 0,-1 0 1 0 0,1 0 0 0 0,-1 0 0 0 0,0 0-1 0 0,1 0 1 0 0,-1 0 0 0 0,0 0 0 0 0,1 0-1 0 0,-1 0 1 0 0,1 0 0 0 0,-1 0 0 0 0,0 0 0 0 0,1-1-1 0 0,-1 1 1 0 0,1 0 0 0 0,-2-1 0 0 0,2 0-68 0 0,1 1 0 0 0,-1-1 0 0 0,0 0 0 0 0,0 1 1 0 0,0-1-1 0 0,1 0 0 0 0,-1 0 0 0 0,0 1 1 0 0,1-1-1 0 0,-1 1 0 0 0,0-1 0 0 0,1 0 1 0 0,-1 1-1 0 0,1-1 0 0 0,-1 1 0 0 0,1-1 0 0 0,-1 1 1 0 0,1-1-1 0 0,0 1 0 0 0,-1-1 0 0 0,1 1 1 0 0,-1 0-1 0 0,1-1 0 0 0,0 1 0 0 0,0 0 0 0 0,0-1 1 0 0,29-13 108 0 0,-16 7-111 0 0,45-22-1322 0 0,1-1-4958 0 0,-44 22 2278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55 118 1680 0 0,'-10'-2'2498'0'0,"8"1"-333"0"0,0 1-240 0 0,-9-3-201 0 0,9 3-203 0 0,-7-3 612 0 0,3 2 1667 0 0,-4 0-3274 0 0,8 1 645 0 0,8-10-281 0 0,17-4-428 0 0,1 2 0 0 0,0 0 0 0 0,1 1 0 0 0,35-9 0 0 0,-58 19-442 0 0,22-8 70 0 0,-19 7 314 0 0,10-3-4213 0 0,1-5-8244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0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50 1184 0 0,'0'-12'6107'0'0,"0"7"-4124"0"0,0 1 0 0 0,-1-1 1 0 0,1 1-1 0 0,-1-1 0 0 0,-3-8 0 0 0,4 12-1112 0 0,-2 5-527 0 0,0 1-1 0 0,0 0 1 0 0,1 0-1 0 0,0-1 1 0 0,-1 9-1 0 0,1-12-286 0 0,-24 161 1992 0 0,18-54-5534 0 0,8-71-474 0 0,3-13-2897 0 0,0-9-668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0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108 237 2336 0 0,'0'0'2280'0'0,"-6"-5"865"0"0,3 3 1990 0 0,3 1-4995 0 0,0 1 1 0 0,-1 0-1 0 0,1 0 1 0 0,-1 0-1 0 0,1-1 0 0 0,-1 1 1 0 0,1 0-1 0 0,-1 0 1 0 0,1 0-1 0 0,-1 0 1 0 0,1 0-1 0 0,-1 0 0 0 0,1 0 1 0 0,-1 0-1 0 0,1 0 1 0 0,-1 0-1 0 0,1 0 1 0 0,-1 0-1 0 0,1 1 0 0 0,-1-1 1 0 0,1 0-1 0 0,-1 0 1 0 0,1 0-1 0 0,-1 1 0 0 0,1-1 1 0 0,-1 0-1 0 0,1 0 1 0 0,0 1-1 0 0,-1-1 1 0 0,1 1-1 0 0,0-1 0 0 0,-1 0 1 0 0,1 1-1 0 0,0-1 1 0 0,-1 1-1 0 0,1-1 1 0 0,0 0-1 0 0,0 1 0 0 0,-1-1 1 0 0,1 1-1 0 0,0-1 1 0 0,0 1-1 0 0,0-1 1 0 0,0 1-1 0 0,0-1 0 0 0,0 1 1 0 0,0-1-1 0 0,0 2 1 0 0,-5 35 818 0 0,3-21-62 0 0,-15 109 1031 0 0,-3 12-1090 0 0,-15 78-163 0 0,33-183 25 0 0,2-30-194 0 0,2-12-347 0 0,18-59-71 0 0,11-78 1 0 0,-4 15-111 0 0,81-235 16 0 0,-103 353 0 0 0,-4 7-9 0 0,1 1-1 0 0,0-1 1 0 0,1 1-1 0 0,-1 0 1 0 0,1 0-1 0 0,1 0 1 0 0,-1 0 0 0 0,8-9-1 0 0,-10 15 17 0 0,-1 0 0 0 0,1 0 0 0 0,0-1 0 0 0,-1 1 0 0 0,1 0 0 0 0,0 0 0 0 0,-1 0 0 0 0,1 0 0 0 0,-1 0 0 0 0,1 0-1 0 0,0 0 1 0 0,-1 1 0 0 0,1-1 0 0 0,0 0 0 0 0,-1 0 0 0 0,1 0 0 0 0,-1 1 0 0 0,1-1 0 0 0,-1 0 0 0 0,1 0 0 0 0,-1 1 0 0 0,1-1 0 0 0,-1 1 0 0 0,1-1 0 0 0,-1 0 0 0 0,1 1 0 0 0,-1-1-1 0 0,1 1 1 0 0,-1-1 0 0 0,0 1 0 0 0,1 0 0 0 0,13 17 19 0 0,-7-8 83 0 0,-1 1-1 0 0,-1 0 1 0 0,0 0 0 0 0,0 1 0 0 0,5 22-1 0 0,9 64 969 0 0,-15-72-798 0 0,34 384 2237 0 0,-35-366-2424 0 0,3 16-43 0 0,-6-49-2411 0 0,1-18-3443 0 0,-2-9-577 0 0,1 7 5400 0 0,-3-1-4225 0 0,0-3-2707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1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75 182 2876 0 0,'-63'-8'12197'0'0,"60"8"-11400"0"0,3 0-759 0 0,0-1 0 0 0,0 1 0 0 0,0 0 0 0 0,0 0 0 0 0,0 0 0 0 0,0-1 0 0 0,0 1 0 0 0,-1 0 0 0 0,1 0 0 0 0,0 0 0 0 0,0 0 0 0 0,0-1 0 0 0,0 1 0 0 0,-1 0 0 0 0,1 0-1 0 0,0 0 1 0 0,0 0 0 0 0,0 0 0 0 0,-1 0 0 0 0,1-1 0 0 0,0 1 0 0 0,0 0 0 0 0,0 0 0 0 0,-1 0 0 0 0,1 0 0 0 0,0 0 0 0 0,0 0 0 0 0,-1 0 0 0 0,1 0 0 0 0,0 0 0 0 0,-1 0 0 0 0,-2-1 430 0 0,9-5-102 0 0,16-7-78 0 0,1 1 0 0 0,0 1-1 0 0,39-14 1 0 0,1 0-854 0 0,20-10-2630 0 0,-14 6-3769 0 0,-38 17 1026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1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36 2976 0 0,'-65'23'14800'0'0,"64"-22"-13976"0"0,-13 3 1486 0 0,56-19-1368 0 0,48-16-4260 0 0,-30 16-6013 0 0,-47 13 2532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2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72 976 0 0,'-24'15'5517'0'0,"-28"18"3838"0"0,50-32-8786 0 0,4 2 97 0 0,-2-3-654 0 0,0 1 1 0 0,0-1-1 0 0,0 0 1 0 0,0 0-1 0 0,0 0 1 0 0,0 1-1 0 0,0-1 1 0 0,0 0-1 0 0,0 0 1 0 0,0 0-1 0 0,0 0 1 0 0,0 1-1 0 0,0-1 1 0 0,0 0-1 0 0,0 0 1 0 0,0 0-1 0 0,0 1 1 0 0,0-1-1 0 0,1 0 1 0 0,-1 0-1 0 0,0 0 1 0 0,0 0-1 0 0,0 0 1 0 0,0 1-1 0 0,0-1 1 0 0,0 0-1 0 0,1 0 1 0 0,-1 0-1 0 0,0 0 1 0 0,0 0-1 0 0,0 0 1 0 0,1 0-1 0 0,-1 0 1 0 0,0 1-1 0 0,0-1 1 0 0,0 0-1 0 0,0 0 0 0 0,1 0 1 0 0,-1 0-1 0 0,0 0 1 0 0,30-3-119 0 0,-1-1 0 0 0,1-1 1 0 0,-1-2-1 0 0,0-1 0 0 0,29-12 1 0 0,-17 7-993 0 0,98-38-6432 0 0,-99 33 1601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2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9 3488 0 0,'1'-1'5294'0'0,"-2"-7"2254"0"0,-5 17-6681 0 0,1 0-1 0 0,0 0 1 0 0,0 0-1 0 0,1 0 1 0 0,0 1 0 0 0,1 0-1 0 0,-4 15 1 0 0,2-9-141 0 0,-16 61 2264 0 0,-13 92 0 0 0,2 81-931 0 0,22-162-1613 0 0,7-53-165 0 0,1-30-269 0 0,1-12-9 0 0,-1-11-6 0 0,6-73-314 0 0,4 0 0 0 0,27-126 0 0 0,-2 79 57 0 0,-26 115 216 0 0,0 1 0 0 0,2 1-1 0 0,0-1 1 0 0,13-19 0 0 0,-21 39 39 0 0,0 0 0 0 0,0 0 1 0 0,1 1-1 0 0,-1-1 0 0 0,0 0 0 0 0,0 1 1 0 0,1-1-1 0 0,-1 1 0 0 0,1 0 0 0 0,-1-1 1 0 0,1 1-1 0 0,0 0 0 0 0,0 0 0 0 0,-1 0 0 0 0,1 0 1 0 0,3-1-1 0 0,-4 2 4 0 0,1 0 1 0 0,-1 0-1 0 0,0 0 1 0 0,1 0-1 0 0,-1 0 1 0 0,0 0-1 0 0,1 1 1 0 0,-1-1-1 0 0,0 0 1 0 0,0 1-1 0 0,1-1 1 0 0,-1 1-1 0 0,0-1 1 0 0,0 1-1 0 0,0-1 1 0 0,0 1-1 0 0,0 0 1 0 0,0 0-1 0 0,2 1 1 0 0,1 2 5 0 0,0 1-1 0 0,0 1 1 0 0,0-1-1 0 0,0 1 1 0 0,-1-1 0 0 0,0 1-1 0 0,0 0 1 0 0,3 8 0 0 0,17 60 45 0 0,-3 0 1 0 0,15 111-1 0 0,-25-127-36 0 0,9 32-2494 0 0,-11-56-885 0 0,-6-23 1273 0 0,-2-2-2260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2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82 207 1584 0 0,'-35'-11'7793'0'0,"-11"-3"1156"0"0,46 13-8927 0 0,0 1 0 0 0,0-1-1 0 0,0 1 1 0 0,0 0 0 0 0,0-1 0 0 0,0 1 0 0 0,0-1 0 0 0,0 1 0 0 0,0 0 0 0 0,0-1 0 0 0,1 1 0 0 0,-1 0 0 0 0,0-1 0 0 0,0 1 0 0 0,1 0 0 0 0,-1-1-1 0 0,0 1 1 0 0,0 0 0 0 0,1 0 0 0 0,-1-1 0 0 0,0 1 0 0 0,1 0 0 0 0,-1 0 0 0 0,0-1 0 0 0,1 1 0 0 0,-1 0 0 0 0,0 0 0 0 0,1 0 0 0 0,0-1 0 0 0,13-7 149 0 0,-14 7-162 0 0,36-16 123 0 0,109-54-3032 0 0,-52 16-5384 0 0,-65 35 2576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2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92 112 0 0,'0'0'2850'0'0,"-9"-18"9055"0"0,12 15-11704 0 0,1 1 0 0 0,-1 0 0 0 0,1 0 0 0 0,0 0 0 0 0,0 0 0 0 0,0 1 0 0 0,0-1 0 0 0,0 1 0 0 0,7-1 0 0 0,9-4-66 0 0,38-15-3011 0 0,-22 2-3658 0 0,-23 10 1336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3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18 616 0 0,'0'-17'11032'0'0,"-6"25"-4412"0"0,-10 28-2338 0 0,-9 67-614 0 0,2 56-2610 0 0,18-116-807 0 0,-11 121-2251 0 0,15-134-1865 0 0,5 48 1 0 0,3-43-4154 0 0,-2-22 642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3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177 218 436 0 0,'1'-1'3946'0'0,"4"-6"1783"0"0,-5 7-5567 0 0,1 0 0 0 0,-1-1 1 0 0,0 1-1 0 0,0 0 0 0 0,0 0 0 0 0,0 0 1 0 0,0-1-1 0 0,0 1 0 0 0,0 0 0 0 0,0 0 1 0 0,0 0-1 0 0,0 0 0 0 0,1-1 0 0 0,-1 1 1 0 0,0 0-1 0 0,0 0 0 0 0,0 0 0 0 0,0 0 0 0 0,0 0 1 0 0,1 0-1 0 0,-1 0 0 0 0,0-1 0 0 0,0 1 1 0 0,0 0-1 0 0,1 0 0 0 0,-1 0 0 0 0,0 0 1 0 0,0 0-1 0 0,0 0 0 0 0,1 0 0 0 0,-1 0 1 0 0,0 0-1 0 0,0 0 0 0 0,0 0 0 0 0,0 0 1 0 0,1 0-1 0 0,-1 0 0 0 0,0 0 0 0 0,0 0 0 0 0,0 0 1 0 0,1 0-1 0 0,-1 1 0 0 0,0-1 0 0 0,0 0 1 0 0,0 0-1 0 0,0 0 0 0 0,1 0 0 0 0,-1 0 1 0 0,0 0-1 0 0,0 0 0 0 0,0 1 0 0 0,0-1 1 0 0,0 0-1 0 0,1 0 0 0 0,-1 0 0 0 0,0 0 1 0 0,0 1-1 0 0,0-1 0 0 0,0 0 0 0 0,0 0 0 0 0,3 21 3407 0 0,-6 25-1102 0 0,-7 32 166 0 0,-32 169 147 0 0,32-207-2224 0 0,8-42-558 0 0,1 0 0 0 0,-1 0 0 0 0,1 0 0 0 0,0 0 1 0 0,0-1-1 0 0,0 1 0 0 0,0 0 0 0 0,0 0 0 0 0,0-1 0 0 0,0 1 0 0 0,1 0 0 0 0,-1-1 0 0 0,1 1 0 0 0,0-5 0 0 0,0-42-150 0 0,0 36 111 0 0,2-36-99 0 0,3 0 0 0 0,1 0 0 0 0,15-57 0 0 0,-14 82 105 0 0,0-1 0 0 0,2 1 0 0 0,1 0-1 0 0,1 1 1 0 0,0 1 0 0 0,2-1 0 0 0,1 2 0 0 0,16-21 0 0 0,-23 36 24 0 0,0-1 0 0 0,0 1-1 0 0,1 0 1 0 0,-1 0 0 0 0,1 0 0 0 0,0 1-1 0 0,1 1 1 0 0,-1 0 0 0 0,11-4-1 0 0,-17 7 9 0 0,0 1 0 0 0,0 0-1 0 0,0 0 1 0 0,0-1-1 0 0,1 1 1 0 0,-1 0 0 0 0,0 1-1 0 0,0-1 1 0 0,0 0-1 0 0,0 1 1 0 0,0-1-1 0 0,0 1 1 0 0,0-1 0 0 0,0 1-1 0 0,0 0 1 0 0,3 2-1 0 0,-1-2-4 0 0,-1 1 0 0 0,1 0 0 0 0,-1 1-1 0 0,0-1 1 0 0,0 0 0 0 0,0 1 0 0 0,5 5-1 0 0,-6-4-6 0 0,1 1 0 0 0,-1-1 0 0 0,-1 0-1 0 0,1 1 1 0 0,-1-1 0 0 0,1 1-1 0 0,-1-1 1 0 0,0 1 0 0 0,-1 0-1 0 0,1-1 1 0 0,-1 1 0 0 0,0 0-1 0 0,0-1 1 0 0,-1 1 0 0 0,1 0 0 0 0,-1-1-1 0 0,0 1 1 0 0,0-1 0 0 0,-1 1-1 0 0,1-1 1 0 0,-4 6 0 0 0,0 2-44 0 0,0-1 0 0 0,-1 0 1 0 0,-1 0-1 0 0,0-1 0 0 0,0 0 1 0 0,-16 16-1 0 0,17-21 82 0 0,-8 9-193 0 0,13-14 168 0 0,1 1-1 0 0,0-1 1 0 0,0 0-1 0 0,0 0 1 0 0,0 1 0 0 0,0-1-1 0 0,0 0 1 0 0,0 0-1 0 0,-1 1 1 0 0,1-1-1 0 0,0 0 1 0 0,0 1 0 0 0,0-1-1 0 0,0 0 1 0 0,0 0-1 0 0,0 1 1 0 0,0-1-1 0 0,1 0 1 0 0,-1 1 0 0 0,0-1-1 0 0,0 0 1 0 0,0 0-1 0 0,0 1 1 0 0,0-1-1 0 0,0 0 1 0 0,0 0 0 0 0,1 1-1 0 0,-1-1 1 0 0,0 0-1 0 0,0 0 1 0 0,0 1 0 0 0,1-1-1 0 0,-1 0 1 0 0,0 0-1 0 0,0 0 1 0 0,1 0-1 0 0,-1 1 1 0 0,0-1 0 0 0,0 0-1 0 0,1 0 1 0 0,-1 0-1 0 0,0 0 1 0 0,0 0-1 0 0,1 0 1 0 0,-1 0 0 0 0,0 0-1 0 0,1 0 1 0 0,-1 0-1 0 0,0 0 1 0 0,0 0-1 0 0,1 0 1 0 0,-1 0 0 0 0,0 0-1 0 0,1 0 1 0 0,-1 0-1 0 0,0 0 1 0 0,0 0-1 0 0,1 0 1 0 0,11 2 1 0 0,-1 0 1 0 0,0 2-1 0 0,0-1 1 0 0,0 1-1 0 0,0 1 0 0 0,0 0 1 0 0,-1 0-1 0 0,0 1 0 0 0,0 1 1 0 0,-1-1-1 0 0,1 2 0 0 0,10 10 1 0 0,-15-13 32 0 0,-1-1 0 0 0,0 2 0 0 0,0-1 0 0 0,0 0 0 0 0,0 1 0 0 0,-1-1 0 0 0,0 1 0 0 0,0 0 0 0 0,-1 0 0 0 0,3 10 0 0 0,-4-12 33 0 0,0 1-1 0 0,0-1 1 0 0,-1 1 0 0 0,0-1 0 0 0,0 1 0 0 0,0-1-1 0 0,-1 0 1 0 0,1 1 0 0 0,-1-1 0 0 0,0 1 0 0 0,0-1-1 0 0,-1 0 1 0 0,1 0 0 0 0,-1 1 0 0 0,0-1 0 0 0,-4 6 0 0 0,2-3 19 0 0,-1-1 1 0 0,0 0 0 0 0,0 0 0 0 0,0 0 0 0 0,-1 0 0 0 0,1-1 0 0 0,-1 0 0 0 0,-1 0 0 0 0,1-1 0 0 0,-1 1 0 0 0,-12 5 0 0 0,9-6 65 0 0,0-1 1 0 0,0 0-1 0 0,0 0 1 0 0,0-1-1 0 0,-1 0 0 0 0,1-1 1 0 0,-20 0-1 0 0,8-2-418 0 0,0-1 0 0 0,1-1 0 0 0,-23-5-1 0 0,-58-22-5542 0 0,38 13-1242 0 0,21 10-1303 0 0,18 5-255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4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77 1392 0 0,'-1'0'3366'0'0,"-6"6"2272"0"0,-2 4-223 0 0,9-10-5340 0 0,0 0 1 0 0,0 0-1 0 0,0 0 1 0 0,0 0-1 0 0,0 0 0 0 0,0 0 1 0 0,0 0-1 0 0,0 1 0 0 0,0-1 1 0 0,0 0-1 0 0,0 0 1 0 0,0 0-1 0 0,0 0 0 0 0,0 0 1 0 0,0 0-1 0 0,0 0 1 0 0,0 0-1 0 0,0 1 0 0 0,0-1 1 0 0,0 0-1 0 0,0 0 0 0 0,0 0 1 0 0,0 0-1 0 0,1 0 1 0 0,-1 0-1 0 0,0 0 0 0 0,0 0 1 0 0,0 0-1 0 0,0 0 0 0 0,0 0 1 0 0,0 0-1 0 0,0 0 1 0 0,0 0-1 0 0,1 1 0 0 0,-1-1 1 0 0,0 0-1 0 0,0 0 0 0 0,0 0 1 0 0,0 0-1 0 0,0 0 1 0 0,0 0-1 0 0,0 0 0 0 0,0 0 1 0 0,1 0-1 0 0,-1 0 0 0 0,0 0 1 0 0,0-1-1 0 0,0 1 1 0 0,0 0-1 0 0,25-5 1340 0 0,81-27-779 0 0,18-4-1132 0 0,-42 15-5175 0 0,-79 20 4522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4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2100 0 0,'-13'8'4747'0'0,"4"3"-3046"0"0,1 0 1 0 0,0 1-1 0 0,1 0 0 0 0,-11 25 1 0 0,11-17-1117 0 0,1 0 0 0 0,0 0 1 0 0,1 1-1 0 0,-3 40 0 0 0,5 53 0 0 0,1-14-4149 0 0,1-95 2498 0 0,1-1-1 0 0,-1 0 0 0 0,-1 1 0 0 0,1-1 0 0 0,0 0 0 0 0,-1 0 0 0 0,-3 7 1 0 0,1-4-3297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4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47 163 1464 0 0,'-2'2'2282'0'0,"-34"19"7034"0"0,35-20-8596 0 0,1-1-631 0 0,-1 0 1 0 0,1 0-1 0 0,0 0 1 0 0,-1 0-1 0 0,1 0 1 0 0,0 0-1 0 0,-1 0 1 0 0,1 1-1 0 0,0-1 1 0 0,0 0-1 0 0,-1 0 1 0 0,1 0 0 0 0,0 0-1 0 0,-1 0 1 0 0,1 1-1 0 0,0-1 1 0 0,0 0-1 0 0,-1 0 1 0 0,1 1-1 0 0,0-1 1 0 0,0 0-1 0 0,0 0 1 0 0,0 1-1 0 0,-1-1 1 0 0,1 0-1 0 0,0 0 1 0 0,0 1-1 0 0,0-1 1 0 0,0 0-1 0 0,0 1 1 0 0,0-1-1 0 0,0 0 1 0 0,-1 0-1 0 0,1 1 1 0 0,0 0-1 0 0,1-1-41 0 0,-1 0-1 0 0,0 1 1 0 0,0-1-1 0 0,0 0 1 0 0,1 1-1 0 0,-1-1 1 0 0,0 0-1 0 0,0 1 1 0 0,1-1-1 0 0,-1 0 0 0 0,0 1 1 0 0,0-1-1 0 0,1 0 1 0 0,-1 0-1 0 0,0 1 1 0 0,1-1-1 0 0,-1 0 1 0 0,1 0-1 0 0,-1 0 1 0 0,0 1-1 0 0,1-1 1 0 0,-1 0-1 0 0,1 0 1 0 0,-1 0-1 0 0,0 0 1 0 0,1 0-1 0 0,-1 0 1 0 0,1 0-1 0 0,-1 0 1 0 0,0 0-1 0 0,1 0 1 0 0,-1 0-1 0 0,1 0 1 0 0,-1 0-1 0 0,0 0 1 0 0,2-1-1 0 0,54-11 522 0 0,-1-2-1 0 0,96-38 1 0 0,-107 35-1316 0 0,72-30-2638 0 0,-97 37-648 0 0,34-22-1 0 0,-33 17-1830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5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32 3112 0 0,'-4'-12'7190'0'0,"-4"0"-3564"0"0,3 5 2506 0 0,9 25-3472 0 0,6 9-1686 0 0,0 0 1 0 0,27 47-1 0 0,-18-36-694 0 0,32 60 413 0 0,-26-50-2253 0 0,-1 0-4766 0 0,-17-40 2326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5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29 2132 0 0,'-6'-14'7174'0'0,"5"13"-6953"0"0,1 0 0 0 0,0 0 0 0 0,-1 0-1 0 0,0 1 1 0 0,1-1 0 0 0,-1 0 0 0 0,1 0 0 0 0,-1 1-1 0 0,0-1 1 0 0,1 0 0 0 0,-1 1 0 0 0,0-1 0 0 0,0 0-1 0 0,0 1 1 0 0,1-1 0 0 0,-1 1 0 0 0,0 0-1 0 0,0-1 1 0 0,0 1 0 0 0,0 0 0 0 0,0-1 0 0 0,0 1-1 0 0,0 0 1 0 0,0 0 0 0 0,0 0 0 0 0,0 0 0 0 0,0 0-1 0 0,0 0 1 0 0,0 0 0 0 0,-1 0 0 0 0,-1 1-33 0 0,1 0 0 0 0,-1 0 0 0 0,1 1-1 0 0,-1-1 1 0 0,1 1 0 0 0,-1-1 0 0 0,1 1 0 0 0,0 0 0 0 0,-1 0 0 0 0,-1 3 0 0 0,-27 27 286 0 0,2 1 1 0 0,1 2-1 0 0,2 0 1 0 0,1 2-1 0 0,2 1 1 0 0,-34 77-1 0 0,57-115-521 0 0,-6 15-425 0 0,-7 29 0 0 0,10-14-2423 0 0,3-28 1986 0 0,1 1 0 0 0,-1-1-1 0 0,0 1 1 0 0,1-1 0 0 0,0 1 0 0 0,0-1 0 0 0,0 1 0 0 0,2 3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5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70 140 0 0,'-1'0'8631'0'0,"-8"-4"-1938"0"0,9 4-6604 0 0,0 0 0 0 0,0 0 0 0 0,0 0-1 0 0,-1 0 1 0 0,1 0 0 0 0,0 0 0 0 0,0-1 0 0 0,0 1 0 0 0,-1 0-1 0 0,1 0 1 0 0,0 0 0 0 0,0 0 0 0 0,0 0 0 0 0,0-1 0 0 0,-1 1-1 0 0,1 0 1 0 0,0 0 0 0 0,0 0 0 0 0,0-1 0 0 0,0 1 0 0 0,0 0-1 0 0,0 0 1 0 0,0-1 0 0 0,0 1 0 0 0,0 0 0 0 0,-1 0 0 0 0,1 0-1 0 0,0-1 1 0 0,0 1 0 0 0,0 0 0 0 0,0 0 0 0 0,0-1 0 0 0,1 1-1 0 0,-1 0 1 0 0,0-1 0 0 0,8-5 1001 0 0,20-4-1093 0 0,-23 8 287 0 0,-1 1-322 0 0,94-27-266 0 0,-35 17-7571 0 0,-59 11 3979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5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44 3452 0 0,'-24'21'6443'0'0,"13"-11"-3291"0"0,0 0 1 0 0,-17 10-1 0 0,27-20-1405 0 0,2 1-1704 0 0,0 0 0 0 0,1-1 1 0 0,-1 1-1 0 0,1-1 1 0 0,-1 0-1 0 0,0 1 1 0 0,1-1-1 0 0,-1 0 1 0 0,1 0-1 0 0,-1 0 0 0 0,0 0 1 0 0,1 0-1 0 0,-1 0 1 0 0,1 0-1 0 0,-1 0 1 0 0,0-1-1 0 0,1 1 1 0 0,1-1-1 0 0,27-10 187 0 0,-29 11-226 0 0,62-23-867 0 0,22-9-3342 0 0,-31 5-3395 0 0,-32 13 514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6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85 1536 0 0,'-10'-10'10123'0'0,"1"9"-5124"0"0,8 2-4836 0 0,0 0 1 0 0,0 0 0 0 0,0 0 0 0 0,0 0-1 0 0,1 0 1 0 0,-1 0 0 0 0,0 0-1 0 0,0 0 1 0 0,1 0 0 0 0,-1 1 0 0 0,1-1-1 0 0,-1 0 1 0 0,1 0 0 0 0,-1 1 0 0 0,1-1-1 0 0,-1 2 1 0 0,-12 62 2280 0 0,-5 78 0 0 0,2-12-1402 0 0,-4 5 129 0 0,20-133-874 0 0,-10-19-215 0 0,7-4-200 0 0,2 0 0 0 0,0 0 0 0 0,1 0 0 0 0,4-35 0 0 0,-2 36 39 0 0,1-15 2 0 0,2 0 0 0 0,2 0 0 0 0,0 1 0 0 0,3 0 0 0 0,0 1 0 0 0,3-1 0 0 0,0 2 0 0 0,26-43 0 0 0,-30 58 68 0 0,-5 8-13 0 0,1 1 0 0 0,0-1-1 0 0,10-10 1 0 0,-14 17 18 0 0,-1 1 0 0 0,1-1-1 0 0,-1 0 1 0 0,1 1 0 0 0,0-1 0 0 0,-1 1-1 0 0,1-1 1 0 0,0 1 0 0 0,-1-1 0 0 0,1 1-1 0 0,0 0 1 0 0,0-1 0 0 0,0 1 0 0 0,-1 0 0 0 0,1 0-1 0 0,0 0 1 0 0,0-1 0 0 0,0 1 0 0 0,0 0-1 0 0,-1 0 1 0 0,1 0 0 0 0,0 0 0 0 0,0 0-1 0 0,0 1 1 0 0,0-1 0 0 0,1 0 0 0 0,-1 1 2 0 0,1 0-1 0 0,-1 0 1 0 0,1 0 0 0 0,-1 0-1 0 0,1 0 1 0 0,-1 1 0 0 0,0-1 0 0 0,0 0-1 0 0,1 1 1 0 0,-1-1 0 0 0,1 3-1 0 0,3 4 35 0 0,-1 0 0 0 0,0 1-1 0 0,4 13 1 0 0,-3-5 66 0 0,-1 1 0 0 0,0 0 1 0 0,-2 0-1 0 0,2 34 0 0 0,-9 73 209 0 0,3-108-280 0 0,-4 51 82 0 0,-2 21-371 0 0,9-30-3995 0 0,2-47 2193 0 0,-2-5-1508 0 0,0-2-3171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6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69 135 3152 0 0,'-3'-1'2771'0'0,"-49"-6"8370"0"0,50 6-10438 0 0,-10-4 1018 0 0,14 3-1657 0 0,-1 0 0 0 0,1 1 0 0 0,0-1 1 0 0,-1 0-1 0 0,1 0 0 0 0,0 1 0 0 0,0-1 1 0 0,0 1-1 0 0,0-1 0 0 0,0 1 0 0 0,4-1 0 0 0,31-16 59 0 0,-26 13-173 0 0,63-30-3022 0 0,-28 6-5132 0 0,-30 16 1553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97 660 0 0,'0'0'5603'0'0,"-16"-13"4768"0"0,23 7-10249 0 0,1 1-1 0 0,0-1 1 0 0,1 2-1 0 0,-1-1 1 0 0,1 1-1 0 0,16-5 1 0 0,21-10-3968 0 0,-18 2-2560 0 0,-18 8 1577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7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12 180 0 0,'1'-1'5932'0'0,"0"-6"-5082"0"0,-1 3 4808 0 0,1 14 2942 0 0,1 18-5371 0 0,0 52-2455 0 0,-26 146 617 0 0,6-85-4716 0 0,18-136 2599 0 0,-3 43-3532 0 0,4-45 3083 0 0,-1 0 0 0 0,0 0 0 0 0,1 0 0 0 0,-1 0 0 0 0,1 0 0 0 0,0 0 0 0 0,2 5 0 0 0,3 2-5326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7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38 828 0 0,'0'-1'3956'0'0,"0"-7"-1879"0"0,0 5 2608 0 0,0 3-4689 0 0,-4-21 9374 0 0,2 17-4556 0 0,1 17-5521 0 0,1 137 964 0 0,0-86-9918 0 0,0-59 5779 0 0,-2-2 2175 0 0,2-2 248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7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221 296 2848 0 0,'-1'-9'1070'0'0,"1"1"-1"0"0,-1-1 1 0 0,2 0 0 0 0,-1 1-1 0 0,1-1 1 0 0,0 1-1 0 0,1-1 1 0 0,0 1 0 0 0,5-13-1 0 0,-2 9-514 0 0,0 1 0 0 0,1 0-1 0 0,0 0 1 0 0,0 1 0 0 0,2-1-1 0 0,9-10 1 0 0,-7 10-382 0 0,0 0 0 0 0,1 1 1 0 0,1 0-1 0 0,0 1 0 0 0,0 0 0 0 0,0 1 0 0 0,1 1 0 0 0,1-1 1 0 0,-1 2-1 0 0,1 0 0 0 0,20-5 0 0 0,-33 10-155 0 0,1 0-1 0 0,0 1 1 0 0,0-1-1 0 0,-1 1 1 0 0,1 0-1 0 0,0-1 1 0 0,0 1-1 0 0,-1 0 1 0 0,1 0-1 0 0,0 0 1 0 0,0 0-1 0 0,-1 0 1 0 0,1 1-1 0 0,0-1 0 0 0,0 0 1 0 0,-1 1-1 0 0,1 0 1 0 0,0-1-1 0 0,-1 1 1 0 0,1 0-1 0 0,0 0 1 0 0,-1 0-1 0 0,1 0 1 0 0,-1 0-1 0 0,0 0 1 0 0,1 0-1 0 0,-1 0 1 0 0,0 0-1 0 0,0 1 1 0 0,0-1-1 0 0,1 1 1 0 0,-1-1-1 0 0,-1 1 1 0 0,3 2-1 0 0,-2 0 7 0 0,0 0 1 0 0,-1 0-1 0 0,1 0 0 0 0,-1-1 0 0 0,1 1 0 0 0,-1 0 1 0 0,0 0-1 0 0,-1 0 0 0 0,1 0 0 0 0,-1 0 0 0 0,0 0 0 0 0,0 0 1 0 0,0-1-1 0 0,-2 6 0 0 0,-13 23 84 0 0,-1 0 0 0 0,-31 42-1 0 0,35-54 43 0 0,12-19-70 0 0,13 15 295 0 0,-8-14-371 0 0,14 5 138 0 0,1 2 0 0 0,-1 0 0 0 0,0 1 1 0 0,-1 0-1 0 0,18 15 0 0 0,-32-22 4 0 0,0-1 1 0 0,0 1-1 0 0,0 0 1 0 0,0 0-1 0 0,0 0 0 0 0,-1 1 1 0 0,1-1-1 0 0,-1 1 1 0 0,0-1-1 0 0,0 1 1 0 0,0 0-1 0 0,0 0 1 0 0,-1 0-1 0 0,0 0 1 0 0,0 0-1 0 0,0 0 0 0 0,0 0 1 0 0,0 0-1 0 0,-1 0 1 0 0,0 1-1 0 0,0-1 1 0 0,0 0-1 0 0,0 0 1 0 0,-1 0-1 0 0,0 1 1 0 0,0-1-1 0 0,0 0 0 0 0,0 0 1 0 0,0 0-1 0 0,-1 0 1 0 0,0-1-1 0 0,-2 5 1 0 0,0-1 28 0 0,-1 1 0 0 0,0-1 0 0 0,0 0 0 0 0,0 0 0 0 0,-1 0 0 0 0,0-1 0 0 0,0 0 0 0 0,-1 0 0 0 0,0-1 0 0 0,-11 7 0 0 0,7-5-78 0 0,0-2 0 0 0,-1 1 0 0 0,0-2 0 0 0,0 1-1 0 0,-1-2 1 0 0,-16 4 0 0 0,2-3-652 0 0,0-1-1 0 0,-33-1 1 0 0,-50-6-4553 0 0,87 3 3375 0 0,-75-5-8161 0 0,43-1 998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8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36 2556 0 0,'-2'-2'2824'0'0,"-21"-30"10621"0"0,22 30-12509 0 0,2 7-825 0 0,1 0-1 0 0,-1-1 1 0 0,1 1-1 0 0,0-1 1 0 0,0 1-1 0 0,0-1 1 0 0,1 0-1 0 0,-1 0 1 0 0,1 0-1 0 0,0 0 1 0 0,6 6-1 0 0,3 6 74 0 0,18 26-25 0 0,130 176-324 0 0,-124-180-2670 0 0,-16-25-662 0 0,3-6-3881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8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439 97 2276 0 0,'-6'-20'2998'0'0,"5"14"-1961"0"0,-1-1 0 0 0,0 1 0 0 0,0 0 0 0 0,0 1 0 0 0,-1-1-1 0 0,0 0 1 0 0,0 1 0 0 0,0-1 0 0 0,-1 1 0 0 0,-7-9 0 0 0,10 14-946 0 0,0-1 0 0 0,0 0 0 0 0,0 1 0 0 0,-1-1-1 0 0,1 1 1 0 0,0-1 0 0 0,0 1 0 0 0,0 0 0 0 0,-1 0 0 0 0,1-1-1 0 0,0 1 1 0 0,0 0 0 0 0,-1 0 0 0 0,1 0 0 0 0,0 0 0 0 0,0 0-1 0 0,-1 1 1 0 0,1-1 0 0 0,0 0 0 0 0,-2 1 0 0 0,-21 10 887 0 0,4 2-480 0 0,0 0 0 0 0,2 2 0 0 0,0 0-1 0 0,-17 19 1 0 0,-59 75 416 0 0,92-106-939 0 0,-83 112 771 0 0,77-102-1286 0 0,0 0-1 0 0,1 0 1 0 0,1 1 0 0 0,0 0-1 0 0,1 0 1 0 0,0 1-1 0 0,-3 20 1 0 0,8-33-247 0 0,-1-1-1 0 0,2 1 1 0 0,-1 0-1 0 0,0 0 1 0 0,0 0-1 0 0,1 0 1 0 0,-1-1-1 0 0,1 1 1 0 0,-1 0-1 0 0,2 2 1 0 0,-1-3 346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1 122 2820 0 0,'0'-1'3815'0'0,"4"-7"2162"0"0,-4 6-5444 0 0,1 1-1 0 0,0-1 0 0 0,0 0 1 0 0,0 1-1 0 0,0-1 0 0 0,0 1 0 0 0,0-1 1 0 0,0 1-1 0 0,0 0 0 0 0,2-2 0 0 0,19-10 1781 0 0,30-3-2407 0 0,-27 9 714 0 0,102-27-978 0 0,-79 22-3156 0 0,-1-1-5125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8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4 1720 0 0,'-17'14'2905'0'0,"-66"49"6829"0"0,81-62-8731 0 0,3-1-974 0 0,-1 1 0 0 0,0-1-1 0 0,0 1 1 0 0,1-1 0 0 0,-1 0 0 0 0,0 0-1 0 0,1 1 1 0 0,-1-1 0 0 0,0 0 0 0 0,1 0-1 0 0,-1 1 1 0 0,1-1 0 0 0,-1 0 0 0 0,0 0-1 0 0,1 0 1 0 0,-1 0 0 0 0,1 1 0 0 0,-1-1-1 0 0,0 0 1 0 0,1 0 0 0 0,-1 0 0 0 0,1 0-1 0 0,-1 0 1 0 0,1 0 0 0 0,-1 0 0 0 0,0 0 0 0 0,1 0-1 0 0,-1 0 1 0 0,1-1 0 0 0,-1 1 0 0 0,1 0-1 0 0,-1 0 1 0 0,17-4 113 0 0,-17 4-133 0 0,123-36-2640 0 0,-43 7-3421 0 0,-40 13 677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9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2 2008 0 0,'0'0'2502'0'0,"-16"-1"4380"0"0,13 2-6562 0 0,0 0 1 0 0,0 0-1 0 0,0 0 1 0 0,0 1-1 0 0,0-1 1 0 0,0 1-1 0 0,1 0 0 0 0,-1-1 1 0 0,1 1-1 0 0,-1 1 1 0 0,1-1-1 0 0,0 0 1 0 0,-1 0-1 0 0,1 1 1 0 0,0 0-1 0 0,1-1 1 0 0,-1 1-1 0 0,0 0 1 0 0,1 0-1 0 0,0 0 1 0 0,-1 0-1 0 0,1 0 1 0 0,-1 5-1 0 0,-4 11 466 0 0,1 1 1 0 0,-3 32-1 0 0,6-37-311 0 0,-3 14-38 0 0,-70 356 2837 0 0,69-361-3111 0 0,5-16 64 0 0,-2 1 0 0 0,1 0 0 0 0,-6 9 0 0 0,7-16 20 0 0,-1-2-157 0 0,0-1-100 0 0,1 0 0 0 0,-1 0-1 0 0,1 0 1 0 0,0 0-1 0 0,-1 0 1 0 0,1 0-1 0 0,0 0 1 0 0,0 0 0 0 0,0 0-1 0 0,0-1 1 0 0,0 1-1 0 0,0 0 1 0 0,0-1-1 0 0,0 1 1 0 0,0-1 0 0 0,1 1-1 0 0,-1-1 1 0 0,0 1-1 0 0,1-1 1 0 0,-1 0-1 0 0,1 1 1 0 0,0-1-1 0 0,0 1 1 0 0,0-1 0 0 0,0 0-1 0 0,0 1 1 0 0,0-4-1 0 0,0-9-289 0 0,0-1-1 0 0,4-16 1 0 0,-3 23 171 0 0,4-33-337 0 0,3-1-1 0 0,2 1 1 0 0,27-74 0 0 0,-25 85 383 0 0,1 1 1 0 0,2 1 0 0 0,1 0-1 0 0,1 1 1 0 0,35-43 0 0 0,-49 66 81 0 0,1 1-1 0 0,-1-1 1 0 0,0 1 0 0 0,1 0 0 0 0,-1 1-1 0 0,1-1 1 0 0,0 0 0 0 0,0 1 0 0 0,0 0-1 0 0,0 0 1 0 0,0 0 0 0 0,1 1 0 0 0,7-3-1 0 0,-10 4 21 0 0,1 0-1 0 0,-1 0 0 0 0,0 0 1 0 0,0 0-1 0 0,0 0 1 0 0,1 1-1 0 0,-1-1 0 0 0,0 1 1 0 0,0-1-1 0 0,0 1 0 0 0,0 0 1 0 0,0 0-1 0 0,0 0 0 0 0,0 0 1 0 0,0 0-1 0 0,0 0 0 0 0,0 1 1 0 0,-1-1-1 0 0,1 0 1 0 0,0 1-1 0 0,-1 0 0 0 0,1-1 1 0 0,-1 1-1 0 0,0 0 0 0 0,0 0 1 0 0,1 0-1 0 0,-1 0 0 0 0,0 0 1 0 0,0 3-1 0 0,4 7 155 0 0,0 0-1 0 0,-2 1 0 0 0,0-1 1 0 0,0 1-1 0 0,-1 0 1 0 0,-1 0-1 0 0,0 0 0 0 0,-1 18 1 0 0,-2 13 329 0 0,-10 48 0 0 0,-24 121-1977 0 0,35-199-687 0 0,2 7-9935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9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104 187 3168 0 0,'-45'-5'9819'0'0,"-9"-2"-1882"0"0,51 7-7430 0 0,1-7 361 0 0,2 5-556 0 0,7-3-220 0 0,105-50-184 0 0,10-7-5871 0 0,-78 34-1273 0 0,-24 12 228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19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24 139 2900 0 0,'-4'-4'2308'0'0,"1"0"0"0"0,0-1-1 0 0,0 1 1 0 0,0-1 0 0 0,-4-9-1 0 0,6 13-1603 0 0,3-13 586 0 0,5 8-1596 0 0,0 0 0 0 0,0 0-1 0 0,1 1 1 0 0,0 0 0 0 0,1 0-1 0 0,-1 1 1 0 0,1 0 0 0 0,-1 0-1 0 0,16-3 1 0 0,-9 2-2908 0 0,0-1 0 0 0,22-12 0 0 0,-26 11-417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0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18 2672 0 0,'4'-12'6856'0'0,"-3"6"1298"0"0,-5 12-7615 0 0,1 0 0 0 0,-1 0 0 0 0,1 1 0 0 0,1-1 0 0 0,-1 1 0 0 0,-2 12-1 0 0,-7 46 1056 0 0,9-44-1097 0 0,-31 142 1225 0 0,3-13-2589 0 0,17-49-5069 0 0,16-62-2204 0 0,1-22 220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0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341 218 3180 0 0,'-22'-13'11826'0'0,"2"3"-7087"0"0,18 9-3839 0 0,2 1-760 0 0,-1-1 0 0 0,1 1 0 0 0,0 0 1 0 0,0 0-1 0 0,-1-1 0 0 0,1 1 0 0 0,0 0 1 0 0,0 0-1 0 0,-1-1 0 0 0,1 1 0 0 0,0 0 0 0 0,-1 0 1 0 0,1 0-1 0 0,0 0 0 0 0,-1-1 0 0 0,1 1 1 0 0,-1 0-1 0 0,1 0 0 0 0,0 0 0 0 0,-1 0 1 0 0,1 0-1 0 0,0 0 0 0 0,-1 0 0 0 0,1 0 1 0 0,-1 0-1 0 0,-1 2 2 0 0,0 0 1 0 0,0-1-1 0 0,0 1 0 0 0,0 1 1 0 0,0-1-1 0 0,0 0 0 0 0,1 0 1 0 0,-1 0-1 0 0,1 1 0 0 0,0-1 1 0 0,0 1-1 0 0,0-1 0 0 0,0 1 1 0 0,-1 3-1 0 0,-12 48 979 0 0,10-34-786 0 0,-51 171 756 0 0,32-108-1361 0 0,20-73-7100 0 0,31-103-542 0 0,7-22 4160 0 0,23-58 5854 0 0,-53 159-1620 0 0,1 1 0 0 0,0-1 0 0 0,1 1 1 0 0,1 0-1 0 0,0 1 0 0 0,1-1 0 0 0,0 2 0 0 0,20-19 0 0 0,-21 22-266 0 0,0 1 0 0 0,1 0 0 0 0,0 1 0 0 0,0 0-1 0 0,1 1 1 0 0,0-1 0 0 0,0 2 0 0 0,0 0 0 0 0,0 0 0 0 0,1 1 0 0 0,-1 0 0 0 0,16-2-1 0 0,-23 4-171 0 0,-1 1 0 0 0,1-1 0 0 0,-1 1 0 0 0,1 0 0 0 0,-1 0 0 0 0,1 0 0 0 0,-1 0 0 0 0,0 0 0 0 0,1 1 0 0 0,-1-1 0 0 0,1 1 0 0 0,-1-1 0 0 0,1 1 0 0 0,-1 0 0 0 0,0 0 0 0 0,0 0 0 0 0,1 0 0 0 0,-1 1 0 0 0,0-1 0 0 0,0 1 0 0 0,0-1 0 0 0,0 1 0 0 0,-1-1 0 0 0,1 1 0 0 0,0 0 0 0 0,2 4 0 0 0,-3-3 11 0 0,0-1 1 0 0,0 1 0 0 0,-1 0 0 0 0,1 0-1 0 0,-1-1 1 0 0,1 1 0 0 0,-1 0-1 0 0,0 0 1 0 0,0 0 0 0 0,-1 0 0 0 0,1-1-1 0 0,0 1 1 0 0,-1 0 0 0 0,0 0-1 0 0,1-1 1 0 0,-1 1 0 0 0,0 0 0 0 0,-1-1-1 0 0,1 1 1 0 0,0-1 0 0 0,-1 1 0 0 0,-2 2-1 0 0,-8 11 167 0 0,0-2 0 0 0,-2 1 0 0 0,-17 14-1 0 0,14-13 49 0 0,-23 25 0 0 0,39-39-227 0 0,4 9 55 0 0,12 3 0 0 0,25 16 0 0 0,-23-17 312 0 0,25 22 1 0 0,-32-26-148 0 0,-1 1 1 0 0,0 1 0 0 0,-1-1 0 0 0,0 1 0 0 0,-1 1 0 0 0,0-1 0 0 0,0 1 0 0 0,7 21 0 0 0,-13-28-144 0 0,1-1 1 0 0,-1 1-1 0 0,0-1 0 0 0,0 1 1 0 0,-1 0-1 0 0,0-1 0 0 0,0 1 1 0 0,0 0-1 0 0,0 0 0 0 0,0-1 1 0 0,-1 1-1 0 0,0 0 0 0 0,0-1 0 0 0,-1 1 1 0 0,1-1-1 0 0,-1 1 0 0 0,0-1 1 0 0,0 0-1 0 0,0 0 0 0 0,-1 0 1 0 0,1 0-1 0 0,-1 0 0 0 0,0 0 1 0 0,0-1-1 0 0,0 1 0 0 0,-1-1 0 0 0,1 0 1 0 0,-5 3-1 0 0,-4 2-108 0 0,1-1-1 0 0,-1 0 1 0 0,0-1-1 0 0,0-1 1 0 0,-1 0-1 0 0,1 0 1 0 0,-1-1-1 0 0,-1-1 1 0 0,1 0-1 0 0,0-1 1 0 0,-1 0-1 0 0,1-1 1 0 0,-22-1-1 0 0,-10-3-2383 0 0,0-2 0 0 0,-74-18-1 0 0,36 3-2027 0 0,27 3-2476 0 0,8 1-2322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1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52 1556 0 0,'9'-24'6069'0'0,"-5"11"-3782"0"0,2-1 2912 0 0,-6 15-5105 0 0,1 0 0 0 0,0 0 1 0 0,-1 0-1 0 0,1 0 1 0 0,-1 1-1 0 0,1-1 0 0 0,-1 0 1 0 0,0 0-1 0 0,0 1 1 0 0,1-1-1 0 0,-1 0 1 0 0,0 0-1 0 0,0 1 0 0 0,0 1 1 0 0,13 124 2165 0 0,-4 144 0 0 0,-22 128-184 0 0,12-382-1942 0 0,-36 768 3433 0 0,34-703-2712 0 0,-8-89-1726 0 0,8 3 473 0 0,1 0-1 0 0,0-1 1 0 0,0 1 0 0 0,0-1 0 0 0,1 0 0 0 0,0 0-1 0 0,0 1 1 0 0,0-1 0 0 0,-1-10 0 0 0,1 6-237 0 0,-2-29-2293 0 0,2 0 0 0 0,1 0-1 0 0,7-48 1 0 0,-5 64 927 0 0,1-27-4072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3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197 567 1500 0 0,'-20'-127'17368'0'0,"17"112"-15890"0"0,1 5-1038 0 0,0 0 0 0 0,1 0 0 0 0,0 0 1 0 0,1 0-1 0 0,0 1 0 0 0,1-16 0 0 0,0 24-376 0 0,-1-11 164 0 0,0 8-224 0 0,-1 3 4 0 0,1 0-1 0 0,0 0 0 0 0,0 1 1 0 0,0-1-1 0 0,0 0 1 0 0,0 0-1 0 0,0 0 0 0 0,0 1 1 0 0,0-1-1 0 0,1 0 1 0 0,-1 0-1 0 0,0 0 0 0 0,0 1 1 0 0,1-1-1 0 0,-1 0 1 0 0,0 0-1 0 0,1 1 0 0 0,-1-1 1 0 0,1 0-1 0 0,-1 1 1 0 0,1-1-1 0 0,-1 0 0 0 0,1 1 1 0 0,-1-1-1 0 0,1 1 1 0 0,0-1-1 0 0,-1 1 0 0 0,1-1 1 0 0,0 1-1 0 0,0 0 1 0 0,-1-1-1 0 0,2 1 1 0 0,40-15 312 0 0,2 3 1 0 0,-1 1 0 0 0,79-9 0 0 0,-83 15-237 0 0,364-31 219 0 0,-203 22-228 0 0,432-24 44 0 0,-271 19-102 0 0,1006-61 120 0 0,-594 50-143 0 0,2 21-10 0 0,-335 6 36 0 0,-227 0-6 0 0,598-3 318 0 0,-669 12-259 0 0,-121-3-67 0 0,-1 0-1 0 0,1 1 1 0 0,-1 2-1 0 0,34 13 1 0 0,-30-9 0 0 0,-1 1 0 0 0,39 26 0 0 0,-54-31 59 0 0,1 0 1 0 0,-2 1-1 0 0,1 0 1 0 0,-1 1-1 0 0,0 0 0 0 0,0 0 1 0 0,-1 0-1 0 0,0 1 1 0 0,8 17-1 0 0,2 12 184 0 0,-1 1-1 0 0,-2 1 1 0 0,13 65 0 0 0,9 127 12 0 0,-31-201-243 0 0,109 833 1496 0 0,-49-157-302 0 0,-58-445 452 0 0,-6-248-1664 0 0,0-2 0 0 0,0-2 0 0 0,0 2 0 0 0,-2-1 0 0 0,-7-6 0 0 0,-6-3 0 0 0,-237-7 0 0 0,118-3 0 0 0,-419-17 0 0 0,157 5 0 0 0,-933-3 0 0 0,-652-32 0 0 0,1140 22 0 0 0,232 28 0 0 0,65 2 0 0 0,258-1 0 0 0,260 4 0 0 0,4 0 0 0 0,3 0 0 0 0,1-1 0 0 0,1 1 0 0 0,0-1 0 0 0,1 0 0 0 0,1 1 0 0 0,3-1 0 0 0,2 3-57 0 0,10-2 12 0 0,-1 0 0 0 0,1 0 0 0 0,0 0 0 0 0,0 0 0 0 0,0 1 0 0 0,-1-1 1 0 0,1 0-1 0 0,0 0 0 0 0,0 0 0 0 0,-1 0 0 0 0,1 0 0 0 0,0 0 0 0 0,0 0 0 0 0,0 0 0 0 0,-1 0 0 0 0,1 0 0 0 0,0 0 0 0 0,0 0 0 0 0,-1 0 0 0 0,1 0 0 0 0,0-1 0 0 0,0 1 0 0 0,0 0 0 0 0,-1 0 0 0 0,1 0 0 0 0,0 0 0 0 0,0 0 0 0 0,0 0 0 0 0,-1-1 0 0 0,1 1 0 0 0,0 0 0 0 0,0 0 0 0 0,0 0 0 0 0,0 0 0 0 0,0-1 0 0 0,-1 1 0 0 0,1 0-141 0 0,0-1 0 0 0,0 1-1 0 0,-1 0 1 0 0,1-1-1 0 0,0 1 1 0 0,0 0-1 0 0,-1 0 1 0 0,1-1-1 0 0,0 1 1 0 0,-1 0 0 0 0,1 0-1 0 0,0 0 1 0 0,-1-1-1 0 0,1 1 1 0 0,0 0-1 0 0,-1 0 1 0 0,1 0 0 0 0,0 0-1 0 0,-1 0 1 0 0,1 0-1 0 0,-1 0 1 0 0,1 0-1 0 0,0 0 1 0 0,-1 0-1 0 0,1 0 1 0 0,-1 0 0 0 0,1 0-1 0 0,-1 0 1 0 0,-38 1-11633 0 0,14-1 402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6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0 1024 0 0,'0'0'2612'0'0,"-5"7"-159"0"0,-2 0-2537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6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 1464 0 0,'0'0'4085'0'0,"-9"5"-2685"0"0,2 2-2168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6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1260 0 0,'0'0'5009'0'0,"-5"6"-3005"0"0,10 1-3404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0 688 0 0,'-4'3'1040'0'0,"-3"4"7993"0"0,1-3-6093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7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2824 0 0,'0'0'4803'0'0,"-2"4"-2879"0"0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8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1172 0 0,'0'0'1077'0'0,"-7"9"3072"0"0,5-4-4077 0 0,1-4-135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29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0 552 0 0,'0'24'4550'0'0,"5"-17"-6480"0"0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3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84 0 0,'0'0'880'0'0,"9"-7"-1056"0"0,-4 0-272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31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1 536 0 0,'0'0'3930'0'0,"-7"5"-5282"0"0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33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0 512 0 0,'0'0'4316'0'0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33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1516 0 0,'0'0'1416'0'0,"1"-9"1345"0"0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34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 1836 0 0,'0'0'2440'0'0,"-8"5"-1752"0"0,1 3-2588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1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0 572 0 0,'0'0'1344'0'0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2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1 244 0 0,'0'0'136'0'0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3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1408 0 0,'-1'11'973'0'0,"0"1"0"0"0,0 0-1 0 0,1-1 1 0 0,3 18 0 0 0,-1 11-502 0 0,0-18-3502 0 0,-2-20 1723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1676 0 0,'-3'15'3510'0'0,"-10"59"2538"0"0,12-72-5636 0 0,1 1-319 0 0,-4 13 1054 0 0,3-11-3187 0 0,-2-12-1421 0 0,-1-1-1520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13 2452 0 0,'0'0'3305'0'0,"-17"-2"411"0"0,7-1-3264 0 0,5-4-5757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6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76 0 0,'0'0'-28'0'0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48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93 1112 0 0,'-14'-3'1160'0'0,"-1"-1"0"0"0,1-1 0 0 0,1 0 0 0 0,-1 0 0 0 0,1-2 0 0 0,-15-8 0 0 0,-5-14-272 0 0,23 20-734 0 0,-2-1-520 0 0,12 10 326 0 0,0 0 0 0 0,-1 0 0 0 0,1-1 0 0 0,-1 1-1 0 0,1 0 1 0 0,0 0 0 0 0,-1 0 0 0 0,1 0 0 0 0,-1 0 0 0 0,1 0 0 0 0,0 0-1 0 0,-1 0 1 0 0,1 0 0 0 0,-1 0 0 0 0,1 0 0 0 0,0 1 0 0 0,-1-1 0 0 0,1 0 0 0 0,0 0-1 0 0,-1 0 1 0 0,1 0 0 0 0,-1 1 0 0 0,1-1 0 0 0,0 0 0 0 0,-1 0 0 0 0,1 1 0 0 0,0-1-1 0 0,0 0 1 0 0,-1 1 0 0 0,0 0 16 0 0,1 1 0 0 0,-1 0-1 0 0,1-1 1 0 0,-1 1 0 0 0,1-1-1 0 0,-1 1 1 0 0,1 0 0 0 0,0-1-1 0 0,0 1 1 0 0,0 0 0 0 0,0 0-1 0 0,0-1 1 0 0,1 1 0 0 0,-1 0 0 0 0,1 1-1 0 0,0 9-19 0 0,1 67-7 0 0,-2 66 3 0 0,-2-122-7 0 0,-1 20-1371 0 0,4 69 0 0 0,0-106-81 0 0,2 6 153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0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26 448 0 0,'-21'-5'1517'0'0,"-2"-1"-266"0"0,1 1 0 0 0,-1 1-1 0 0,-46-2 1 0 0,62 6-1167 0 0,1 1 1 0 0,-1-1-1 0 0,1 1 1 0 0,-1 0-1 0 0,1 1 1 0 0,0-1-1 0 0,0 1 0 0 0,0 1 1 0 0,0-1-1 0 0,0 1 1 0 0,0 0-1 0 0,1 0 1 0 0,-1 1-1 0 0,1 0 1 0 0,0 0-1 0 0,0 0 0 0 0,0 0 1 0 0,1 1-1 0 0,-6 6 1 0 0,1 0-47 0 0,1 1 0 0 0,0-1 1 0 0,1 2-1 0 0,0-1 1 0 0,-6 18-1 0 0,11-24-40 0 0,0 0 0 0 0,0 0 0 0 0,1 0 0 0 0,0 0 0 0 0,1 0 0 0 0,-1 0 0 0 0,1 0 1 0 0,0 1-1 0 0,1-1 0 0 0,-1 0 0 0 0,1 0 0 0 0,0 0 0 0 0,1 0 0 0 0,3 9 0 0 0,-2-8 6 0 0,0 0 0 0 0,0-1 0 0 0,1 0-1 0 0,0 0 1 0 0,0 0 0 0 0,0 0 0 0 0,1-1 0 0 0,0 1 0 0 0,0-1-1 0 0,0 0 1 0 0,10 6 0 0 0,-14-10-10 0 0,4-2-21 0 0,1 1 0 0 0,-1-1 1 0 0,0 0-1 0 0,0-1 0 0 0,0 1 0 0 0,0-1 0 0 0,0 0 0 0 0,0-1 0 0 0,0 1 0 0 0,-1-1 1 0 0,1 0-1 0 0,5-4 0 0 0,8-8-255 0 0,24-25 0 0 0,-36 34 66 0 0,17-10-2734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2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5 587 1848 0 0,'0'0'6191'0'0,"-3"13"-3927"0"0,2-4-1863 0 0,0 1 0 0 0,1-1 0 0 0,1 1 0 0 0,-1-1-1 0 0,2 0 1 0 0,-1 1 0 0 0,1-1 0 0 0,1 0 0 0 0,0 0 0 0 0,0 0 0 0 0,0 0 0 0 0,8 13 0 0 0,-10-21-374 0 0,0 0 0 0 0,0 0 0 0 0,-1 0 0 0 0,1-1 0 0 0,0 1 1 0 0,0 0-1 0 0,0 0 0 0 0,0-1 0 0 0,0 1 0 0 0,0-1 0 0 0,0 1 1 0 0,0-1-1 0 0,0 1 0 0 0,0-1 0 0 0,0 1 0 0 0,0-1 0 0 0,1 0 0 0 0,-1 0 1 0 0,0 0-1 0 0,0 0 0 0 0,2 0 0 0 0,0 0 9 0 0,0 0 0 0 0,0-1 1 0 0,0 1-1 0 0,0-1 0 0 0,0 0 0 0 0,0 0 0 0 0,5-3 1 0 0,1-1 9 0 0,0-1 1 0 0,0 1 0 0 0,13-13-1 0 0,-1-2-14 0 0,-1-1 0 0 0,0-2-1 0 0,21-30 1 0 0,43-81 19 0 0,-48 76-19 0 0,-17 26-27 0 0,47-75 22 0 0,97-120-1 0 0,-160 224 35 0 0,-1 0 0 0 0,1 0 0 0 0,0 1-1 0 0,0-1 1 0 0,0 1 0 0 0,0-1 0 0 0,0 1-1 0 0,6-2 1 0 0,-9 4-41 0 0,1-1 1 0 0,0 1-1 0 0,-1 0 0 0 0,1 0 0 0 0,0-1 0 0 0,0 1 0 0 0,-1 0 0 0 0,1 0 0 0 0,0 0 1 0 0,0 0-1 0 0,-1 0 0 0 0,1 0 0 0 0,0 0 0 0 0,0 0 0 0 0,-1 1 0 0 0,1-1 1 0 0,0 0-1 0 0,-1 0 0 0 0,1 1 0 0 0,1-1 0 0 0,-2 1-4 0 0,1 0 0 0 0,0 0 0 0 0,0 0 1 0 0,0 0-1 0 0,-1 0 0 0 0,1 0 0 0 0,0 0 0 0 0,-1 0 0 0 0,1 0 0 0 0,-1 0 0 0 0,1 0 1 0 0,-1 0-1 0 0,0 0 0 0 0,0 0 0 0 0,1 1 0 0 0,-1-1 0 0 0,0 1 0 0 0,2 16 338 0 0,-1 0-1 0 0,-1 0 0 0 0,-1-1 1 0 0,-4 28-1 0 0,-20 72 378 0 0,22-103-655 0 0,-110 404 985 0 0,49-208-779 0 0,61-203-196 0 0,0-7-42 0 0,-2-17-41 0 0,2-29-76 0 0,1 14 40 0 0,-1 1 0 0 0,-1 0-1 0 0,-1 0 1 0 0,-2 0 0 0 0,-20-54-1 0 0,21 70 28 0 0,0 1-1 0 0,-1 0 1 0 0,-1 0-1 0 0,0 1 0 0 0,-1-1 1 0 0,0 2-1 0 0,-1 0 1 0 0,-1 0-1 0 0,0 1 1 0 0,0 0-1 0 0,-1 1 0 0 0,-1 0 1 0 0,-21-13-1 0 0,29 19-8 0 0,0 1 0 0 0,-1 0-1 0 0,0 1 1 0 0,1-1 0 0 0,-1 1-1 0 0,0 0 1 0 0,0 1 0 0 0,0-1-1 0 0,0 1 1 0 0,0 0 0 0 0,-1 1-1 0 0,1 0 1 0 0,0 0 0 0 0,-12 1-1 0 0,17-1 13 0 0,0 1 0 0 0,0-1 0 0 0,0 0 0 0 0,0 1-1 0 0,0-1 1 0 0,-1 1 0 0 0,1 0 0 0 0,1-1 0 0 0,-1 1 0 0 0,0 0-1 0 0,0-1 1 0 0,0 1 0 0 0,0 0 0 0 0,0 0 0 0 0,1 0 0 0 0,-1 0-1 0 0,0 0 1 0 0,1 0 0 0 0,-1 0 0 0 0,1 0 0 0 0,-1 0 0 0 0,1 0-1 0 0,-1 0 1 0 0,1 0 0 0 0,0 1 0 0 0,0-1 0 0 0,-1 0 0 0 0,1 0-1 0 0,0 0 1 0 0,0 0 0 0 0,0 1 0 0 0,0-1 0 0 0,0 0 0 0 0,1 0 0 0 0,-1 0-1 0 0,1 2 1 0 0,-1 0 1 0 0,1 0 0 0 0,0 0 0 0 0,0 0 0 0 0,0 1 0 0 0,1-1 0 0 0,-1-1 0 0 0,1 1 0 0 0,-1 0 1 0 0,1 0-1 0 0,0 0 0 0 0,3 2 0 0 0,2 1 8 0 0,1-1 1 0 0,0 1 0 0 0,1-1 0 0 0,-1-1 0 0 0,1 0 0 0 0,0 0-1 0 0,0-1 1 0 0,0 0 0 0 0,0 0 0 0 0,17 2 0 0 0,10 0-420 0 0,53 0 0 0 0,-79-5 214 0 0,130 3-4096 0 0,-46-3-3030 0 0,-52 0 868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2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1324 0 0,'-2'1'2156'0'0,"-5"1"-425"0"0,-5 2 1553 0 0,0 0 0 0 0,-18 9 0 0 0,29-12-2582 0 0,-8 5 704 0 0,8-6-1365 0 0,1 0 1 0 0,0 1 0 0 0,0-1 0 0 0,-1 0 0 0 0,1 0 0 0 0,0 0 0 0 0,0 0-1 0 0,0 1 1 0 0,0-1 0 0 0,-1 0 0 0 0,1 0 0 0 0,0 1 0 0 0,0-1 0 0 0,0 0-1 0 0,0 0 1 0 0,0 1 0 0 0,0-1 0 0 0,0 0 0 0 0,-1 0 0 0 0,1 1 0 0 0,0-1-1 0 0,0 0 1 0 0,0 1 0 0 0,0-1 0 0 0,0 0 0 0 0,0 0 0 0 0,0 1 0 0 0,1-1 0 0 0,-1 0-1 0 0,0 0 1 0 0,0 1 0 0 0,0-1 0 0 0,0 0 0 0 0,0 1 0 0 0,0-1 0 0 0,0 0-1 0 0,1 0 1 0 0,-1 0 0 0 0,0 1 0 0 0,0-1 0 0 0,0 0 0 0 0,0 0 0 0 0,1 1-1 0 0,4 1 60 0 0,1 0 0 0 0,-1 0-1 0 0,1 0 1 0 0,0-1 0 0 0,0 0-1 0 0,-1 0 1 0 0,1 0-1 0 0,0 0 1 0 0,10-2 0 0 0,61-6-1627 0 0,-54 4-363 0 0,8 0-6303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2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 1928 0 0,'-13'7'2052'0'0,"-3"3"945"0"0,-1 1 0 0 0,1 0 0 0 0,-16 16 0 0 0,32-27-2967 0 0,0 0 0 0 0,-1 1 0 0 0,1-1 0 0 0,0 0-1 0 0,-1 0 1 0 0,1 1 0 0 0,0-1 0 0 0,-1 0 0 0 0,1 0 0 0 0,0 1 0 0 0,0-1 0 0 0,-1 0-1 0 0,1 1 1 0 0,0-1 0 0 0,0 0 0 0 0,-1 1 0 0 0,1-1 0 0 0,0 1 0 0 0,0-1 0 0 0,0 0-1 0 0,0 1 1 0 0,0-1 0 0 0,0 1 0 0 0,0-1 0 0 0,0 0 0 0 0,0 1 0 0 0,0-1-1 0 0,0 1 1 0 0,0-1 0 0 0,0 1 0 0 0,0-1 0 0 0,0 0 0 0 0,0 1 0 0 0,0-1 0 0 0,0 0-1 0 0,1 1 1 0 0,-1-1 0 0 0,0 1 0 0 0,0-1 0 0 0,0 0 0 0 0,1 1 0 0 0,-1-1 0 0 0,0 0-1 0 0,0 1 1 0 0,1-1 0 0 0,-1 0 0 0 0,0 0 0 0 0,1 1 0 0 0,-1-1 0 0 0,0 0 0 0 0,1 0-1 0 0,-1 0 1 0 0,1 1 0 0 0,-1-1 0 0 0,0 0 0 0 0,1 0 0 0 0,-1 0 0 0 0,1 0-1 0 0,-1 0 1 0 0,0 0 0 0 0,1 0 0 0 0,-1 0 0 0 0,1 0 0 0 0,0 0 0 0 0,24 2 216 0 0,-7-4-929 0 0,-1 0 0 0 0,0-1 0 0 0,33-10-1 0 0,12-11-6280 0 0,-36 14 909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3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1156 112 568 0 0,'18'-21'15029'0'0,"2"-6"-1206"0"0,-19 26-13308 0 0,-17-26 398 0 0,8 23-895 0 0,0-1 1 0 0,0 1-1 0 0,0 0 1 0 0,0 0-1 0 0,0 1 0 0 0,-1 0 1 0 0,0 1-1 0 0,1 0 0 0 0,-1 0 1 0 0,0 1-1 0 0,0 0 0 0 0,0 0 1 0 0,0 1-1 0 0,0 0 0 0 0,-14 3 1 0 0,7-1-23 0 0,-1 1 0 0 0,1 0 0 0 0,0 1 0 0 0,0 1 0 0 0,0 1 1 0 0,1 0-1 0 0,-26 15 0 0 0,30-13 13 0 0,1-1 0 0 0,0 2 0 0 0,0 0 1 0 0,1 0-1 0 0,0 0 0 0 0,0 1 0 0 0,1 1 0 0 0,1-1 1 0 0,0 1-1 0 0,0 0 0 0 0,-8 22 0 0 0,3-3 121 0 0,1 0 0 0 0,2 1 0 0 0,-10 51 1 0 0,-7 74 80 0 0,-53 244 603 0 0,-74 89-814 0 0,-26-9 0 0 0,150-403 0 0 0,-14 35 0 0 0,-144 414 0 0 0,183-514 0 0 0,1 0 0 0 0,0 1 0 0 0,1-1 0 0 0,0 0 0 0 0,1 1 0 0 0,1-1 0 0 0,0 13 0 0 0,0-22 0 0 0,1 1 0 0 0,-1-1 0 0 0,1 0 0 0 0,0 0 0 0 0,0 0 0 0 0,0 0 0 0 0,0 0 0 0 0,0 0 0 0 0,1-1 0 0 0,-1 1 0 0 0,1 0 0 0 0,0-1 0 0 0,0 1 0 0 0,0-1 0 0 0,0 1 0 0 0,0-1 0 0 0,0 0 0 0 0,1 0 0 0 0,-1 0 0 0 0,1 0 0 0 0,-1-1 0 0 0,1 1 0 0 0,0-1 0 0 0,0 1 0 0 0,0-1 0 0 0,-1 0 0 0 0,1 0 0 0 0,0 0 0 0 0,1 0 0 0 0,-1-1 0 0 0,0 0 0 0 0,4 1 0 0 0,21 0-176 0 0,-1-1 0 0 0,0-1 0 0 0,0-1 0 0 0,-1-1 1 0 0,31-8-1 0 0,130-42-1985 0 0,-185 52 2136 0 0,186-67-6934 0 0,-66 14-2556 0 0,-46 17-1133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4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275 156 1988 0 0,'0'-3'1605'0'0,"1"-24"2086"0"0,0 16-2366 0 0,-1 0 0 0 0,0 0 1 0 0,-1 0-1 0 0,0 0 0 0 0,-1 0 1 0 0,0 0-1 0 0,-5-16 0 0 0,7 26-1249 0 0,-1-1 1 0 0,1 1-1 0 0,-1 0 0 0 0,0-1 0 0 0,0 1 0 0 0,0 0 0 0 0,1 0 1 0 0,-1 0-1 0 0,0 0 0 0 0,0 0 0 0 0,-1 0 0 0 0,1 0 0 0 0,0 0 1 0 0,0 0-1 0 0,0 1 0 0 0,-1-1 0 0 0,1 0 0 0 0,0 1 0 0 0,0-1 1 0 0,-1 1-1 0 0,1-1 0 0 0,-2 1 0 0 0,0-1-11 0 0,0 1-1 0 0,0 0 0 0 0,0 0 1 0 0,0 0-1 0 0,0 1 1 0 0,0-1-1 0 0,0 1 0 0 0,0 0 1 0 0,0 0-1 0 0,-3 1 1 0 0,-4 2 16 0 0,0 1-1 0 0,0 1 1 0 0,1-1 0 0 0,-15 13 0 0 0,6-3 14 0 0,2 1 0 0 0,-1 1 0 0 0,-18 25-1 0 0,28-32-70 0 0,0-1-1 0 0,1 1 1 0 0,0 0 0 0 0,1 1-1 0 0,0-1 1 0 0,0 1-1 0 0,1 0 1 0 0,-4 18 0 0 0,8-27-10 0 0,0 1 0 0 0,-1-1 0 0 0,1 1 1 0 0,0-1-1 0 0,1 1 0 0 0,-1-1 0 0 0,0 1 0 0 0,1-1 1 0 0,1 5-1 0 0,-2-6-11 0 0,0 0 0 0 0,1 0-1 0 0,-1 0 1 0 0,1 0 0 0 0,0 0 0 0 0,-1 0-1 0 0,1 0 1 0 0,0 0 0 0 0,-1 0 0 0 0,1-1 0 0 0,0 1-1 0 0,0 0 1 0 0,0 0 0 0 0,0-1 0 0 0,-1 1 0 0 0,1-1-1 0 0,0 1 1 0 0,0-1 0 0 0,0 1 0 0 0,0-1-1 0 0,1 1 1 0 0,-1-1 0 0 0,0 0 0 0 0,2 1 0 0 0,4-1-2 0 0,1-1 1 0 0,-1 1-1 0 0,0-1 1 0 0,0 0 0 0 0,1-1-1 0 0,-1 0 1 0 0,0 0 0 0 0,0 0-1 0 0,-1-1 1 0 0,1 0-1 0 0,0-1 1 0 0,-1 1 0 0 0,0-1-1 0 0,0 0 1 0 0,0-1 0 0 0,5-4-1 0 0,14-14-9 0 0,-2 0-1 0 0,27-35 1 0 0,-27 31 10 0 0,6-9-4 0 0,-28 35 15 0 0,0 3 56 0 0,0 0 1 0 0,-1 0-1 0 0,0 0 0 0 0,1 0 0 0 0,-1 0 1 0 0,0 1-1 0 0,0-1 0 0 0,0 0 1 0 0,-1 0-1 0 0,1 0 0 0 0,0 1 1 0 0,-2 2-1 0 0,-9 30 569 0 0,7-25-478 0 0,-37 144 336 0 0,30-89-2954 0 0,11-32-2145 0 0,6-14-2667 0 0,-2-12 240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4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29 2752 0 0,'20'-25'15790'0'0,"-14"21"-13233"0"0,-5 9 3120 0 0,-2 5-863 0 0,-1-3-6291 0 0,-41 96 3417 0 0,6-15-3046 0 0,16-29-4403 0 0,18-40 167 0 0,4-11-4566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4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27 1912 0 0,'34'-25'14595'0'0,"-33"25"-14230"0"0,-1 0-1 0 0,1-1 1 0 0,0 1 0 0 0,0 0-1 0 0,-1 0 1 0 0,1 0 0 0 0,0 0-1 0 0,0 0 1 0 0,-1 0 0 0 0,1 0 0 0 0,0 0-1 0 0,0 0 1 0 0,-1 0 0 0 0,1 0-1 0 0,1 1 1 0 0,-1 1-99 0 0,0 0 0 0 0,0 1 0 0 0,0-1 0 0 0,-1 0 0 0 0,1 0 0 0 0,-1 1 0 0 0,0-1 0 0 0,1 1 0 0 0,-1-1 0 0 0,0 0 0 0 0,0 1 0 0 0,-1-1 0 0 0,1 0 0 0 0,0 1 0 0 0,-1-1 0 0 0,1 0 0 0 0,-1 1 0 0 0,-1 2 0 0 0,-23 47 278 0 0,16-35-105 0 0,-19 38-753 0 0,-8 16-4536 0 0,13-23-5775 0 0,15-29 439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5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97 748 0 0,'0'-3'1013'0'0,"-1"-6"1416"0"0,-1 0-1 0 0,0-1 1 0 0,-4-11-1 0 0,5 18-2197 0 0,0 1-1 0 0,0-1 1 0 0,-1 1-1 0 0,1-1 1 0 0,-1 1-1 0 0,1 0 1 0 0,-1 0-1 0 0,0-1 1 0 0,0 1 0 0 0,0 0-1 0 0,0 1 1 0 0,0-1-1 0 0,0 0 1 0 0,0 0-1 0 0,-1 1 1 0 0,-3-2-1 0 0,3 1-186 0 0,-1 1 0 0 0,0 0 1 0 0,0 0-1 0 0,0 0 0 0 0,0 0 0 0 0,0 1 0 0 0,0-1 0 0 0,0 1 1 0 0,0 0-1 0 0,0 0 0 0 0,0 1 0 0 0,0-1 0 0 0,0 1 0 0 0,-5 1 1 0 0,1 1-14 0 0,1 0 1 0 0,-1 0 0 0 0,1 0 0 0 0,0 1 0 0 0,0 0 0 0 0,-12 10 0 0 0,6-3-15 0 0,-1 2 1 0 0,2 0 0 0 0,-1 0-1 0 0,2 1 1 0 0,-20 30 0 0 0,29-40-18 0 0,-6 8 12 0 0,1 1-1 0 0,1 0 0 0 0,-6 14 0 0 0,11-24-4 0 0,0-1-1 0 0,0 1 1 0 0,1-1 0 0 0,-1 1 0 0 0,1-1 0 0 0,-1 1-1 0 0,1-1 1 0 0,0 1 0 0 0,0 0 0 0 0,0-1-1 0 0,0 1 1 0 0,0-1 0 0 0,1 1 0 0 0,-1 0 0 0 0,1-1-1 0 0,-1 1 1 0 0,1-1 0 0 0,0 1 0 0 0,0-1-1 0 0,0 0 1 0 0,1 1 0 0 0,-1-1 0 0 0,4 4 0 0 0,-3-4-1 0 0,0 0 1 0 0,1 0 0 0 0,0-1-1 0 0,-1 1 1 0 0,1-1 0 0 0,0 0-1 0 0,0 1 1 0 0,0-1 0 0 0,0-1 0 0 0,0 1-1 0 0,0 0 1 0 0,0-1 0 0 0,0 1-1 0 0,0-1 1 0 0,0 0 0 0 0,0 0 0 0 0,0 0-1 0 0,0 0 1 0 0,0-1 0 0 0,0 0-1 0 0,0 1 1 0 0,4-2 0 0 0,2-1-3 0 0,-1 0 0 0 0,1 0 1 0 0,-1-1-1 0 0,0 0 0 0 0,0-1 0 0 0,10-7 1 0 0,0-3 19 0 0,-1 0 0 0 0,26-32 1 0 0,-4 4 338 0 0,-38 42-348 0 0,-1 1-1 0 0,0-1 1 0 0,0 1 0 0 0,1 0 0 0 0,-1 0 0 0 0,0-1 0 0 0,0 1 0 0 0,1 0 0 0 0,-1-1 0 0 0,0 1 0 0 0,1 0 0 0 0,-1 0 0 0 0,1 0 0 0 0,-1-1 0 0 0,0 1 0 0 0,1 0 0 0 0,-1 0 0 0 0,1 0 0 0 0,-1 0 0 0 0,0 0 0 0 0,1 0 0 0 0,-1 0-1 0 0,1 0 1 0 0,-1 0 0 0 0,1 0 0 0 0,-1 0 0 0 0,0 0 0 0 0,1 0 0 0 0,-1 0 0 0 0,1 0 0 0 0,5 12 635 0 0,-6 20 209 0 0,-23 94 557 0 0,-2 10-4962 0 0,25-133 2960 0 0,-2 14-929 0 0,4-3-5394 0 0,1-2 1267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6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33 2452 0 0,'45'-31'13389'0'0,"-44"30"-11868"0"0,2 20 1234 0 0,-7-1-2557 0 0,-1 0 0 0 0,-1 0 1 0 0,-1 0-1 0 0,-1-1 1 0 0,-13 23-1 0 0,8-14-1500 0 0,0 0-1479 0 0,1-2-5604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6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1744 0 0,'2'-2'2109'0'0,"1"-2"-1257"0"0,0 1 0 0 0,0 0 0 0 0,1 0 0 0 0,0 0 0 0 0,-1 0 0 0 0,1 1 0 0 0,0 0 0 0 0,0-1 0 0 0,1 1 0 0 0,6-2 0 0 0,-5 2-424 0 0,-1 1 0 0 0,1 0-1 0 0,0 0 1 0 0,0 1-1 0 0,-1-1 1 0 0,1 1 0 0 0,0 0-1 0 0,0 1 1 0 0,0-1-1 0 0,-1 1 1 0 0,1 0 0 0 0,0 1-1 0 0,8 3 1 0 0,-12-5-351 0 0,0 1 1 0 0,-1 0-1 0 0,1 0 1 0 0,-1 0 0 0 0,1 0-1 0 0,-1 0 1 0 0,0 0-1 0 0,0 0 1 0 0,1 1 0 0 0,-1-1-1 0 0,0 0 1 0 0,0 1-1 0 0,0-1 1 0 0,0 1-1 0 0,0-1 1 0 0,0 1 0 0 0,-1-1-1 0 0,1 1 1 0 0,-1 0-1 0 0,1-1 1 0 0,-1 1-1 0 0,1 0 1 0 0,-1-1 0 0 0,0 1-1 0 0,0 0 1 0 0,0 0-1 0 0,0-1 1 0 0,0 1-1 0 0,0 0 1 0 0,0 0 0 0 0,-1-1-1 0 0,0 3 1 0 0,0 4 152 0 0,-1-1 1 0 0,-1 1-1 0 0,0-1 0 0 0,0 0 1 0 0,-5 10-1 0 0,-7 6 418 0 0,-35 43 0 0 0,-2 3-295 0 0,52-68-350 0 0,-1-1 0 0 0,1 0 0 0 0,-1 1 0 0 0,1-1 0 0 0,0 1 1 0 0,-1-1-1 0 0,1 1 0 0 0,0-1 0 0 0,0 0 0 0 0,-1 1 0 0 0,1-1 0 0 0,0 1 0 0 0,0-1 0 0 0,0 1 0 0 0,0-1 1 0 0,-1 1-1 0 0,1-1 0 0 0,0 1 0 0 0,0 0 0 0 0,0-1 0 0 0,0 1 0 0 0,0-1 0 0 0,0 1 0 0 0,0-1 0 0 0,0 1 1 0 0,1-1-1 0 0,-1 1 0 0 0,0-1 0 0 0,0 1 0 0 0,0-1 0 0 0,1 1 0 0 0,-1-1 0 0 0,0 1 0 0 0,0-1 0 0 0,1 0 1 0 0,-1 1-1 0 0,0-1 0 0 0,1 1 0 0 0,-1-1 0 0 0,0 0 0 0 0,1 1 0 0 0,-1-1 0 0 0,1 0 0 0 0,-1 1 1 0 0,1-1-1 0 0,-1 0 0 0 0,1 0 0 0 0,-1 1 0 0 0,1-1 0 0 0,-1 0 0 0 0,1 0 0 0 0,-1 0 0 0 0,1 0 0 0 0,-1 0 1 0 0,1 0-1 0 0,-1 0 0 0 0,2 0 0 0 0,32-2-544 0 0,-30 2 425 0 0,23-5-1379 0 0,0-1 0 0 0,-1 0 1 0 0,27-12-1 0 0,31-15-6916 0 0,-82 32 8012 0 0,36-15-6734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6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323 138 1760 0 0,'9'-12'5527'0'0,"-5"7"-4444"0"0,-1 1 0 0 0,0-1 0 0 0,-1 0 0 0 0,1-1-1 0 0,-1 1 1 0 0,0 0 0 0 0,0-1 0 0 0,-1 1 0 0 0,1-1 0 0 0,-1 1-1 0 0,-1-1 1 0 0,1-11 0 0 0,-1 16-1022 0 0,0-1 0 0 0,0 1 0 0 0,-1-1 0 0 0,1 0 1 0 0,-1 1-1 0 0,0-1 0 0 0,1 1 0 0 0,-1 0 0 0 0,0-1 0 0 0,0 1 0 0 0,0 0 0 0 0,0-1 1 0 0,0 1-1 0 0,0 0 0 0 0,0 0 0 0 0,0 0 0 0 0,0 0 0 0 0,0 0 0 0 0,-1 0 1 0 0,-1-1-1 0 0,-24-11 176 0 0,20 12-219 0 0,0-1 1 0 0,0 2 0 0 0,0-1 0 0 0,0 1-1 0 0,0 0 1 0 0,0 0 0 0 0,0 1 0 0 0,0 0-1 0 0,0 0 1 0 0,-11 4 0 0 0,5-1-13 0 0,1 1 0 0 0,0 0 0 0 0,0 1 0 0 0,0 0-1 0 0,0 1 1 0 0,1 1 0 0 0,-10 8 0 0 0,4-2-8 0 0,1 1-1 0 0,0 1 1 0 0,-19 26-1 0 0,31-37 1 0 0,0 1-1 0 0,0 0 1 0 0,0 1-1 0 0,1-1 1 0 0,0 1-1 0 0,1-1 1 0 0,-1 1-1 0 0,1 0 1 0 0,1 0-1 0 0,-1 0 1 0 0,0 14-1 0 0,2-20 4 0 0,0 0-1 0 0,0 0 1 0 0,1 1 0 0 0,-1-1-1 0 0,0 0 1 0 0,1 0 0 0 0,-1 1-1 0 0,1-1 1 0 0,0 0 0 0 0,-1 0-1 0 0,1 0 1 0 0,0 0 0 0 0,0 0-1 0 0,-1 0 1 0 0,1 0 0 0 0,0 0-1 0 0,0 0 1 0 0,0 0 0 0 0,2 0-1 0 0,1 1 4 0 0,0-1-1 0 0,0 0 0 0 0,1 0 1 0 0,-1 0-1 0 0,0-1 0 0 0,1 1 1 0 0,-1-1-1 0 0,0 0 0 0 0,1 0 0 0 0,-1-1 1 0 0,0 1-1 0 0,0-1 0 0 0,1 0 1 0 0,-1 0-1 0 0,0-1 0 0 0,0 1 1 0 0,0-1-1 0 0,4-2 0 0 0,10-6-8 0 0,-1-1 0 0 0,-1-1 0 0 0,0-1 0 0 0,22-21 0 0 0,26-21-15 0 0,-63 54 20 0 0,-1 1 1 0 0,1-1 0 0 0,-1 1 0 0 0,1-1-1 0 0,0 1 1 0 0,-1-1 0 0 0,1 1-1 0 0,-1 0 1 0 0,1-1 0 0 0,0 1-1 0 0,-1 0 1 0 0,1-1 0 0 0,0 1-1 0 0,0 0 1 0 0,-1 0 0 0 0,1 0 0 0 0,0 0-1 0 0,-1 0 1 0 0,1 0 0 0 0,0 0-1 0 0,0 0 1 0 0,-1 0 0 0 0,1 0-1 0 0,0 0 1 0 0,1 1 0 0 0,-2-1 0 0 0,1 1 0 0 0,-1 0 0 0 0,1 0 0 0 0,-1-1 1 0 0,1 1-1 0 0,-1 0 0 0 0,0 0 0 0 0,1-1 0 0 0,-1 1 0 0 0,0 0 0 0 0,0 0 1 0 0,1 0-1 0 0,-1 0 0 0 0,0 0 0 0 0,0 0 0 0 0,0-1 0 0 0,0 1 0 0 0,0 1 1 0 0,-1 8 4 0 0,-1 1 0 0 0,-4 17 0 0 0,5-23-10 0 0,-12 41-47 0 0,6-21-201 0 0,-7 39 1 0 0,13-57-346 0 0,0 0 0 0 0,1 0-1 0 0,-1-1 1 0 0,2 1 0 0 0,-1 0 0 0 0,1-1-1 0 0,0 1 1 0 0,0 0 0 0 0,1-1 0 0 0,4 13-1 0 0,-5-17-99 0 0,1 0 0 0 0,-1 0 0 0 0,0 0 0 0 0,1 0-1 0 0,-1 0 1 0 0,1 0 0 0 0,0-1 0 0 0,0 1-1 0 0,-1 0 1 0 0,1-1 0 0 0,4 3 0 0 0,3 0-4592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7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35 2028 0 0,'34'-28'10346'0'0,"-33"27"-9381"0"0,2 0 232 0 0,2-3-847 0 0,-3 4 3055 0 0,-1 2-3263 0 0,-1-1-1 0 0,1 0 1 0 0,-1 1-1 0 0,1-1 1 0 0,-1 1-1 0 0,0-1 1 0 0,0 1 0 0 0,1 0-1 0 0,-1-1 1 0 0,0 1-1 0 0,-1-1 1 0 0,1 1-1 0 0,0-1 1 0 0,0 1 0 0 0,-1-1-1 0 0,1 1 1 0 0,0-1-1 0 0,-1 1 1 0 0,-1 2-1 0 0,-18 37 780 0 0,11-23-647 0 0,-24 51 333 0 0,4-9-2321 0 0,12-21-3716 0 0,15-28-1482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7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81 2288 0 0,'1'-2'2046'0'0,"5"-6"-2"0"0,1 0 0 0 0,0 1 0 0 0,8-8 0 0 0,-8 10-1363 0 0,0 0 1 0 0,0 0-1 0 0,1 0 0 0 0,0 1 0 0 0,-1 0 0 0 0,15-5 0 0 0,-20 8-622 0 0,0 0 1 0 0,0 1-1 0 0,0-1 0 0 0,0 1 0 0 0,0 0 1 0 0,-1-1-1 0 0,1 1 0 0 0,0 0 0 0 0,0 0 1 0 0,0 0-1 0 0,0 1 0 0 0,3 0 0 0 0,-4-1-3 0 0,0 0 0 0 0,0 0-1 0 0,-1 1 1 0 0,1-1 0 0 0,0 1-1 0 0,-1-1 1 0 0,1 1 0 0 0,0-1-1 0 0,-1 1 1 0 0,1-1 0 0 0,-1 1-1 0 0,1-1 1 0 0,-1 1-1 0 0,1 0 1 0 0,-1-1 0 0 0,1 1-1 0 0,-1 0 1 0 0,0-1 0 0 0,1 1-1 0 0,-1 0 1 0 0,0 1 0 0 0,1 0 31 0 0,-1 1 1 0 0,0-1 0 0 0,0 0-1 0 0,0 1 1 0 0,0-1 0 0 0,-1 1 0 0 0,1-1-1 0 0,-1 0 1 0 0,1 1 0 0 0,-1-1 0 0 0,0 0-1 0 0,0 1 1 0 0,0-1 0 0 0,0 0-1 0 0,0 0 1 0 0,-3 4 0 0 0,-3 3 68 0 0,1 1 0 0 0,0 0-1 0 0,-8 16 1 0 0,14-24-108 0 0,3 13 121 0 0,3-9-115 0 0,0-1 0 0 0,0 1 0 0 0,1-1 0 0 0,-1 0 1 0 0,1-1-1 0 0,13 7 0 0 0,-14-8 125 0 0,1 0-1 0 0,-1 0 1 0 0,0 1 0 0 0,-1 0-1 0 0,1 0 1 0 0,0 1 0 0 0,-1-1 0 0 0,0 1-1 0 0,0 0 1 0 0,5 8 0 0 0,-10-12-136 0 0,0 0 0 0 0,1 1 0 0 0,-1-1-1 0 0,0 0 1 0 0,1 0 0 0 0,-1 1 0 0 0,0-1 0 0 0,0 0 0 0 0,0 1 0 0 0,0-1 0 0 0,0 0 0 0 0,0 0-1 0 0,-1 1 1 0 0,1-1 0 0 0,0 0 0 0 0,-1 1 0 0 0,1-1 0 0 0,-1 0 0 0 0,0 2 0 0 0,-15 19 316 0 0,9-15-409 0 0,-1-1 0 0 0,0-1 0 0 0,0 1 0 0 0,0-1 0 0 0,0 0 0 0 0,-1-1-1 0 0,0 0 1 0 0,0-1 0 0 0,0 0 0 0 0,-14 3 0 0 0,-39 4-3458 0 0,2-8-4889 0 0,15-3-1909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66 496 0 0,'0'0'7116'0'0,"5"-11"-2798"0"0,-6 8-4033 0 0,0 0 0 0 0,0 0 1 0 0,0 0-1 0 0,0 0 0 0 0,-1 0 1 0 0,1 0-1 0 0,-1 1 0 0 0,0-1 1 0 0,1 0-1 0 0,-1 1 0 0 0,0 0 1 0 0,-1-1-1 0 0,1 1 0 0 0,0 0 1 0 0,-1 0-1 0 0,1 0 0 0 0,-1 0 1 0 0,0 1-1 0 0,0-1 0 0 0,1 1 1 0 0,-5-2-1 0 0,4 3-261 0 0,0-1-1 0 0,0 1 0 0 0,0-1 1 0 0,0 1-1 0 0,0 0 0 0 0,0 0 1 0 0,-1 1-1 0 0,1-1 1 0 0,0 1-1 0 0,0-1 0 0 0,0 1 1 0 0,0 0-1 0 0,0 0 1 0 0,0 0-1 0 0,1 1 0 0 0,-1-1 1 0 0,0 1-1 0 0,0-1 1 0 0,1 1-1 0 0,-1 0 0 0 0,1 0 1 0 0,-3 3-1 0 0,-8 7 1 0 0,2 0 0 0 0,0 1 0 0 0,0 0 0 0 0,-12 20 0 0 0,19-25-18 0 0,0 0 0 0 0,0-1 0 0 0,0 1-1 0 0,1 1 1 0 0,0-1 0 0 0,0 0 0 0 0,1 1 0 0 0,1 0 0 0 0,-1-1 0 0 0,1 12 0 0 0,0-19-3 0 0,1 1 0 0 0,0 0 0 0 0,0 0 1 0 0,0 0-1 0 0,0 0 0 0 0,0 0 1 0 0,0-1-1 0 0,1 1 0 0 0,-1 0 0 0 0,1 0 1 0 0,-1 0-1 0 0,1-1 0 0 0,0 1 0 0 0,0 0 1 0 0,-1-1-1 0 0,1 1 0 0 0,0-1 0 0 0,1 1 1 0 0,-1-1-1 0 0,0 1 0 0 0,0-1 0 0 0,1 0 1 0 0,-1 1-1 0 0,0-1 0 0 0,1 0 0 0 0,-1 0 1 0 0,1 0-1 0 0,0 0 0 0 0,-1 0 0 0 0,1-1 1 0 0,0 1-1 0 0,-1 0 0 0 0,1-1 0 0 0,0 1 1 0 0,3-1-1 0 0,-1 0 2 0 0,0 0-1 0 0,1 0 1 0 0,-1-1 0 0 0,0 1 0 0 0,0-1-1 0 0,0 0 1 0 0,0-1 0 0 0,0 1 0 0 0,0-1-1 0 0,0 1 1 0 0,-1-1 0 0 0,1 0 0 0 0,0-1 0 0 0,-1 1-1 0 0,4-4 1 0 0,6-6 26 0 0,-1-1 1 0 0,0 0-1 0 0,10-16 1 0 0,21-23 396 0 0,-42 51-377 0 0,0 1-46 0 0,-1 1-1 0 0,1-1 1 0 0,-1 0-1 0 0,1 1 1 0 0,-1-1-1 0 0,0 0 1 0 0,1 1-1 0 0,-1-1 1 0 0,0 1-1 0 0,1-1 1 0 0,-1 1-1 0 0,0-1 1 0 0,1 0-1 0 0,-1 1 1 0 0,0-1-1 0 0,0 1 1 0 0,0 0-1 0 0,1-1 1 0 0,-1 1-1 0 0,-13 72 90 0 0,-2 21-730 0 0,14-47-2939 0 0,9-2-3862 0 0,-4-32 1577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9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2440 0 0,'3'-4'1146'0'0,"1"0"-1"0"0,-1 0 1 0 0,1 1 0 0 0,0 0-1 0 0,0-1 1 0 0,1 1-1 0 0,6-3 1 0 0,-7 4-952 0 0,0 0 0 0 0,0 0 1 0 0,0 1-1 0 0,1-1 0 0 0,-1 1 0 0 0,1 0 1 0 0,-1 0-1 0 0,1 1 0 0 0,-1-1 0 0 0,1 1 1 0 0,0 0-1 0 0,-1 0 0 0 0,1 1 0 0 0,-1-1 0 0 0,8 3 1 0 0,-9-2-32 0 0,-1-1 0 0 0,1 1 1 0 0,0 0-1 0 0,-1 0 0 0 0,0 1 0 0 0,1-1 1 0 0,-1 0-1 0 0,0 1 0 0 0,1 0 1 0 0,-1-1-1 0 0,3 4 0 0 0,-4-3-70 0 0,0-1 0 0 0,0 1 0 0 0,0-1 0 0 0,-1 1 0 0 0,1 0 0 0 0,0-1 0 0 0,-1 1 0 0 0,0 0-1 0 0,1-1 1 0 0,-1 1 0 0 0,0 0 0 0 0,0-1 0 0 0,0 1 0 0 0,0 0 0 0 0,0 0 0 0 0,0-1 0 0 0,0 1 0 0 0,0 0 0 0 0,-1 0 0 0 0,1-1-1 0 0,-2 3 1 0 0,-6 14 370 0 0,0 0 0 0 0,-2-1 0 0 0,0 0 0 0 0,-1 0 0 0 0,-1-1 0 0 0,-19 20 0 0 0,28-31-425 0 0,2-5-34 0 0,1 0 0 0 0,0 0-1 0 0,-1 1 1 0 0,1-1 0 0 0,0 0-1 0 0,-1 0 1 0 0,1 1 0 0 0,0-1-1 0 0,0 0 1 0 0,-1 0 0 0 0,1 1-1 0 0,0-1 1 0 0,0 0-1 0 0,-1 1 1 0 0,1-1 0 0 0,0 1-1 0 0,0-1 1 0 0,0 0 0 0 0,0 1-1 0 0,0-1 1 0 0,-1 0 0 0 0,1 1-1 0 0,0-1 1 0 0,0 1 0 0 0,0-1-1 0 0,0 0 1 0 0,0 1 0 0 0,0-1-1 0 0,0 1 1 0 0,0-1 0 0 0,1 0-1 0 0,-1 1 1 0 0,0-1-1 0 0,0 1 1 0 0,0-1 0 0 0,0 0-1 0 0,0 1 1 0 0,1-1 0 0 0,-1 0-1 0 0,0 1 1 0 0,0-1 0 0 0,1 0-1 0 0,-1 1 1 0 0,0-1 0 0 0,0 0-1 0 0,1 0 1 0 0,-1 1 0 0 0,0-1-1 0 0,1 0 1 0 0,-1 0 0 0 0,0 0-1 0 0,2 1 1 0 0,12 1-56 0 0,2-5-932 0 0,0 0-1 0 0,0-1 1 0 0,-1-1-1 0 0,1 0 1 0 0,21-11 0 0 0,-17 8-812 0 0,6-4-2962 0 0,0-2-2515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9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16 2192 0 0,'2'-1'544'0'0,"15"-13"5549"0"0,-9 13-1487 0 0,-8 11 561 0 0,-15 31-3612 0 0,-30 60 0 0 0,-8 19-2004 0 0,53-120 420 0 0,-18 51-3060 0 0,8-18-4261 0 0,6-17-1041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1:59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223 100 2156 0 0,'0'0'2120'0'0,"2"-12"3875"0"0,-1 7-4726 0 0,0-1 0 0 0,-1 0 0 0 0,0 0 0 0 0,0 0 0 0 0,-2-9 0 0 0,2 13-1110 0 0,-1 0 0 0 0,1 0 0 0 0,-1 0-1 0 0,0 0 1 0 0,0 0 0 0 0,1 0 0 0 0,-1 0 0 0 0,0 0 0 0 0,-1 0 0 0 0,1 0 0 0 0,0 0 0 0 0,-1 1 0 0 0,1-1 0 0 0,-1 1-1 0 0,1-1 1 0 0,-1 1 0 0 0,0-1 0 0 0,1 1 0 0 0,-1 0 0 0 0,-3-2 0 0 0,0 2-134 0 0,0-1 1 0 0,0 1-1 0 0,0 1 1 0 0,-1-1 0 0 0,1 1-1 0 0,0-1 1 0 0,0 2-1 0 0,-1-1 1 0 0,1 0-1 0 0,0 1 1 0 0,0 0-1 0 0,0 0 1 0 0,0 1-1 0 0,0 0 1 0 0,0 0-1 0 0,0 0 1 0 0,0 0-1 0 0,1 0 1 0 0,-1 1-1 0 0,1 0 1 0 0,-6 5-1 0 0,2-3-16 0 0,1 1-1 0 0,0 0 0 0 0,0 1 0 0 0,0 0 1 0 0,1 0-1 0 0,0 0 0 0 0,0 0 1 0 0,1 1-1 0 0,0 0 0 0 0,0 1 0 0 0,-4 12 1 0 0,8-21-11 0 0,1 1 0 0 0,-1 0 1 0 0,1 0-1 0 0,0 0 1 0 0,-1-1-1 0 0,1 1 0 0 0,0 0 1 0 0,0 0-1 0 0,0 0 1 0 0,-1 0-1 0 0,1 0 1 0 0,0-1-1 0 0,0 1 0 0 0,0 0 1 0 0,1 0-1 0 0,-1 0 1 0 0,0 0-1 0 0,0 0 0 0 0,0 0 1 0 0,1-1-1 0 0,-1 1 1 0 0,0 0-1 0 0,1 0 0 0 0,-1 0 1 0 0,0-1-1 0 0,1 1 1 0 0,-1 0-1 0 0,1 0 0 0 0,0-1 1 0 0,-1 1-1 0 0,1-1 1 0 0,0 1-1 0 0,-1 0 0 0 0,1-1 1 0 0,0 1-1 0 0,-1-1 1 0 0,1 0-1 0 0,0 1 0 0 0,0-1 1 0 0,0 1-1 0 0,-1-1 1 0 0,1 0-1 0 0,0 0 0 0 0,0 0 1 0 0,0 1-1 0 0,0-1 1 0 0,0 0-1 0 0,-1 0 0 0 0,1 0 1 0 0,0 0-1 0 0,0 0 1 0 0,0 0-1 0 0,1-1 0 0 0,3 1-44 0 0,1-1 0 0 0,0 0-1 0 0,-1 0 1 0 0,1 0-1 0 0,-1-1 1 0 0,10-4-1 0 0,-5 0-5 0 0,0 0-1 0 0,0 0 0 0 0,-1-1 1 0 0,0-1-1 0 0,10-10 0 0 0,-7 6 16 0 0,1 1 1 0 0,0 0-1 0 0,26-15 0 0 0,-38 25 41 0 0,-1 1-1 0 0,0 0 1 0 0,0 0-1 0 0,1 0 1 0 0,-1-1 0 0 0,0 1-1 0 0,0 0 1 0 0,1 0 0 0 0,-1 0-1 0 0,0 0 1 0 0,1 0 0 0 0,-1-1-1 0 0,0 1 1 0 0,1 0-1 0 0,-1 0 1 0 0,0 0 0 0 0,1 0-1 0 0,-1 0 1 0 0,0 0 0 0 0,1 0-1 0 0,-1 0 1 0 0,0 0 0 0 0,1 0-1 0 0,-1 0 1 0 0,0 1-1 0 0,1-1 1 0 0,-1 0 0 0 0,0 0-1 0 0,1 0 1 0 0,-1 0 0 0 0,0 0-1 0 0,0 1 1 0 0,1-1 0 0 0,-1 0-1 0 0,0 0 1 0 0,2 14 147 0 0,-10 25 59 0 0,7-32-204 0 0,-6 20-85 0 0,-1 4-18 0 0,-4 37-1 0 0,11-57-1350 0 0,1 1 0 0 0,0-1-1 0 0,2 22 1 0 0,4-17-5478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0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56 608 0 0,'0'-1'544'0'0,"33"-29"10457"0"0,-29 27-10591 0 0,1 0-1 0 0,-1 1 1 0 0,1-1-1 0 0,-1 1 1 0 0,1 0-1 0 0,0 0 1 0 0,0 0-1 0 0,0 1 1 0 0,0 0 0 0 0,0 0-1 0 0,6-1 1 0 0,-9 2-327 0 0,-1 0 1 0 0,1 0-1 0 0,0 0 0 0 0,0 0 1 0 0,-1 0-1 0 0,1 0 1 0 0,0 0-1 0 0,0 1 1 0 0,-1-1-1 0 0,1 1 1 0 0,0-1-1 0 0,-1 1 1 0 0,1 0-1 0 0,-1-1 1 0 0,1 1-1 0 0,0 0 0 0 0,-1 0 1 0 0,0 0-1 0 0,1 0 1 0 0,-1 0-1 0 0,0 1 1 0 0,1-1-1 0 0,0 2 1 0 0,-1-1-5 0 0,0 0 1 0 0,0 0 0 0 0,0 0-1 0 0,-1 0 1 0 0,1 0-1 0 0,-1 0 1 0 0,1 0-1 0 0,-1 0 1 0 0,0 0 0 0 0,1 0-1 0 0,-1 0 1 0 0,0 0-1 0 0,-1 0 1 0 0,1 0 0 0 0,0 0-1 0 0,0 0 1 0 0,-1 0-1 0 0,1 0 1 0 0,-1 0-1 0 0,0 0 1 0 0,0 0 0 0 0,-1 2-1 0 0,-12 21 449 0 0,-1 0-1 0 0,-2-1 0 0 0,0-1 1 0 0,-28 28-1 0 0,20-22-209 0 0,24-29-311 0 0,1 0 0 0 0,0 0 0 0 0,0 1 0 0 0,-1-1 0 0 0,1 0 0 0 0,0 0 0 0 0,-1 1 0 0 0,1-1 0 0 0,0 0 0 0 0,0 0 0 0 0,0 1 0 0 0,-1-1 0 0 0,1 0 0 0 0,0 1 0 0 0,0-1 0 0 0,0 0 0 0 0,0 1 0 0 0,-1-1 0 0 0,1 0 0 0 0,0 1 0 0 0,0-1 0 0 0,0 0 0 0 0,0 1 0 0 0,0-1-1 0 0,0 0 1 0 0,0 1 0 0 0,0-1 0 0 0,0 0 0 0 0,0 1 0 0 0,0-1 0 0 0,0 0 0 0 0,0 1 0 0 0,1-1 0 0 0,-1 0 0 0 0,0 1 0 0 0,0-1 0 0 0,0 0 0 0 0,0 1 0 0 0,1-1 0 0 0,-1 0 0 0 0,0 0 0 0 0,1 1 0 0 0,17 1 91 0 0,24-9-424 0 0,-11-2-1532 0 0,-1-2 0 0 0,31-14 0 0 0,14-17-7748 0 0,-51 28 3262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0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8 836 0 0,'0'0'6499'0'0,"-1"-8"4442"0"0,4 8-10778 0 0,0 1-1 0 0,0 0 0 0 0,0-1 0 0 0,-1 1 0 0 0,1 0 0 0 0,0 0 1 0 0,-1 0-1 0 0,1 1 0 0 0,0-1 0 0 0,-1 1 0 0 0,0-1 1 0 0,1 1-1 0 0,-1 0 0 0 0,0 0 0 0 0,0 0 0 0 0,0 0 0 0 0,0 0 1 0 0,0 1-1 0 0,0-1 0 0 0,-1 0 0 0 0,1 1 0 0 0,-1-1 0 0 0,0 1 1 0 0,2 4-1 0 0,-2-3 57 0 0,0 1 0 0 0,0 0 1 0 0,0-1-1 0 0,0 1 0 0 0,-1 0 0 0 0,0-1 1 0 0,0 1-1 0 0,0 0 0 0 0,0 0 0 0 0,-1-1 1 0 0,0 1-1 0 0,0 0 0 0 0,0-1 0 0 0,-3 7 1 0 0,-6 8 570 0 0,0 0 1 0 0,-1 0 0 0 0,-25 30 0 0 0,4-4 189 0 0,31-44-892 0 0,17 1 94 0 0,15-2-224 0 0,176-41-5508 0 0,-70 8-3694 0 0,-119 29 7404 0 0,64-16-9113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1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85 2380 0 0,'10'-12'5511'0'0,"-7"8"-4158"0"0,1 0-158 0 0,0 0 1 0 0,-1 0 0 0 0,1 0 0 0 0,-1-1 0 0 0,0 1-1 0 0,-1-1 1 0 0,1 0 0 0 0,2-9 0 0 0,-5 14-1141 0 0,1-1 0 0 0,-1 0 1 0 0,0 0-1 0 0,0 1 0 0 0,0-1 0 0 0,0 0 1 0 0,0 0-1 0 0,-1 1 0 0 0,1-1 0 0 0,0 0 1 0 0,0 1-1 0 0,0-1 0 0 0,-1 0 0 0 0,1 0 1 0 0,0 1-1 0 0,-1-1 0 0 0,1 0 0 0 0,-1 1 1 0 0,1-1-1 0 0,0 1 0 0 0,-1-1 1 0 0,1 1-1 0 0,-1-1 0 0 0,0 1 0 0 0,1-1 1 0 0,-1 1-1 0 0,1-1 0 0 0,-2 0 0 0 0,1 1-32 0 0,-1 0 1 0 0,1 0-1 0 0,0 0 0 0 0,-1 0 0 0 0,1 0 0 0 0,-1 0 0 0 0,1 0 0 0 0,0 1 0 0 0,-1-1 0 0 0,1 0 0 0 0,0 1 1 0 0,-1-1-1 0 0,1 1 0 0 0,-2 0 0 0 0,-3 3-29 0 0,-1 0 1 0 0,0 0 0 0 0,1 1-1 0 0,-10 9 1 0 0,6-4 16 0 0,1 1 1 0 0,0-1-1 0 0,1 1 1 0 0,0 1-1 0 0,1 0 0 0 0,1 0 1 0 0,-1 0-1 0 0,2 1 1 0 0,0 0-1 0 0,-6 21 0 0 0,11-33-9 0 0,-1 1-1 0 0,1-1 0 0 0,0 0 1 0 0,-1 1-1 0 0,1-1 1 0 0,0 1-1 0 0,0-1 0 0 0,0 1 1 0 0,0-1-1 0 0,0 0 1 0 0,0 1-1 0 0,0-1 0 0 0,1 1 1 0 0,-1-1-1 0 0,0 1 0 0 0,1-1 1 0 0,-1 0-1 0 0,1 1 1 0 0,0-1-1 0 0,-1 0 0 0 0,1 0 1 0 0,0 1-1 0 0,0-1 0 0 0,0 0 1 0 0,0 0-1 0 0,0 0 1 0 0,0 0-1 0 0,1 1 0 0 0,-1-1 0 0 0,1 1-1 0 0,-1-1 0 0 0,1 0 1 0 0,-1 0-1 0 0,1 0 0 0 0,-1-1 1 0 0,1 1-1 0 0,0 0 0 0 0,-1-1 1 0 0,1 1-1 0 0,0-1 0 0 0,0 1 1 0 0,-1-1-1 0 0,1 0 0 0 0,0 1 1 0 0,0-1-1 0 0,-1 0 0 0 0,5-1 1 0 0,-1 1 2 0 0,-2-1-4 0 0,1 1 1 0 0,-1-1 0 0 0,0 0 0 0 0,1 0-1 0 0,-1 0 1 0 0,0 0 0 0 0,0 0 0 0 0,1-1-1 0 0,-1 1 1 0 0,0-1 0 0 0,0 0 0 0 0,3-3-1 0 0,27-27-1 0 0,-18 13-10 0 0,15-26 0 0 0,3-5 122 0 0,-33 48 18 0 0,1 6-109 0 0,0 0 0 0 0,-1-1-1 0 0,0 1 1 0 0,0-1-1 0 0,0 1 1 0 0,0-1 0 0 0,-1 1-1 0 0,0 3 1 0 0,-1 2-204 0 0,-1 11 281 0 0,0 1 1 0 0,1-1-1 0 0,1 31 0 0 0,1-44-618 0 0,1 0 1 0 0,0-1-1 0 0,1 1 1 0 0,-1 0-1 0 0,6 12 0 0 0,-4-14-548 0 0,-1-1-1 0 0,1 1 0 0 0,0-1 0 0 0,0 1 0 0 0,0-1 1 0 0,1 0-1 0 0,-1 0 0 0 0,8 5 0 0 0,3 2-6437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1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28 1548 0 0,'-1'-1'3352'0'0,"-1"-6"-1716"0"0,1 5 1852 0 0,3-14 1100 0 0,-2 15-2794 0 0,5 1-1618 0 0,0 0 1 0 0,-1 0-1 0 0,1 1 1 0 0,0 0-1 0 0,-1 0 1 0 0,1 0-1 0 0,-1 1 1 0 0,1 0-1 0 0,-1-1 1 0 0,0 1-1 0 0,1 1 1 0 0,-1-1-1 0 0,0 1 1 0 0,0 0 0 0 0,3 3-1 0 0,-5-5-121 0 0,0 1-1 0 0,0 1 1 0 0,-1-1 0 0 0,1 0-1 0 0,0 0 1 0 0,-1 1-1 0 0,0-1 1 0 0,0 1 0 0 0,1-1-1 0 0,-1 1 1 0 0,-1-1-1 0 0,1 1 1 0 0,0 0 0 0 0,-1-1-1 0 0,1 1 1 0 0,-1 0 0 0 0,0 0-1 0 0,0 0 1 0 0,0-1-1 0 0,0 1 1 0 0,0 0 0 0 0,-1 0-1 0 0,1-1 1 0 0,-1 1-1 0 0,0 0 1 0 0,0-1 0 0 0,-1 4-1 0 0,-7 11 318 0 0,-1 0-1 0 0,0-1 0 0 0,-1 0 1 0 0,-1-1-1 0 0,0 0 1 0 0,-2-1-1 0 0,-21 19 0 0 0,-34 39 715 0 0,69-72-1081 0 0,0 1-1 0 0,0-1 1 0 0,0 0-1 0 0,0 1 1 0 0,0-1-1 0 0,0 0 1 0 0,0 0-1 0 0,0 1 0 0 0,1-1 1 0 0,-1 0-1 0 0,0 1 1 0 0,0-1-1 0 0,0 0 1 0 0,0 0-1 0 0,0 1 1 0 0,0-1-1 0 0,1 0 1 0 0,-1 0-1 0 0,0 1 1 0 0,0-1-1 0 0,0 0 1 0 0,1 0-1 0 0,-1 0 0 0 0,0 1 1 0 0,0-1-1 0 0,1 0 1 0 0,-1 0-1 0 0,0 0 1 0 0,0 0-1 0 0,1 0 1 0 0,-1 0-1 0 0,0 1 1 0 0,1-1-1 0 0,-1 0 1 0 0,0 0-1 0 0,0 0 1 0 0,1 0-1 0 0,-1 0 0 0 0,0 0 1 0 0,1 0-1 0 0,-1 0 1 0 0,0 0-1 0 0,1 0 1 0 0,-1 0-1 0 0,0-1 1 0 0,16 3 49 0 0,-15-2-54 0 0,22 0-562 0 0,0-2 0 0 0,-1-1-1 0 0,1-1 1 0 0,37-11 0 0 0,13-11-3720 0 0,-3-5-3685 0 0,-37 15 355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1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40 1464 0 0,'-18'-37'15405'0'0,"18"35"-13112"0"0,3 2-2077 0 0,0 1-161 0 0,0 0 0 0 0,0-1 0 0 0,0 1 0 0 0,0 1 0 0 0,0-1 0 0 0,0 0 0 0 0,-1 0 0 0 0,1 1 0 0 0,0 0-1 0 0,-1 0 1 0 0,1-1 0 0 0,-1 1 0 0 0,0 1 0 0 0,0-1 0 0 0,0 0 0 0 0,0 0 0 0 0,0 1 0 0 0,0-1-1 0 0,0 1 1 0 0,-1 0 0 0 0,1-1 0 0 0,-1 1 0 0 0,2 5 0 0 0,-2-4 30 0 0,0 0 1 0 0,0 0-1 0 0,-1 0 0 0 0,1 0 0 0 0,-1 0 1 0 0,0 0-1 0 0,0 0 0 0 0,-1 0 1 0 0,1 0-1 0 0,-1 0 0 0 0,0 0 1 0 0,0 0-1 0 0,0 0 0 0 0,0 0 1 0 0,-1 0-1 0 0,1-1 0 0 0,-1 1 0 0 0,-4 6 1 0 0,-8 10 371 0 0,0-1 1 0 0,-19 20 0 0 0,31-37-381 0 0,0 4 24 0 0,3-5-85 0 0,1 0 0 0 0,0 0 0 0 0,0 0 0 0 0,0 0 0 0 0,0 0 1 0 0,0-1-1 0 0,0 1 0 0 0,0 0 0 0 0,0-1 0 0 0,3 1 1 0 0,2-1 7 0 0,63 10-7 0 0,-63-9 119 0 0,0 1 0 0 0,0 0 1 0 0,0 1-1 0 0,-1-1 0 0 0,1 1 1 0 0,-1 0-1 0 0,0 1 0 0 0,9 6 1 0 0,-13-9-18 0 0,0 1 0 0 0,0 0 0 0 0,0 0 1 0 0,0 0-1 0 0,0 0 0 0 0,-1 0 1 0 0,1 0-1 0 0,0 0 0 0 0,-1 1 0 0 0,0-1 1 0 0,0 0-1 0 0,1 1 0 0 0,-2-1 0 0 0,1 1 1 0 0,0 0-1 0 0,0-1 0 0 0,-1 1 1 0 0,1 0-1 0 0,-1 4 0 0 0,0-3-61 0 0,-1-1 0 0 0,0 0 0 0 0,1 0 1 0 0,-1 1-1 0 0,-1-1 0 0 0,1 0 0 0 0,0 0 0 0 0,-1 0 0 0 0,1 0 0 0 0,-1-1 0 0 0,0 1 1 0 0,0 0-1 0 0,0-1 0 0 0,0 1 0 0 0,-1-1 0 0 0,-3 3 0 0 0,-4 3-466 0 0,0 0-1 0 0,0-1 0 0 0,-1 0 0 0 0,-1-1 0 0 0,1 0 1 0 0,-1-1-1 0 0,-23 8 0 0 0,16-8-3422 0 0,1-1-1 0 0,-29 3 1 0 0,2-4-7688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2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31 1336 0 0,'0'0'7969'0'0,"6"-5"-5578"0"0,-5 1 2181 0 0,-1 3-4429 0 0,-1 0 0 0 0,1 0 0 0 0,0 0 0 0 0,0 0 0 0 0,-1 0 0 0 0,1 1 0 0 0,-1-1 0 0 0,1 0 0 0 0,-1 0 0 0 0,1 0 0 0 0,-1 0 0 0 0,1 0 0 0 0,-1 1 0 0 0,0-1 0 0 0,1 0 0 0 0,-1 1 0 0 0,0-1 0 0 0,0 0 0 0 0,0 1 0 0 0,1-1 0 0 0,-1 1 0 0 0,-2-1 0 0 0,1 0-55 0 0,0 0 0 0 0,-1 1 0 0 0,1-1 0 0 0,0 1 0 0 0,-1 0 0 0 0,1 0 0 0 0,-1 0 0 0 0,1 0 0 0 0,-4 0 0 0 0,0 1-80 0 0,1 0 1 0 0,-1 1 0 0 0,0-1-1 0 0,0 1 1 0 0,1 0 0 0 0,-1 1-1 0 0,-6 3 1 0 0,-10 10 5 0 0,2 0 0 0 0,0 2 0 0 0,1 0 0 0 0,0 1 0 0 0,2 1 1 0 0,0 1-1 0 0,1 0 0 0 0,1 1 0 0 0,1 1 0 0 0,-19 44 0 0 0,19-26 3 0 0,13-39-13 0 0,1 0 0 0 0,-1 1 0 0 0,1-1 0 0 0,0 0 0 0 0,0 1 0 0 0,0-1 0 0 0,0 1 0 0 0,0-1 0 0 0,1 0 0 0 0,-1 1 0 0 0,1-1 0 0 0,-1 0 0 0 0,1 1 0 0 0,2 3 0 0 0,-2-5-1 0 0,0 0 0 0 0,0 0 0 0 0,0-1 0 0 0,0 1 0 0 0,0 0 0 0 0,0 0 0 0 0,1-1 0 0 0,-1 1 0 0 0,0-1 0 0 0,0 1 0 0 0,1-1 1 0 0,-1 0-1 0 0,0 1 0 0 0,0-1 0 0 0,1 0 0 0 0,-1 0 0 0 0,0 0 0 0 0,1 0 0 0 0,-1 0 0 0 0,1 0 0 0 0,-1 0 0 0 0,0 0 0 0 0,1-1 0 0 0,-1 1 0 0 0,1-1 0 0 0,7-1 3 0 0,-1-1 0 0 0,0 0-1 0 0,-1-1 1 0 0,1 1 0 0 0,-1-2-1 0 0,1 1 1 0 0,-1-1 0 0 0,0 0-1 0 0,-1 0 1 0 0,1-1 0 0 0,8-10-1 0 0,9-12 29 0 0,29-44-1 0 0,-23 30 25 0 0,0 5 459 0 0,-28 36-481 0 0,3-2 249 0 0,-3 2 122 0 0,-1 10-66 0 0,-2 7-2 0 0,-1 1-1 0 0,-7 29 1 0 0,-3 18-113 0 0,10-46-366 0 0,0 0-243 0 0,0 0 0 0 0,2 1 1 0 0,1 24-1 0 0,0-37-272 0 0,0 0-1 0 0,0-1 1 0 0,0 0 0 0 0,1 1 0 0 0,0-1-1 0 0,4 8 1 0 0,-4-10-225 0 0,0 0 0 0 0,0 0 0 0 0,0 0 0 0 0,0 0-1 0 0,1 0 1 0 0,-1 0 0 0 0,1-1 0 0 0,0 1 0 0 0,0-1 0 0 0,6 3 0 0 0,2 1-4615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3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35 1760 0 0,'22'-30'15742'0'0,"-21"29"-14677"0"0,8-1-558 0 0,-8 2-488 0 0,-1 0 0 0 0,1 0-1 0 0,0-1 1 0 0,0 1 0 0 0,-1 0 0 0 0,1 0-1 0 0,0 0 1 0 0,0 0 0 0 0,0 0-1 0 0,-1 0 1 0 0,1 0 0 0 0,0 0 0 0 0,0 0-1 0 0,0 0 1 0 0,-1 0 0 0 0,1 1-1 0 0,0-1 1 0 0,0 0 0 0 0,-1 0 0 0 0,1 1-1 0 0,0-1 1 0 0,-1 1 0 0 0,1-1 0 0 0,0 0-1 0 0,-1 1 1 0 0,1-1 0 0 0,0 2-1 0 0,1 0 0 0 0,0 0 0 0 0,0 0 0 0 0,-1 0-1 0 0,1 0 1 0 0,-1 0 0 0 0,1 1-1 0 0,-1-1 1 0 0,0 0 0 0 0,0 1 0 0 0,0-1-1 0 0,0 1 1 0 0,-1-1 0 0 0,1 1-1 0 0,0 0 1 0 0,-1-1 0 0 0,0 5 0 0 0,0-2 10 0 0,-1 0 1 0 0,1 0-1 0 0,-1-1 1 0 0,0 1-1 0 0,-1-1 1 0 0,1 1-1 0 0,-1-1 1 0 0,-4 8-1 0 0,-4 5 70 0 0,-1 0 0 0 0,-1-1 0 0 0,-23 23 0 0 0,19-21-14 0 0,10-11-52 0 0,4-6-26 0 0,1 0-1 0 0,0 0 0 0 0,0 0 1 0 0,0 0-1 0 0,0 0 1 0 0,0 1-1 0 0,0-1 1 0 0,1 0-1 0 0,-1 0 0 0 0,0 1 1 0 0,1-1-1 0 0,-1 0 1 0 0,0 1-1 0 0,1-1 1 0 0,0 0-1 0 0,-1 1 0 0 0,1-1 1 0 0,0 3-1 0 0,0-3 8 0 0,13 1-2 0 0,0 1 0 0 0,19 6 1 0 0,-30-8-10 0 0,4 0 87 0 0,0 1 0 0 0,-1 0 0 0 0,1 0 0 0 0,-1 1-1 0 0,0 0 1 0 0,1 0 0 0 0,-1 0 0 0 0,-1 0 0 0 0,8 7 0 0 0,-10-8 201 0 0,1 1 0 0 0,-1 0 0 0 0,0 0-1 0 0,0 0 1 0 0,0 0 0 0 0,-1 0 0 0 0,1 1 0 0 0,-1-1 0 0 0,1 0-1 0 0,-1 1 1 0 0,1 6 0 0 0,-2-8-119 0 0,1 0 0 0 0,-1 1 1 0 0,0-1-1 0 0,0 1 0 0 0,-1-1 0 0 0,1 1 0 0 0,0-1 1 0 0,-1 0-1 0 0,0 1 0 0 0,1-1 0 0 0,-1 0 0 0 0,0 1 1 0 0,0-1-1 0 0,0 0 0 0 0,0 0 0 0 0,-1 0 0 0 0,1 0 1 0 0,-1 0-1 0 0,1 0 0 0 0,-1 0 0 0 0,1 0 0 0 0,-1-1 1 0 0,0 1-1 0 0,0-1 0 0 0,0 1 0 0 0,-2 0 0 0 0,-6 4 160 0 0,0-1-1 0 0,0 0 1 0 0,0 0 0 0 0,-11 3-1 0 0,21-8-326 0 0,-18 5 171 0 0,-1-1 0 0 0,1-1 0 0 0,-1 0 0 0 0,1-2 0 0 0,-31 0 0 0 0,-3-4-2472 0 0,49 2 983 0 0,3 1 974 0 0,-1 0 0 0 0,0-1-1 0 0,1 1 1 0 0,-1 0 0 0 0,0-1 0 0 0,1 1-1 0 0,-1-1 1 0 0,1 1 0 0 0,-1-1 0 0 0,1 1-1 0 0,-1-1 1 0 0,1 1 0 0 0,-1-1-1 0 0,1 0 1 0 0,-1 0 0 0 0,2-1-958 0 0,0-1 1 0 0,0 1 0 0 0,1 0-1 0 0,-1 1 1 0 0,1-1 0 0 0,-1 0-1 0 0,1 0 1 0 0,2-2-1 0 0,6-3-8078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3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1604 0 0,'14'-8'7946'0'0,"-12"7"-7590"0"0,21-6 7704 0 0,-23 7-7919 0 0,1-1-1 0 0,-1 1 1 0 0,1 0-1 0 0,0 0 0 0 0,-1 0 1 0 0,1 0-1 0 0,0 0 1 0 0,-1 0-1 0 0,1 0 1 0 0,-1 1-1 0 0,1-1 1 0 0,0 0-1 0 0,-1 0 1 0 0,1 0-1 0 0,-1 1 0 0 0,1-1 1 0 0,0 0-1 0 0,-1 0 1 0 0,1 1-1 0 0,-1-1 1 0 0,1 1-1 0 0,-1-1 1 0 0,1 0-1 0 0,-1 1 0 0 0,1-1 1 0 0,-1 1-1 0 0,0-1 1 0 0,1 1-1 0 0,-1-1 1 0 0,0 1-1 0 0,1 0 1 0 0,-1-1-1 0 0,0 1 0 0 0,0-1 1 0 0,0 1-1 0 0,1 1 1 0 0,1 12 518 0 0,-1 0 0 0 0,0 0 0 0 0,-1 1 0 0 0,0-1 0 0 0,-6 27 0 0 0,-20 77-1093 0 0,16-76-1169 0 0,6-26-102 0 0,-2 10-2524 0 0,2-8-3082 0 0,3-9-2120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3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74 2636 0 0,'1'-2'2324'0'0,"3"-5"-110"0"0,0 1-1 0 0,-1-1 1 0 0,0 1 0 0 0,0-1 0 0 0,2-10-1 0 0,-5 15-1606 0 0,-5-10 680 0 0,2 11-1230 0 0,-1-1 0 0 0,0 1 0 0 0,1 0 0 0 0,-1 0 0 0 0,0 0 0 0 0,0 1 0 0 0,0 0 0 0 0,0-1 0 0 0,0 1 0 0 0,0 0 0 0 0,1 1 0 0 0,-1-1-1 0 0,0 1 1 0 0,0 0 0 0 0,0 0 0 0 0,0 0 0 0 0,1 0 0 0 0,-1 0 0 0 0,1 1 0 0 0,-5 2 0 0 0,-8 4-27 0 0,1 1-1 0 0,0 0 0 0 0,-19 15 0 0 0,15-9-11 0 0,1 1-1 0 0,1 0 1 0 0,-22 27 0 0 0,33-36-13 0 0,0 1 0 0 0,1 0 1 0 0,-1 0-1 0 0,2 1 0 0 0,-1-1 0 0 0,1 1 1 0 0,1 0-1 0 0,0 0 0 0 0,0 0 1 0 0,0 0-1 0 0,-1 16 0 0 0,4-24 2 0 0,0 1 1 0 0,0 0-1 0 0,0 0 0 0 0,0 0 0 0 0,0 0 0 0 0,0 0 0 0 0,0 0 0 0 0,1 0 0 0 0,-1 0 0 0 0,1 0 0 0 0,-1-1 0 0 0,1 1 1 0 0,0 0-1 0 0,0 0 0 0 0,0-1 0 0 0,0 1 0 0 0,0 0 0 0 0,0-1 0 0 0,0 1 0 0 0,1-1 0 0 0,2 3 0 0 0,-2-2 1 0 0,1-1 0 0 0,0 1 0 0 0,0-1 0 0 0,-1 0 0 0 0,1 0 0 0 0,0 0 0 0 0,0 0 0 0 0,0-1-1 0 0,0 1 1 0 0,0-1 0 0 0,0 1 0 0 0,5-1 0 0 0,1-1 1 0 0,-1 1 1 0 0,0-1-1 0 0,1-1 0 0 0,-1 0 0 0 0,0 0 1 0 0,0 0-1 0 0,0-1 0 0 0,0 0 0 0 0,9-6 1 0 0,-4-1-11 0 0,0 0 0 0 0,-1-1 0 0 0,-1 0 0 0 0,1-1 1 0 0,-2-1-1 0 0,18-25 0 0 0,-2 2 80 0 0,-20 30 22 0 0,24-38 1963 0 0,-28 45-1750 0 0,-2-1-302 0 0,1 0-1 0 0,-1 0 1 0 0,0 0 0 0 0,1 1-1 0 0,-1-1 1 0 0,0 0-1 0 0,1 0 1 0 0,-1 0 0 0 0,0 0-1 0 0,0 0 1 0 0,1 1-1 0 0,-1-1 1 0 0,0 0 0 0 0,0 0-1 0 0,1 0 1 0 0,-1 1-1 0 0,0-1 1 0 0,0 0 0 0 0,0 0-1 0 0,1 1 1 0 0,-1-1-1 0 0,0 0 1 0 0,0 1 0 0 0,0-1-1 0 0,0 0 1 0 0,0 0-1 0 0,0 1 1 0 0,1 0 0 0 0,-3 29 453 0 0,-10 56 1 0 0,-1 16-2566 0 0,12-85 554 0 0,-1 14-2411 0 0,3-10-4048 0 0,0-11 262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4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74 3156 0 0,'11'-24'8745'0'0,"5"8"-5276"0"0,-10 12-3081 0 0,0 0-1 0 0,0 1 1 0 0,1 0 0 0 0,11-5-1 0 0,-15 6-298 0 0,1 1 1 0 0,0-1-1 0 0,-1 1 0 0 0,1 0 0 0 0,0-1 1 0 0,0 2-1 0 0,0-1 0 0 0,0 0 0 0 0,0 1 1 0 0,0 0-1 0 0,0 0 0 0 0,0 0 0 0 0,0 0 0 0 0,0 1 1 0 0,0-1-1 0 0,0 1 0 0 0,7 2 0 0 0,-10-2-56 0 0,0 0 0 0 0,0-1-1 0 0,0 1 1 0 0,-1 0 0 0 0,1 0 0 0 0,0 0-1 0 0,0 0 1 0 0,-1 0 0 0 0,1 0-1 0 0,-1 0 1 0 0,1 0 0 0 0,-1 0-1 0 0,1 0 1 0 0,-1 0 0 0 0,1 0-1 0 0,-1 0 1 0 0,0 0 0 0 0,0 0 0 0 0,0 0-1 0 0,1 0 1 0 0,-1 1 0 0 0,0-1-1 0 0,-1 2 1 0 0,-5 25 359 0 0,-1-16-241 0 0,-1 1 1 0 0,-1-1-1 0 0,0-1 1 0 0,0 0 0 0 0,-1 0-1 0 0,0-1 1 0 0,-22 17 0 0 0,-13 13 381 0 0,44-39-479 0 0,1 0-52 0 0,1 0 1 0 0,-1 0 0 0 0,1 0-1 0 0,-1 0 1 0 0,1 0 0 0 0,-1 0-1 0 0,1 0 1 0 0,0 0 0 0 0,0 0-1 0 0,-1-1 1 0 0,1 1 0 0 0,0 0-1 0 0,0 0 1 0 0,0 0 0 0 0,0-1-1 0 0,0 1 1 0 0,2 0 0 0 0,25 13-24 0 0,-6-4 8 0 0,-21-10 12 0 0,8 6 133 0 0,1 0 1 0 0,14 12-1 0 0,-21-15 106 0 0,-1-1-1 0 0,0 1 1 0 0,1 0 0 0 0,-1-1 0 0 0,0 1-1 0 0,0 0 1 0 0,0 0 0 0 0,-1 1-1 0 0,1-1 1 0 0,-1 0 0 0 0,1 0-1 0 0,0 7 1 0 0,-1-7-88 0 0,-1 0 0 0 0,0 0-1 0 0,0 0 1 0 0,-1 0 0 0 0,1 0 0 0 0,-1 0 0 0 0,1 0 0 0 0,-1 0 0 0 0,0 0-1 0 0,0 0 1 0 0,0 0 0 0 0,0-1 0 0 0,-1 1 0 0 0,1 0 0 0 0,-1-1-1 0 0,1 1 1 0 0,-1-1 0 0 0,0 1 0 0 0,0-1 0 0 0,0 0 0 0 0,0 0-1 0 0,-1 0 1 0 0,1 0 0 0 0,-1 0 0 0 0,-4 2 0 0 0,-3 2-11 0 0,0-1 0 0 0,0 0 0 0 0,0 0 0 0 0,-1-1 0 0 0,-16 4 0 0 0,-1-1 38 0 0,0-2-1 0 0,-44 3 0 0 0,60-7-336 0 0,-1-1 0 0 0,1 0 0 0 0,-1-1 0 0 0,1-1-1 0 0,0 0 1 0 0,-1 0 0 0 0,1-1 0 0 0,-14-6 0 0 0,24 8-77 0 0,0 0 1 0 0,0 1-1 0 0,0-1 0 0 0,0 0 1 0 0,1 0-1 0 0,-1 0 1 0 0,0 0-1 0 0,1-1 0 0 0,-1 1 1 0 0,1 0-1 0 0,0-1 1 0 0,-1 1-1 0 0,1-1 0 0 0,0 1 1 0 0,0-1-1 0 0,0 0 1 0 0,0 1-1 0 0,0-1 1 0 0,0 0-1 0 0,-1-3 0 0 0,2 2-303 0 0,0 0-1 0 0,0 0 1 0 0,0 0 0 0 0,0 0-1 0 0,1 1 1 0 0,-1-1-1 0 0,1 0 1 0 0,0 0-1 0 0,0 1 1 0 0,0-1-1 0 0,0 0 1 0 0,0 1-1 0 0,0-1 1 0 0,3-2-1 0 0,7-12-4907 0 0,4-3-2833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4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13 788 0 0,'9'-3'1855'0'0,"17"-2"7644"0"0,-19 3-8778 0 0,-5 2 411 0 0,-1-1-989 0 0,0 1 0 0 0,0-1 1 0 0,-1 1-1 0 0,1 0 0 0 0,0 0 0 0 0,0-1 1 0 0,0 1-1 0 0,-1 0 0 0 0,1 0 1 0 0,0 0-1 0 0,0 0 0 0 0,0 0 1 0 0,0 0-1 0 0,-1 0 0 0 0,1 0 1 0 0,0 1-1 0 0,0-1 0 0 0,0 0 1 0 0,-1 0-1 0 0,3 1 0 0 0,20 5 1683 0 0,-21-5-1865 0 0,1 0 260 0 0,-1 1 0 0 0,1 0 0 0 0,0 1-1 0 0,-1-1 1 0 0,1 0 0 0 0,-1 1 0 0 0,0 0 0 0 0,0-1 0 0 0,0 1 0 0 0,0 0-1 0 0,-1 0 1 0 0,1 0 0 0 0,-1 0 0 0 0,1 0 0 0 0,0 7 0 0 0,-1-5 123 0 0,0 0 0 0 0,0 1 1 0 0,-1-1-1 0 0,0 1 0 0 0,0-1 0 0 0,-1 0 1 0 0,0 1-1 0 0,1-1 0 0 0,-2 0 1 0 0,1 1-1 0 0,-3 4 0 0 0,0 0 104 0 0,0 0 1 0 0,-1-1-1 0 0,0 0 0 0 0,-1 0 0 0 0,-8 9 1 0 0,-8 7 709 0 0,0-2 1 0 0,-42 33 0 0 0,62-54-1081 0 0,-91 74-11 0 0,104-77-67 0 0,11-6 0 0 0,72-29-2961 0 0,134-30-13249 0 0,-210 62 15270 0 0,46-13-9312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5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98 1480 0 0,'10'-12'5241'0'0,"11"-20"2980"0"0,-20 31-7922 0 0,0-1 1 0 0,0 0-1 0 0,-1 0 0 0 0,1 0 1 0 0,0 0-1 0 0,-1 0 0 0 0,0 0 1 0 0,0 0-1 0 0,1 0 0 0 0,-1 0 1 0 0,0 0-1 0 0,-1 0 0 0 0,1 0 1 0 0,0 0-1 0 0,0 0 0 0 0,-2-2 1 0 0,2 3-256 0 0,-1-1 1 0 0,1 1 0 0 0,-1 0 0 0 0,0 0-1 0 0,1 0 1 0 0,-1 0 0 0 0,0 0 0 0 0,0 0 0 0 0,0 0-1 0 0,0 0 1 0 0,0 1 0 0 0,0-1 0 0 0,0 0 0 0 0,0 0-1 0 0,0 1 1 0 0,0-1 0 0 0,0 1 0 0 0,-1-1 0 0 0,1 1-1 0 0,0-1 1 0 0,0 1 0 0 0,-1 0 0 0 0,1 0 0 0 0,0-1-1 0 0,0 1 1 0 0,-1 0 0 0 0,1 0 0 0 0,0 0 0 0 0,-2 1-1 0 0,-4-1 8 0 0,0 1 0 0 0,0 0 0 0 0,-12 5 0 0 0,18-6-42 0 0,-9 3 12 0 0,0 1 1 0 0,1 1-1 0 0,0 0 1 0 0,0 0-1 0 0,0 1 0 0 0,-12 10 1 0 0,0 2 14 0 0,-23 25 0 0 0,38-37-19 0 0,-7 7-13 0 0,-19 27 1 0 0,29-37-1 0 0,1 0 0 0 0,0 1 0 0 0,0-1 1 0 0,0 0-1 0 0,1 1 0 0 0,-1-1 0 0 0,1 1 0 0 0,0 0 0 0 0,0-1 1 0 0,0 1-1 0 0,0 0 0 0 0,1 0 0 0 0,0-1 0 0 0,-1 1 0 0 0,2 4 1 0 0,0-4 20 0 0,9 14 3 0 0,-3-15-26 0 0,-4-2 1 0 0,17 8 13 0 0,-12-10-17 0 0,-5 1 0 0 0,3 0-2 0 0,0 0-1 0 0,0 0 1 0 0,0-1 0 0 0,0 0-1 0 0,0 0 1 0 0,-1 0 0 0 0,1-1-1 0 0,0 0 1 0 0,-1 0 0 0 0,1 0-1 0 0,-1-1 1 0 0,1 1 0 0 0,-1-1 0 0 0,8-7-1 0 0,4-4-21 0 0,0-1 0 0 0,25-31 0 0 0,-29 32 8 0 0,-13 14 15 0 0,13-14-6 0 0,-12 13 6 0 0,-1 1-1 0 0,1-1 0 0 0,-1 1 1 0 0,1-1-1 0 0,-1 0 0 0 0,1 1 0 0 0,0-1 1 0 0,-1 1-1 0 0,1 0 0 0 0,-1-1 1 0 0,1 1-1 0 0,0-1 0 0 0,-1 1 1 0 0,1 0-1 0 0,0 0 0 0 0,0-1 1 0 0,-1 1-1 0 0,1 0 0 0 0,0 0 1 0 0,1 0-1 0 0,-2 1 4 0 0,1 0-1 0 0,0 0 1 0 0,-1 0-1 0 0,1 0 1 0 0,-1 0-1 0 0,0 0 1 0 0,1 0-1 0 0,-1 0 1 0 0,0 0-1 0 0,0 0 1 0 0,1 0-1 0 0,-1 0 1 0 0,0 0 0 0 0,0 1-1 0 0,0-1 1 0 0,0 0-1 0 0,-1 0 1 0 0,1 0-1 0 0,0 0 1 0 0,0 0-1 0 0,-1 0 1 0 0,0 2-1 0 0,0 2 7 0 0,-17 64 77 0 0,12-46-204 0 0,-7 33-1 0 0,12-49-590 0 0,1 0 0 0 0,-1 0 0 0 0,1 0-1 0 0,0 0 1 0 0,1 0 0 0 0,0 0 0 0 0,0 0 0 0 0,0 0 0 0 0,3 7-1 0 0,2-2-4140 0 0,2-2-2529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5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68 1888 0 0,'1'-4'1457'0'0,"0"1"-1"0"0,0 0 1 0 0,1 0 0 0 0,0 0-1 0 0,-1 0 1 0 0,5-5-1 0 0,17-13 3229 0 0,-19 18-4568 0 0,0 1 1 0 0,0-1-1 0 0,0 1 0 0 0,0 0 1 0 0,1 1-1 0 0,-1-1 0 0 0,1 1 0 0 0,-1 0 1 0 0,1 0-1 0 0,-1 0 0 0 0,1 1 1 0 0,-1-1-1 0 0,1 1 0 0 0,0 0 1 0 0,-1 1-1 0 0,1-1 0 0 0,0 1 0 0 0,4 1 1 0 0,-8-2-88 0 0,1 1 0 0 0,-1-1-1 0 0,0 1 1 0 0,0-1 0 0 0,0 1 0 0 0,0-1 0 0 0,0 1 0 0 0,1 0 0 0 0,-1-1 0 0 0,0 1 0 0 0,-1 0 0 0 0,1 0-1 0 0,0 0 1 0 0,0 0 0 0 0,0 0 0 0 0,0 0 0 0 0,-1 0 0 0 0,1 0 0 0 0,0 0 0 0 0,-1 0 0 0 0,1 0 0 0 0,-1 0 0 0 0,0 1-1 0 0,1-1 1 0 0,-1 0 0 0 0,0 0 0 0 0,1 0 0 0 0,-1 1 0 0 0,0-1 0 0 0,0 0 0 0 0,0 0 0 0 0,0 1 0 0 0,0-1-1 0 0,-1 0 1 0 0,1 0 0 0 0,0 1 0 0 0,-1-1 0 0 0,1 0 0 0 0,0 0 0 0 0,-1 0 0 0 0,1 1 0 0 0,-1-1 0 0 0,0 1 0 0 0,-3 4 39 0 0,1-1 1 0 0,0 1 0 0 0,-1-1 0 0 0,0 1 0 0 0,0-1 0 0 0,-7 6 0 0 0,-8 4 154 0 0,-32 22 1 0 0,-1 0 14 0 0,51-36-221 0 0,1-1-6 0 0,1 4 2 0 0,16 4-2 0 0,13 0 7 0 0,-22-6 26 0 0,0 0 0 0 0,-1 0 0 0 0,1 0 0 0 0,-1 1 0 0 0,1 0 0 0 0,-1 1 0 0 0,0-1 0 0 0,0 1 0 0 0,0 1 0 0 0,-1-1 0 0 0,0 1 0 0 0,11 11 0 0 0,-16-15 107 0 0,1 1 1 0 0,-1 0 0 0 0,1 0 0 0 0,-1 0 0 0 0,0 0-1 0 0,0 0 1 0 0,0 1 0 0 0,0-1 0 0 0,0 0 0 0 0,-1 0-1 0 0,1 1 1 0 0,-1-1 0 0 0,1 1 0 0 0,-1-1 0 0 0,0 0-1 0 0,0 1 1 0 0,0-1 0 0 0,0 1 0 0 0,0-1 0 0 0,-1 0-1 0 0,1 1 1 0 0,-1-1 0 0 0,1 0 0 0 0,-1 1 0 0 0,0-1-1 0 0,0 0 1 0 0,0 0 0 0 0,0 0 0 0 0,-2 3 0 0 0,0 0 29 0 0,-1-1 1 0 0,1 1 0 0 0,-1-1-1 0 0,0 0 1 0 0,0 0 0 0 0,-1 0-1 0 0,1-1 1 0 0,-1 1 0 0 0,1-1-1 0 0,-11 5 1 0 0,0-2 24 0 0,-1 0 1 0 0,1-1-1 0 0,-27 5 1 0 0,35-9-292 0 0,0 0 0 0 0,0 0 1 0 0,0 0-1 0 0,0-1 0 0 0,0 0 1 0 0,0-1-1 0 0,0 0 1 0 0,0 0-1 0 0,0 0 0 0 0,1-1 1 0 0,-8-2-1 0 0,13 4-85 0 0,0-1 0 0 0,1 1-1 0 0,-1-1 1 0 0,0 1 0 0 0,0-1 0 0 0,0 0 0 0 0,0 0-1 0 0,1 1 1 0 0,-1-1 0 0 0,0 0 0 0 0,1 0 0 0 0,-1 0-1 0 0,1 1 1 0 0,-1-1 0 0 0,1 0 0 0 0,-1 0 0 0 0,1 0-1 0 0,-1 0 1 0 0,1 0 0 0 0,0 0 0 0 0,0 0 0 0 0,0 0-1 0 0,-1 0 1 0 0,1 0 0 0 0,0-1 0 0 0,0 1 0 0 0,0 0-1 0 0,0 0 1 0 0,1 0 0 0 0,-1 0 0 0 0,0 0 0 0 0,0 0-1 0 0,1 0 1 0 0,-1 0 0 0 0,0 0 0 0 0,1 0 0 0 0,-1 0-1 0 0,1 0 1 0 0,0 0 0 0 0,2-5-1928 0 0,1 0-1 0 0,-1 1 1 0 0,1-1 0 0 0,9-8 0 0 0,3-1-6815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6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33 720 0 0,'3'-2'2216'0'0,"21"-12"7960"0"0,-2 2-3982 0 0,-20 11-5711 0 0,11-2 914 0 0,34 12-471 0 0,-38-6-868 0 0,-1 1 1 0 0,0 1-1 0 0,0-1 0 0 0,8 7 0 0 0,-15-10-42 0 0,1 0 0 0 0,-1 1-1 0 0,0-1 1 0 0,0 0-1 0 0,0 1 1 0 0,1-1 0 0 0,-1 1-1 0 0,-1-1 1 0 0,1 1-1 0 0,0 0 1 0 0,0-1 0 0 0,-1 1-1 0 0,1 0 1 0 0,-1-1-1 0 0,1 1 1 0 0,-1 0 0 0 0,0 0-1 0 0,1 0 1 0 0,-1-1 0 0 0,0 1-1 0 0,0 0 1 0 0,-1 0-1 0 0,1 0 1 0 0,0-1 0 0 0,0 1-1 0 0,-1 0 1 0 0,1 0-1 0 0,-1-1 1 0 0,0 1 0 0 0,1 0-1 0 0,-1-1 1 0 0,0 1-1 0 0,0-1 1 0 0,0 1 0 0 0,-2 1-1 0 0,-1 4 0 0 0,-1 0 0 0 0,-1-1-1 0 0,1 1 1 0 0,-1-1 0 0 0,-13 10-1 0 0,-50 31 338 0 0,35-27-145 0 0,32-19-194 0 0,1 13 39 0 0,4-11-52 0 0,0 0 0 0 0,0-1 0 0 0,0 1 1 0 0,1-1-1 0 0,-1 0 0 0 0,0 0 0 0 0,6 2 0 0 0,6 4 28 0 0,-7-3 132 0 0,-1 0 0 0 0,1 0 0 0 0,-1 1 0 0 0,0 0 1 0 0,0 1-1 0 0,0 0 0 0 0,-1 0 0 0 0,8 12 0 0 0,-12-16-22 0 0,0 0 0 0 0,-1 0 0 0 0,0 1 0 0 0,1-1 0 0 0,-1 0 0 0 0,0 1 0 0 0,-1-1 0 0 0,1 1 0 0 0,-1-1 0 0 0,1 1-1 0 0,-1-1 1 0 0,0 1 0 0 0,0-1 0 0 0,-1 1 0 0 0,1-1 0 0 0,-1 1 0 0 0,1-1 0 0 0,-1 1 0 0 0,0-1 0 0 0,-1 0 0 0 0,1 1 0 0 0,0-1 0 0 0,-1 0-1 0 0,0 0 1 0 0,-4 5 0 0 0,-1 3-20 0 0,-1-2 0 0 0,-1 1 1 0 0,0-1-1 0 0,0-1 0 0 0,-1 0 0 0 0,0 0 0 0 0,0-1 0 0 0,0 0 0 0 0,-1 0 0 0 0,-21 8 0 0 0,16-9-569 0 0,1-1 1 0 0,0 0-1 0 0,-18 3 1 0 0,18-6-1268 0 0,-1 0 1 0 0,1-1-1 0 0,-19-1 1 0 0,31 0 611 0 0,0 0 1 0 0,0 0-1 0 0,-1-1 1 0 0,1 1-1 0 0,0-1 1 0 0,0 0-1 0 0,0 0 1 0 0,-4-2-1 0 0,-7-6-7900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07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1307 87 96 0 0,'-11'-10'5617'0'0,"-14"-19"2826"0"0,24 28-7860 0 0,1 0-501 0 0,-1 1 0 0 0,1 0-1 0 0,0-1 1 0 0,0 1 0 0 0,-1 0-1 0 0,1-1 1 0 0,0 1 0 0 0,0-1 0 0 0,-1 1-1 0 0,1 0 1 0 0,0-1 0 0 0,0 1-1 0 0,0-1 1 0 0,0 1 0 0 0,-1-1-1 0 0,1 1 1 0 0,0-1 0 0 0,0 1-1 0 0,0-1 1 0 0,0 1 0 0 0,0-1 0 0 0,0 0-1 0 0,4-1-39 0 0,-1 0 0 0 0,0 0-1 0 0,0 0 1 0 0,1 0-1 0 0,-1 1 1 0 0,1-1 0 0 0,-1 1-1 0 0,1 0 1 0 0,0 0 0 0 0,0 0-1 0 0,4-1 1 0 0,52-5 89 0 0,-54 6-110 0 0,9 0-15 0 0,31-4 66 0 0,86 3-1 0 0,-129 2-30 0 0,1 1 1 0 0,0 0-1 0 0,0 0 0 0 0,-1 0 1 0 0,1 1-1 0 0,0-1 0 0 0,-1 1 1 0 0,0 0-1 0 0,1 0 0 0 0,-1 0 1 0 0,0 0-1 0 0,0 1 0 0 0,0-1 1 0 0,0 1-1 0 0,-1 0 0 0 0,1 0 1 0 0,-1 0-1 0 0,1 0 0 0 0,-1 0 1 0 0,2 4-1 0 0,2 5 179 0 0,0 0 0 0 0,-1 1 0 0 0,0-1 0 0 0,4 16-1 0 0,2 17 688 0 0,-2 1 0 0 0,-2 0 0 0 0,1 62-1 0 0,-10 143 1194 0 0,0-172-1679 0 0,-82 1083 2780 0 0,62-935-2800 0 0,-6-5 783 0 0,-89 347 0 0 0,16-173 79 0 0,95-372-1263 0 0,4-8 0 0 0,-2-1 0 0 0,0 0 0 0 0,-1-1 0 0 0,-1 1 0 0 0,-11 21 0 0 0,14-31 0 0 0,-1-1 0 0 0,0 0 0 0 0,0 0 0 0 0,0 0 0 0 0,0-1 0 0 0,-1 0 0 0 0,1 1 0 0 0,-1-1 0 0 0,0-1 0 0 0,0 1 0 0 0,0-1 0 0 0,0 0 0 0 0,-9 3 0 0 0,-8 0 0 0 0,-1 0 0 0 0,-22 1 0 0 0,39-5 0 0 0,-352 26-1004 0 0,166-17-320 0 0,-61 10-5425 0 0,86-4-1527 0 0,-1 1-4734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1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1 940 0 0,'0'14'2844'0'0,"0"-10"-3976"0"0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2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8 1296 0 0,'0'0'5048'0'0,"-2"-7"3171"0"0,8 9-8138 0 0,1 1 0 0 0,0-1 0 0 0,-1 0 1 0 0,1-1-1 0 0,0 0 0 0 0,10 1 0 0 0,49-1 226 0 0,-33-1-208 0 0,685-8-413 0 0,-599 3-3775 0 0,-115 5 3130 0 0,13 0-4031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2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50 1700 0 0,'-152'15'10847'0'0,"104"-7"-8517"0"0,46-7-2103 0 0,-5-1 32 0 0,4 1-105 0 0,5-1 729 0 0,175-18-170 0 0,30-3-560 0 0,415-6-1833 0 0,-551 21 216 0 0,-68 5 977 0 0,8 0-1299 0 0,-24 4-7659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02:13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18920,'1463'-110'0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6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2 404 0 0,'0'0'9613'0'0,"-4"0"-15195"0"0,-16-1 3551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7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0 548 0 0,'0'0'1720'0'0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7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0 276 0 0,'0'0'3488'0'0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18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60 0 0,'0'0'9300'0'0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2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438 104 1476 0 0,'11'-29'7570'0'0,"-10"28"-6699"0"0,-1 20 1683 0 0,-63 280 2627 0 0,24-131-4393 0 0,-39 149 282 0 0,49-226-499 0 0,-55 123-1 0 0,78-203-525 0 0,-21 43 628 0 0,24-49-544 0 0,0 0-1 0 0,0 0 0 0 0,-1-1 0 0 0,0 1 1 0 0,1-1-1 0 0,-1 0 0 0 0,-9 7 0 0 0,12-11-114 0 0,0 1 0 0 0,0-1 0 0 0,0 1-1 0 0,0-1 1 0 0,-1 1 0 0 0,1-1-1 0 0,0 0 1 0 0,0 0 0 0 0,0 0 0 0 0,0 1-1 0 0,-1-1 1 0 0,1 0 0 0 0,0 0-1 0 0,0 0 1 0 0,-1-1 0 0 0,1 1-1 0 0,0 0 1 0 0,0 0 0 0 0,0-1 0 0 0,0 1-1 0 0,0-1 1 0 0,-1 1 0 0 0,1-1-1 0 0,0 1 1 0 0,0-1 0 0 0,0 0 0 0 0,0 1-1 0 0,0-1 1 0 0,1 0 0 0 0,-1 0-1 0 0,0 0 1 0 0,0 0 0 0 0,-1-1 0 0 0,-1-3 9 0 0,-1 1 1 0 0,1-1 0 0 0,0 0-1 0 0,1 0 1 0 0,-4-8-1 0 0,-1-7 5 0 0,2 0 0 0 0,0 0 0 0 0,1-1 0 0 0,1 0 0 0 0,0-31-1 0 0,8-105-43 0 0,2 85-19 0 0,2 1 0 0 0,4 0-1 0 0,3 1 1 0 0,28-79 0 0 0,-29 109 40 0 0,2 0 1 0 0,1 1-1 0 0,2 1 0 0 0,2 1 1 0 0,1 1-1 0 0,1 1 1 0 0,3 1-1 0 0,38-40 1 0 0,-51 61-12 0 0,1-1 1 0 0,0 2-1 0 0,1 0 1 0 0,1 1 0 0 0,0 0-1 0 0,0 2 1 0 0,1 0-1 0 0,0 1 1 0 0,33-11-1 0 0,-41 17-2 0 0,0 0 0 0 0,0 0 0 0 0,1 1 0 0 0,-1 0 0 0 0,0 0 0 0 0,1 1 0 0 0,-1 1 0 0 0,0 0 0 0 0,1 0 0 0 0,-1 1 0 0 0,0 1 0 0 0,0-1 0 0 0,0 1 0 0 0,0 1 0 0 0,-1 0 0 0 0,1 1 0 0 0,-1-1 0 0 0,0 2 0 0 0,-1-1-1 0 0,11 9 1 0 0,-9-5 22 0 0,0 1-1 0 0,0 0 1 0 0,-1 0-1 0 0,-1 1 1 0 0,0 0-1 0 0,0 0 1 0 0,-1 1 0 0 0,0 0-1 0 0,-1 0 1 0 0,-1 1-1 0 0,0-1 1 0 0,0 1-1 0 0,-2 0 1 0 0,1 1-1 0 0,-2-1 1 0 0,0 1-1 0 0,0-1 1 0 0,-1 1-1 0 0,-1 0 1 0 0,0-1-1 0 0,-1 1 1 0 0,-1-1-1 0 0,0 1 1 0 0,0-1-1 0 0,-9 25 1 0 0,2-14 5 0 0,-1-1 0 0 0,-1 0 1 0 0,-1-1-1 0 0,-1 0 0 0 0,-1-1 1 0 0,0-1-1 0 0,-2 0 0 0 0,0-1 1 0 0,-2 0-1 0 0,-31 25 0 0 0,33-30-27 0 0,-2-1 1 0 0,1-1-1 0 0,-2-1 0 0 0,1-1 0 0 0,-2 0 0 0 0,1-2 0 0 0,-1 0 1 0 0,0-1-1 0 0,-1-1 0 0 0,0-1 0 0 0,0-1 0 0 0,-40 3 0 0 0,51-6 9 0 0,0-2-1 0 0,0 1 0 0 0,-1-2 0 0 0,1 1 0 0 0,0-1 1 0 0,0-1-1 0 0,1 0 0 0 0,-1 0 0 0 0,0-1 1 0 0,1 0-1 0 0,0 0 0 0 0,-17-12 0 0 0,25 15 3 0 0,-1 0-1 0 0,1-1 1 0 0,0 1 0 0 0,-1 0-1 0 0,1-1 1 0 0,0 1-1 0 0,0-1 1 0 0,0 1-1 0 0,0-1 1 0 0,0 1 0 0 0,1-1-1 0 0,-1 0 1 0 0,0 1-1 0 0,1-1 1 0 0,-1 0 0 0 0,1 0-1 0 0,0 1 1 0 0,-1-1-1 0 0,1 0 1 0 0,0 0 0 0 0,0 0-1 0 0,0 0 1 0 0,0 1-1 0 0,1-1 1 0 0,-1 0 0 0 0,1-3-1 0 0,0 4-3 0 0,0 0 0 0 0,0 0 0 0 0,0 1 0 0 0,0-1 0 0 0,0 0 0 0 0,1 1 0 0 0,-1-1 0 0 0,0 0 0 0 0,0 1 0 0 0,0-1 0 0 0,1 1 0 0 0,-1 0 0 0 0,0-1 1 0 0,0 1-1 0 0,1 0 0 0 0,-1 0 0 0 0,0 0 0 0 0,1 0 0 0 0,-1 0 0 0 0,0 0 0 0 0,1 0 0 0 0,-1 1 0 0 0,3-1 0 0 0,8 6 1 0 0,0 0 1 0 0,0 0-1 0 0,0 1 1 0 0,-1 0-1 0 0,0 1 0 0 0,0 0 1 0 0,-1 1-1 0 0,0 1 1 0 0,0-1-1 0 0,-1 1 1 0 0,11 17-1 0 0,6 9-34 0 0,-3 1 0 0 0,25 52 0 0 0,-16-22 7 0 0,-8-17 69 0 0,29 48 0 0 0,-44-84-73 0 0,0 0-1 0 0,1-1 1 0 0,1 0-1 0 0,0 0 0 0 0,1-2 1 0 0,0 1-1 0 0,25 17 1 0 0,-30-25-187 0 0,-1 0 0 0 0,1 0 1 0 0,0-1-1 0 0,0 0 0 0 0,1 0 0 0 0,-1 0 0 0 0,1-1 1 0 0,-1 0-1 0 0,1-1 0 0 0,0 0 0 0 0,-1 0 1 0 0,1-1-1 0 0,0 1 0 0 0,9-2 0 0 0,-7-1-70 0 0,-1 0-1 0 0,1 0 0 0 0,-1-1 1 0 0,0 0-1 0 0,0-1 0 0 0,0 0 1 0 0,-1 0-1 0 0,1-1 1 0 0,-1 0-1 0 0,11-8 0 0 0,-6 1 30 0 0,0 0-1 0 0,0-1 0 0 0,-1 0 1 0 0,-1 0-1 0 0,0-2 0 0 0,-1 1 1 0 0,0-1-1 0 0,-1-1 0 0 0,-1 0 1 0 0,0 0-1 0 0,10-34 0 0 0,-8 3 1443 0 0,8-68 0 0 0,-11 56 422 0 0,-7 57-1413 0 0,-3 23 130 0 0,-10 29 211 0 0,3 0 0 0 0,2 0 0 0 0,-3 71 0 0 0,11-115-520 0 0,0-1-1 0 0,0 1 1 0 0,1 0 0 0 0,0-1 0 0 0,0 1 0 0 0,0 0 0 0 0,1-1-1 0 0,-1 1 1 0 0,1-1 0 0 0,1 0 0 0 0,-1 1 0 0 0,1-1-1 0 0,4 6 1 0 0,-5-8-17 0 0,1-1-1 0 0,0 1 1 0 0,-1-1-1 0 0,1 0 1 0 0,0 0-1 0 0,0 0 1 0 0,0 0-1 0 0,1 0 1 0 0,-1 0-1 0 0,0-1 1 0 0,1 0-1 0 0,-1 0 1 0 0,1 0-1 0 0,-1 0 1 0 0,1 0-1 0 0,-1-1 1 0 0,1 1-1 0 0,0-1 1 0 0,-1 0-1 0 0,1 0 1 0 0,-1-1-1 0 0,6 0 1 0 0,4-1-127 0 0,0-1 0 0 0,0 0 0 0 0,-1-1 0 0 0,1-1 0 0 0,-1 0 0 0 0,0 0 0 0 0,0-1 0 0 0,-1-1 0 0 0,0 0 0 0 0,0 0 0 0 0,0-1 0 0 0,-1 0 0 0 0,0-1 0 0 0,16-20 1 0 0,-11 11 12 0 0,-1-1 0 0 0,0-1 1 0 0,-2 0-1 0 0,0 0 1 0 0,-2-1-1 0 0,0-1 0 0 0,10-35 1 0 0,10-46 702 0 0,-29 101-431 0 0,-2 5-25 0 0,-24 99 1412 0 0,-10 55-661 0 0,33-140-835 0 0,0 0 0 0 0,1 0 0 0 0,1 0 0 0 0,1 0 0 0 0,0 0 0 0 0,1 0 1 0 0,6 22-1 0 0,-7-36-39 0 0,0 0 0 0 0,0 0 1 0 0,0-1-1 0 0,0 1 1 0 0,0 0-1 0 0,1-1 1 0 0,-1 1-1 0 0,1 0 1 0 0,0-1-1 0 0,0 0 1 0 0,0 1-1 0 0,0-1 0 0 0,0 0 1 0 0,0 0-1 0 0,1 0 1 0 0,-1-1-1 0 0,1 1 1 0 0,-1 0-1 0 0,1-1 1 0 0,0 0-1 0 0,0 1 1 0 0,-1-1-1 0 0,1 0 0 0 0,0-1 1 0 0,0 1-1 0 0,0 0 1 0 0,0-1-1 0 0,0 0 1 0 0,0 1-1 0 0,0-1 1 0 0,0 0-1 0 0,0-1 1 0 0,0 1-1 0 0,4-1 1 0 0,7-2-65 0 0,-1 0 1 0 0,0-1 0 0 0,-1 0 0 0 0,1 0 0 0 0,-1-2 0 0 0,17-8 0 0 0,-10 2-193 0 0,-1 0 0 0 0,0-1 0 0 0,0 0 0 0 0,-2-2 0 0 0,1 0 0 0 0,14-18 0 0 0,-11 8-170 0 0,0-2 0 0 0,-1 0 1 0 0,21-43-1 0 0,-8 1-171 0 0,-4-1-1 0 0,35-129 1 0 0,-38 93 975 0 0,-5 0 1 0 0,13-207-1 0 0,-35 285 74 0 0,2 28-454 0 0,0 0 1 0 0,0 0-1 0 0,0 0 0 0 0,0 0 0 0 0,-1 0 1 0 0,1-1-1 0 0,0 1 0 0 0,0 0 0 0 0,0 0 1 0 0,0 0-1 0 0,0 0 0 0 0,0 0 0 0 0,0 0 1 0 0,0 0-1 0 0,0 0 0 0 0,0 0 0 0 0,0 0 0 0 0,-1 0 1 0 0,1 0-1 0 0,0 0 0 0 0,0 0 0 0 0,0 0 1 0 0,0 0-1 0 0,0 0 0 0 0,0 0 0 0 0,0 0 1 0 0,0 0-1 0 0,0 0 0 0 0,-1 0 0 0 0,1 0 1 0 0,0 0-1 0 0,0 0 0 0 0,0 0 0 0 0,0 0 0 0 0,0 0 1 0 0,0 0-1 0 0,0 0 0 0 0,0 0 0 0 0,-1 0 1 0 0,1 0-1 0 0,0 0 0 0 0,0 0 0 0 0,0 0 1 0 0,0 0-1 0 0,0 0 0 0 0,0 0 0 0 0,0 0 1 0 0,0 0-1 0 0,0 0 0 0 0,0 1 0 0 0,0-1 0 0 0,0 0 1 0 0,-1 0-1 0 0,1 0 0 0 0,0 0 0 0 0,0 0 1 0 0,0 0-1 0 0,0 0 0 0 0,-7 17 135 0 0,-48 157 1431 0 0,8 2 0 0 0,-32 236-1 0 0,65-238-1222 0 0,13-148-286 0 0,2 0 0 0 0,1 0 1 0 0,2-1-1 0 0,10 45 0 0 0,-13-65-50 0 0,1-1 1 0 0,-1 1-1 0 0,1 0 1 0 0,1 0-1 0 0,-1-1 0 0 0,0 1 1 0 0,1-1-1 0 0,0 0 0 0 0,0 1 1 0 0,1-1-1 0 0,-1-1 1 0 0,1 1-1 0 0,-1 0 0 0 0,1-1 1 0 0,0 0-1 0 0,1 0 1 0 0,-1 0-1 0 0,7 3 0 0 0,-4-4-4 0 0,-1 0-1 0 0,0 0 1 0 0,1 0-1 0 0,0-1 0 0 0,-1 0 1 0 0,1-1-1 0 0,0 1 1 0 0,-1-1-1 0 0,1 0 0 0 0,0-1 1 0 0,-1 0-1 0 0,1 0 1 0 0,12-4-1 0 0,2-2-11 0 0,0-1-1 0 0,-1-1 1 0 0,0-1-1 0 0,0 0 1 0 0,-1-2-1 0 0,0 0 1 0 0,-1-1-1 0 0,0-1 1 0 0,-1-1-1 0 0,-1 0 1 0 0,25-31-1 0 0,-11 8-7 0 0,-3-1 0 0 0,-1-1-1 0 0,-1-2 1 0 0,26-62-1 0 0,-43 87 13 0 0,-2 1-1 0 0,1-2 0 0 0,-2 1 1 0 0,-1 0-1 0 0,0-1 0 0 0,-1 0 1 0 0,-1 0-1 0 0,0-23 0 0 0,-2 39 5 0 0,0 0-1 0 0,0 1 1 0 0,0-1-1 0 0,-1 0 1 0 0,1 0 0 0 0,0 0-1 0 0,-1 1 1 0 0,0-1-1 0 0,1 0 1 0 0,-1 0 0 0 0,0 1-1 0 0,-2-3 1 0 0,3 3-2 0 0,-1 1 1 0 0,1-1-1 0 0,-1 1 0 0 0,1-1 1 0 0,-1 1-1 0 0,0-1 0 0 0,1 1 1 0 0,-1 0-1 0 0,0-1 1 0 0,1 1-1 0 0,-1 0 0 0 0,0 0 1 0 0,1-1-1 0 0,-1 1 0 0 0,0 0 1 0 0,0 0-1 0 0,1 0 1 0 0,-1 0-1 0 0,0 0 0 0 0,1 0 1 0 0,-3 0-1 0 0,0 2 2 0 0,-1-1 0 0 0,0 0 0 0 0,1 1-1 0 0,-1 0 1 0 0,1 0 0 0 0,-1 0 0 0 0,1 0 0 0 0,0 0-1 0 0,-6 6 1 0 0,-9 10 176 0 0,0 1 0 0 0,1 1 0 0 0,2 0 0 0 0,0 1 0 0 0,1 1 0 0 0,0 0 0 0 0,2 1 0 0 0,1 0 0 0 0,1 1 0 0 0,1 0 0 0 0,1 1 0 0 0,1 0 0 0 0,2 0 0 0 0,0 0 0 0 0,-1 34 0 0 0,5-46-80 0 0,1 1 1 0 0,1-1-1 0 0,1 1 0 0 0,0-1 1 0 0,0 0-1 0 0,2 0 1 0 0,-1 0-1 0 0,8 17 1 0 0,-9-26-81 0 0,0 1 0 0 0,0-1 1 0 0,1 0-1 0 0,-1 1 1 0 0,1-1-1 0 0,0 0 0 0 0,0-1 1 0 0,1 1-1 0 0,-1 0 1 0 0,1-1-1 0 0,0 0 0 0 0,0 0 1 0 0,0 0-1 0 0,0 0 1 0 0,0-1-1 0 0,0 0 1 0 0,1 1-1 0 0,0-2 0 0 0,-1 1 1 0 0,1 0-1 0 0,0-1 1 0 0,-1 0-1 0 0,1 0 0 0 0,0 0 1 0 0,8-1-1 0 0,5-1-3 0 0,0 0-1 0 0,-1-1 1 0 0,1-1 0 0 0,-1-1-1 0 0,0-1 1 0 0,0 0 0 0 0,0-1-1 0 0,-1-1 1 0 0,0-1 0 0 0,0 0-1 0 0,-1-1 1 0 0,0 0 0 0 0,0-1-1 0 0,-1-1 1 0 0,-1-1 0 0 0,21-21-1 0 0,-11 1-1623 0 0,-22 30 787 0 0,4-6-799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2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2224 0 0,'12'-32'12945'0'0,"-1"1"-6075"0"0,-10 30-6345 0 0,-2-3-504 0 0,5 30-14530 0 0,-7-14 8837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2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2504 0 0,'-3'10'1037'0'0,"-3"7"5764"0"0,-1 4 2930 0 0,4-7-6903 0 0,0-2-5206 0 0,3-1-6121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2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46 2816 0 0,'0'-46'13029'0'0,"-6"54"-11346"0"0,2 3-1106 0 0,0 1 1 0 0,1 0-1 0 0,1 0 1 0 0,-2 15-1 0 0,-3 15 157 0 0,-38 160 933 0 0,-7 24-1387 0 0,18-77-5310 0 0,32-144 4317 0 0,1-1-685 0 0,-1 14-12153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2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195 140 372 0 0,'8'-23'2521'0'0,"-6"12"-1530"0"0,1 0 1 0 0,1 1-1 0 0,0 0 0 0 0,0 0 1 0 0,1 0-1 0 0,0 0 0 0 0,1 0 1 0 0,8-9-1 0 0,-13 17-771 0 0,1 1 0 0 0,-1-1 0 0 0,1 1 0 0 0,0 0 0 0 0,-1 0 0 0 0,1-1 0 0 0,0 1 0 0 0,0 1 1 0 0,0-1-1 0 0,0 0 0 0 0,0 0 0 0 0,0 1 0 0 0,0-1 0 0 0,0 1 0 0 0,0-1 0 0 0,0 1 0 0 0,0 0 0 0 0,0 0 0 0 0,3 0 0 0 0,-1 1 50 0 0,-1 0-1 0 0,1 0 1 0 0,0 0 0 0 0,-1 0-1 0 0,1 1 1 0 0,-1-1 0 0 0,1 1-1 0 0,-1 0 1 0 0,6 4-1 0 0,3 4 291 0 0,-1 1 0 0 0,0-1 0 0 0,-1 2 0 0 0,10 13 0 0 0,11 19 386 0 0,-2 0 0 0 0,-2 2 0 0 0,-2 1 0 0 0,36 99 0 0 0,-37-75-439 0 0,-4 1 0 0 0,22 145 0 0 0,-35-137-326 0 0,-2 0 1 0 0,-5 0-1 0 0,-3 1 1 0 0,-3-1 0 0 0,-4-1-1 0 0,-3 0 1 0 0,-43 141-1 0 0,31-146-510 0 0,-2-1 0 0 0,-4-1 0 0 0,-4-1 0 0 0,-2-3 0 0 0,-3 0 0 0 0,-3-3-1 0 0,-3-2 1 0 0,-57 61 0 0 0,99-119 9 0 0,-74 73-2687 0 0,35-45-596 0 0,34-27 934 0 0,0-1 0 0 0,-19 8 0 0 0,8-7-6443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694 364 76 0 0,'2'-1'674'0'0,"-1"-1"0"0"0,0 1 0 0 0,0 0 1 0 0,1 0-1 0 0,-1-1 0 0 0,1 1 0 0 0,-1 0 0 0 0,1 0 0 0 0,-1 0 1 0 0,1 1-1 0 0,0-1 0 0 0,-1 0 0 0 0,1 1 0 0 0,0-1 0 0 0,3 0 0 0 0,-4 1-493 0 0,1-1 1194 0 0,1 3 475 0 0,-2-2-1777 0 0,-1-1-1 0 0,0 1 1 0 0,0 0-1 0 0,1 0 1 0 0,-1 0-1 0 0,0 0 1 0 0,0 0-1 0 0,0 0 1 0 0,1 0 0 0 0,-1 0-1 0 0,0 1 1 0 0,0-1-1 0 0,1 0 1 0 0,-1 0-1 0 0,0 0 1 0 0,0 0-1 0 0,0 0 1 0 0,1 0-1 0 0,-1 0 1 0 0,0 0-1 0 0,0 1 1 0 0,0-1-1 0 0,1 0 1 0 0,-1 0-1 0 0,0 0 1 0 0,0 0-1 0 0,0 1 1 0 0,0-1-1 0 0,0 0 1 0 0,1 0-1 0 0,-1 0 1 0 0,0 1-1 0 0,0-1 1 0 0,0 0-1 0 0,0 0 1 0 0,0 0-1 0 0,0 1 1 0 0,0-1-1 0 0,0 0 1 0 0,0 5 232 0 0,-1-1 0 0 0,0 0 0 0 0,0 1 0 0 0,0-1 0 0 0,0 0 0 0 0,0 0 0 0 0,-1 0 0 0 0,0 0 0 0 0,0 0 0 0 0,0 0 0 0 0,0-1 0 0 0,-1 1-1 0 0,-5 6 1 0 0,1-3 4 0 0,0 1 0 0 0,-1-1-1 0 0,0-1 1 0 0,-16 11-1 0 0,23-16-285 0 0,-1-1 0 0 0,0 1-1 0 0,1-1 1 0 0,-1 0 0 0 0,0 0-1 0 0,0 1 1 0 0,1-1 0 0 0,-1 0-1 0 0,0-1 1 0 0,0 1 0 0 0,1 0-1 0 0,-1 0 1 0 0,0-1-1 0 0,1 1 1 0 0,-1-1 0 0 0,0 1-1 0 0,1-1 1 0 0,-1 0 0 0 0,1 0-1 0 0,-1 1 1 0 0,1-1 0 0 0,-1 0-1 0 0,1-1 1 0 0,0 1 0 0 0,-1 0-1 0 0,1 0 1 0 0,0 0 0 0 0,0-1-1 0 0,-1-1 1 0 0,-3-6-3 0 0,1-1 0 0 0,0 0 0 0 0,1 0 0 0 0,0 0 0 0 0,0 0 0 0 0,1-1 0 0 0,1 1 0 0 0,0-1-1 0 0,0-15 1 0 0,2-10-21 0 0,8-50-1 0 0,-7 67-2 0 0,0 0 1 0 0,2 1 0 0 0,0-1-1 0 0,1 0 1 0 0,1 1-1 0 0,1 0 1 0 0,0 1 0 0 0,11-18-1 0 0,-17 33 4 0 0,0 1 0 0 0,0-1 0 0 0,0 1 0 0 0,0-1 0 0 0,0 1 0 0 0,0-1 0 0 0,0 1 0 0 0,1 0 0 0 0,-1 0 0 0 0,0 0 0 0 0,1 0 0 0 0,-1 0-1 0 0,1 0 1 0 0,-1 0 0 0 0,1 0 0 0 0,-1 0 0 0 0,1 1 0 0 0,0-1 0 0 0,-1 1 0 0 0,1-1 0 0 0,0 1 0 0 0,0 0 0 0 0,-1-1 0 0 0,1 1 0 0 0,0 0 0 0 0,0 0 0 0 0,-1 0 0 0 0,1 1 0 0 0,0-1 0 0 0,0 0-1 0 0,-1 1 1 0 0,1-1 0 0 0,2 2 0 0 0,-1 0 0 0 0,1 0-1 0 0,-1 0 1 0 0,0 0 0 0 0,0 1-1 0 0,0-1 1 0 0,0 1-1 0 0,0 0 1 0 0,-1 0-1 0 0,0 0 1 0 0,1 0-1 0 0,-1 0 1 0 0,0 1-1 0 0,0-1 1 0 0,2 7 0 0 0,3 10 18 0 0,-1-1 1 0 0,-1 2 0 0 0,-1-1 0 0 0,0 0 0 0 0,0 27 0 0 0,-3 106 303 0 0,-2-139-273 0 0,-3 87 427 0 0,-23 138 0 0 0,17-186-236 0 0,-2-1-1 0 0,-3 0 1 0 0,-1-1-1 0 0,-32 67 1 0 0,41-103-61 0 0,-1-1 0 0 0,-1 0 0 0 0,0-1 0 0 0,0 1 0 0 0,-1-2 0 0 0,-1 1 0 0 0,-23 20 0 0 0,28-28-131 0 0,-1 0 1 0 0,1-1-1 0 0,-1 0 0 0 0,0 0 1 0 0,0 0-1 0 0,0-1 0 0 0,-1 0 1 0 0,1 0-1 0 0,-1-1 0 0 0,0 0 1 0 0,0-1-1 0 0,1 1 0 0 0,-1-1 0 0 0,0-1 1 0 0,0 0-1 0 0,0 0 0 0 0,0 0 1 0 0,-10-2-1 0 0,-7-4 27 0 0,-1-1 0 0 0,1-2-1 0 0,0 0 1 0 0,0-1 0 0 0,-43-26 0 0 0,-106-83 73 0 0,171 117 524 0 0,-16-14-3664 0 0,20 12-282 0 0,10 3 1512 0 0,80 10-10917 0 0,-64-9 5719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589 223 48 0 0,'15'-49'5509'0'0,"-2"-2"1"0"0,8-62-1 0 0,-20 104-4791 0 0,-13 94 4953 0 0,-2 17-3390 0 0,-15 111-569 0 0,-11 37-539 0 0,-132 955 509 0 0,169-1178-1675 0 0,-2 11 29 0 0,1 0 0 0 0,2 1 1 0 0,2-1-1 0 0,7 60 0 0 0,-6-94-27 0 0,0 0 0 0 0,-1-1-1 0 0,1 1 1 0 0,1-1-1 0 0,-1 0 1 0 0,0 1 0 0 0,1-1-1 0 0,0 0 1 0 0,0 0-1 0 0,0 0 1 0 0,0 0-1 0 0,0 0 1 0 0,1 0 0 0 0,2 2-1 0 0,-3-4-7 0 0,-1 0 0 0 0,1 0 0 0 0,-1 0 0 0 0,1 0 0 0 0,0-1 0 0 0,-1 1 0 0 0,1 0 0 0 0,0-1 0 0 0,0 0 0 0 0,0 1 0 0 0,-1-1 0 0 0,1 0 0 0 0,0 0 0 0 0,0 0 0 0 0,0 0 0 0 0,0 0 0 0 0,0 0 0 0 0,-1 0 0 0 0,1-1 0 0 0,0 1 0 0 0,0-1 0 0 0,0 1 0 0 0,-1-1 0 0 0,1 0 0 0 0,0 0 0 0 0,-1 0 0 0 0,1 0 0 0 0,2-1 0 0 0,7-7 13 0 0,0 1 0 0 0,-1-1 0 0 0,0-1 0 0 0,0 0 0 0 0,-1 0-1 0 0,-1-1 1 0 0,1 0 0 0 0,-2 0 0 0 0,1-1 0 0 0,-2 0 0 0 0,0-1 0 0 0,0 1 0 0 0,7-24 0 0 0,-7 14-31 0 0,-1 1 0 0 0,-1-1-1 0 0,-1 0 1 0 0,0 0 0 0 0,-2 0 0 0 0,-1-1-1 0 0,-4-41 1 0 0,1 46-2 0 0,-1-1 0 0 0,0 0 0 0 0,-2 1 0 0 0,0 0 0 0 0,-1 0 1 0 0,-1 1-1 0 0,-14-25 0 0 0,8 21 2 0 0,-1 0 1 0 0,0 1 0 0 0,-2 1 0 0 0,-35-33 0 0 0,-6 7-13 0 0,-3 1 0 0 0,-122-65 0 0 0,124 76 5 0 0,50 28-23 0 0,4 2 46 0 0,-1 0 0 0 0,2 0 0 0 0,-1 0 0 0 0,0 0 0 0 0,-6-6 0 0 0,11 8-23 0 0,-1 0 0 0 0,0 0 0 0 0,0 0 0 0 0,1 1 0 0 0,-1-1 1 0 0,1 0-1 0 0,-1 0 0 0 0,1 0 0 0 0,-1 0 0 0 0,1 0 0 0 0,0 0 0 0 0,-1 0 0 0 0,1 0 1 0 0,0 0-1 0 0,0 0 0 0 0,0-1 0 0 0,0 1 0 0 0,0 0 0 0 0,0 0 0 0 0,0 0 0 0 0,0 0 0 0 0,0 0 1 0 0,0 0-1 0 0,1 0 0 0 0,-1 0 0 0 0,0 0 0 0 0,1 0 0 0 0,-1 0 0 0 0,1 0 0 0 0,-1 0 1 0 0,1 0-1 0 0,0 0 0 0 0,-1 0 0 0 0,2-1 0 0 0,6-6-331 0 0,-1 0 0 0 0,1 1 1 0 0,0 0-1 0 0,1 0 0 0 0,-1 1 0 0 0,12-6 1 0 0,59-28-1795 0 0,-62 32 1651 0 0,196-86-6421 0 0,-121 54 1452 0 0,-75 33 4088 0 0,56-23-6306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5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1 807 892 0 0,'15'-48'10155'0'0,"-15"49"-10105"0"0,1-1 0 0 0,-1 0 0 0 0,1 1 0 0 0,-1-1 1 0 0,1 1-1 0 0,-1-1 0 0 0,1 1 0 0 0,-1-1 0 0 0,0 0 0 0 0,1 1 0 0 0,-1 0 0 0 0,0-1 0 0 0,1 1 1 0 0,-1-1-1 0 0,0 1 0 0 0,0-1 0 0 0,0 1 0 0 0,0-1 0 0 0,1 1 0 0 0,-1 0 0 0 0,0-1 0 0 0,0 1 0 0 0,0-1 1 0 0,0 2-1 0 0,1 19 568 0 0,0-18-398 0 0,1 29 533 0 0,-1-6-278 0 0,6 30-1 0 0,-6-49-414 0 0,1 0 0 0 0,0 0-1 0 0,0 0 1 0 0,0 0 0 0 0,1-1-1 0 0,0 1 1 0 0,1-1 0 0 0,-1 0 0 0 0,6 6-1 0 0,-8-11-48 0 0,-1 0-1 0 0,1 0 1 0 0,0 0-1 0 0,0-1 1 0 0,1 1-1 0 0,-1 0 1 0 0,0-1-1 0 0,0 1 1 0 0,0-1-1 0 0,0 1 1 0 0,0-1-1 0 0,1 0 1 0 0,-1 0-1 0 0,0 1 1 0 0,0-1-1 0 0,1 0 1 0 0,-1 0-1 0 0,0 0 1 0 0,0 0-1 0 0,1 0 0 0 0,1-1 1 0 0,26-7 83 0 0,-18 2-74 0 0,0 0 0 0 0,-1-1 0 0 0,1 0 0 0 0,-1 0 0 0 0,-1-1 0 0 0,0 0 0 0 0,0-1 0 0 0,0 0 0 0 0,10-15 0 0 0,6-10-1 0 0,28-54 1 0 0,-18 20-105 0 0,-2-3-1 0 0,-3 0 1 0 0,-4-2 0 0 0,-3-1 0 0 0,-3-1 0 0 0,-3-1 0 0 0,10-113-1 0 0,-26 178 28 0 0,0-1 0 0 0,-1 1 0 0 0,-3-21 0 0 0,3 31 56 0 0,0 1 0 0 0,0 0 0 0 0,0-1 0 0 0,-1 1 0 0 0,1 0 0 0 0,0-1 0 0 0,0 1 0 0 0,0 0 0 0 0,-1-1 0 0 0,1 1 0 0 0,0 0 0 0 0,0 0 0 0 0,-1-1 0 0 0,1 1 0 0 0,0 0 0 0 0,0 0 0 0 0,-1 0 0 0 0,1-1 0 0 0,0 1 0 0 0,-1 0 0 0 0,1 0 0 0 0,0 0 0 0 0,-1 0 0 0 0,1 0 0 0 0,0 0 0 0 0,-1-1 0 0 0,1 1 0 0 0,-1 0 0 0 0,1 0 0 0 0,0 0 0 0 0,-1 0 0 0 0,1 0 0 0 0,0 0 0 0 0,-1 1 0 0 0,1-1 0 0 0,0 0 0 0 0,-1 0 0 0 0,1 0 0 0 0,0 0 0 0 0,-1 0 0 0 0,1 0 0 0 0,0 1 0 0 0,-1-1 0 0 0,1 0 0 0 0,0 0 0 0 0,-1 0 0 0 0,1 1 0 0 0,0-1 0 0 0,-13 9-1 0 0,5 1 15 0 0,1 1-1 0 0,0-1 1 0 0,1 1-1 0 0,0 0 1 0 0,0 0 0 0 0,2 1-1 0 0,-7 19 1 0 0,7-17-6 0 0,-12 33 20 0 0,3 1 0 0 0,2 1 0 0 0,2 0 0 0 0,2 0 0 0 0,3 1 0 0 0,1-1 0 0 0,8 87 0 0 0,-2-107-7 0 0,1-1 1 0 0,1 0 0 0 0,10 29-1 0 0,-12-47-119 0 0,1 0 0 0 0,0-1 1 0 0,0 1-1 0 0,1-1 0 0 0,0 1 0 0 0,1-1 0 0 0,0-1 0 0 0,0 1 0 0 0,1-1 0 0 0,0 0 1 0 0,12 10-1 0 0,-15-15-68 0 0,0 0 1 0 0,1 0 0 0 0,-1 0 0 0 0,1-1 0 0 0,-1 1 0 0 0,1-1 0 0 0,0-1-1 0 0,0 1 1 0 0,0 0 0 0 0,0-1 0 0 0,0 0 0 0 0,0 0 0 0 0,1-1 0 0 0,-1 0-1 0 0,9 0 1 0 0,-7-1-12 0 0,0 0 0 0 0,0-1 0 0 0,-1 0-1 0 0,1 0 1 0 0,0-1 0 0 0,0 1 0 0 0,-1-1-1 0 0,0-1 1 0 0,0 1 0 0 0,8-7 0 0 0,0-2-32 0 0,0 0 0 0 0,0-1 0 0 0,-1-1 0 0 0,-1-1 1 0 0,0 0-1 0 0,-1 0 0 0 0,14-26 0 0 0,-1-7 298 0 0,-2-1 0 0 0,-2 0-1 0 0,20-78 1 0 0,21-161 4968 0 0,-58 273-4613 0 0,0-7 72 0 0,-9 37-183 0 0,-9 38-105 0 0,-11 45-43 0 0,-103 403 137 0 0,96-355 2146 0 0,32-144-2172 0 0,3-30-149 0 0,1 0 0 0 0,2 0 0 0 0,0 0 0 0 0,2 1 0 0 0,1 0 0 0 0,12-27-1 0 0,-12 33-143 0 0,1 0 0 0 0,15-26 0 0 0,-19 40-15 0 0,-1 1-1 0 0,1-1 0 0 0,1 1 1 0 0,-1 0-1 0 0,1 0 0 0 0,0 0 0 0 0,0 1 1 0 0,0-1-1 0 0,12-5 0 0 0,-17 10 12 0 0,1 1-1 0 0,0-1 1 0 0,-1 1-1 0 0,1-1 0 0 0,0 1 1 0 0,0 0-1 0 0,-1-1 0 0 0,1 1 1 0 0,0 0-1 0 0,0 0 1 0 0,0 0-1 0 0,-1 1 0 0 0,1-1 1 0 0,0 0-1 0 0,0 1 0 0 0,-1-1 1 0 0,1 1-1 0 0,2 0 1 0 0,-1 1-1 0 0,0-1 0 0 0,0 1 1 0 0,1 0-1 0 0,-1 0 0 0 0,0 0 1 0 0,-1 0-1 0 0,6 5 0 0 0,-2 0 1 0 0,-1 0-1 0 0,0 0 0 0 0,0 1 0 0 0,-1 0 0 0 0,0 0 0 0 0,0 0 1 0 0,-1 1-1 0 0,0-1 0 0 0,0 1 0 0 0,-1-1 0 0 0,0 1 0 0 0,-1 0 1 0 0,1 9-1 0 0,-1 16 10 0 0,-1-1 0 0 0,-5 40 0 0 0,1-20 0 0 0,1 17-6 0 0,3-70 1 0 0,0 1 0 0 0,0 0 0 0 0,0-1 0 0 0,0 1 0 0 0,0 0 0 0 0,0 0 0 0 0,1-1 0 0 0,-1 1 0 0 0,0-1 0 0 0,1 1 0 0 0,-1 0 0 0 0,0-1 0 0 0,1 1 1 0 0,-1-1-1 0 0,1 1 0 0 0,-1-1 0 0 0,1 1 0 0 0,-1-1 0 0 0,1 1 0 0 0,-1-1 0 0 0,1 1 0 0 0,0-1 0 0 0,-1 0 0 0 0,1 1 0 0 0,-1-1 0 0 0,1 0 0 0 0,0 0 0 0 0,-1 1 0 0 0,1-1 0 0 0,0 0 0 0 0,-1 0 0 0 0,3 0 0 0 0,22-1 6 0 0,-10-2-53 0 0,0-2-1 0 0,0 0 0 0 0,0 0 0 0 0,-1-2 0 0 0,18-9 1 0 0,67-48-437 0 0,-83 53 409 0 0,24-17-144 0 0,-2-1 0 0 0,56-56 0 0 0,-79 69 342 0 0,0 0 0 0 0,-2-1 0 0 0,0-1 0 0 0,-1 0 1 0 0,0 0-1 0 0,-2-1 0 0 0,0-1 0 0 0,8-23 0 0 0,-18 42-118 0 0,0 1-1 0 0,0 0 1 0 0,0-1 0 0 0,0 1 0 0 0,1 0 0 0 0,-1-1 0 0 0,0 1-1 0 0,0-1 1 0 0,0 1 0 0 0,0 0 0 0 0,0-1 0 0 0,0 1 0 0 0,0-1-1 0 0,0 1 1 0 0,0 0 0 0 0,0-1 0 0 0,0 1 0 0 0,0 0-1 0 0,-1-1 1 0 0,1 1 0 0 0,0-1 0 0 0,0 1 0 0 0,0 0 0 0 0,0-1-1 0 0,-1 1 1 0 0,1 0 0 0 0,0-1 0 0 0,0 1 0 0 0,-1 0 0 0 0,1-1-1 0 0,0 1 1 0 0,-1 0 0 0 0,1 0 0 0 0,0 0 0 0 0,-1-1 0 0 0,1 1-1 0 0,0 0 1 0 0,-1 0 0 0 0,1 0 0 0 0,0-1 0 0 0,-1 1 0 0 0,1 0-1 0 0,-1 0 1 0 0,1 0 0 0 0,0 0 0 0 0,-1 0 0 0 0,1 0 0 0 0,0 0-1 0 0,-1 0 1 0 0,-1 0-1 0 0,1 0-1 0 0,-1 0 1 0 0,1 0-1 0 0,0 1 1 0 0,-1-1-1 0 0,1 0 0 0 0,0 1 1 0 0,-1-1-1 0 0,1 1 1 0 0,0-1-1 0 0,-1 1 1 0 0,-1 1-1 0 0,-12 11 11 0 0,0 1 0 0 0,1 1 0 0 0,1 0 0 0 0,0 1 0 0 0,1 0 0 0 0,1 1 0 0 0,-11 22 0 0 0,15-25-7 0 0,1 0 1 0 0,0 0-1 0 0,1 0 0 0 0,1 1 0 0 0,0 0 1 0 0,1-1-1 0 0,1 1 0 0 0,0 0 0 0 0,1 1 1 0 0,1 19-1 0 0,0-29 8 0 0,1-1 1 0 0,0 1 0 0 0,0-1-1 0 0,0 1 1 0 0,1-1 0 0 0,0 1-1 0 0,0-1 1 0 0,0 0 0 0 0,0 0-1 0 0,1 0 1 0 0,0 0 0 0 0,0 0-1 0 0,0-1 1 0 0,1 0 0 0 0,7 8-1 0 0,-5-7 8 0 0,0-1 1 0 0,0 1-1 0 0,1-1 0 0 0,0 0 0 0 0,0-1 0 0 0,0 0 1 0 0,0 0-1 0 0,0 0 0 0 0,0-1 0 0 0,12 2 0 0 0,0-1-392 0 0,0-2-1 0 0,0 0 0 0 0,0 0 1 0 0,0-2-1 0 0,0-1 0 0 0,-1 0 1 0 0,1-1-1 0 0,29-9 0 0 0,-24 4-3035 0 0,46-21 0 0 0,-23 2-3586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 1412 0 0,'-273'23'12453'0'0,"270"-22"-12305"0"0,0-1 0 0 0,-1 1 0 0 0,1 0 0 0 0,0 0 0 0 0,-1 0 0 0 0,1 0 0 0 0,0 0 0 0 0,0 1 0 0 0,-4 2 0 0 0,19 1 290 0 0,5-2-350 0 0,0-1-1 0 0,0-1 0 0 0,1 0 0 0 0,18-3 0 0 0,-1 1-60 0 0,141-1-1136 0 0,46 0-5587 0 0,-126 1 659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62 482 2756 0 0,'-53'35'10221'0'0,"51"-34"-9773"0"0,-4 2 3026 0 0,13-7-2228 0 0,88-64-172 0 0,-12 11-800 0 0,126-116-1 0 0,-194 159-267 0 0,19-17 8 0 0,-2-3 0 0 0,-1 0-1 0 0,31-47 1 0 0,-61 80-20 0 0,0 0 0 0 0,-1 0 1 0 0,1 0-1 0 0,-1 0 0 0 0,1 0 0 0 0,-1 0 0 0 0,1 0 0 0 0,-1 0 1 0 0,0 0-1 0 0,1 0 0 0 0,-1 0 0 0 0,0 0 0 0 0,0 0 0 0 0,0 0 1 0 0,0-2-1 0 0,0 3 3 0 0,0-1 1 0 0,0 1 0 0 0,-1 0 0 0 0,1-1-1 0 0,0 1 1 0 0,0 0 0 0 0,-1-1 0 0 0,1 1-1 0 0,0 0 1 0 0,0-1 0 0 0,-1 1 0 0 0,1 0-1 0 0,0-1 1 0 0,-1 1 0 0 0,1 0-1 0 0,0 0 1 0 0,-1 0 0 0 0,1-1 0 0 0,-1 1-1 0 0,1 0 1 0 0,0 0 0 0 0,-1 0 0 0 0,1 0-1 0 0,-1 0 1 0 0,1 0 0 0 0,-1 0 0 0 0,-2 0-3 0 0,1 0 1 0 0,0 0-1 0 0,-1 0 1 0 0,1 0-1 0 0,-1 1 1 0 0,1-1-1 0 0,0 1 1 0 0,-1 0-1 0 0,1 0 1 0 0,0 0-1 0 0,-1 0 1 0 0,-1 2-1 0 0,-8 4-12 0 0,1 2-1 0 0,0-1 0 0 0,0 2 1 0 0,1-1-1 0 0,0 2 1 0 0,-17 21-1 0 0,22-24 13 0 0,1-1 1 0 0,-1 1-1 0 0,1 0 1 0 0,0 1-1 0 0,1-1 1 0 0,0 1 0 0 0,0-1-1 0 0,1 1 1 0 0,0 0-1 0 0,1 0 1 0 0,-2 18-1 0 0,5-5-2 0 0,0 0-1 0 0,1 1 1 0 0,13 41 0 0 0,-9-38 25 0 0,-1 0 0 0 0,2 31 0 0 0,-7-54 103 0 0,-1 1 0 0 0,0-1 0 0 0,0 0 0 0 0,0 0 0 0 0,0 0 0 0 0,-1 0 0 0 0,1 0 0 0 0,-1 0-1 0 0,0 0 1 0 0,0 0 0 0 0,0 0 0 0 0,0 0 0 0 0,0 0 0 0 0,-1-1 0 0 0,1 1 0 0 0,-1 0-1 0 0,0-1 1 0 0,-2 4 0 0 0,1-3 6 0 0,0-1 1 0 0,-1 0-1 0 0,1 0 0 0 0,0 0 1 0 0,-1 0-1 0 0,1 0 0 0 0,-1-1 0 0 0,1 1 1 0 0,-1-1-1 0 0,0 0 0 0 0,0 0 1 0 0,-6 0-1 0 0,-8 0 69 0 0,1 0 0 0 0,0-2 0 0 0,0 0 0 0 0,-1-1 0 0 0,-18-5 0 0 0,24 5-171 0 0,9 1-173 0 0,1 1 1 0 0,0 0-1 0 0,-1 0 0 0 0,1-1 1 0 0,-1 0-1 0 0,1 1 1 0 0,0-1-1 0 0,0 0 1 0 0,-1 0-1 0 0,1 0 0 0 0,0 0 1 0 0,0-1-1 0 0,0 1 1 0 0,0 0-1 0 0,0-1 0 0 0,1 0 1 0 0,-1 1-1 0 0,-2-4 1 0 0,3 4 9 0 0,1 0 1 0 0,0 1 0 0 0,0-1 0 0 0,0 0-1 0 0,0 0 1 0 0,-1 0 0 0 0,1 1 0 0 0,0-1 0 0 0,0 0-1 0 0,1 0 1 0 0,-1 1 0 0 0,0-1 0 0 0,0 0-1 0 0,0 0 1 0 0,0 0 0 0 0,1 1 0 0 0,-1-1-1 0 0,0 0 1 0 0,1 1 0 0 0,-1-1 0 0 0,0 0-1 0 0,1 1 1 0 0,0-2 0 0 0,12-14-2230 0 0,38-24-5874 0 0,-28 23 2736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69 1456 0 0,'8'-8'1716'0'0,"6"-6"4518"0"0,20-25-1 0 0,-34 39-6146 0 0,1-1 0 0 0,-1 1 0 0 0,0-1 0 0 0,0 1 0 0 0,1-1 0 0 0,-1 1 1 0 0,0 0-1 0 0,0-1 0 0 0,1 1 0 0 0,-1 0 0 0 0,0-1 0 0 0,1 1 0 0 0,-1 0 0 0 0,1-1 1 0 0,-1 1-1 0 0,0 0 0 0 0,1 0 0 0 0,-1 0 0 0 0,1-1 0 0 0,-1 1 0 0 0,1 0 0 0 0,-1 0 1 0 0,1 0-1 0 0,-1 0 0 0 0,1 0 0 0 0,4 8 612 0 0,-4 16 80 0 0,-9 51 1012 0 0,3-31-1218 0 0,0 49 0 0 0,5-80-523 0 0,1-1-1 0 0,0 1 0 0 0,1-1 1 0 0,0 0-1 0 0,1 0 1 0 0,1 0-1 0 0,-1 0 1 0 0,10 19-1 0 0,-11-28-31 0 0,0 1 1 0 0,0-1-1 0 0,0 1 0 0 0,1-1 0 0 0,-1 0 0 0 0,1 0 1 0 0,0 0-1 0 0,0 0 0 0 0,0 0 0 0 0,0-1 1 0 0,0 1-1 0 0,1-1 0 0 0,-1 0 0 0 0,1 0 1 0 0,0 0-1 0 0,-1 0 0 0 0,1-1 0 0 0,0 1 1 0 0,7 0-1 0 0,-6-1-5 0 0,0-1 1 0 0,0 0-1 0 0,0 0 1 0 0,1 0-1 0 0,-1-1 1 0 0,0 0 0 0 0,0 0-1 0 0,0 0 1 0 0,0 0-1 0 0,0-1 1 0 0,0 0-1 0 0,0 0 1 0 0,-1 0-1 0 0,1-1 1 0 0,4-3-1 0 0,5-4-8 0 0,-1 0 0 0 0,0-2 0 0 0,-1 1 0 0 0,0-2 0 0 0,0 1 0 0 0,-2-2 0 0 0,11-14 0 0 0,57-110-27 0 0,-52 88 19 0 0,-23 43 6 0 0,8-10-143 0 0,-7 16 82 0 0,-1 11 74 0 0,-3 2-12 0 0,-1 0 0 0 0,0 0 0 0 0,0 0 0 0 0,-1-1 1 0 0,-7 22-1 0 0,5-15-8 0 0,-102 336 63 0 0,-21-7 39 0 0,114-314-95 0 0,8-17 6 0 0,-106 258 62 0 0,88-225 12 0 0,-3 0 1 0 0,-1-2-1 0 0,-47 60 0 0 0,58-87 196 0 0,-1 0 1 0 0,-1-1-1 0 0,-24 20 1 0 0,35-34-155 0 0,0 1 1 0 0,0-1 0 0 0,0-1-1 0 0,-1 1 1 0 0,0-1-1 0 0,0 0 1 0 0,0-1 0 0 0,0 0-1 0 0,0 0 1 0 0,-1-1-1 0 0,1 0 1 0 0,-1-1 0 0 0,-10 2-1 0 0,14-3-89 0 0,1-1 0 0 0,-1 1 0 0 0,1 0 0 0 0,-1-1 0 0 0,1 0 0 0 0,-1 0 0 0 0,1 0 0 0 0,0-1 0 0 0,0 0 0 0 0,0 1 0 0 0,0-1 0 0 0,0-1 0 0 0,0 1 0 0 0,0-1 0 0 0,1 1 0 0 0,-1-1 0 0 0,1 0 0 0 0,-1 0 0 0 0,1-1 0 0 0,0 1 0 0 0,1 0 0 0 0,-1-1 0 0 0,1 0 0 0 0,-1 0 0 0 0,1 0 0 0 0,0 0 0 0 0,0 0 0 0 0,1 0 0 0 0,-1 0 0 0 0,-1-9 0 0 0,1-1-36 0 0,-1 0 1 0 0,2-1 0 0 0,0 1-1 0 0,1 0 1 0 0,0 0 0 0 0,1 0-1 0 0,1-1 1 0 0,5-22 0 0 0,3 1-79 0 0,2 0 1 0 0,2 1 0 0 0,1 0-1 0 0,2 1 1 0 0,32-49 0 0 0,123-150-1188 0 0,46-10-518 0 0,17 15 242 0 0,-28 29 338 0 0,-180 172 1101 0 0,-1-2 1 0 0,-1 0 0 0 0,-1-2 0 0 0,28-47 0 0 0,-52 78 96 0 0,1-1 1 0 0,-1 0 0 0 0,1 0 0 0 0,-1 0-1 0 0,0 0 1 0 0,1 1 0 0 0,-1-1 0 0 0,0 0 0 0 0,1 0-1 0 0,-1 0 1 0 0,0 0 0 0 0,0 0 0 0 0,0 0-1 0 0,0 0 1 0 0,0-2 0 0 0,0 3 2 0 0,0 0 0 0 0,-1 0 0 0 0,1-1 0 0 0,0 1 0 0 0,0 0 0 0 0,0 0 0 0 0,-1-1 0 0 0,1 1 0 0 0,0 0 0 0 0,0 0 0 0 0,-1 0-1 0 0,1 0 1 0 0,0-1 0 0 0,0 1 0 0 0,-1 0 0 0 0,1 0 0 0 0,0 0 0 0 0,-1 0 0 0 0,1 0 0 0 0,0 0 0 0 0,-1 0 0 0 0,1 0 0 0 0,0 0 0 0 0,-1 0 0 0 0,1 0 0 0 0,0 0 0 0 0,0 0 0 0 0,-1 0 0 0 0,0 0 0 0 0,-1 1-4 0 0,-1 0 1 0 0,0 0-1 0 0,0 0 1 0 0,1 0-1 0 0,-1 0 0 0 0,0 0 1 0 0,-3 4-1 0 0,2-3 6 0 0,1 1 0 0 0,-1 0 0 0 0,1 0 0 0 0,0 0 0 0 0,0 1-1 0 0,1-1 1 0 0,-1 1 0 0 0,1-1 0 0 0,0 1 0 0 0,-1 0 0 0 0,2 0-1 0 0,-1 0 1 0 0,0 0 0 0 0,1 0 0 0 0,0 0 0 0 0,0 0 0 0 0,0 1 0 0 0,0-1-1 0 0,1 0 1 0 0,0 1 0 0 0,0-1 0 0 0,0 1 0 0 0,0-1 0 0 0,0 0 0 0 0,1 1-1 0 0,0-1 1 0 0,0 0 0 0 0,2 6 0 0 0,5 10-3 0 0,1-1 0 0 0,0 0-1 0 0,2 0 1 0 0,21 29 0 0 0,-6-8 22 0 0,-24-37-33 0 0,6 9 56 0 0,-1 1 1 0 0,-1 0 0 0 0,1 0-1 0 0,6 23 1 0 0,-12-33 18 0 0,0 1 0 0 0,0-1 0 0 0,-1 0-1 0 0,0 1 1 0 0,1-1 0 0 0,-1 1 0 0 0,0-1 0 0 0,-1 1 0 0 0,1-1 0 0 0,0 1 0 0 0,-1-1 0 0 0,0 0-1 0 0,0 1 1 0 0,0-1 0 0 0,0 0 0 0 0,-1 0 0 0 0,1 0 0 0 0,-1 0 0 0 0,0 0 0 0 0,0 0 0 0 0,0 0 0 0 0,0 0-1 0 0,0-1 1 0 0,0 1 0 0 0,-5 2 0 0 0,1 1 54 0 0,-2-1 1 0 0,1 0-1 0 0,-1-1 1 0 0,1 0-1 0 0,-1 0 0 0 0,0-1 1 0 0,-1 0-1 0 0,1 0 1 0 0,-16 3-1 0 0,18-5-185 0 0,0 0 0 0 0,0-1 0 0 0,0 1 1 0 0,0-1-1 0 0,0 0 0 0 0,0-1 0 0 0,0 0 0 0 0,0 0 0 0 0,0 0 0 0 0,1 0 0 0 0,-1-1 1 0 0,0 0-1 0 0,0 0 0 0 0,1-1 0 0 0,-8-4 0 0 0,12 6-138 0 0,-1 0 0 0 0,1 0 1 0 0,0 0-1 0 0,-1-1 0 0 0,1 1 0 0 0,0 0 0 0 0,0-1 0 0 0,0 1 1 0 0,0-1-1 0 0,0 1 0 0 0,0-1 0 0 0,0 0 0 0 0,1 1 0 0 0,-1-1 1 0 0,0 0-1 0 0,1 0 0 0 0,0 0 0 0 0,-1 1 0 0 0,1-1 0 0 0,0 0 1 0 0,0 0-1 0 0,0 0 0 0 0,0 0 0 0 0,0 1 0 0 0,0-1 0 0 0,1 0 1 0 0,-1 0-1 0 0,2-2 0 0 0,0-3-1097 0 0,0 0 1 0 0,1 0-1 0 0,0 1 0 0 0,1-1 0 0 0,8-10 1 0 0,7-11-5091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64 149 556 0 0,'59'-134'16020'0'0,"-51"120"-13654"0"0,-6 21-993 0 0,-7 35 31 0 0,3-26-544 0 0,-36 216 3646 0 0,16-111-3274 0 0,3-13-500 0 0,-28 236 239 0 0,50-314-937 0 0,-3-29-107 0 0,0 1 0 0 0,0-1 0 0 0,1 0 0 0 0,-1 0 0 0 0,0 0 0 0 0,1 0 0 0 0,-1 0 0 0 0,1 0 0 0 0,-1 0 0 0 0,1 0 0 0 0,0 0 0 0 0,-1 0 0 0 0,1 0 0 0 0,0-1 0 0 0,0 1 0 0 0,-1 0 0 0 0,1 0 0 0 0,0-1-1 0 0,0 1 1 0 0,0 0 0 0 0,0-1 0 0 0,0 1 0 0 0,0-1 0 0 0,0 1 0 0 0,0-1 0 0 0,0 0 0 0 0,2 1 0 0 0,1-1-506 0 0,1 0-1 0 0,0 0 1 0 0,0-1-1 0 0,0 0 1 0 0,0 0 0 0 0,0 0-1 0 0,-1 0 1 0 0,1-1-1 0 0,0 1 1 0 0,-1-1-1 0 0,8-5 1 0 0,-2 1-1523 0 0,-1 0 0 0 0,0-1 0 0 0,0 0 0 0 0,10-12 0 0 0,6-7-6040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58 3256 0 0,'-151'-46'16191'0'0,"151"46"-16162"0"0,0 0 0 0 0,0 0 1 0 0,0 0-1 0 0,1 0 0 0 0,-1-1 0 0 0,0 1 0 0 0,0 0 1 0 0,0 0-1 0 0,0 0 0 0 0,0 0 0 0 0,0 0 0 0 0,0 0 1 0 0,0 0-1 0 0,0 0 0 0 0,0-1 0 0 0,0 1 0 0 0,0 0 1 0 0,0 0-1 0 0,0 0 0 0 0,0 0 0 0 0,0 0 0 0 0,0 0 0 0 0,0-1 1 0 0,0 1-1 0 0,0 0 0 0 0,0 0 0 0 0,0 0 0 0 0,0 0 1 0 0,0 0-1 0 0,0 0 0 0 0,0 0 0 0 0,0-1 0 0 0,0 1 1 0 0,0 0-1 0 0,0 0 0 0 0,0 0 0 0 0,0 0 0 0 0,0 0 1 0 0,0 0-1 0 0,0 0 0 0 0,-1 0 0 0 0,1-1 0 0 0,0 1 0 0 0,0 0 1 0 0,0 0-1 0 0,0 0 0 0 0,0 0 0 0 0,0 0 0 0 0,0 0 1 0 0,-1 0-1 0 0,1 0 0 0 0,0 0 0 0 0,0 0 0 0 0,0 0 1 0 0,21-3 84 0 0,32 0-1268 0 0,-52 3 1138 0 0,128 1-5339 0 0,-75 1-33 0 0,-12-2-1462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38 1848 0 0,'-37'45'7790'0'0,"28"-35"-6479"0"0,-1 1 1 0 0,2 0-1 0 0,-1 1 0 0 0,-11 23 1 0 0,15-26-997 0 0,4-7-231 0 0,0 0 0 0 0,0 1 0 0 0,-1-1 0 0 0,1 0 0 0 0,1 1 0 0 0,-1-1 0 0 0,0 1 0 0 0,1-1 0 0 0,-1 1 1 0 0,1-1-1 0 0,0 1 0 0 0,0 0 0 0 0,0-1 0 0 0,0 1 0 0 0,0-1 0 0 0,1 4 0 0 0,-1-5-48 0 0,1 0 0 0 0,0 0-1 0 0,-1 0 1 0 0,1 0 0 0 0,-1 0 0 0 0,1 0 0 0 0,0 0-1 0 0,0-1 1 0 0,0 1 0 0 0,-1 0 0 0 0,1 0-1 0 0,0-1 1 0 0,0 1 0 0 0,0 0 0 0 0,0-1 0 0 0,0 1-1 0 0,0-1 1 0 0,0 1 0 0 0,1-1 0 0 0,1 1 0 0 0,0 0 22 0 0,0-1 0 0 0,0 1 0 0 0,1-1 0 0 0,-1 1 0 0 0,0-1 0 0 0,0 0 1 0 0,5-1-1 0 0,-1 0-32 0 0,0-1 1 0 0,0 0 0 0 0,0-1 0 0 0,-1 0-1 0 0,1 0 1 0 0,-1 0 0 0 0,0-1-1 0 0,0 0 1 0 0,0 0 0 0 0,-1 0-1 0 0,1-1 1 0 0,-1 0 0 0 0,0 0-1 0 0,0 0 1 0 0,-1-1 0 0 0,7-9-1 0 0,-7 9-24 0 0,-1 1-1 0 0,1-1 1 0 0,-1-1-1 0 0,0 1 1 0 0,-1 0-1 0 0,1-1 1 0 0,-1 1-1 0 0,0-1 1 0 0,-1 0-1 0 0,0 1 1 0 0,0-1-1 0 0,0 0 1 0 0,-1 0-1 0 0,0 0 1 0 0,0 0-1 0 0,-1 0 1 0 0,-2-12-1 0 0,2 17-4 0 0,1 1 0 0 0,-1-1 0 0 0,0 0 0 0 0,1 1 0 0 0,-1-1 0 0 0,0 1 0 0 0,0-1 0 0 0,0 1 0 0 0,0 0 0 0 0,0-1 0 0 0,0 1 0 0 0,-1 0 0 0 0,1 0 0 0 0,0 0 0 0 0,-1 0 0 0 0,1 0 0 0 0,0 0 0 0 0,-1 0 0 0 0,1 0 0 0 0,-1 1 0 0 0,0-1 0 0 0,1 0 0 0 0,-1 1 0 0 0,0-1 0 0 0,1 1 0 0 0,-1 0 0 0 0,0 0 0 0 0,1-1 0 0 0,-1 1 0 0 0,0 0 0 0 0,0 1 0 0 0,1-1 0 0 0,-1 0 0 0 0,0 0 0 0 0,1 1 0 0 0,-1-1 0 0 0,0 1 0 0 0,-2 1 0 0 0,-5 1 4 0 0,0 1 0 0 0,0 0-1 0 0,0 0 1 0 0,1 1-1 0 0,-12 9 1 0 0,0 1 18 0 0,1 1 0 0 0,0 1-1 0 0,2 1 1 0 0,0 1 0 0 0,1 0 0 0 0,-14 23 0 0 0,19-26 1 0 0,2 1 0 0 0,0 0 0 0 0,0 0 0 0 0,2 1 0 0 0,0 0 0 0 0,1 0 0 0 0,1 0 0 0 0,-4 30 0 0 0,8-42 0 0 0,0 0 0 0 0,1 0 0 0 0,0 0 0 0 0,0 0 0 0 0,1 0 0 0 0,0 0 0 0 0,0 0 0 0 0,0 0 0 0 0,0 0-1 0 0,1 0 1 0 0,0-1 0 0 0,1 1 0 0 0,-1-1 0 0 0,1 1 0 0 0,3 5 0 0 0,-2-7-148 0 0,0 0 0 0 0,-1 0 0 0 0,1 0 0 0 0,1-1 0 0 0,-1 1 0 0 0,0-1 0 0 0,1 0 0 0 0,0 0 0 0 0,0 0 0 0 0,-1-1 0 0 0,2 0 0 0 0,-1 0 0 0 0,0 0 0 0 0,0 0 0 0 0,1-1 0 0 0,9 1 0 0 0,-3-1-759 0 0,-1-1-1 0 0,1 0 0 0 0,0 0 1 0 0,0-2-1 0 0,0 1 0 0 0,0-1 1 0 0,0-1-1 0 0,-1 0 1 0 0,0-1-1 0 0,1 0 0 0 0,11-7 1 0 0,11-8-4036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79 128 216 0 0,'54'-125'13722'0'0,"-54"123"-13049"0"0,6 19-109 0 0,-14 55 577 0 0,-4 0 0 0 0,-2-1-1 0 0,-40 118 1 0 0,53-187-1032 0 0,1 1 1 0 0,-1-1-1 0 0,0 1 1 0 0,0-1-1 0 0,0 1 0 0 0,0-1 1 0 0,0 0-1 0 0,0 1 1 0 0,0-1-1 0 0,-1 0 1 0 0,1 0-1 0 0,-1 0 1 0 0,0 0-1 0 0,0 0 0 0 0,0-1 1 0 0,0 1-1 0 0,0 0 1 0 0,0-1-1 0 0,0 1 1 0 0,-3 0-1 0 0,3-1 55 0 0,-8-11 59 0 0,9 7-214 0 0,0 1 1 0 0,1 0 0 0 0,-1-1-1 0 0,0 1 1 0 0,1 0-1 0 0,-1-1 1 0 0,1 1 0 0 0,0 0-1 0 0,0-1 1 0 0,0 1-1 0 0,0-1 1 0 0,0 1 0 0 0,1-4-1 0 0,8-34 14 0 0,-7 33-19 0 0,3-9-11 0 0,1-1-1 0 0,1 1 0 0 0,0 0 1 0 0,1 1-1 0 0,1-1 1 0 0,16-20-1 0 0,-17 25-6 0 0,0 1-1 0 0,1 0 1 0 0,0 0-1 0 0,1 1 1 0 0,0 1-1 0 0,1-1 1 0 0,-1 2-1 0 0,2-1 1 0 0,14-6-1 0 0,-22 12 11 0 0,0 0 1 0 0,0 0-1 0 0,1 1 0 0 0,-1 0 1 0 0,0 0-1 0 0,1 0 0 0 0,-1 0 1 0 0,1 1-1 0 0,-1-1 0 0 0,1 1 1 0 0,0 0-1 0 0,-1 1 0 0 0,1-1 1 0 0,-1 1-1 0 0,1 0 1 0 0,-1 0-1 0 0,0 0 0 0 0,1 1 1 0 0,-1-1-1 0 0,0 1 0 0 0,0 0 1 0 0,0 0-1 0 0,0 1 0 0 0,0-1 1 0 0,0 1-1 0 0,-1 0 0 0 0,1 0 1 0 0,-1 0-1 0 0,0 0 0 0 0,0 1 1 0 0,0-1-1 0 0,4 8 0 0 0,1 2 8 0 0,0 0 0 0 0,-2 1 0 0 0,1 0-1 0 0,-1 0 1 0 0,-1 0 0 0 0,-1 1 0 0 0,0-1 0 0 0,3 25-1 0 0,-2 88 165 0 0,-5-117-104 0 0,0-9-54 0 0,0-4-19 0 0,0 0-1 0 0,0 0 0 0 0,1 0 0 0 0,-1 0 0 0 0,1 0 0 0 0,0 0 0 0 0,0 0 0 0 0,0 0 1 0 0,0 0-1 0 0,0 0 0 0 0,1 0 0 0 0,1-2 0 0 0,0 0-9 0 0,14-32-32 0 0,2 1 0 0 0,1 0-1 0 0,2 2 1 0 0,1 1 0 0 0,2 0-1 0 0,1 2 1 0 0,2 1 0 0 0,60-52 0 0 0,-37 54-53 0 0,-50 28 100 0 0,1-1 0 0 0,-1 1 0 0 0,1-1 0 0 0,-1 1 0 0 0,1 0 0 0 0,-1-1 0 0 0,1 1 1 0 0,-1 0-1 0 0,1 0 0 0 0,-1 0 0 0 0,1 0 0 0 0,-1 0 0 0 0,1 0 0 0 0,-1 1 0 0 0,1-1 0 0 0,-1 0 1 0 0,1 1-1 0 0,-1-1 0 0 0,1 1 0 0 0,-1 0 0 0 0,1-1 0 0 0,-1 1 0 0 0,2 1 0 0 0,-1 0 2 0 0,1 0-1 0 0,-1-1 0 0 0,0 1 1 0 0,0 0-1 0 0,0 1 1 0 0,0-1-1 0 0,0 0 0 0 0,0 0 1 0 0,0 1-1 0 0,-1-1 1 0 0,2 4-1 0 0,1 6 17 0 0,-1 1-1 0 0,-1-1 1 0 0,0 0-1 0 0,-1 1 1 0 0,0-1-1 0 0,-1 1 1 0 0,0-1-1 0 0,-1 0 1 0 0,-4 20-1 0 0,3-18-3 0 0,0 0 0 0 0,1 0 0 0 0,0 0 0 0 0,1 0 0 0 0,1 0 0 0 0,0-1 0 0 0,4 16 0 0 0,-4-26-129 0 0,0-1-1 0 0,1 0 0 0 0,-1 0 0 0 0,0 1 1 0 0,1-1-1 0 0,0 0 0 0 0,-1 0 0 0 0,1 0 1 0 0,0 0-1 0 0,0-1 0 0 0,0 1 0 0 0,0-1 1 0 0,0 1-1 0 0,0-1 0 0 0,1 1 0 0 0,-1-1 1 0 0,0 0-1 0 0,1 0 0 0 0,-1 0 0 0 0,1-1 1 0 0,-1 1-1 0 0,6 0 0 0 0,3 1-1063 0 0,-1-1 1 0 0,1 0-1 0 0,-1 0 1 0 0,16-2-1 0 0,11-4-3234 0 0,6-3-2014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97 640 0 0,'14'-84'15547'0'0,"-13"72"-12214"0"0,-120 405 1104 0 0,113-371-4386 0 0,-1 3-517 0 0,0 1-1 0 0,2 0 0 0 0,0 0 1 0 0,0 27-1 0 0,5-51 224 0 0,0 1 0 0 0,0 0 0 0 0,1-1 0 0 0,-1 1 0 0 0,0 0 0 0 0,1-1 0 0 0,0 1 0 0 0,0-1 0 0 0,-1 1 0 0 0,1-1 0 0 0,1 1 0 0 0,-1-1 0 0 0,2 3 0 0 0,-2-3-185 0 0,1-1 0 0 0,-1 0-1 0 0,0 0 1 0 0,1 0 0 0 0,-1 0-1 0 0,1 0 1 0 0,-1 0 0 0 0,1 0 0 0 0,-1 0-1 0 0,1 0 1 0 0,0-1 0 0 0,-1 1 0 0 0,1-1-1 0 0,0 1 1 0 0,0-1 0 0 0,-1 0 0 0 0,1 0-1 0 0,0 0 1 0 0,0 0 0 0 0,3 0 0 0 0,11-1-6448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202 102 2968 0 0,'21'-22'5128'0'0,"0"-1"-1"0"0,21-32 0 0 0,-41 53-4289 0 0,-18 7-284 0 0,5 1-481 0 0,1 0 0 0 0,-1 1 0 0 0,2 0 0 0 0,-1 0 0 0 0,1 1 0 0 0,0 0 0 0 0,1 1 0 0 0,0 0 0 0 0,0 1-1 0 0,1 0 1 0 0,-11 17 0 0 0,17-23-68 0 0,0-1-1 0 0,0 1 1 0 0,0 0-1 0 0,0 0 1 0 0,1 1-1 0 0,0-1 1 0 0,0 0-1 0 0,0 0 1 0 0,0 1-1 0 0,1-1 1 0 0,-1 0-1 0 0,1 1 1 0 0,1 7-1 0 0,0-7 5 0 0,0 1 0 0 0,1-1 0 0 0,0 0 0 0 0,0 1 0 0 0,1-1 0 0 0,-1 0 0 0 0,1 0 0 0 0,0 0 0 0 0,0-1 0 0 0,5 6 0 0 0,7 6-10 0 0,0-1 0 0 0,26 21 0 0 0,-29-27 101 0 0,0 1-1 0 0,-1 0 1 0 0,-1 0 0 0 0,1 1 0 0 0,-2 1 0 0 0,1 0 0 0 0,10 18 0 0 0,-19-28 108 0 0,0 0 0 0 0,0 0-1 0 0,0 0 1 0 0,0 0-1 0 0,-1 0 1 0 0,1 0 0 0 0,-1 1-1 0 0,1-1 1 0 0,-1 0 0 0 0,0 0-1 0 0,0 1 1 0 0,0-1 0 0 0,0 0-1 0 0,0 0 1 0 0,0 0-1 0 0,0 1 1 0 0,-1-1 0 0 0,1 0-1 0 0,-3 4 1 0 0,2-3-50 0 0,-1-1 0 0 0,0 0 0 0 0,1 1 0 0 0,-1-1 0 0 0,0 0 0 0 0,0 0 0 0 0,0 0 0 0 0,-1 0-1 0 0,1-1 1 0 0,0 1 0 0 0,-1 0 0 0 0,1-1 0 0 0,-5 2 0 0 0,-1 0-26 0 0,0 0 0 0 0,-1-1 0 0 0,1 0 1 0 0,0 0-1 0 0,-1-1 0 0 0,0 0 0 0 0,1 0 0 0 0,-1-1 0 0 0,-12-1 0 0 0,12-1-259 0 0,0 0 0 0 0,1 0 0 0 0,-1 0 0 0 0,1-1-1 0 0,-1-1 1 0 0,1 1 0 0 0,0-2 0 0 0,0 1 0 0 0,1-1 0 0 0,0 0 0 0 0,-1 0 0 0 0,2-1 0 0 0,-1 0 0 0 0,0 0-1 0 0,1-1 1 0 0,1 1 0 0 0,-1-1 0 0 0,-5-11 0 0 0,4 7-834 0 0,1 0-1 0 0,0 0 0 0 0,1-1 1 0 0,0 0-1 0 0,-3-14 1 0 0,5 12-1118 0 0,0 0 0 0 0,1-1 0 0 0,1 1 0 0 0,0-21 0 0 0,2-1-6198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1920 0 0,'3'-54'13103'0'0,"0"32"-10554"0"0,-2 20-2284 0 0,-1-4-4092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226 124 2500 0 0,'23'-115'15067'0'0,"-22"114"-15052"0"0,-1 1 0 0 0,0 0 0 0 0,0 0 0 0 0,0 0 1 0 0,0-1-1 0 0,0 1 0 0 0,0 0 0 0 0,0 0 0 0 0,0 0 0 0 0,0-1 0 0 0,0 1 0 0 0,0 0 1 0 0,0 0-1 0 0,0-1 0 0 0,0 1 0 0 0,0 0 0 0 0,0 0 0 0 0,0-1 0 0 0,0 1 0 0 0,0 0 1 0 0,0 0-1 0 0,0 0 0 0 0,0-1 0 0 0,0 1 0 0 0,0 0 0 0 0,0 0 0 0 0,-1 0 0 0 0,1-1 1 0 0,0 1-1 0 0,0 0 0 0 0,0 0 0 0 0,0 0 0 0 0,-1 0 0 0 0,1-1 0 0 0,0 1 0 0 0,0 0 1 0 0,0 0-1 0 0,0 0 0 0 0,-1 0 0 0 0,1 0 0 0 0,0 0 0 0 0,0 0 0 0 0,-1-1 1 0 0,1 1-1 0 0,0 0 0 0 0,0 0 0 0 0,0 0 0 0 0,-1 0 0 0 0,1 0 0 0 0,0 0 0 0 0,0 0 1 0 0,-1 0-1 0 0,1 0 0 0 0,0 0 0 0 0,0 0 0 0 0,-1 0 0 0 0,1 1 0 0 0,0-1 0 0 0,0 0 1 0 0,0 0-1 0 0,-1 0 0 0 0,1 0 0 0 0,-15 9 244 0 0,-9 17-134 0 0,1 2-1 0 0,1 0 1 0 0,1 1 0 0 0,-20 39-1 0 0,27-45-89 0 0,-1 2-4 0 0,1 1-1 0 0,-17 46 1 0 0,26-59-19 0 0,1 1 0 0 0,0 0-1 0 0,1 1 1 0 0,1-1 0 0 0,0 0 0 0 0,1 1-1 0 0,1 18 1 0 0,0-26-11 0 0,1-1 0 0 0,0 0 0 0 0,0 0 0 0 0,1 0 0 0 0,0 0 0 0 0,0 0 0 0 0,0 0 0 0 0,0 0 1 0 0,1 0-1 0 0,0-1 0 0 0,1 0 0 0 0,-1 1 0 0 0,1-1 0 0 0,0 0 0 0 0,0-1 0 0 0,0 1 0 0 0,1-1 0 0 0,0 0 0 0 0,0 0 0 0 0,0 0 0 0 0,0-1 0 0 0,0 1 0 0 0,1-2 0 0 0,0 1 0 0 0,-1 0 0 0 0,1-1 0 0 0,0 0 0 0 0,9 2 0 0 0,-1-1-96 0 0,0-1 0 0 0,1 0 0 0 0,0 0 0 0 0,-1-2 0 0 0,1 0 0 0 0,0 0 0 0 0,0-2 0 0 0,-1 1 0 0 0,1-2 0 0 0,-1 0 0 0 0,16-6 0 0 0,-11 1 21 0 0,1 0 0 0 0,-2-2-1 0 0,1 0 1 0 0,-1-1 0 0 0,-1-1 0 0 0,0-1 0 0 0,-1 0-1 0 0,0-1 1 0 0,-1-1 0 0 0,-1-1 0 0 0,0 0-1 0 0,17-26 1 0 0,2-10 683 0 0,-3-1 0 0 0,47-114 0 0 0,-73 152-424 0 0,-11 21-30 0 0,-13 20-57 0 0,1 4-81 0 0,2 1 1 0 0,1 1-1 0 0,2 1 0 0 0,0 0 0 0 0,-9 39 0 0 0,20-61-2 0 0,0 1-1 0 0,1 0 1 0 0,0-1 0 0 0,1 1-1 0 0,0 0 1 0 0,1 0-1 0 0,0 0 1 0 0,1 0-1 0 0,3 17 1 0 0,-3-25-5 0 0,0-1 1 0 0,0 1 0 0 0,0-1 0 0 0,0 0 0 0 0,0 1 0 0 0,1-1 0 0 0,-1 0 0 0 0,1 0 0 0 0,0 0 0 0 0,0 0 0 0 0,0-1 0 0 0,1 1 0 0 0,-1 0 0 0 0,0-1 0 0 0,1 0-1 0 0,0 1 1 0 0,0-1 0 0 0,-1 0 0 0 0,1-1 0 0 0,0 1 0 0 0,1 0 0 0 0,-1-1 0 0 0,0 1 0 0 0,0-1 0 0 0,1 0 0 0 0,-1 0 0 0 0,0-1 0 0 0,1 1 0 0 0,-1-1 0 0 0,1 1 0 0 0,-1-1-1 0 0,1 0 1 0 0,-1 0 0 0 0,1-1 0 0 0,6-1 0 0 0,-2 1-1 0 0,0-1 0 0 0,0 0 0 0 0,-1 0-1 0 0,1-1 1 0 0,-1 0 0 0 0,1 0 0 0 0,-1-1-1 0 0,0 0 1 0 0,0 0 0 0 0,0-1 0 0 0,7-6 0 0 0,-5 2-4 0 0,-1 0 1 0 0,1 0-1 0 0,-2 0 1 0 0,1-1-1 0 0,-1 0 1 0 0,11-22 0 0 0,-11 16-11 0 0,0 0 1 0 0,0-1-1 0 0,-2 0 1 0 0,0 0-1 0 0,-1-1 0 0 0,-1 1 1 0 0,-1-1-1 0 0,0 0 1 0 0,-1 0-1 0 0,-2-23 1 0 0,0 33 0 0 0,0-1 0 0 0,-1 1 1 0 0,0-1-1 0 0,0 1 0 0 0,-1 0 1 0 0,0 0-1 0 0,0 0 0 0 0,-1 1 0 0 0,0-1 1 0 0,0 1-1 0 0,-1 0 0 0 0,0 0 1 0 0,-8-9-1 0 0,9 12 0 0 0,0 1 1 0 0,0 0-1 0 0,0-1 1 0 0,0 1-1 0 0,0 1 1 0 0,-1-1-1 0 0,1 1 1 0 0,-1 0-1 0 0,0 0 1 0 0,0 0-1 0 0,0 0 1 0 0,0 1-1 0 0,0 0 0 0 0,0 0 1 0 0,0 1-1 0 0,0-1 1 0 0,0 1-1 0 0,0 0 1 0 0,-1 0-1 0 0,1 1 1 0 0,0-1-1 0 0,0 1 1 0 0,-6 2-1 0 0,2 0 3 0 0,0 1 0 0 0,0-1-1 0 0,0 1 1 0 0,1 1 0 0 0,0 0 0 0 0,0 0-1 0 0,0 1 1 0 0,0 0 0 0 0,-8 9-1 0 0,12-12 1 0 0,1 1 0 0 0,0 0 0 0 0,0-1 0 0 0,1 1 0 0 0,-1 0 0 0 0,1 1-1 0 0,0-1 1 0 0,0 0 0 0 0,-2 6 0 0 0,3-7 0 0 0,1 0 0 0 0,-1 0 0 0 0,1 0 0 0 0,0-1 0 0 0,0 1 0 0 0,0 0 0 0 0,0 0 0 0 0,0 0 0 0 0,1 0 0 0 0,-1-1 0 0 0,1 1 0 0 0,-1 0 0 0 0,1-1 0 0 0,0 1 0 0 0,0 0 0 0 0,3 3 0 0 0,-1-2-19 0 0,-1 0 0 0 0,1-1 0 0 0,1 1 0 0 0,-1-1 0 0 0,0 0 1 0 0,1 0-1 0 0,0 0 0 0 0,0-1 0 0 0,0 1 0 0 0,0-1 1 0 0,0 0-1 0 0,0 0 0 0 0,0 0 0 0 0,1-1 0 0 0,-1 1 1 0 0,1-1-1 0 0,-1 0 0 0 0,1 0 0 0 0,0-1 0 0 0,-1 1 0 0 0,9-1 1 0 0,8-1-110 0 0,-1 0 0 0 0,1-1 1 0 0,29-7-1 0 0,81-31-477 0 0,-97 28 472 0 0,0 2 0 0 0,1 1 1 0 0,43-6-1 0 0,-73 14 125 0 0,0 1 0 0 0,0 0 0 0 0,0 0 0 0 0,0 0 0 0 0,0 1 0 0 0,0-1 0 0 0,0 1 0 0 0,0 1 0 0 0,0-1 0 0 0,-1 1 0 0 0,1-1-1 0 0,0 1 1 0 0,-1 1 0 0 0,1-1 0 0 0,-1 1 0 0 0,7 5 0 0 0,-6-3 5 0 0,0 0-1 0 0,0 0 1 0 0,0 1-1 0 0,-1 0 1 0 0,1 0 0 0 0,-1 0-1 0 0,-1 0 1 0 0,1 1 0 0 0,-1 0-1 0 0,3 10 1 0 0,-2-4 59 0 0,0 1 1 0 0,-1-1-1 0 0,-1 1 0 0 0,0-1 1 0 0,-1 1-1 0 0,-1 0 0 0 0,0 0 1 0 0,-1 0-1 0 0,0-1 1 0 0,-1 1-1 0 0,-6 24 0 0 0,4-30 177 0 0,0 1-1 0 0,0-1 0 0 0,-1 0 0 0 0,0-1 0 0 0,0 1 0 0 0,-1-1 1 0 0,1 0-1 0 0,-12 10 0 0 0,16-16-204 0 0,1-1 0 0 0,-1 1 0 0 0,0-1 0 0 0,0 1 1 0 0,0-1-1 0 0,0 1 0 0 0,1-1 0 0 0,-1 1 0 0 0,0-1 0 0 0,0 0 0 0 0,0 1 0 0 0,0-1 0 0 0,0 0 1 0 0,0 0-1 0 0,0 0 0 0 0,0 0 0 0 0,0 0 0 0 0,0 0 0 0 0,0 0 0 0 0,0 0 0 0 0,0 0 0 0 0,0-1 1 0 0,0 1-1 0 0,0 0 0 0 0,0 0 0 0 0,0-1 0 0 0,1 1 0 0 0,-1-1 0 0 0,0 1 0 0 0,-1-2 1 0 0,0 1-2 0 0,0 0 0 0 0,0-1 0 0 0,0 1 1 0 0,1-1-1 0 0,-1 0 0 0 0,0 1 1 0 0,1-1-1 0 0,0 0 0 0 0,-1 0 1 0 0,1 0-1 0 0,0 0 0 0 0,-2-4 1 0 0,2-2-12 0 0,-1 0 0 0 0,1 0 0 0 0,0-1 1 0 0,0 1-1 0 0,1 0 0 0 0,1-1 0 0 0,-1 1 1 0 0,1-1-1 0 0,0 1 0 0 0,1 0 0 0 0,0 0 1 0 0,5-12-1 0 0,0 2-24 0 0,0-1-1 0 0,2 1 1 0 0,0 1 0 0 0,14-20 0 0 0,-10 18-9 0 0,1 2 0 0 0,1 0 0 0 0,0 0 1 0 0,1 1-1 0 0,0 1 0 0 0,22-14 0 0 0,-30 23 6 0 0,1 0 0 0 0,1 0 0 0 0,-1 1-1 0 0,1 0 1 0 0,0 1 0 0 0,0 0-1 0 0,1 1 1 0 0,-1 0 0 0 0,1 0 0 0 0,-1 1-1 0 0,1 1 1 0 0,0 0 0 0 0,0 0-1 0 0,18 2 1 0 0,-25-1 8 0 0,-1 1 1 0 0,1-1-1 0 0,-1 1 1 0 0,1 0-1 0 0,-1 0 0 0 0,1 1 1 0 0,-1-1-1 0 0,1 1 1 0 0,-1-1-1 0 0,0 1 0 0 0,0 0 1 0 0,0 0-1 0 0,0 1 0 0 0,0-1 1 0 0,0 0-1 0 0,-1 1 1 0 0,3 3-1 0 0,-2-2 4 0 0,0 1 1 0 0,-1-1-1 0 0,1 1 0 0 0,-1 0 0 0 0,0 0 1 0 0,-1 0-1 0 0,1 0 0 0 0,-1 0 1 0 0,0 0-1 0 0,1 10 0 0 0,-2 0 13 0 0,0 0-1 0 0,-1 0 0 0 0,0 0 1 0 0,-1 0-1 0 0,-1 0 1 0 0,-1-1-1 0 0,-6 20 1 0 0,-8 10 23 0 0,-5 14-939 0 0,14-21-2494 0 0,10-28-1289 0 0,-1-9 4581 0 0,1 1 0 0 0,-1-1 0 0 0,0 1 0 0 0,1-1 0 0 0,-1 0 0 0 0,1 1 0 0 0,-1-1 0 0 0,1 0 0 0 0,-1 0 0 0 0,1 0 0 0 0,-1 1 0 0 0,1-1 0 0 0,-1 0 0 0 0,1 0-1 0 0,-1 0 1 0 0,1 0 0 0 0,-1 0 0 0 0,1 0 0 0 0,-1 0 0 0 0,2 0 0 0 0,22-5-3833 0 0,-5-5-784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1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151 198 2380 0 0,'43'-50'7088'0'0,"42"-65"-1"0"0,-75 101-5929 0 0,-10 13-1091 0 0,1 1 1 0 0,-1-1-1 0 0,1 1 0 0 0,-1-1 1 0 0,1 0-1 0 0,-1 1 1 0 0,0-1-1 0 0,1 1 0 0 0,-1-1 1 0 0,1 0-1 0 0,-1 1 0 0 0,0-1 1 0 0,0 0-1 0 0,1 1 1 0 0,-1-1-1 0 0,0 0 0 0 0,0 0 1 0 0,0 1-1 0 0,0-1 0 0 0,0 0 1 0 0,0 0-1 0 0,0 1 1 0 0,0-1-1 0 0,0-1 0 0 0,-1 2-44 0 0,0 0-1 0 0,1 0 0 0 0,-1 0 0 0 0,0 0 0 0 0,0-1 0 0 0,1 1 0 0 0,-1 0 0 0 0,0 0 1 0 0,0 1-1 0 0,1-1 0 0 0,-1 0 0 0 0,0 0 0 0 0,0 0 0 0 0,1 0 0 0 0,-1 1 1 0 0,0-1-1 0 0,1 0 0 0 0,-2 1 0 0 0,-37 21 64 0 0,30-15-73 0 0,1 0 1 0 0,0 1 0 0 0,0 0-1 0 0,1 0 1 0 0,0 1-1 0 0,0 0 1 0 0,1 0-1 0 0,0 1 1 0 0,-9 19 0 0 0,12-21-10 0 0,0 1 1 0 0,1-1 0 0 0,0 0-1 0 0,0 1 1 0 0,1 0-1 0 0,0-1 1 0 0,1 1 0 0 0,0 0-1 0 0,0 0 1 0 0,1-1 0 0 0,0 1-1 0 0,0 0 1 0 0,4 11 0 0 0,20 51 14 0 0,-18-53 131 0 0,0 1-1 0 0,0 0 0 0 0,-2 0 1 0 0,-1 0-1 0 0,5 38 1 0 0,-10-55-14 0 0,1 0 1 0 0,0 1 0 0 0,-1-1 0 0 0,1 0 0 0 0,-1 1 0 0 0,1-1-1 0 0,-1 0 1 0 0,0 0 0 0 0,0 1 0 0 0,0-1 0 0 0,-1 0 0 0 0,1 0-1 0 0,0 0 1 0 0,-1 0 0 0 0,1-1 0 0 0,-1 1 0 0 0,0 0 0 0 0,1-1-1 0 0,-1 1 1 0 0,0-1 0 0 0,0 1 0 0 0,0-1 0 0 0,0 0 0 0 0,0 0-1 0 0,-1 0 1 0 0,1 0 0 0 0,0 0 0 0 0,0 0 0 0 0,-1-1-1 0 0,-2 1 1 0 0,-6 1 72 0 0,0 0 0 0 0,1-1 0 0 0,-1 0 0 0 0,-21-2-1 0 0,24 1-227 0 0,0-1-1 0 0,1 0 0 0 0,-1-1 0 0 0,0 0 0 0 0,1 0 1 0 0,-1-1-1 0 0,-7-4 0 0 0,13 7-150 0 0,1-1 0 0 0,-1 1 0 0 0,1-1 0 0 0,-1 0 0 0 0,1 0 0 0 0,-1 0 0 0 0,1 0 0 0 0,0 0 0 0 0,0 0 0 0 0,0 0 1 0 0,-1 0-1 0 0,1-1 0 0 0,0 1 0 0 0,0 0 0 0 0,1-1 0 0 0,-1 1 0 0 0,0-1 0 0 0,0 1 0 0 0,1-1 0 0 0,-1 1 0 0 0,1-1 0 0 0,-1 1 0 0 0,1-1 0 0 0,0 0 0 0 0,-1 1 0 0 0,1-1 0 0 0,0 1 0 0 0,0-1 0 0 0,0 0 0 0 0,0 1 0 0 0,1-1 0 0 0,-1 0 0 0 0,0 1 0 0 0,1-1 0 0 0,-1 1 1 0 0,1-1-1 0 0,-1 1 0 0 0,1-1 0 0 0,0 1 0 0 0,1-2 0 0 0,4-7-1413 0 0,1 1 0 0 0,0 1 0 0 0,1-1 1 0 0,-1 1-1 0 0,19-14 0 0 0,-21 18 571 0 0,23-20-5255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74 148 0 0,'51'-51'14859'0'0,"-31"31"-11038"0"0,-19 18-3269 0 0,5 1 213 0 0,0 2 113 0 0,-4 12 65 0 0,-5 23 235 0 0,-1-1 1 0 0,-2 0-1 0 0,-18 61 0 0 0,4-17-690 0 0,10-40-365 0 0,4-16-372 0 0,1 0 1 0 0,1 1-1 0 0,-2 30 0 0 0,6-53 97 0 0,0 0 0 0 0,-1 0 0 0 0,1-1-1 0 0,0 1 1 0 0,0 0 0 0 0,0 0 0 0 0,1-1 0 0 0,-1 1 0 0 0,0 0-1 0 0,0 0 1 0 0,0-1 0 0 0,0 1 0 0 0,1 0 0 0 0,-1 0 0 0 0,0-1-1 0 0,1 1 1 0 0,-1 0 0 0 0,0-1 0 0 0,1 1 0 0 0,-1-1 0 0 0,1 1-1 0 0,-1 0 1 0 0,1-1 0 0 0,-1 1 0 0 0,1-1 0 0 0,0 0 0 0 0,-1 1-1 0 0,1-1 1 0 0,0 1 0 0 0,-1-1 0 0 0,1 0 0 0 0,0 1 0 0 0,-1-1-1 0 0,1 0 1 0 0,0 0 0 0 0,-1 0 0 0 0,1 1 0 0 0,0-1 0 0 0,0 0-1 0 0,-1 0 1 0 0,1 0 0 0 0,0 0 0 0 0,0 0 0 0 0,-1 0 0 0 0,1-1-1 0 0,1 1 1 0 0,2-1-907 0 0,0 0 1 0 0,-1-1-1 0 0,1 1 0 0 0,-1-1 1 0 0,1 1-1 0 0,-1-1 0 0 0,6-4 1 0 0,6-8-7212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114 142 932 0 0,'-4'-16'1721'0'0,"-1"1"-1"0"0,-1 0 1 0 0,0 0-1 0 0,0 1 1 0 0,-2-1-1 0 0,-16-23 1 0 0,24 37-1727 0 0,0 0 0 0 0,-1 0 1 0 0,1 1-1 0 0,-1-1 0 0 0,1 0 0 0 0,-1 0 0 0 0,1 1 1 0 0,-1-1-1 0 0,0 0 0 0 0,1 1 0 0 0,-1-1 0 0 0,0 0 1 0 0,1 1-1 0 0,-1-1 0 0 0,0 1 0 0 0,0-1 1 0 0,0 1-1 0 0,0 0 0 0 0,1-1 0 0 0,-1 1 0 0 0,0 0 1 0 0,0 0-1 0 0,0-1 0 0 0,0 1 0 0 0,0 0 0 0 0,0 0 1 0 0,0 0-1 0 0,0 0 0 0 0,0 0 0 0 0,0 0 1 0 0,1 0-1 0 0,-1 1 0 0 0,0-1 0 0 0,0 0 0 0 0,0 0 1 0 0,0 1-1 0 0,0-1 0 0 0,-1 1 0 0 0,0 1-578 0 0,0 0 0 0 0,0 1 0 0 0,0-1 0 0 0,0 0-1 0 0,1 1 1 0 0,-1-1 0 0 0,1 1 0 0 0,-1-1-1 0 0,1 1 1 0 0,0-1 0 0 0,-1 6 0 0 0,-2 4-2752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34 140 0 0,'3'1'3998'0'0,"22"-3"4235"0"0,-24 2-7916 0 0,0 0 0 0 0,0 0 0 0 0,0 0-1 0 0,0 0 1 0 0,0-1 0 0 0,0 1 0 0 0,0 0 0 0 0,0-1-1 0 0,0 1 1 0 0,-1 0 0 0 0,1-1 0 0 0,0 1 0 0 0,0-1-1 0 0,0 1 1 0 0,-1-1 0 0 0,1 0 0 0 0,0 1 0 0 0,-1-1-1 0 0,1 0 1 0 0,-1 0 0 0 0,1 1 0 0 0,0-1 0 0 0,-1 0-1 0 0,0 0 1 0 0,1 0 0 0 0,-1 0 0 0 0,1 1 0 0 0,-1-1-1 0 0,0 0 1 0 0,1-2 0 0 0,-2 2-258 0 0,1 0-1 0 0,0 1 1 0 0,-1-1 0 0 0,1 0-1 0 0,-1 0 1 0 0,1 1-1 0 0,-1-1 1 0 0,1 0 0 0 0,-1 1-1 0 0,1-1 1 0 0,-1 1 0 0 0,0-1-1 0 0,1 1 1 0 0,-1-1-1 0 0,0 1 1 0 0,0-1 0 0 0,1 1-1 0 0,-1-1 1 0 0,0 1 0 0 0,0 0-1 0 0,1 0 1 0 0,-1-1-1 0 0,0 1 1 0 0,0 0 0 0 0,0 0-1 0 0,0 0 1 0 0,0 0-1 0 0,1 0 1 0 0,-1 0 0 0 0,0 0-1 0 0,0 0 1 0 0,-1 1 0 0 0,-32 1 60 0 0,32-2-65 0 0,-18 3 59 0 0,0 1-1 0 0,1 0 0 0 0,-35 13 0 0 0,48-15-107 0 0,1 0 0 0 0,0 1-1 0 0,-1-1 1 0 0,1 1-1 0 0,0 0 1 0 0,1 0-1 0 0,-1 1 1 0 0,0-1 0 0 0,1 1-1 0 0,0 0 1 0 0,0 0-1 0 0,0 1 1 0 0,0-1-1 0 0,1 1 1 0 0,0 0-1 0 0,0-1 1 0 0,-5 12 0 0 0,8-13-7 0 0,-1 1 0 0 0,1-1 0 0 0,0 1 1 0 0,0-1-1 0 0,0 1 0 0 0,0-1 1 0 0,1 1-1 0 0,-1-1 0 0 0,1 1 1 0 0,0-1-1 0 0,0 0 0 0 0,0 1 0 0 0,1-1 1 0 0,-1 0-1 0 0,1 0 0 0 0,0 0 1 0 0,-1 0-1 0 0,2 0 0 0 0,1 3 1 0 0,7 8-17 0 0,1-1 0 0 0,19 18 0 0 0,-24-25 17 0 0,34 30-5 0 0,-24-22-10 0 0,-1 1 1 0 0,-1 0 0 0 0,0 1-1 0 0,15 20 1 0 0,-28-34 29 0 0,-1 0 1 0 0,1 1 0 0 0,-1-1 0 0 0,0 0 0 0 0,0 0 0 0 0,0 1 0 0 0,0-1 0 0 0,0 0-1 0 0,0 1 1 0 0,-1-1 0 0 0,1 1 0 0 0,-1-1 0 0 0,0 1 0 0 0,0-1 0 0 0,0 1 0 0 0,0-1-1 0 0,0 1 1 0 0,0-1 0 0 0,-1 1 0 0 0,1-1 0 0 0,-1 1 0 0 0,0-1 0 0 0,0 1 0 0 0,0-1 0 0 0,0 0-1 0 0,-2 4 1 0 0,0-2 40 0 0,-1 1-1 0 0,0-1 1 0 0,0 0-1 0 0,0 0 1 0 0,-1 0-1 0 0,1 0 1 0 0,-1-1-1 0 0,0 0 1 0 0,0 0-1 0 0,-8 3 1 0 0,-4 2-16 0 0,-1-1 0 0 0,0-1-1 0 0,0-1 1 0 0,0-1 0 0 0,-1 0 0 0 0,1-1-1 0 0,-27 0 1 0 0,42-2-257 0 0,1-1 0 0 0,0 0 1 0 0,-1 0-1 0 0,1 0 0 0 0,0-1 0 0 0,-1 1 0 0 0,1-1 1 0 0,0 1-1 0 0,-1-1 0 0 0,1 0 0 0 0,0 0 0 0 0,0 1 1 0 0,0-2-1 0 0,0 1 0 0 0,0 0 0 0 0,0 0 0 0 0,0-1 1 0 0,0 1-1 0 0,-3-4 0 0 0,4 4-128 0 0,1-1 1 0 0,-1 0-1 0 0,0 0 1 0 0,1 0-1 0 0,-1 0 1 0 0,1 0-1 0 0,0 0 0 0 0,-1 0 1 0 0,1 0-1 0 0,0 0 1 0 0,0-1-1 0 0,0 1 1 0 0,1 0-1 0 0,-1 0 0 0 0,0 0 1 0 0,1 0-1 0 0,0 0 1 0 0,-1 0-1 0 0,1 0 0 0 0,0 1 1 0 0,0-1-1 0 0,0 0 1 0 0,1-2-1 0 0,14-20-4074 0 0,6-5-2077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103 183 2364 0 0,'39'-101'11449'0'0,"-10"21"-4221"0"0,-28 78-6528 0 0,-1 5-518 0 0,-55 296 6897 0 0,-22 105-3511 0 0,63-339-3470 0 0,-11 118 1 0 0,25-178-230 0 0,0-1 1 0 0,0 0-1 0 0,0 0 0 0 0,0 0 1 0 0,1 0-1 0 0,-1 0 0 0 0,1 0 1 0 0,0 0-1 0 0,1 0 0 0 0,-1 0 1 0 0,1 0-1 0 0,2 5 1 0 0,-3-8 28 0 0,1 1 0 0 0,-1-1 0 0 0,0 1 0 0 0,1-1 1 0 0,0 1-1 0 0,-1-1 0 0 0,1 0 0 0 0,0 0 0 0 0,0 0 1 0 0,0 0-1 0 0,-1 0 0 0 0,1 0 0 0 0,0-1 0 0 0,0 1 1 0 0,0 0-1 0 0,0-1 0 0 0,0 0 0 0 0,1 1 0 0 0,-1-1 1 0 0,0 0-1 0 0,0 0 0 0 0,0 0 0 0 0,0 0 0 0 0,0-1 1 0 0,0 1-1 0 0,3-2 0 0 0,3 0-986 0 0,0 0-1 0 0,0-1 1 0 0,0 0-1 0 0,0 0 1 0 0,-1-1 0 0 0,8-4-1 0 0,23-18-6754 0 0,-3-2-2611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84 2496 0 0,'-58'-14'8601'0'0,"-55"-21"0"0"0,111 34-8218 0 0,2 1-358 0 0,0 0 0 0 0,0-1 1 0 0,0 1-1 0 0,0 0 0 0 0,0-1 1 0 0,1 1-1 0 0,-1-1 1 0 0,0 1-1 0 0,0 0 0 0 0,1-1 1 0 0,-1 1-1 0 0,0 0 0 0 0,0 0 1 0 0,1-1-1 0 0,-1 1 1 0 0,0 0-1 0 0,1 0 0 0 0,-1-1 1 0 0,0 1-1 0 0,1 0 0 0 0,-1 0 1 0 0,1 0-1 0 0,-1 0 1 0 0,0-1-1 0 0,1 1 0 0 0,-1 0 1 0 0,1 0-1 0 0,-1 0 1 0 0,1 0-1 0 0,152-14-1359 0 0,5 7-4690 0 0,-92 4 1409 0 0,-13 1-1850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73 124 2200 0 0,'0'0'2112'0'0,"-1"1"-1297"0"0,-1 0 0 0 0,1 0 0 0 0,0 0 0 0 0,-1 0 0 0 0,1 0 0 0 0,0 0 0 0 0,0 0 0 0 0,0 0 0 0 0,0 1 0 0 0,-2 1 0 0 0,4-2-702 0 0,-1 0 1 0 0,0 1 0 0 0,1-1 0 0 0,-1 0 0 0 0,1 0 0 0 0,0 0 0 0 0,-1 0 0 0 0,1 0 0 0 0,0 0 0 0 0,-1 0 0 0 0,1 0-1 0 0,0 0 1 0 0,0-1 0 0 0,0 1 0 0 0,0 0 0 0 0,0 0 0 0 0,1 0 0 0 0,27 7 1474 0 0,-17-7-1401 0 0,0 0-1 0 0,0 0 1 0 0,0-1-1 0 0,0-1 1 0 0,0 0 0 0 0,0 0-1 0 0,0-1 1 0 0,22-8 0 0 0,-26 7-80 0 0,0 0 1 0 0,-1 0 0 0 0,1-1 0 0 0,-1-1 0 0 0,1 1-1 0 0,-1-1 1 0 0,-1 0 0 0 0,1-1 0 0 0,-1 1 0 0 0,0-2-1 0 0,0 1 1 0 0,-1 0 0 0 0,9-14 0 0 0,-10 15-23 0 0,-2 1-14 0 0,1 0 0 0 0,-1 0 1 0 0,0 1-1 0 0,0-2 1 0 0,-1 1-1 0 0,1 0 0 0 0,-1 0 1 0 0,0 0-1 0 0,0-1 1 0 0,1-4-1 0 0,-2 9-68 0 0,0-1-1 0 0,0 1 1 0 0,0-1 0 0 0,0 1 0 0 0,0-1-1 0 0,0 1 1 0 0,0-1 0 0 0,0 1 0 0 0,0-1-1 0 0,0 1 1 0 0,0-1 0 0 0,0 1 0 0 0,0-1-1 0 0,0 1 1 0 0,-1-1 0 0 0,1 1 0 0 0,0-1-1 0 0,0 1 1 0 0,0 0 0 0 0,-1-1 0 0 0,1 1-1 0 0,0-1 1 0 0,-1 1 0 0 0,1 0 0 0 0,0-1-1 0 0,-1 1 1 0 0,1 0 0 0 0,-1-1 0 0 0,1 1-1 0 0,0 0 1 0 0,-1 0 0 0 0,1-1-1 0 0,-1 1 1 0 0,1 0 0 0 0,-1 0 0 0 0,1 0-1 0 0,-1-1 1 0 0,1 1 0 0 0,0 0 0 0 0,-1 0-1 0 0,1 0 1 0 0,-1 0 0 0 0,1 0 0 0 0,-1 0-1 0 0,1 0 1 0 0,-2 0 0 0 0,-12 4-18 0 0,1 1 10 0 0,0 1 1 0 0,0 0-1 0 0,1 1 1 0 0,0 0-1 0 0,1 1 1 0 0,-1 1-1 0 0,-16 16 0 0 0,15-15 3 0 0,-17 17 5 0 0,0 0 0 0 0,-29 37 0 0 0,48-52-5 0 0,2 1 0 0 0,-1 0 0 0 0,2 0 0 0 0,0 1 1 0 0,0 0-1 0 0,2 1 0 0 0,-1 0 0 0 0,-5 22 0 0 0,11-33-75 0 0,0 0 1 0 0,1-1-1 0 0,-1 1 0 0 0,1-1 0 0 0,0 1 0 0 0,0 0 0 0 0,0-1 1 0 0,0 1-1 0 0,1 0 0 0 0,0-1 0 0 0,-1 1 0 0 0,1 0 0 0 0,0-1 0 0 0,1 0 1 0 0,-1 1-1 0 0,1-1 0 0 0,-1 0 0 0 0,1 1 0 0 0,0-1 0 0 0,0 0 1 0 0,1 0-1 0 0,-1-1 0 0 0,1 1 0 0 0,-1 0 0 0 0,1-1 0 0 0,0 0 0 0 0,0 1 1 0 0,6 2-1 0 0,-1 0-885 0 0,1-1 0 0 0,0 0 0 0 0,0-1 0 0 0,0 0 0 0 0,0 0 0 0 0,1-1 0 0 0,-1-1 0 0 0,1 1 0 0 0,0-1 0 0 0,10-1 0 0 0,13-1-4865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1116 0 0,'18'-17'3310'0'0,"-2"3"812"0"0,31-23-1 0 0,-45 35-3783 0 0,-1 2-306 0 0,0 0 1 0 0,0 1 0 0 0,0-1 0 0 0,1 0-1 0 0,-1 0 1 0 0,0 1 0 0 0,0-1 0 0 0,0 0-1 0 0,0 1 1 0 0,0-1 0 0 0,0 1 0 0 0,0-1-1 0 0,0 1 1 0 0,0 0 0 0 0,0 0 0 0 0,0-1-1 0 0,-1 1 1 0 0,1 0 0 0 0,0 0 0 0 0,0 0-1 0 0,-1 0 1 0 0,2 1 0 0 0,-1 1 23 0 0,1 0 0 0 0,-1 0 0 0 0,1 1 0 0 0,-1-1 0 0 0,0 1 0 0 0,0-1 0 0 0,0 5 0 0 0,1 6 169 0 0,-1 1-1 0 0,-2 21 0 0 0,-1-6 594 0 0,-1-1-1 0 0,-15 55 1 0 0,0-28 3536 0 0,17-54-3299 0 0,2-9-990 0 0,1 0 0 0 0,0 0 0 0 0,0 0 0 0 0,1 0 0 0 0,-1 1 0 0 0,1 0 0 0 0,1-1 0 0 0,-1 1 0 0 0,1 0 0 0 0,5-6-1 0 0,0-1-12 0 0,10-17-42 0 0,2 0-1 0 0,0 2 1 0 0,2 0 0 0 0,1 2-1 0 0,1 0 1 0 0,42-32 0 0 0,-63 55-26 0 0,1 0 0 0 0,-1 0 0 0 0,0 1 0 0 0,1-1 0 0 0,-1 1 0 0 0,1 0 0 0 0,0 0 0 0 0,-1 1 0 0 0,1-1 0 0 0,0 1 0 0 0,0 0 0 0 0,0 1 0 0 0,0-1 0 0 0,0 1 0 0 0,9 0 0 0 0,-11 1 10 0 0,1 0 0 0 0,0 0 0 0 0,-1 0 0 0 0,1 0 0 0 0,-1 1 0 0 0,0 0-1 0 0,0-1 1 0 0,1 1 0 0 0,-1 0 0 0 0,0 0 0 0 0,-1 1 0 0 0,1-1 0 0 0,0 1 0 0 0,-1-1 0 0 0,1 1 0 0 0,-1 0 0 0 0,0 0 0 0 0,0 0 0 0 0,0 0 0 0 0,0 0 0 0 0,0 1 0 0 0,1 3-1 0 0,2 8 45 0 0,0 0-1 0 0,-1 1 0 0 0,0 0 1 0 0,2 28-1 0 0,-4-26-418 0 0,0 0 1 0 0,2 0-1 0 0,7 23 0 0 0,-10-38 117 0 0,1 0-1 0 0,-1-1 0 0 0,0 1 0 0 0,1-1 1 0 0,-1 1-1 0 0,1-1 0 0 0,0 1 0 0 0,0-1 1 0 0,0 0-1 0 0,0 0 0 0 0,0 0 0 0 0,1 0 1 0 0,-1 0-1 0 0,1-1 0 0 0,4 3 1 0 0,-5-2-522 0 0,1-1 0 0 0,0 0 0 0 0,0 0 0 0 0,0-1 0 0 0,0 1 0 0 0,0-1 0 0 0,0 1 0 0 0,1-1 0 0 0,3 0 0 0 0,10-3-6560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170 251 224 0 0,'32'-77'10779'0'0,"27"-95"1"0"0,-59 170-10292 0 0,-9 25-46 0 0,-56 188 4245 0 0,-61 191-231 0 0,69-198-3596 0 0,56-201-913 0 0,0 0 0 0 0,1 1 0 0 0,-1-1 0 0 0,1 0 0 0 0,0 0 0 0 0,0 0 0 0 0,0 0 1 0 0,0 0-1 0 0,0 0 0 0 0,1 0 0 0 0,0 1 0 0 0,-1-1 0 0 0,3 4 0 0 0,-3-6-147 0 0,1 0-1 0 0,1 1 1 0 0,-1-1-1 0 0,0 0 0 0 0,0 0 1 0 0,0 0-1 0 0,1 0 1 0 0,-1 0-1 0 0,0 0 0 0 0,1 0 1 0 0,-1 0-1 0 0,1 0 1 0 0,-1-1-1 0 0,1 1 0 0 0,0 0 1 0 0,-1-1-1 0 0,1 1 1 0 0,-1-1-1 0 0,1 0 0 0 0,0 0 1 0 0,-1 0-1 0 0,1 0 1 0 0,0 0-1 0 0,0 0 0 0 0,2 0 1 0 0,4-1-1191 0 0,0-1 0 0 0,0 1 0 0 0,-1-1 1 0 0,1-1-1 0 0,0 1 0 0 0,-1-1 0 0 0,0 0 0 0 0,0-1 1 0 0,0 0-1 0 0,10-7 0 0 0,11-10-7666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70 4004 0 0,'-170'-54'16951'0'0,"167"53"-16183"0"0,211-2-2689 0 0,-1-6-9245 0 0,-161 6 4934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473 222 436 0 0,'10'-11'1951'0'0,"1"0"1"0"0,-2-1-1 0 0,1 0 0 0 0,12-23 0 0 0,-18 27-1374 0 0,0 0-1 0 0,-1 0 0 0 0,0-1 0 0 0,0 1 0 0 0,0-1 0 0 0,-1 0 1 0 0,-1 1-1 0 0,0-1 0 0 0,1-12 0 0 0,-2 20-528 0 0,0-1 0 0 0,0 0-1 0 0,0 1 1 0 0,0-1 0 0 0,-1 0-1 0 0,1 1 1 0 0,-1-1 0 0 0,1 0 0 0 0,-1 1-1 0 0,1-1 1 0 0,-1 1 0 0 0,0-1-1 0 0,0 1 1 0 0,1-1 0 0 0,-1 1 0 0 0,0 0-1 0 0,0-1 1 0 0,-1 1 0 0 0,1 0-1 0 0,0 0 1 0 0,-2-2 0 0 0,1 2-17 0 0,-1 0 0 0 0,0-1 0 0 0,1 1 1 0 0,-1 0-1 0 0,0 0 0 0 0,0 0 0 0 0,0 1 0 0 0,0-1 0 0 0,0 1 0 0 0,1 0 1 0 0,-5 0-1 0 0,-4 0-10 0 0,0 1 0 0 0,0 0 0 0 0,0 1 0 0 0,1 0 0 0 0,-15 6 0 0 0,-9 5-14 0 0,1 3 0 0 0,0 0 1 0 0,1 2-1 0 0,1 1 0 0 0,1 2 0 0 0,1 1 0 0 0,0 1 0 0 0,2 2 0 0 0,1 0 0 0 0,-34 43 0 0 0,19-8 1 0 0,37-54 1 0 0,1 0-1 0 0,0 0 1 0 0,0 1-1 0 0,1-1 0 0 0,-1 1 1 0 0,2 0-1 0 0,-3 14 1 0 0,3-20-8 0 0,1 0 1 0 0,0 1-1 0 0,0-1 1 0 0,0 0-1 0 0,1 1 1 0 0,-1-1-1 0 0,0 1 1 0 0,0-1-1 0 0,1 0 1 0 0,-1 0-1 0 0,1 1 1 0 0,-1-1-1 0 0,1 0 1 0 0,0 0-1 0 0,-1 1 1 0 0,1-1-1 0 0,0 0 1 0 0,0 0-1 0 0,0 0 1 0 0,0 0-1 0 0,0 0 1 0 0,1 1-1 0 0,1-1 6 0 0,-1 1-1 0 0,1-1 0 0 0,0 1 0 0 0,0-1 1 0 0,0 0-1 0 0,-1 0 0 0 0,1 0 1 0 0,0-1-1 0 0,5 1 0 0 0,5 0 16 0 0,0 0 0 0 0,0-1 0 0 0,19-3 0 0 0,-12 0-22 0 0,0-1 0 0 0,0-1 0 0 0,0-1 0 0 0,-1 0 0 0 0,0-2 0 0 0,0 0 0 0 0,-1-1 0 0 0,0-1 0 0 0,0 0 0 0 0,-1-1-1 0 0,-1-1 1 0 0,18-17 0 0 0,12-16 5 0 0,-2-2-1 0 0,57-79 1 0 0,-94 118-4 0 0,0-2 34 0 0,11-11-123 0 0,-18 21 87 0 0,0 0 0 0 0,0 0 0 0 0,0 0 0 0 0,0 0 0 0 0,0 0 0 0 0,0 0 1 0 0,1 0-1 0 0,-1 0 0 0 0,0 0 0 0 0,0-1 0 0 0,0 1 0 0 0,0 0 0 0 0,0 0 0 0 0,0 0 0 0 0,0 0 0 0 0,0 0 0 0 0,1 0 0 0 0,-1 0 0 0 0,0 1 0 0 0,0-1 0 0 0,0 0 0 0 0,0 0 0 0 0,0 0 0 0 0,0 0 0 0 0,0 0 0 0 0,0 0 0 0 0,1 0 0 0 0,-1 0 0 0 0,0 0 0 0 0,0 0 0 0 0,0 0 0 0 0,0 0 0 0 0,0 0 0 0 0,0 0 0 0 0,0 0 0 0 0,0 0 0 0 0,0 1 0 0 0,0-1 0 0 0,0 0 0 0 0,0 0 0 0 0,0 0 0 0 0,1 0 0 0 0,-1 0 0 0 0,0 0 0 0 0,0 0 1 0 0,0 0-1 0 0,0 1 0 0 0,0-1 0 0 0,0 0 0 0 0,0 0 0 0 0,0 0 0 0 0,0 0 0 0 0,0 0 0 0 0,0 0 0 0 0,0 0 0 0 0,0 1 0 0 0,-2 17-4 0 0,-5 7-13 0 0,-18 47 0 0 0,-2 5 6 0 0,22-60 16 0 0,0 0 1 0 0,1 1-1 0 0,1-1 1 0 0,1 1 0 0 0,0 0-1 0 0,2 0 1 0 0,1 25-1 0 0,-1-40-92 0 0,0-1 0 0 0,1 1-1 0 0,-1-1 1 0 0,1 1 0 0 0,0-1-1 0 0,-1 1 1 0 0,1-1 0 0 0,0 1 0 0 0,1-1-1 0 0,-1 0 1 0 0,0 1 0 0 0,1-1-1 0 0,-1 0 1 0 0,1 0 0 0 0,-1 0-1 0 0,1 0 1 0 0,0 0 0 0 0,0 0 0 0 0,0-1-1 0 0,0 1 1 0 0,0-1 0 0 0,1 1-1 0 0,-1-1 1 0 0,0 0 0 0 0,1 0-1 0 0,-1 0 1 0 0,0 0 0 0 0,1 0 0 0 0,0-1-1 0 0,-1 1 1 0 0,1-1 0 0 0,-1 1-1 0 0,1-1 1 0 0,0 0 0 0 0,-1 0-1 0 0,4-1 1 0 0,1 1-274 0 0,1-2 0 0 0,-1 1-1 0 0,0-1 1 0 0,0-1 0 0 0,0 1 0 0 0,0-1-1 0 0,-1 0 1 0 0,1 0 0 0 0,-1-1 0 0 0,0 0 0 0 0,11-9-1 0 0,-1-2 107 0 0,-2 0 0 0 0,0-1 0 0 0,0 0 0 0 0,18-32 0 0 0,38-80 2005 0 0,-32 54 330 0 0,-29 58-1596 0 0,-4 5-201 0 0,1 0 0 0 0,1 1-1 0 0,-1 0 1 0 0,12-13 0 0 0,-17 23-278 0 0,-1-1 0 0 0,1 1 0 0 0,0 0 0 0 0,-1 0 0 0 0,1 0 0 0 0,-1 0 0 0 0,1 0 0 0 0,-1 0 0 0 0,1 0 0 0 0,0 0 0 0 0,-1 0 0 0 0,1 0 0 0 0,-1 0 0 0 0,1 0 0 0 0,-1 0 0 0 0,1 0 0 0 0,-1 0 0 0 0,1 0 0 0 0,0 1 0 0 0,-1-1 0 0 0,1 0 0 0 0,-1 0 0 0 0,1 1 0 0 0,-1-1 0 0 0,0 0 0 0 0,1 1 0 0 0,-1-1 0 0 0,1 1 0 0 0,-1-1 0 0 0,1 0 0 0 0,-1 1 0 0 0,0-1 0 0 0,1 1 0 0 0,-1-1 0 0 0,0 1 0 0 0,0-1 0 0 0,1 1 0 0 0,-1 0 0 0 0,12 20 41 0 0,-8-2 53 0 0,0-1 1 0 0,0 1 0 0 0,-2-1 0 0 0,0 1 0 0 0,-2 0 0 0 0,0 0-1 0 0,-1 0 1 0 0,-3 19 0 0 0,-2-4 994 0 0,-1-1-1 0 0,-2 1 1 0 0,-19 47-1 0 0,25-75-568 0 0,1-1 0 0 0,-1 0 0 0 0,-1 0 0 0 0,1 0 0 0 0,-6 6-1 0 0,8-10-66 0 0,-4-2 46 0 0,5 1-492 0 0,0 0 0 0 0,0 0-1 0 0,-1 0 1 0 0,1 0 0 0 0,0 0 0 0 0,0 0 0 0 0,-1 0-1 0 0,1 0 1 0 0,0 0 0 0 0,-1 0 0 0 0,1 0 0 0 0,0 0-1 0 0,0 0 1 0 0,-1 0 0 0 0,1 0 0 0 0,0-1 0 0 0,0 1-1 0 0,-1 0 1 0 0,1 0 0 0 0,0 0 0 0 0,0 0 0 0 0,-1 0-1 0 0,1-1 1 0 0,0 1 0 0 0,0 0 0 0 0,0 0 0 0 0,-1 0-1 0 0,1-1 1 0 0,0 1 0 0 0,0 0 0 0 0,0 0 0 0 0,0-1-1 0 0,0 1 1 0 0,-1-1 0 0 0,1-7 49 0 0,1-1 0 0 0,-1 1 1 0 0,2-1-1 0 0,-1 1 0 0 0,1-1 0 0 0,0 1 0 0 0,1 0 1 0 0,0 0-1 0 0,0 0 0 0 0,8-13 0 0 0,4-7-32 0 0,31-40 0 0 0,-28 45-81 0 0,1 0-1 0 0,1 2 1 0 0,1 0 0 0 0,33-25 0 0 0,-40 35 16 0 0,1 1 0 0 0,0 0 0 0 0,0 2 1 0 0,1-1-1 0 0,1 2 0 0 0,-1 0 0 0 0,1 1 0 0 0,26-6 1 0 0,-37 11 24 0 0,0 0 0 0 0,1 0 0 0 0,-1 1 0 0 0,0-1 0 0 0,1 1 0 0 0,-1 1 1 0 0,1-1-1 0 0,-1 1 0 0 0,0 0 0 0 0,8 3 0 0 0,-11-3 14 0 0,0 0 1 0 0,0 1-1 0 0,-1-1 0 0 0,1 1 1 0 0,0 0-1 0 0,-1 0 0 0 0,1 0 1 0 0,-1 0-1 0 0,1 0 0 0 0,-1 0 1 0 0,0 1-1 0 0,0-1 0 0 0,0 1 1 0 0,-1 0-1 0 0,1 0 0 0 0,0-1 1 0 0,-1 1-1 0 0,0 0 0 0 0,0 0 1 0 0,0 0-1 0 0,2 6 0 0 0,-2 5 11 0 0,1 0-1 0 0,-2-1 1 0 0,0 1-1 0 0,-1 0 1 0 0,0 0-1 0 0,-1-1 1 0 0,0 1-1 0 0,-1-1 1 0 0,-6 16-1 0 0,4-12-850 0 0,1 0 1 0 0,0 0-1 0 0,2 0 0 0 0,0 1 0 0 0,0 18 0 0 0,2-33 570 0 0,0 0 0 0 0,1-1 0 0 0,-1 1 0 0 0,1 0 0 0 0,0-1 0 0 0,0 1 0 0 0,0-1 0 0 0,0 1 0 0 0,0-1 0 0 0,0 1 0 0 0,1-1 0 0 0,-1 0 0 0 0,1 0 0 0 0,-1 1 0 0 0,1-1 0 0 0,0 0 0 0 0,0-1 0 0 0,0 1 0 0 0,0 0 0 0 0,5 2 0 0 0,-2-1-506 0 0,0 0-1 0 0,0-1 0 0 0,0 0 1 0 0,1 0-1 0 0,-1-1 0 0 0,1 1 0 0 0,-1-1 1 0 0,12 1-1 0 0,8-1-3859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244 851 212 0 0,'6'-7'1075'0'0,"21"-25"3463"0"0,24-36 1 0 0,-44 58-3559 0 0,-1 0 0 0 0,0-1 0 0 0,-1 0 0 0 0,0-1 0 0 0,0 1 0 0 0,-1-1 0 0 0,-1 0 0 0 0,2-12 0 0 0,-5 23-939 0 0,1 0-1 0 0,-1 1 1 0 0,0-1 0 0 0,0 0 0 0 0,0 0-1 0 0,0 1 1 0 0,0-1 0 0 0,0 0 0 0 0,0 0 0 0 0,0 1-1 0 0,0-1 1 0 0,0 0 0 0 0,-1 0 0 0 0,1 1 0 0 0,0-1-1 0 0,0 0 1 0 0,-1 1 0 0 0,1-1 0 0 0,0 0-1 0 0,-1 1 1 0 0,1-1 0 0 0,-1 0 0 0 0,1 1 0 0 0,-1-1-1 0 0,1 1 1 0 0,-1-1 0 0 0,1 1 0 0 0,-2-1 0 0 0,1 0-9 0 0,-1 1 1 0 0,1-1-1 0 0,-1 1 1 0 0,1 0-1 0 0,-1 0 1 0 0,1 0-1 0 0,-1 0 1 0 0,1 0-1 0 0,-1 0 1 0 0,1 0-1 0 0,-1 0 1 0 0,1 0-1 0 0,-2 1 1 0 0,-6 2 24 0 0,0 0 0 0 0,0 1 0 0 0,-10 6 1 0 0,-7 5-2 0 0,0 2 1 0 0,1 1 0 0 0,0 1-1 0 0,2 1 1 0 0,0 1 0 0 0,2 1-1 0 0,0 1 1 0 0,1 1 0 0 0,-28 45-1 0 0,47-67-52 0 0,-7 11 30 0 0,1 1 1 0 0,-11 27-1 0 0,17-39-21 0 0,0 0 0 0 0,0 1 0 0 0,0-1 1 0 0,0 1-1 0 0,1 0 0 0 0,-1-1 0 0 0,1 1 0 0 0,0 0 0 0 0,-1-1 0 0 0,1 1 1 0 0,1-1-1 0 0,-1 1 0 0 0,0 0 0 0 0,0-1 0 0 0,1 1 0 0 0,0 0 1 0 0,-1-1-1 0 0,1 1 0 0 0,0-1 0 0 0,0 1 0 0 0,1-1 0 0 0,-1 0 1 0 0,0 0-1 0 0,1 1 0 0 0,1 1 0 0 0,0-2-2 0 0,0-1-1 0 0,0 1 1 0 0,0-1 0 0 0,-1 1-1 0 0,2-1 1 0 0,-1 0-1 0 0,0 0 1 0 0,0 0 0 0 0,0-1-1 0 0,0 1 1 0 0,0-1 0 0 0,1 1-1 0 0,-1-1 1 0 0,0 0-1 0 0,0-1 1 0 0,1 1 0 0 0,-1 0-1 0 0,0-1 1 0 0,0 0 0 0 0,0 0-1 0 0,0 0 1 0 0,1 0-1 0 0,2-2 1 0 0,8-3 20 0 0,0-1 0 0 0,0 0-1 0 0,17-14 1 0 0,-4 1-120 0 0,-2-1 1 0 0,0-2-1 0 0,-1 0 1 0 0,-2-2-1 0 0,28-38 0 0 0,-9 5-371 0 0,48-95 1 0 0,-46 62 540 0 0,-4-2 0 0 0,-3-2 0 0 0,39-174 0 0 0,-74 265-51 0 0,0 1 1 0 0,0-1 0 0 0,-1 1-1 0 0,1-1 1 0 0,-1 1 0 0 0,0-1-1 0 0,0 0 1 0 0,-1-4 0 0 0,0 8-35 0 0,1-1 1 0 0,0 1-1 0 0,0 0 0 0 0,0-1 1 0 0,0 1-1 0 0,-1-1 1 0 0,1 1-1 0 0,0 0 1 0 0,0-1-1 0 0,-1 1 0 0 0,1 0 1 0 0,0-1-1 0 0,-1 1 1 0 0,1 0-1 0 0,0 0 1 0 0,-1-1-1 0 0,1 1 0 0 0,-1 0 1 0 0,1 0-1 0 0,0 0 1 0 0,-1-1-1 0 0,1 1 1 0 0,-1 0-1 0 0,1 0 0 0 0,-1 0 1 0 0,1 0-1 0 0,0 0 1 0 0,-1 0-1 0 0,1 0 1 0 0,-1 0-1 0 0,1 0 0 0 0,-1 0 1 0 0,1 0-1 0 0,0 0 1 0 0,-1 0-1 0 0,1 0 1 0 0,-1 1-1 0 0,1-1 0 0 0,0 0 1 0 0,-1 0-1 0 0,-14 7-46 0 0,7 0 38 0 0,0 0 0 0 0,0 0 1 0 0,1 0-1 0 0,-1 1 0 0 0,2 1 0 0 0,-1-1 1 0 0,1 1-1 0 0,1 0 0 0 0,-8 15 0 0 0,-1 2-7 0 0,-7 12 69 0 0,1 1-1 0 0,3 1 0 0 0,-22 70 1 0 0,20-37 160 0 0,-14 96 0 0 0,28-137-154 0 0,1 0-1 0 0,2 0 1 0 0,1 1 0 0 0,2-1 0 0 0,4 32 0 0 0,-4-54-356 0 0,1 0 1 0 0,0 0-1 0 0,1 0 1 0 0,0-1-1 0 0,0 1 1 0 0,1-1-1 0 0,0 0 1 0 0,1 0-1 0 0,0 0 1 0 0,0-1-1 0 0,1 1 1 0 0,0-1 0 0 0,1-1-1 0 0,-1 1 1 0 0,2-1-1 0 0,-1 0 1 0 0,1-1-1 0 0,0 0 1 0 0,0 0-1 0 0,9 5 1 0 0,-3-4-1501 0 0,1 0 0 0 0,-1-2 0 0 0,29 9 0 0 0,4-6-4519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298 352 700 0 0,'-120'-1'12565'0'0,"116"1"-12038"0"0,2 0-310 0 0,-11 1 931 0 0,26-7-306 0 0,1-1-731 0 0,-1 0-1 0 0,1-2 0 0 0,-1 1 0 0 0,-1-2 0 0 0,1 1 0 0 0,-2-2 1 0 0,1 0-1 0 0,-2 0 0 0 0,1-1 0 0 0,-1 0 0 0 0,9-16 0 0 0,6-15-27 0 0,-1-1-1 0 0,21-56 1 0 0,-37 76-207 0 0,-17 36 14 0 0,-20 38-39 0 0,-318 742 1626 0 0,310-690-762 0 0,34-93-487 0 0,2-11-55 0 0,6-16-90 0 0,11-19 10 0 0,1-1-1 0 0,3 2 1 0 0,0 0 0 0 0,27-32 0 0 0,-33 49-123 0 0,1 1 1 0 0,1 1 0 0 0,0 0-1 0 0,1 1 1 0 0,1 0-1 0 0,1 2 1 0 0,0 0 0 0 0,30-16-1 0 0,-44 28 13 0 0,0-1-1 0 0,1 1 1 0 0,-1 0-1 0 0,1 0 1 0 0,-1 1-1 0 0,1 0 1 0 0,0-1-1 0 0,-1 2 1 0 0,1-1-1 0 0,0 1 1 0 0,0 0-1 0 0,10 1 1 0 0,-13 0 16 0 0,0 0 0 0 0,0 0 0 0 0,0 0 0 0 0,0 0 0 0 0,-1 0 0 0 0,1 1 0 0 0,0-1 0 0 0,-1 1 0 0 0,1 0 0 0 0,-1 0 0 0 0,1 0 0 0 0,-1 0 0 0 0,0 0 0 0 0,0 0 0 0 0,0 1 0 0 0,0-1 0 0 0,0 1 0 0 0,-1-1 0 0 0,1 1 0 0 0,-1 0 0 0 0,1 0 0 0 0,-1 0 0 0 0,0-1 0 0 0,0 1 0 0 0,1 6 0 0 0,0 6 12 0 0,0 0 0 0 0,-1 0 0 0 0,-1 0 0 0 0,0 1 0 0 0,-3 19 0 0 0,1-19-784 0 0,1 0 0 0 0,1 1 0 0 0,0-1 0 0 0,3 20 0 0 0,-2-33 381 0 0,0 0 0 0 0,0 0 0 0 0,0 0 0 0 0,0-1 0 0 0,0 1 0 0 0,0-1-1 0 0,1 1 1 0 0,-1-1 0 0 0,1 1 0 0 0,0-1 0 0 0,0 0 0 0 0,0 0 0 0 0,0 0 0 0 0,0 0-1 0 0,0 0 1 0 0,1 0 0 0 0,-1 0 0 0 0,1-1 0 0 0,-1 1 0 0 0,1-1 0 0 0,-1 0-1 0 0,1 0 1 0 0,0 0 0 0 0,0 0 0 0 0,5 1 0 0 0,7 0-3018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238 237 1712 0 0,'10'-18'1453'0'0,"3"-2"441"0"0,-1-1 0 0 0,-1 0-1 0 0,-1-1 1 0 0,-1 0 0 0 0,-1 0 0 0 0,8-37 0 0 0,-16 58-1793 0 0,1-1 1 0 0,-1 0 0 0 0,0 0 0 0 0,0 0 0 0 0,0 0 0 0 0,0 1 0 0 0,0-1 0 0 0,0 0-1 0 0,-1 0 1 0 0,1 0 0 0 0,-1-1 0 0 0,0 2-72 0 0,1 1-1 0 0,0-1 0 0 0,-1 1 1 0 0,1-1-1 0 0,0 1 0 0 0,-1-1 1 0 0,1 1-1 0 0,-1-1 0 0 0,1 1 1 0 0,-1-1-1 0 0,1 1 0 0 0,-1 0 1 0 0,1-1-1 0 0,-1 1 0 0 0,1 0 1 0 0,-1-1-1 0 0,1 1 0 0 0,-1 0 1 0 0,1 0-1 0 0,-1 0 0 0 0,0-1 1 0 0,0 1-1 0 0,-2 0-4 0 0,0 1 0 0 0,0-1 0 0 0,0 1 0 0 0,0-1 0 0 0,0 1 0 0 0,0 0 0 0 0,1 0-1 0 0,-1 0 1 0 0,0 0 0 0 0,1 1 0 0 0,-1-1 0 0 0,-2 3 0 0 0,-12 8 36 0 0,0 0 0 0 0,2 1 0 0 0,-1 1-1 0 0,-17 22 1 0 0,-50 67 36 0 0,76-93-87 0 0,-10 14 2 0 0,-19 33 0 0 0,30-46 15 0 0,1 0 1 0 0,0 0 0 0 0,0 0 0 0 0,2 0 0 0 0,-1 1 0 0 0,-1 12 0 0 0,5-23-27 0 0,-1 1 1 0 0,1-1-1 0 0,0 0 0 0 0,0 1 1 0 0,0-1-1 0 0,0 0 0 0 0,0 1 1 0 0,0-1-1 0 0,1 1 0 0 0,-1-1 1 0 0,0 0-1 0 0,1 1 0 0 0,-1-1 1 0 0,1 0-1 0 0,-1 0 0 0 0,1 1 1 0 0,0-1-1 0 0,-1 0 0 0 0,1 0 1 0 0,0 0-1 0 0,0 0 0 0 0,0 0 0 0 0,0 0 1 0 0,0 0-1 0 0,0 0 0 0 0,0 0 1 0 0,0 0-1 0 0,0 0 0 0 0,1-1 1 0 0,-1 1-1 0 0,0 0 0 0 0,0-1 1 0 0,3 1-1 0 0,0 0-43 0 0,-1 0 1 0 0,1-1-1 0 0,-1 1 0 0 0,1-1 0 0 0,-1 0 1 0 0,1 0-1 0 0,-1 0 0 0 0,1-1 1 0 0,-1 1-1 0 0,1-1 0 0 0,-1 0 0 0 0,7-2 1 0 0,2-3-48 0 0,0 0 1 0 0,0-1-1 0 0,-1 0 1 0 0,0 0-1 0 0,0-2 0 0 0,0 1 1 0 0,-1-1-1 0 0,-1-1 1 0 0,11-12-1 0 0,8-14 70 0 0,32-55 1 0 0,-17 26 532 0 0,0-6 323 0 0,-42 70-832 0 0,-1 3-51 0 0,-2 14 70 0 0,-1 0 0 0 0,0-1-1 0 0,-1 0 1 0 0,-1 1 0 0 0,0-2 0 0 0,-12 24-1 0 0,-5 14 29 0 0,15-32-81 0 0,-16 50 129 0 0,21-64-272 0 0,1 0 0 0 0,0 1 0 0 0,0-1-1 0 0,1 0 1 0 0,0 0 0 0 0,0 0-1 0 0,0 0 1 0 0,1 1 0 0 0,1 7 0 0 0,-1-12-12 0 0,0 0 0 0 0,0 0 1 0 0,0 0-1 0 0,0 0 0 0 0,0-1 1 0 0,0 1-1 0 0,0 0 0 0 0,0-1 0 0 0,1 1 1 0 0,-1-1-1 0 0,1 1 0 0 0,-1-1 1 0 0,1 1-1 0 0,0-1 0 0 0,0 0 1 0 0,-1 0-1 0 0,1 0 0 0 0,0 0 1 0 0,0 0-1 0 0,0-1 0 0 0,0 1 1 0 0,0 0-1 0 0,0-1 0 0 0,0 1 0 0 0,0-1 1 0 0,0 0-1 0 0,0 0 0 0 0,0 0 1 0 0,0 0-1 0 0,1 0 0 0 0,1-1 1 0 0,5 1-895 0 0,0-2-1 0 0,0 1 1 0 0,0-2 0 0 0,0 1 0 0 0,16-7 0 0 0,1-3-1901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86 292 4220 0 0,'42'-37'2854'0'0,"-2"-2"-1"0"0,-1-3 0 0 0,43-58 0 0 0,-78 96-2498 0 0,-1-1-1 0 0,0 1 0 0 0,0-1 0 0 0,0 0 1 0 0,0 0-1 0 0,-1-1 0 0 0,0 1 0 0 0,0 0 0 0 0,0-1 1 0 0,2-10-1 0 0,-5 15-337 0 0,1 1 0 0 0,0 0 1 0 0,0-1-1 0 0,-1 1 0 0 0,1-1 1 0 0,0 1-1 0 0,-1-1 0 0 0,1 1 1 0 0,0 0-1 0 0,-1-1 0 0 0,1 1 1 0 0,0 0-1 0 0,-1-1 0 0 0,1 1 0 0 0,-1 0 1 0 0,1 0-1 0 0,-1 0 0 0 0,1-1 1 0 0,-1 1-1 0 0,1 0 0 0 0,-1 0 1 0 0,1 0-1 0 0,-1 0 0 0 0,1 0 1 0 0,-1 0-1 0 0,1 0 0 0 0,-1 0 0 0 0,1 0 1 0 0,-1 0-1 0 0,-19 0 213 0 0,11 2-202 0 0,-1-1-1 0 0,1 2 0 0 0,0-1 1 0 0,1 1-1 0 0,-1 0 0 0 0,0 1 1 0 0,1 0-1 0 0,-9 6 0 0 0,15-9-24 0 0,0 1 0 0 0,0 0-1 0 0,1 0 1 0 0,-1 0 0 0 0,1 0-1 0 0,-1 0 1 0 0,1 0 0 0 0,0 0-1 0 0,0 0 1 0 0,0 1 0 0 0,0-1-1 0 0,0 0 1 0 0,0 1 0 0 0,1-1-1 0 0,-1 1 1 0 0,1-1 0 0 0,0 1-1 0 0,-1-1 1 0 0,1 1 0 0 0,0-1-1 0 0,0 1 1 0 0,1-1 0 0 0,-1 1-1 0 0,1-1 1 0 0,-1 1 0 0 0,1-1-1 0 0,0 0 1 0 0,0 1 0 0 0,0-1-1 0 0,1 3 1 0 0,5 10 11 0 0,1-1 0 0 0,1-1 0 0 0,16 23 1 0 0,-13-21 0 0 0,-1 0 89 0 0,0 1 0 0 0,-1 0 0 0 0,0 1 0 0 0,-1 0 0 0 0,-2 0 1 0 0,11 31-1 0 0,-18-46 117 0 0,1 1 0 0 0,0 0 0 0 0,-1-1 0 0 0,0 1 0 0 0,0 0 0 0 0,0-1 0 0 0,0 1 0 0 0,0 0 0 0 0,0-1 0 0 0,-1 1 0 0 0,1 0 0 0 0,-1-1 0 0 0,0 1 0 0 0,1-1 0 0 0,-1 1 0 0 0,-1-1 0 0 0,1 1 0 0 0,0-1 0 0 0,0 0 0 0 0,-4 4 0 0 0,2-3-40 0 0,0 0-1 0 0,0-1 1 0 0,0 1 0 0 0,-1-1 0 0 0,1 0 0 0 0,-1 0-1 0 0,0 0 1 0 0,1 0 0 0 0,-1 0 0 0 0,0-1 0 0 0,0 0-1 0 0,-5 1 1 0 0,-1 0-117 0 0,-1 0 0 0 0,1-1 0 0 0,-1-1-1 0 0,1 0 1 0 0,-1 0 0 0 0,1-1 0 0 0,-1 0 0 0 0,1-1-1 0 0,-1 0 1 0 0,-9-4 0 0 0,10 3-802 0 0,1-2 0 0 0,-1 1-1 0 0,1-2 1 0 0,0 1 0 0 0,1-1 0 0 0,-1 0 0 0 0,1-1 0 0 0,-11-11-1 0 0,14 12-772 0 0,0 0 0 0 0,1 0-1 0 0,-1 0 1 0 0,1 0 0 0 0,1-1-1 0 0,-1 1 1 0 0,-3-14 0 0 0,1-2-6453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457 161 1460 0 0,'6'-14'6421'0'0,"-3"-18"-1980"0"0,-1 18-3208 0 0,-1 1 0 0 0,-1-21 0 0 0,0 31-1138 0 0,-1 1 1 0 0,1-1 0 0 0,0 0-1 0 0,-1 0 1 0 0,0 1 0 0 0,1-1-1 0 0,-1 0 1 0 0,-1 1 0 0 0,1-1 0 0 0,0 1-1 0 0,0-1 1 0 0,-1 1 0 0 0,1-1-1 0 0,-1 1 1 0 0,0 0 0 0 0,0 0-1 0 0,-3-3 1 0 0,3 4-74 0 0,0 0 0 0 0,1 0 0 0 0,-1 1 0 0 0,0-1 0 0 0,0 1 0 0 0,0-1 0 0 0,0 1 0 0 0,0-1-1 0 0,0 1 1 0 0,1 0 0 0 0,-1 0 0 0 0,0 0 0 0 0,0 0 0 0 0,0 0 0 0 0,-4 1 0 0 0,-28 11 69 0 0,11 1-68 0 0,1 1 0 0 0,0 2 0 0 0,1 0 0 0 0,1 1 0 0 0,-23 25 0 0 0,6-1-5 0 0,-48 68 1 0 0,79-100-16 0 0,-17 23 10 0 0,-21 41-1 0 0,39-64-10 0 0,0 0 0 0 0,1 1 0 0 0,1-1 0 0 0,-1 1 0 0 0,2 0 0 0 0,-1 0 0 0 0,1 0 0 0 0,1 0 0 0 0,-1 20 0 0 0,2-28-10 0 0,0 1 0 0 0,0-1 0 0 0,0 1 0 0 0,1-1 0 0 0,-1 1 0 0 0,1-1 0 0 0,-1 0 0 0 0,1 1 0 0 0,0-1 0 0 0,0 0 0 0 0,0 0-1 0 0,0 1 1 0 0,0-1 0 0 0,1 0 0 0 0,-1 0 0 0 0,1 0 0 0 0,-1 0 0 0 0,1-1 0 0 0,0 1 0 0 0,0 0 0 0 0,0-1 0 0 0,-1 1 0 0 0,1-1 0 0 0,1 0 0 0 0,-1 1-1 0 0,0-1 1 0 0,0 0 0 0 0,0 0 0 0 0,1-1 0 0 0,-1 1 0 0 0,0 0 0 0 0,1-1 0 0 0,-1 1 0 0 0,1-1 0 0 0,3 0 0 0 0,3-1-6 0 0,0 0 1 0 0,0 0-1 0 0,0-1 1 0 0,0-1-1 0 0,-1 0 1 0 0,1 0 0 0 0,-1 0-1 0 0,1-1 1 0 0,8-6-1 0 0,-3 1 3 0 0,-1 0 0 0 0,-1-1-1 0 0,0 0 1 0 0,19-21 0 0 0,0-8-1 0 0,-1-2-1 0 0,34-59 1 0 0,-52 79 3 0 0,90-142 106 0 0,-102 162-99 0 0,1 0 1 0 0,-1 0-1 0 0,0 0 1 0 0,1 0-1 0 0,-1 0 1 0 0,1 0-1 0 0,-1 0 1 0 0,1 1-1 0 0,0-1 1 0 0,-1 0-1 0 0,1 0 1 0 0,0 1 0 0 0,-1-1-1 0 0,1 0 1 0 0,0 1-1 0 0,0-1 1 0 0,0 0-1 0 0,1 0 1 0 0,2-3 52 0 0,1 6 186 0 0,-4-2-227 0 0,-1 0 0 0 0,0 0 1 0 0,1 0-1 0 0,-1 0 0 0 0,0 0 0 0 0,0 0 1 0 0,1 0-1 0 0,-1 0 0 0 0,0 0 0 0 0,0 0 1 0 0,1 0-1 0 0,-1 0 0 0 0,0 0 0 0 0,0 0 1 0 0,1 0-1 0 0,-1 1 0 0 0,0-1 1 0 0,0 0-1 0 0,1 0 0 0 0,-1 0 0 0 0,0 0 1 0 0,0 1-1 0 0,0-1 0 0 0,1 0 0 0 0,-1 0 1 0 0,0 0-1 0 0,0 1 0 0 0,0-1 1 0 0,0 0-1 0 0,0 0 0 0 0,1 1 0 0 0,-1-1 1 0 0,0 0-1 0 0,0 0 0 0 0,0 1 0 0 0,0-1 1 0 0,2 9 152 0 0,-1-1 0 0 0,0 0 0 0 0,0 0 1 0 0,0 0-1 0 0,-1 1 0 0 0,-1-1 0 0 0,-1 13 1 0 0,-16 63 495 0 0,8-44-468 0 0,-3 15 16 0 0,-12 67 68 0 0,23-108-256 0 0,1 0 1 0 0,0 1-1 0 0,1-1 0 0 0,1 1 1 0 0,0-1-1 0 0,4 19 0 0 0,-5-31-56 0 0,0 1-1 0 0,1-1 1 0 0,-1 0-1 0 0,1 0 1 0 0,0 0-1 0 0,-1 1 1 0 0,1-1-1 0 0,0 0 1 0 0,0 0-1 0 0,0 0 1 0 0,1 0-1 0 0,-1-1 0 0 0,0 1 1 0 0,1 0-1 0 0,-1 0 1 0 0,1-1-1 0 0,0 1 1 0 0,-1-1-1 0 0,1 1 1 0 0,0-1-1 0 0,0 0 1 0 0,0 0-1 0 0,0 0 1 0 0,0 0-1 0 0,0 0 1 0 0,0 0-1 0 0,0 0 1 0 0,1-1-1 0 0,-1 1 1 0 0,0-1-1 0 0,0 0 1 0 0,1 0-1 0 0,-1 1 0 0 0,0-1 1 0 0,0-1-1 0 0,1 1 1 0 0,-1 0-1 0 0,0-1 1 0 0,3 0-1 0 0,5-2-939 0 0,0 0 0 0 0,0-1-1 0 0,-1-1 1 0 0,0 1 0 0 0,1-1-1 0 0,-2-1 1 0 0,12-8 0 0 0,7-7-3041 0 0,3 0-1632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9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90 2344 0 0,'2'-15'2392'0'0,"0"1"-1"0"0,1-1 1 0 0,7-20-1 0 0,-10 34-2349 0 0,0 1-1 0 0,0-1 0 0 0,0 1 0 0 0,0 0 0 0 0,0-1 0 0 0,0 1 0 0 0,0-1 0 0 0,0 1 0 0 0,1 0 0 0 0,-1-1 0 0 0,0 1 0 0 0,0-1 0 0 0,1 1 1 0 0,-1 0-1 0 0,0-1 0 0 0,1 1 0 0 0,-1 0 0 0 0,0-1 0 0 0,1 1 0 0 0,-1 0 0 0 0,0 0 0 0 0,1-1 0 0 0,-1 1 0 0 0,0 0 0 0 0,1 0 1 0 0,-1 0-1 0 0,1-1 0 0 0,-1 1 0 0 0,1 0 0 0 0,-1 0 0 0 0,0 0 0 0 0,1 0 0 0 0,-1 0 0 0 0,1 0 0 0 0,-1 0 0 0 0,1 0 0 0 0,-1 0 0 0 0,1 0 1 0 0,-1 0-1 0 0,0 0 0 0 0,1 0 0 0 0,-1 1 0 0 0,1-1 0 0 0,-1 0 0 0 0,1 0 0 0 0,-1 0 0 0 0,0 1 0 0 0,1-1 0 0 0,0 1 0 0 0,0 0 74 0 0,0 0 0 0 0,0 0-1 0 0,0 0 1 0 0,0 0 0 0 0,0 1-1 0 0,0-1 1 0 0,0 0 0 0 0,0 1-1 0 0,0-1 1 0 0,0 1-1 0 0,-1-1 1 0 0,1 3 0 0 0,1 7 242 0 0,0 1 0 0 0,-1-1 0 0 0,-1 0 0 0 0,0 1 0 0 0,0-1 0 0 0,-1 1 0 0 0,-3 13 0 0 0,-24 82 570 0 0,7-34-549 0 0,9-25-189 0 0,6-32-152 0 0,2 0 0 0 0,0 1 1 0 0,1-1-1 0 0,1 1 0 0 0,0 0 0 0 0,1 17 0 0 0,1-32-35 0 0,0-1-1 0 0,1 0 1 0 0,-1 1-1 0 0,0-1 1 0 0,0 0 0 0 0,1 1-1 0 0,-1-1 1 0 0,1 0-1 0 0,-1 1 1 0 0,1-1-1 0 0,-1 0 1 0 0,1 0 0 0 0,0 1-1 0 0,0-1 1 0 0,-1 0-1 0 0,1 0 1 0 0,0 0-1 0 0,0 0 1 0 0,0 0 0 0 0,0 0-1 0 0,0 0 1 0 0,1 0-1 0 0,0 0 1 0 0,1 0-1 0 0,-1 0-1 0 0,1-1 1 0 0,-1 1 0 0 0,0-1 0 0 0,1 1-1 0 0,-1-1 1 0 0,1 0 0 0 0,-1 0 0 0 0,1 0-1 0 0,-1 0 1 0 0,1-1 0 0 0,2 0 0 0 0,3-1-18 0 0,0 0 1 0 0,-1-1 0 0 0,1 1-1 0 0,-1-2 1 0 0,0 1 0 0 0,0-1-1 0 0,10-7 1 0 0,-5 1-18 0 0,0-1 1 0 0,-1-1-1 0 0,0 0 0 0 0,0-1 1 0 0,-1 0-1 0 0,-1 0 0 0 0,-1-1 1 0 0,10-18-1 0 0,2-14-8 0 0,19-65-1 0 0,-13 34-17 0 0,-19 61-85 0 0,-6 21 39 0 0,-9 34 30 0 0,5-25 109 0 0,-1 8-87 0 0,-19 133 339 0 0,22-141-393 0 0,0 0 0 0 0,1 0 0 0 0,1 0 0 0 0,1 0 0 0 0,-1 0 0 0 0,2 0 0 0 0,0 0 1 0 0,10 25-1 0 0,-12-36-232 0 0,1 1 0 0 0,0 0 0 0 0,0-1 0 0 0,1 0 0 0 0,-1 1 0 0 0,1-1 0 0 0,0 0 0 0 0,-1 0 0 0 0,1 0 0 0 0,1-1 0 0 0,4 4 0 0 0,-6-4-381 0 0,1-1-1 0 0,0 1 1 0 0,0-1-1 0 0,0 0 0 0 0,0 0 1 0 0,0 0-1 0 0,0 0 1 0 0,0-1-1 0 0,6 1 1 0 0,7 0-4080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42 147 1260 0 0,'18'-143'13136'0'0,"-18"141"-12663"0"0,11 21-41 0 0,-9 7-234 0 0,0 0 0 0 0,-1 0 0 0 0,-2 0 0 0 0,-5 39 0 0 0,-28 100 599 0 0,32-158-753 0 0,-1 6 644 0 0,-1-1 1 0 0,0 1 0 0 0,-8 12 0 0 0,12-23-241 0 0,-1-2-439 0 0,1 0 1 0 0,-1 0-1 0 0,1 0 0 0 0,-1 0 1 0 0,1 0-1 0 0,0 0 0 0 0,-1-1 0 0 0,1 1 1 0 0,-1 0-1 0 0,1 0 0 0 0,0 0 0 0 0,-1-1 1 0 0,1 1-1 0 0,0 0 0 0 0,-1-1 1 0 0,1 1-1 0 0,0 0 0 0 0,0 0 0 0 0,-1-1 1 0 0,1 1-1 0 0,0 0 0 0 0,0-1 0 0 0,-1 1 1 0 0,1-1-1 0 0,0 1 0 0 0,0 0 1 0 0,0-1-1 0 0,0 1 0 0 0,-1-1 0 0 0,1 1 1 0 0,0 0-1 0 0,0-1 0 0 0,0 1 0 0 0,0-1 1 0 0,0 1-1 0 0,0-1 0 0 0,0 1 1 0 0,0 0-1 0 0,1-2 0 0 0,3-20 81 0 0,-3 17-73 0 0,8-27-3 0 0,2 1 0 0 0,0 0 1 0 0,2 0-1 0 0,22-36 0 0 0,-23 46-29 0 0,1 2-1 0 0,0 0 1 0 0,1 0-1 0 0,1 2 0 0 0,1 0 1 0 0,36-30-1 0 0,-46 42 2 0 0,0 1 1 0 0,0 0-1 0 0,0 1 0 0 0,1-1 0 0 0,0 1 0 0 0,-1 0 1 0 0,1 1-1 0 0,0 0 0 0 0,14-3 0 0 0,-18 5 8 0 0,0 0 0 0 0,0 0 0 0 0,0 0 0 0 0,0 0 0 0 0,-1 0 0 0 0,1 0 0 0 0,0 1 0 0 0,0 0 0 0 0,0-1 0 0 0,0 1 0 0 0,-1 0-1 0 0,1 0 1 0 0,0 1 0 0 0,-1-1 0 0 0,1 0 0 0 0,-1 1 0 0 0,1 0 0 0 0,-1 0 0 0 0,0-1 0 0 0,0 1 0 0 0,0 0 0 0 0,0 1 0 0 0,0-1 0 0 0,0 0-1 0 0,0 1 1 0 0,-1-1 0 0 0,2 4 0 0 0,1 2 6 0 0,-1 1-1 0 0,0-1 0 0 0,0 1 0 0 0,-1-1 1 0 0,-1 1-1 0 0,1 0 0 0 0,-1 0 1 0 0,-1 0-1 0 0,1 0 0 0 0,-2 0 1 0 0,1 0-1 0 0,-2 9 0 0 0,-5 16 40 0 0,-17 59-1 0 0,15-60-16 0 0,4-17-20 0 0,-10 41 31 0 0,15-53-33 0 0,-1 0 0 0 0,1 0 0 0 0,-1 0 1 0 0,1 0-1 0 0,0-1 0 0 0,1 1 0 0 0,-1 0 1 0 0,1 0-1 0 0,0 0 0 0 0,-1-1 0 0 0,4 7 1 0 0,-4-8-15 0 0,1-1 1 0 0,0 0 0 0 0,-1 0 0 0 0,1-1-1 0 0,0 1 1 0 0,0 0 0 0 0,0 0 0 0 0,0 0-1 0 0,0 0 1 0 0,0-1 0 0 0,0 1 0 0 0,0 0 0 0 0,0-1-1 0 0,0 1 1 0 0,0-1 0 0 0,0 1 0 0 0,0-1-1 0 0,0 0 1 0 0,3 1 0 0 0,-1 0-87 0 0,1-1 0 0 0,-1 0-1 0 0,1 0 1 0 0,-1 0 0 0 0,0 0 0 0 0,7-2 0 0 0,0-1-226 0 0,-1 1 1 0 0,0-1 0 0 0,0-1 0 0 0,10-5-1 0 0,-6 1 85 0 0,0 0-1 0 0,-1-1 0 0 0,0-1 1 0 0,-1 0-1 0 0,0 0 0 0 0,0-1 1 0 0,-1-1-1 0 0,0 1 0 0 0,-1-2 1 0 0,-1 1-1 0 0,0-1 0 0 0,7-16 1 0 0,-4 5 876 0 0,-1 0 0 0 0,-2 0 0 0 0,0-1 1 0 0,-2 0-1 0 0,-1-1 0 0 0,3-34 0 0 0,-8 45 162 0 0,0 14-787 0 0,0 1-1 0 0,0 0 1 0 0,0 0-1 0 0,0 0 1 0 0,-1 0-1 0 0,1 0 1 0 0,0 0-1 0 0,0 0 1 0 0,0 0-1 0 0,0 0 1 0 0,0 0-1 0 0,0 0 1 0 0,0 0-1 0 0,-1 0 1 0 0,1 0-1 0 0,0 0 0 0 0,0 0 1 0 0,0 0-1 0 0,0 0 1 0 0,0 0-1 0 0,0 0 1 0 0,0 0-1 0 0,0 0 1 0 0,-1 0-1 0 0,1 0 1 0 0,0 0-1 0 0,0 0 1 0 0,0 0-1 0 0,0 0 1 0 0,0 0-1 0 0,0 0 1 0 0,0 0-1 0 0,0 0 1 0 0,-1 1-1 0 0,1-1 1 0 0,0 0-1 0 0,0 0 1 0 0,0 0-1 0 0,0 0 1 0 0,0 0-1 0 0,0 0 1 0 0,0 0-1 0 0,0 0 1 0 0,0 0-1 0 0,0 1 1 0 0,0-1-1 0 0,0 0 1 0 0,0 0-1 0 0,0 0 1 0 0,0 0-1 0 0,0 0 0 0 0,0 0 1 0 0,0 0-1 0 0,0 1 1 0 0,-13 26 353 0 0,13-26-364 0 0,-8 21 76 0 0,1 1 0 0 0,1 0 0 0 0,0 0 0 0 0,2 0 0 0 0,1 0 0 0 0,1 1 0 0 0,1-1 0 0 0,1 1 0 0 0,5 38 0 0 0,-5-59-58 0 0,1 0-1 0 0,0 1 1 0 0,-1-1 0 0 0,1 0-1 0 0,1 1 1 0 0,-1-1-1 0 0,0 0 1 0 0,1 0 0 0 0,-1 0-1 0 0,1 0 1 0 0,0 0 0 0 0,0 0-1 0 0,0-1 1 0 0,1 1-1 0 0,-1-1 1 0 0,0 1 0 0 0,1-1-1 0 0,0 0 1 0 0,-1 0 0 0 0,1 0-1 0 0,6 3 1 0 0,-5-4-217 0 0,-1 0 1 0 0,1 0-1 0 0,0-1 1 0 0,0 1-1 0 0,0-1 1 0 0,0 0-1 0 0,-1 0 1 0 0,1 0-1 0 0,0-1 1 0 0,0 1-1 0 0,0-1 1 0 0,0 0-1 0 0,-1 0 1 0 0,1 0-1 0 0,0 0 1 0 0,-1-1-1 0 0,1 0 1 0 0,-1 1-1 0 0,4-4 1 0 0,0 1-962 0 0,0-1 1 0 0,-1 0 0 0 0,0 0 0 0 0,0 0-1 0 0,-1-1 1 0 0,1 1 0 0 0,5-9-1 0 0,7-9-5266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4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70 2080 0 0,'-16'-14'2603'0'0,"0"0"1"0"0,-1 1-1 0 0,-25-14 0 0 0,40 26-2280 0 0,-5 4-178 0 0,5-3-226 0 0,0 1 0 0 0,1 0 0 0 0,-1-1 0 0 0,1 1 0 0 0,-1 0 0 0 0,0 0 0 0 0,1 0 0 0 0,-1 0-1 0 0,1 0 1 0 0,0 1 0 0 0,-1-1 0 0 0,1 0 0 0 0,0 1 0 0 0,0-1 0 0 0,0 1 0 0 0,0-1 0 0 0,0 1 0 0 0,0-1 0 0 0,0 1 0 0 0,1 0 0 0 0,-1-1 0 0 0,0 1-1 0 0,1 0 1 0 0,-1 2 0 0 0,0 2-994 0 0,0 1-1 0 0,1-1 0 0 0,0 1 1 0 0,1 11-1 0 0,1-1-2076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392 134 1768 0 0,'2'-1'2601'0'0,"1"-2"-1958"0"0,-1 1 0 0 0,0-1 0 0 0,0 0-1 0 0,0 1 1 0 0,0-1 0 0 0,0 0 0 0 0,-1 0 0 0 0,1 0-1 0 0,-1-1 1 0 0,0 1 0 0 0,0 0 0 0 0,0 0 0 0 0,0-1 0 0 0,-1 1-1 0 0,1-1 1 0 0,-1 1 0 0 0,0 0 0 0 0,0-1 0 0 0,-1-5-1 0 0,1 6-481 0 0,0 0 0 0 0,0 0 0 0 0,0 0 0 0 0,-1 1 0 0 0,0-1-1 0 0,1 0 1 0 0,-1 1 0 0 0,0-1 0 0 0,0 0 0 0 0,0 1 0 0 0,-1-1 0 0 0,1 1-1 0 0,-1 0 1 0 0,1-1 0 0 0,-1 1 0 0 0,0 0 0 0 0,0 0 0 0 0,0 0-1 0 0,0 0 1 0 0,0 0 0 0 0,0 0 0 0 0,0 1 0 0 0,-1-1 0 0 0,1 1-1 0 0,-6-2 1 0 0,3 1-121 0 0,-1 2-1 0 0,0-1 0 0 0,0 1 1 0 0,0 0-1 0 0,0 0 0 0 0,0 0 0 0 0,1 1 1 0 0,-1 0-1 0 0,0 0 0 0 0,0 1 1 0 0,1-1-1 0 0,-1 1 0 0 0,1 0 1 0 0,-1 1-1 0 0,1-1 0 0 0,0 1 1 0 0,-9 6-1 0 0,-6 6 11 0 0,1 1 1 0 0,-31 30-1 0 0,50-45-49 0 0,-17 17 8 0 0,0 0 0 0 0,1 2 0 0 0,1 0 0 0 0,1 1 0 0 0,-13 24 0 0 0,22-35-8 0 0,0 0 0 0 0,1 0 0 0 0,0 0-1 0 0,1 0 1 0 0,0 0 0 0 0,0 1 0 0 0,1 0-1 0 0,1-1 1 0 0,-1 1 0 0 0,2 0 0 0 0,0 0-1 0 0,0 0 1 0 0,1 0 0 0 0,2 13 0 0 0,-2-20 1 0 0,0-1 0 0 0,0 1-1 0 0,1-1 1 0 0,-1 1 0 0 0,1-1 0 0 0,-1 0 0 0 0,1 1 0 0 0,0-1 0 0 0,1 0 0 0 0,-1 0 0 0 0,0 0 0 0 0,1-1-1 0 0,0 1 1 0 0,-1 0 0 0 0,1-1 0 0 0,0 0 0 0 0,0 0 0 0 0,1 0 0 0 0,-1 0 0 0 0,0 0 0 0 0,1-1 0 0 0,-1 1-1 0 0,1-1 1 0 0,-1 0 0 0 0,1 0 0 0 0,0 0 0 0 0,-1-1 0 0 0,1 1 0 0 0,0-1 0 0 0,5 0 0 0 0,-2 0 0 0 0,-1-1 1 0 0,1 1-1 0 0,0-1 0 0 0,-1-1 1 0 0,1 1-1 0 0,-1-1 1 0 0,0-1-1 0 0,1 1 0 0 0,-1-1 1 0 0,0 0-1 0 0,-1 0 1 0 0,1-1-1 0 0,0 1 1 0 0,-1-1-1 0 0,0-1 0 0 0,7-6 1 0 0,3-9 9 0 0,0 0 1 0 0,-2 0 0 0 0,0-1-1 0 0,-2-1 1 0 0,0 0 0 0 0,9-28-1 0 0,-10 28 41 0 0,-9 22-53 0 0,-1 0 1 0 0,0 0-1 0 0,0 0 1 0 0,0 0-1 0 0,0 0 1 0 0,1 0 0 0 0,-1 0-1 0 0,0 0 1 0 0,0 0-1 0 0,0 0 1 0 0,0 0-1 0 0,1 0 1 0 0,-1 0-1 0 0,0 0 1 0 0,0 0-1 0 0,0 0 1 0 0,0 0 0 0 0,1 0-1 0 0,-1 0 1 0 0,0 0-1 0 0,0 0 1 0 0,0 0-1 0 0,0 0 1 0 0,0 1-1 0 0,0-1 1 0 0,1 0 0 0 0,-1 0-1 0 0,0 0 1 0 0,0 0-1 0 0,0 0 1 0 0,0 0-1 0 0,0 1 1 0 0,0-1-1 0 0,0 0 1 0 0,0 0 0 0 0,0 0-1 0 0,0 0 1 0 0,0 1-1 0 0,0-1 1 0 0,1 0-1 0 0,-1 0 1 0 0,0 0-1 0 0,0 0 1 0 0,0 1 0 0 0,0-1-1 0 0,0 0 1 0 0,-1 0-1 0 0,1 0 1 0 0,0 0-1 0 0,0 1 1 0 0,0-1-1 0 0,0 0 1 0 0,-1 34 145 0 0,-9 15 1007 0 0,-31 89 1 0 0,-31 45 185 0 0,51-134-1064 0 0,-46 111 331 0 0,-67 172-1292 0 0,126-300-1639 0 0,7-17-4032 0 0,19-24-1897 0 0,-5-4 1004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1 245 2864 0 0,'2'-36'3061'0'0,"11"-114"7471"0"0,-13 150-10506 0 0,5-24 1264 0 0,-2 19-442 0 0,0 16 48 0 0,-2 29-151 0 0,-2 0 0 0 0,-9 68-1 0 0,5-61-513 0 0,-1 76 0 0 0,12-65-127 0 0,-5-54-88 0 0,0 0 0 0 0,0 0 0 0 0,1 1 0 0 0,-1-1 0 0 0,1-1 0 0 0,0 1 0 0 0,0 0 0 0 0,0 0 0 0 0,1-1 0 0 0,-1 1 0 0 0,4 3 0 0 0,-4-6-13 0 0,-1 0-1 0 0,1-1 0 0 0,-1 1 1 0 0,1 0-1 0 0,0 0 0 0 0,0-1 0 0 0,-1 1 1 0 0,1 0-1 0 0,0-1 0 0 0,0 0 1 0 0,0 1-1 0 0,-1-1 0 0 0,1 0 1 0 0,0 0-1 0 0,0 0 0 0 0,0 0 0 0 0,0-1 1 0 0,3 0-1 0 0,1 0-5 0 0,-1 0 0 0 0,1-1 0 0 0,-1 0 0 0 0,10-4-1 0 0,-2-2-29 0 0,0-1 0 0 0,-1 0 0 0 0,0 0 0 0 0,-1-1 1 0 0,0-1-1 0 0,0 0 0 0 0,-1-1 0 0 0,-1 0 0 0 0,0 0 0 0 0,0-1 0 0 0,7-16 0 0 0,5-13-36 0 0,-2 0 0 0 0,18-59 0 0 0,4-18-13 0 0,-41 117 70 0 0,-1 17 19 0 0,-1 0 20 0 0,0 0 1 0 0,-1-1-1 0 0,-9 26 0 0 0,-3 12 79 0 0,9-26-50 0 0,1-7-11 0 0,1 1 1 0 0,0-1-1 0 0,2 1 1 0 0,0 0-1 0 0,2 39 0 0 0,0-57-38 0 0,0 1-1 0 0,1 0 1 0 0,0 0-1 0 0,0 0 1 0 0,-1 0-1 0 0,2-1 1 0 0,-1 1-1 0 0,0 0 1 0 0,0-1-1 0 0,1 1 0 0 0,0-1 1 0 0,-1 0-1 0 0,1 1 1 0 0,0-1-1 0 0,0 0 1 0 0,0 0-1 0 0,4 3 1 0 0,-2-3-38 0 0,0 1 1 0 0,1-1 0 0 0,-1 0 0 0 0,0-1 0 0 0,1 1 0 0 0,-1-1-1 0 0,1 0 1 0 0,-1 0 0 0 0,1 0 0 0 0,5 0 0 0 0,5-1-210 0 0,-1 0 0 0 0,1-1 1 0 0,0-1-1 0 0,-1 0 0 0 0,1-1 1 0 0,13-5-1 0 0,-7 1-78 0 0,-1-1-1 0 0,-1 0 1 0 0,0-2 0 0 0,0 0 0 0 0,-1-1-1 0 0,0 0 1 0 0,-1-2 0 0 0,0 0 0 0 0,-1-1-1 0 0,20-22 1 0 0,-25 23 386 0 0,0 0 0 0 0,-1-1 0 0 0,-1 0 0 0 0,0-1 0 0 0,-1 0 0 0 0,0 0 0 0 0,-1-1 0 0 0,-1 0 0 0 0,0 0 0 0 0,-1 0-1 0 0,-1-1 1 0 0,-1 1 0 0 0,2-26 0 0 0,-5 37 42 0 0,0 0-1 0 0,0 1 1 0 0,-1-1-1 0 0,1 0 0 0 0,-1 1 1 0 0,0-1-1 0 0,-3-7 1 0 0,3 11-100 0 0,1 1-1 0 0,-1-1 1 0 0,1 0 0 0 0,-1 1 0 0 0,1-1 0 0 0,-1 1-1 0 0,0-1 1 0 0,1 1 0 0 0,-1-1 0 0 0,1 1 0 0 0,-1 0-1 0 0,0-1 1 0 0,0 1 0 0 0,1 0 0 0 0,-1-1 0 0 0,0 1-1 0 0,0 0 1 0 0,1 0 0 0 0,-1 0 0 0 0,0 0 0 0 0,0 0-1 0 0,1-1 1 0 0,-1 1 0 0 0,0 1 0 0 0,0-1 0 0 0,1 0-1 0 0,-1 0 1 0 0,0 0 0 0 0,0 0 0 0 0,-1 1 0 0 0,-22 8 99 0 0,15-2-81 0 0,1-1 0 0 0,1 1-1 0 0,-1 0 1 0 0,1 0 0 0 0,0 1 0 0 0,1 0-1 0 0,0 0 1 0 0,-8 14 0 0 0,-1 5 73 0 0,-17 44-1 0 0,28-62-64 0 0,0 1-1 0 0,1 0 0 0 0,0 0 0 0 0,1 1 0 0 0,0-1 1 0 0,1 0-1 0 0,0 1 0 0 0,1-1 0 0 0,1 17 0 0 0,-1-23-15 0 0,1 1-1 0 0,0-1 0 0 0,0 0 0 0 0,0 1 0 0 0,1-1 0 0 0,-1 0 0 0 0,1 1 1 0 0,0-1-1 0 0,0 0 0 0 0,1 0 0 0 0,-1-1 0 0 0,1 1 0 0 0,0 0 0 0 0,0-1 1 0 0,0 0-1 0 0,1 1 0 0 0,-1-1 0 0 0,1-1 0 0 0,-1 1 0 0 0,1 0 0 0 0,0-1 1 0 0,0 0-1 0 0,8 3 0 0 0,8 2-335 0 0,0-1-1 0 0,1-1 1 0 0,0 0 0 0 0,-1-2 0 0 0,24 1 0 0 0,105-6-8444 0 0,-87-3 1321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41 530 1932 0 0,'-41'27'16878'0'0,"41"-27"-16856"0"0,0-1-1 0 0,0 1 1 0 0,0-1 0 0 0,0 1 0 0 0,0-1-1 0 0,0 1 1 0 0,1 0 0 0 0,-1-1 0 0 0,0 1 0 0 0,0-1-1 0 0,0 1 1 0 0,0-1 0 0 0,1 1 0 0 0,-1 0-1 0 0,0-1 1 0 0,0 1 0 0 0,1 0 0 0 0,-1-1 0 0 0,0 1-1 0 0,1 0 1 0 0,-1-1 0 0 0,0 1 0 0 0,1 0 0 0 0,-1-1-1 0 0,1 1 1 0 0,0 0 0 0 0,13-11 100 0 0,-12 9-62 0 0,188-147 468 0 0,-158 119-520 0 0,0-1-1 0 0,-2-1 1 0 0,38-53 0 0 0,-64 79-10 0 0,10-13-5 0 0,-1-1 1 0 0,0 0-1 0 0,-1 0 0 0 0,-2-2 0 0 0,0 1 0 0 0,7-24 0 0 0,-16 44 2 0 0,-1 0 1 0 0,0 1-1 0 0,1-1 0 0 0,-1 0 1 0 0,0 0-1 0 0,0 0 0 0 0,1 0 1 0 0,-1 0-1 0 0,0 0 0 0 0,0 0 0 0 0,0 0 1 0 0,0 0-1 0 0,0 0 0 0 0,-1 0 1 0 0,1 0-1 0 0,0 0 0 0 0,0 0 1 0 0,-1 0-1 0 0,1 0 0 0 0,0 0 0 0 0,-1 0 1 0 0,1 0-1 0 0,-1 0 0 0 0,1 1 1 0 0,-1-1-1 0 0,1 0 0 0 0,-1 0 0 0 0,0 1 1 0 0,1-1-1 0 0,-1 0 0 0 0,0 1 1 0 0,0-1-1 0 0,0 0 0 0 0,1 1 1 0 0,-1-1-1 0 0,0 1 0 0 0,0 0 0 0 0,0-1 1 0 0,0 1-1 0 0,0 0 0 0 0,0-1 1 0 0,0 1-1 0 0,0 0 0 0 0,0 0 1 0 0,0 0-1 0 0,0 0 0 0 0,0 0 0 0 0,0 0 1 0 0,-2 0-1 0 0,-2 0-5 0 0,0 1 0 0 0,-1 0 1 0 0,1 0-1 0 0,0 0 0 0 0,0 1 0 0 0,0-1 0 0 0,0 1 1 0 0,-5 3-1 0 0,-6 4-22 0 0,0 1 0 0 0,-28 22 0 0 0,39-28 24 0 0,1 0 0 0 0,-1 1 0 0 0,1-1 0 0 0,0 1 0 0 0,0 0 0 0 0,0 0 0 0 0,1 1-1 0 0,0-1 1 0 0,0 1 0 0 0,0 0 0 0 0,1 0 0 0 0,-3 7 0 0 0,5-11 7 0 0,0 1 0 0 0,0 0 1 0 0,0-1-1 0 0,0 1 0 0 0,0-1 0 0 0,0 1 0 0 0,1-1 0 0 0,0 1 0 0 0,-1-1 1 0 0,1 1-1 0 0,0-1 0 0 0,0 0 0 0 0,0 1 0 0 0,0-1 0 0 0,1 0 0 0 0,-1 0 1 0 0,1 0-1 0 0,-1 0 0 0 0,1 0 0 0 0,0 0 0 0 0,2 2 0 0 0,6 5-2 0 0,0 0-1 0 0,21 13 1 0 0,-19-13 7 0 0,13 8-11 0 0,0 1 1 0 0,-2 1 0 0 0,0 2-1 0 0,33 38 1 0 0,-54-57 23 0 0,0 1 0 0 0,0-1 1 0 0,0 1-1 0 0,0 0 0 0 0,-1 0 1 0 0,1-1-1 0 0,-1 1 1 0 0,0 0-1 0 0,0 0 0 0 0,0 1 1 0 0,0-1-1 0 0,0 0 0 0 0,-1 0 1 0 0,0 0-1 0 0,1 0 0 0 0,-1 1 1 0 0,0-1-1 0 0,-1 5 0 0 0,0-5 50 0 0,-1 1-1 0 0,1 0 0 0 0,-1 0 0 0 0,1 0 1 0 0,-1-1-1 0 0,0 1 0 0 0,-1-1 1 0 0,1 0-1 0 0,0 1 0 0 0,-1-1 1 0 0,0 0-1 0 0,-5 4 0 0 0,-3 2 141 0 0,-1-1 0 0 0,0 0-1 0 0,0-1 1 0 0,-1-1 0 0 0,0 1 0 0 0,0-2 0 0 0,-14 4-1 0 0,12-4-69 0 0,0-1-1 0 0,0-1 1 0 0,0 0 0 0 0,0-1-1 0 0,0-1 1 0 0,0 0-1 0 0,-1-1 1 0 0,1-1-1 0 0,0 0 1 0 0,0-1-1 0 0,0-1 1 0 0,0 0-1 0 0,0-1 1 0 0,-25-11 0 0 0,38 14-235 0 0,0 0 1 0 0,0 1 0 0 0,0-1-1 0 0,0 0 1 0 0,0-1 0 0 0,1 1 0 0 0,-1 0-1 0 0,0 0 1 0 0,1-1 0 0 0,-1 1 0 0 0,1-1-1 0 0,-1 1 1 0 0,1-1 0 0 0,0 0-1 0 0,0 1 1 0 0,0-1 0 0 0,0 0 0 0 0,0 0-1 0 0,0 0 1 0 0,0 0 0 0 0,1 0-1 0 0,-1 0 1 0 0,1 0 0 0 0,-1 0 0 0 0,1 0-1 0 0,0 0 1 0 0,0 0 0 0 0,0 0-1 0 0,0 0 1 0 0,0-1 0 0 0,0 1 0 0 0,0 0-1 0 0,1 0 1 0 0,-1 0 0 0 0,1 0 0 0 0,0 0-1 0 0,-1 0 1 0 0,1 0 0 0 0,0 0-1 0 0,0 1 1 0 0,2-4 0 0 0,3-4-1080 0 0,0 1 0 0 0,1 0 0 0 0,0 0 0 0 0,0 0 0 0 0,1 1 0 0 0,16-13 0 0 0,0 4-2810 0 0,6-3-1699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128 473 2640 0 0,'3'-5'1439'0'0,"-1"1"-1"0"0,1 0 0 0 0,-1-1 1 0 0,1 0-1 0 0,-1 1 1 0 0,-1-1-1 0 0,1 0 0 0 0,-1 0 1 0 0,2-8-1 0 0,-15 22-813 0 0,5 1-390 0 0,-1 0 0 0 0,1 0 0 0 0,1 1 0 0 0,0-1 0 0 0,-5 13 0 0 0,2-5-9 0 0,-9 17 97 0 0,2 2 0 0 0,-13 41 0 0 0,24-61-266 0 0,0 0 0 0 0,1 0 0 0 0,1 0 0 0 0,1 0 0 0 0,1 0-1 0 0,0 1 1 0 0,2 23 0 0 0,0-35-33 0 0,0-1-1 0 0,0 1 1 0 0,0-1-1 0 0,1 0 1 0 0,0 1 0 0 0,0-1-1 0 0,0 0 1 0 0,1 0-1 0 0,-1 0 1 0 0,1 0-1 0 0,0 0 1 0 0,1-1-1 0 0,-1 0 1 0 0,1 1-1 0 0,0-1 1 0 0,0 0-1 0 0,0-1 1 0 0,1 1 0 0 0,-1-1-1 0 0,9 5 1 0 0,-8-6-11 0 0,1 1 1 0 0,1-1-1 0 0,-1 0 1 0 0,0 0-1 0 0,0 0 0 0 0,1-1 1 0 0,-1 0-1 0 0,1-1 1 0 0,-1 1-1 0 0,1-1 1 0 0,-1-1-1 0 0,1 1 1 0 0,-1-1-1 0 0,0 0 1 0 0,1 0-1 0 0,-1-1 1 0 0,10-4-1 0 0,-7 3-8 0 0,-1-1-1 0 0,0 0 1 0 0,0-1-1 0 0,-1 0 1 0 0,1 0-1 0 0,-1 0 1 0 0,0-1-1 0 0,-1 0 1 0 0,1-1 0 0 0,6-8-1 0 0,-5 4-5 0 0,0-1 0 0 0,0 0 0 0 0,-1 0 0 0 0,-1-1 0 0 0,10-26 0 0 0,-8 11-7 0 0,-1-1 0 0 0,-2 1 0 0 0,0-1 0 0 0,-2 0 0 0 0,-1-53 0 0 0,-2 63 4 0 0,-1-1 0 0 0,0 1 0 0 0,-2-1 0 0 0,0 1 0 0 0,-2 0-1 0 0,0 0 1 0 0,-11-28 0 0 0,15 45 2 0 0,0 0 0 0 0,0 0 0 0 0,0 1 0 0 0,0-1 0 0 0,0 0 0 0 0,0 1 0 0 0,-1-1 0 0 0,1 0 0 0 0,0 1 0 0 0,-1 0 0 0 0,1-1 0 0 0,-1 1 0 0 0,0 0 0 0 0,1-1 0 0 0,-1 1 0 0 0,0 0 0 0 0,0 1 0 0 0,0-1 0 0 0,1 0 0 0 0,-1 0 0 0 0,-3 0 0 0 0,3 1-2 0 0,-1 0 1 0 0,1 0-1 0 0,-1 1 1 0 0,1-1-1 0 0,-1 0 1 0 0,1 1-1 0 0,-1 0 1 0 0,1-1-1 0 0,0 1 1 0 0,-1 0-1 0 0,1 0 1 0 0,0 1-1 0 0,0-1 0 0 0,-4 3 1 0 0,-3 3-5 0 0,0 1-1 0 0,1 0 1 0 0,0 1 0 0 0,0 0-1 0 0,-13 19 1 0 0,9-9 6 0 0,1 1 1 0 0,0 1-1 0 0,1-1 0 0 0,-12 39 1 0 0,19-48 4 0 0,0-1 1 0 0,1 1 0 0 0,0 0-1 0 0,1 0 1 0 0,0 0 0 0 0,1 0-1 0 0,0 0 1 0 0,0 0 0 0 0,2 0-1 0 0,-1 0 1 0 0,1-1 0 0 0,4 12-1 0 0,-4-16 3 0 0,0 0 1 0 0,1 0-1 0 0,-1-1 0 0 0,1 1 0 0 0,1-1 0 0 0,-1 0 0 0 0,1 0 0 0 0,0 0 0 0 0,0-1 1 0 0,0 1-1 0 0,1-1 0 0 0,0 0 0 0 0,-1 0 0 0 0,7 3 0 0 0,-4-3-35 0 0,1 0 0 0 0,-1-1-1 0 0,1 1 1 0 0,0-2 0 0 0,0 1-1 0 0,0-1 1 0 0,0-1 0 0 0,0 1-1 0 0,14-1 1 0 0,-6-1-111 0 0,-1 0 1 0 0,1-2-1 0 0,0 0 0 0 0,-1 0 0 0 0,1-2 0 0 0,-1 0 1 0 0,0 0-1 0 0,0-2 0 0 0,-1 0 0 0 0,25-14 0 0 0,-16 5-23 0 0,-1-2 0 0 0,-1 0-1 0 0,0-1 1 0 0,-2-1 0 0 0,0-1-1 0 0,-1-1 1 0 0,-1-1 0 0 0,-1 0-1 0 0,20-36 1 0 0,-5-2-9 0 0,-2-1 0 0 0,35-111-1 0 0,-46 112 1053 0 0,14-92 0 0 0,-32 151-855 0 0,1 0 0 0 0,-1-1 0 0 0,0 1 0 0 0,1-1 0 0 0,-1 1 1 0 0,0 0-1 0 0,0-1 0 0 0,0 1 0 0 0,0-1 0 0 0,0 1 0 0 0,-1 0 0 0 0,1-1 0 0 0,0 1 0 0 0,0-1 0 0 0,-1 1 0 0 0,1 0 0 0 0,-2-2 0 0 0,2 3-17 0 0,-1 0 0 0 0,1 0 0 0 0,-1 0 0 0 0,1 0 0 0 0,-1 0 0 0 0,0 0 0 0 0,1 0 0 0 0,-1 0 0 0 0,1 0 0 0 0,-1 0 0 0 0,1 0 0 0 0,-1 0 0 0 0,1 0 0 0 0,-1 1 0 0 0,1-1 0 0 0,-1 0 0 0 0,1 0 0 0 0,-1 1 0 0 0,1-1 0 0 0,-1 0 0 0 0,1 1 0 0 0,-1-1 0 0 0,1 1 0 0 0,0-1 0 0 0,-1 0 0 0 0,1 1 0 0 0,-1 0 0 0 0,-6 6 24 0 0,1 1 0 0 0,0 0 1 0 0,-6 10-1 0 0,-9 18 23 0 0,3 1-1 0 0,-15 40 1 0 0,-21 82 69 0 0,51-150-113 0 0,-56 207 201 0 0,53-187-159 0 0,2-1 0 0 0,1 1 0 0 0,1-1 0 0 0,1 1 0 0 0,7 52 0 0 0,-6-76-69 0 0,1 1 1 0 0,1-1-1 0 0,-1 0 1 0 0,1 0 0 0 0,-1 0-1 0 0,2 0 1 0 0,-1 0 0 0 0,0 0-1 0 0,1-1 1 0 0,0 1 0 0 0,0-1-1 0 0,0 1 1 0 0,1-1-1 0 0,-1 0 1 0 0,1 0 0 0 0,0-1-1 0 0,0 1 1 0 0,1-1 0 0 0,-1 0-1 0 0,1 0 1 0 0,-1 0 0 0 0,1-1-1 0 0,0 0 1 0 0,0 0-1 0 0,0 0 1 0 0,0 0 0 0 0,0-1-1 0 0,0 0 1 0 0,8 1 0 0 0,1-1-236 0 0,0 0-1 0 0,0-1 1 0 0,0 0 0 0 0,-1-1 0 0 0,1-1 0 0 0,0 0 0 0 0,-1-1 0 0 0,0-1 0 0 0,1 0 0 0 0,17-8 0 0 0,-15 4 51 0 0,0 0 1 0 0,0-1-1 0 0,-1-1 1 0 0,0-1 0 0 0,0 0-1 0 0,-1-1 1 0 0,-1 0-1 0 0,19-22 1 0 0,-15 11 467 0 0,0 0 0 0 0,-1-2 0 0 0,-2 1 0 0 0,19-45 0 0 0,-3-15 2541 0 0,-20 51-1852 0 0,-9 31-753 0 0,-2 3-194 0 0,0-1 0 0 0,1 0 0 0 0,-1 1 0 0 0,0-1 0 0 0,0 1 0 0 0,1-1 1 0 0,-1 1-1 0 0,1-1 0 0 0,-1 1 0 0 0,0 0 0 0 0,1-1 0 0 0,-1 1 0 0 0,1 0 0 0 0,0 0 1 0 0,-1-1-1 0 0,1 1 0 0 0,-1 0 0 0 0,1 1 0 0 0,-8 19 34 0 0,6-17-27 0 0,-10 32 28 0 0,1 1 1 0 0,-7 41-1 0 0,16-67-40 0 0,0 0-1 0 0,1 1 0 0 0,0-1 0 0 0,1 1 0 0 0,0-1 0 0 0,1 1 1 0 0,1-1-1 0 0,0 0 0 0 0,0 1 0 0 0,1-1 0 0 0,6 17 1 0 0,-7-24-90 0 0,1 1 0 0 0,0 0 1 0 0,0-1-1 0 0,0 0 1 0 0,0 0-1 0 0,0 0 1 0 0,1 0-1 0 0,0 0 0 0 0,0-1 1 0 0,0 1-1 0 0,0-1 1 0 0,0 0-1 0 0,1 0 1 0 0,-1-1-1 0 0,1 0 0 0 0,0 1 1 0 0,-1-1-1 0 0,1-1 1 0 0,0 1-1 0 0,1-1 0 0 0,-1 0 1 0 0,0 0-1 0 0,9 0 1 0 0,-8-1-54 0 0,1 0 0 0 0,-1 0 0 0 0,0-1 0 0 0,1 0 1 0 0,-1 0-1 0 0,0-1 0 0 0,0 0 0 0 0,0 0 0 0 0,0 0 0 0 0,0-1 1 0 0,-1 0-1 0 0,1 0 0 0 0,-1 0 0 0 0,1-1 0 0 0,-1 1 1 0 0,0-1-1 0 0,-1-1 0 0 0,1 1 0 0 0,4-6 0 0 0,4-7 22 0 0,-1-1-1 0 0,0 0 1 0 0,-2-1-1 0 0,15-34 1 0 0,20-84 3934 0 0,-34 97-1797 0 0,-10 37-1481 0 0,-17 17-284 0 0,7 1-223 0 0,0 1 0 0 0,1 0 0 0 0,1 0 0 0 0,0 1 1 0 0,1 0-1 0 0,1 0 0 0 0,1 0 0 0 0,0 1 0 0 0,1-1 1 0 0,1 1-1 0 0,1 0 0 0 0,1 24 0 0 0,0-39-60 0 0,0 1-1 0 0,1-1 1 0 0,0 0-1 0 0,0 1 1 0 0,0-1-1 0 0,0 0 1 0 0,0 0-1 0 0,1 0 1 0 0,-1 0-1 0 0,1 0 1 0 0,0 0-1 0 0,0 0 1 0 0,0-1 0 0 0,0 1-1 0 0,0-1 1 0 0,1 1-1 0 0,3 2 1 0 0,-1-2-167 0 0,-1-1 1 0 0,1 1-1 0 0,0-1 1 0 0,-1 0-1 0 0,1 0 1 0 0,0 0-1 0 0,1-1 1 0 0,-1 1-1 0 0,0-1 1 0 0,7 0-1 0 0,-1 0-560 0 0,0-1 0 0 0,0 0 0 0 0,0-1 0 0 0,0-1 0 0 0,0 1 0 0 0,0-2 0 0 0,-1 1 0 0 0,1-1 0 0 0,-1-1 0 0 0,15-7 0 0 0,6-8-3285 0 0,-2-4-1835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3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160 514 1392 0 0,'11'-481'18156'0'0,"-11"476"-17993"0"0,0 3-53 0 0,0-1 0 0 0,0 1-1 0 0,0 0 1 0 0,0-1-1 0 0,-1 1 1 0 0,1-1-1 0 0,-1 1 1 0 0,1 0 0 0 0,-3-5-1 0 0,-8 23 249 0 0,-5 25-60 0 0,2 0-1 0 0,2 0 1 0 0,1 1 0 0 0,-6 57-1 0 0,9-54-40 0 0,-63 612 3012 0 0,70-645-3264 0 0,-3 109 450 0 0,4-102-674 0 0,2 1 1 0 0,0-1-1 0 0,1 0 0 0 0,6 21 1 0 0,-8-34-110 0 0,1-1 0 0 0,0 0 0 0 0,1 0 1 0 0,-1 0-1 0 0,1 0 0 0 0,0 0 1 0 0,0 0-1 0 0,0-1 0 0 0,0 0 0 0 0,1 1 1 0 0,0-1-1 0 0,0-1 0 0 0,0 1 1 0 0,0 0-1 0 0,1-1 0 0 0,0 0 0 0 0,6 4 1 0 0,-6-6-494 0 0,-1 1 0 0 0,1 0 1 0 0,0-1-1 0 0,-1 0 1 0 0,1 0-1 0 0,0 0 0 0 0,0-1 1 0 0,-1 1-1 0 0,1-1 1 0 0,0 0-1 0 0,0-1 0 0 0,9-1 1 0 0,6-3-5755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4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1324 0 0,'17'-40'7197'0'0,"14"-56"0"0"0,-11 32-1382 0 0,-20 62-5369 0 0,0 7-243 0 0,0-1-1 0 0,0 1 0 0 0,0-1 0 0 0,-1 1 1 0 0,0 0-1 0 0,0-1 0 0 0,0 1 1 0 0,0-1-1 0 0,-3 5 0 0 0,-2 13 315 0 0,1-1-307 0 0,-15 97 812 0 0,19-104-1101 0 0,0 1 1 0 0,1-1 0 0 0,0 0 0 0 0,2 1-1 0 0,-1-1 1 0 0,6 20 0 0 0,-6-31-96 0 0,0-1-1 0 0,-1 1 1 0 0,1 0 0 0 0,0 0-1 0 0,1-1 1 0 0,-1 1-1 0 0,0 0 1 0 0,1-1 0 0 0,-1 1-1 0 0,1-1 1 0 0,0 0 0 0 0,0 1-1 0 0,0-1 1 0 0,0 0 0 0 0,0 0-1 0 0,1-1 1 0 0,-1 1 0 0 0,0 0-1 0 0,1-1 1 0 0,-1 1 0 0 0,1-1-1 0 0,0 0 1 0 0,-1 0-1 0 0,1 0 1 0 0,0 0 0 0 0,0 0-1 0 0,0-1 1 0 0,0 1 0 0 0,0-1-1 0 0,0 0 1 0 0,0 1 0 0 0,-1-2-1 0 0,5 1 1 0 0,0-1-52 0 0,0-1 0 0 0,-1 1 1 0 0,1-1-1 0 0,-1 0 0 0 0,0-1 1 0 0,1 0-1 0 0,-1 0 0 0 0,-1 0 0 0 0,1 0 1 0 0,0-1-1 0 0,-1 0 0 0 0,0 0 1 0 0,8-8-1 0 0,-1-2 280 0 0,-1 0 1 0 0,0-1 0 0 0,-1 0-1 0 0,12-25 1 0 0,25-67 4876 0 0,-41 96-3955 0 0,-5 20-713 0 0,-6 23-172 0 0,5-31-42 0 0,-9 44 273 0 0,4-29-244 0 0,2 1-1 0 0,0-1 1 0 0,1 1 0 0 0,0 0-1 0 0,2 0 1 0 0,1 25-1 0 0,0-38-62 0 0,0-1-1 0 0,0 1 0 0 0,0-1 0 0 0,0 1 1 0 0,1-1-1 0 0,-1 0 0 0 0,1 1 1 0 0,0-1-1 0 0,0 0 0 0 0,0 0 0 0 0,0 0 1 0 0,0 0-1 0 0,1-1 0 0 0,0 1 0 0 0,-1-1 1 0 0,1 1-1 0 0,0-1 0 0 0,0 0 0 0 0,0 0 1 0 0,0 0-1 0 0,1-1 0 0 0,-1 1 0 0 0,0-1 1 0 0,1 0-1 0 0,-1 0 0 0 0,1 0 0 0 0,0 0 1 0 0,-1 0-1 0 0,1-1 0 0 0,5 1 0 0 0,1-1 5 0 0,0 0 0 0 0,0 0 0 0 0,0-1 0 0 0,0 0 0 0 0,0-1 0 0 0,-1 0 0 0 0,1-1 0 0 0,-1 0 0 0 0,1 0 0 0 0,9-6 0 0 0,-7 3-20 0 0,-1-2-1 0 0,0 0 0 0 0,0 0 1 0 0,-1 0-1 0 0,0-2 0 0 0,-1 1 1 0 0,0-1-1 0 0,0 0 0 0 0,-1-1 1 0 0,0 0-1 0 0,-1-1 0 0 0,-1 1 1 0 0,9-21-1 0 0,-10 22-2 0 0,-1-1 1 0 0,-1 0-1 0 0,0 0 1 0 0,0 0-1 0 0,-1-1 1 0 0,0 1-1 0 0,-1 0 1 0 0,0-1-1 0 0,-1 1 1 0 0,0-1-1 0 0,-1 1 1 0 0,-1-1-1 0 0,0 1 1 0 0,0 0-1 0 0,-1-1 0 0 0,-5-12 1 0 0,5 18 1 0 0,0 0-1 0 0,0 0 1 0 0,0 0 0 0 0,-1 1 0 0 0,0 0-1 0 0,0-1 1 0 0,-1 1 0 0 0,0 1 0 0 0,1-1-1 0 0,-2 1 1 0 0,1 0 0 0 0,0 0-1 0 0,-7-4 1 0 0,7 6-5 0 0,1 0-1 0 0,-1 0 1 0 0,1 0 0 0 0,-1 1-1 0 0,0-1 1 0 0,1 1 0 0 0,-1 0-1 0 0,0 0 1 0 0,0 1-1 0 0,0 0 1 0 0,0 0 0 0 0,0 0-1 0 0,0 0 1 0 0,0 1-1 0 0,1 0 1 0 0,-1 0 0 0 0,0 0-1 0 0,-8 3 1 0 0,11-3-12 0 0,-1 0 1 0 0,1 0-1 0 0,0 0 1 0 0,0 1-1 0 0,0-1 1 0 0,0 0-1 0 0,0 1 1 0 0,0 0-1 0 0,1-1 1 0 0,-1 1-1 0 0,0 0 1 0 0,1 0-1 0 0,-1 0 1 0 0,1 0-1 0 0,0 0 1 0 0,0 0-1 0 0,-1 0 1 0 0,1 0-1 0 0,1 0 1 0 0,-2 4-1 0 0,2-4-19 0 0,-1 0 1 0 0,1 0-1 0 0,0 0 0 0 0,0 0 1 0 0,0 0-1 0 0,1 0 0 0 0,-1 0 1 0 0,0-1-1 0 0,1 1 0 0 0,-1 0 1 0 0,1 0-1 0 0,0 0 0 0 0,0-1 1 0 0,-1 1-1 0 0,1 0 0 0 0,0 0 1 0 0,0-1-1 0 0,1 1 0 0 0,-1-1 1 0 0,0 1-1 0 0,0-1 0 0 0,1 0 1 0 0,-1 1-1 0 0,1-1 0 0 0,2 2 1 0 0,5 2-138 0 0,0 0-1 0 0,1 0 1 0 0,-1-1 0 0 0,1 0 0 0 0,0 0 0 0 0,19 3-1 0 0,68 7-318 0 0,-17-3 251 0 0,-69-9 218 0 0,0 1 0 0 0,0 0-1 0 0,0 0 1 0 0,0 1 0 0 0,0 0 0 0 0,17 11-1 0 0,-24-13 31 0 0,-1 1-1 0 0,0 0 0 0 0,0-1 1 0 0,0 1-1 0 0,0 0 0 0 0,0 0 0 0 0,0 1 1 0 0,-1-1-1 0 0,1 0 0 0 0,-1 1 0 0 0,0 0 1 0 0,0-1-1 0 0,-1 1 0 0 0,1 0 1 0 0,-1 0-1 0 0,0 0 0 0 0,0 0 0 0 0,0 0 1 0 0,0 0-1 0 0,-1 1 0 0 0,1 7 1 0 0,-2-4 130 0 0,1-1 0 0 0,-1 1 0 0 0,-1 0 0 0 0,1-1 0 0 0,-1 1 1 0 0,-1-1-1 0 0,1 0 0 0 0,-1 1 0 0 0,-1-1 0 0 0,-5 10 0 0 0,8-16 65 0 0,0 0-56 0 0,1-2-133 0 0,0 1 0 0 0,0 0-1 0 0,0 0 1 0 0,0 0 0 0 0,0-1 0 0 0,0 1-1 0 0,0 0 1 0 0,0 0 0 0 0,0 0 0 0 0,0-1 0 0 0,0 1-1 0 0,0 0 1 0 0,0 0 0 0 0,0 0 0 0 0,-1 0 0 0 0,1-1-1 0 0,0 1 1 0 0,0 0 0 0 0,0 0 0 0 0,0 0-1 0 0,0 0 1 0 0,-1-1 0 0 0,1 1 0 0 0,0 0 0 0 0,0 0-1 0 0,0 0 1 0 0,0 0 0 0 0,-1 0 0 0 0,1 0-1 0 0,0 0 1 0 0,0 0 0 0 0,0 0 0 0 0,-1 0 0 0 0,1 0-1 0 0,0 0 1 0 0,0 0 0 0 0,0-1 0 0 0,-1 1-1 0 0,1 1 1 0 0,0-1 0 0 0,0 0 0 0 0,0 0 0 0 0,-1 0-1 0 0,1 0 1 0 0,0 0 0 0 0,0 0 0 0 0,0 0-1 0 0,0 0 1 0 0,-1 0 0 0 0,1 0 0 0 0,4-12 4 0 0,1 1 0 0 0,0-1 1 0 0,1 1-1 0 0,0 0 0 0 0,10-13 1 0 0,43-52-94 0 0,-49 63 75 0 0,22-26-26 0 0,40-36 0 0 0,-60 63 7 0 0,1 1 0 0 0,0 1 0 0 0,1 0 0 0 0,0 1 0 0 0,1 0 0 0 0,28-12-1 0 0,-41 20 19 0 0,0 1 0 0 0,-1-1-1 0 0,1 1 1 0 0,0-1 0 0 0,-1 1-1 0 0,1 0 1 0 0,0 0 0 0 0,-1 0-1 0 0,1 0 1 0 0,0 0 0 0 0,-1 0-1 0 0,1 1 1 0 0,0-1 0 0 0,-1 0-1 0 0,1 1 1 0 0,-1-1 0 0 0,1 1-1 0 0,0 0 1 0 0,-1-1 0 0 0,1 1-1 0 0,-1 0 1 0 0,0 0 0 0 0,1 0-1 0 0,-1 0 1 0 0,0 0 0 0 0,1 1-1 0 0,-1-1 1 0 0,0 0 0 0 0,0 0-1 0 0,0 1 1 0 0,1 1-1 0 0,1 2 9 0 0,-1-1 1 0 0,0 1-1 0 0,0 0 0 0 0,0-1 0 0 0,0 1 0 0 0,-1 0 0 0 0,0 0 0 0 0,2 9 0 0 0,-3 1 125 0 0,0 0 0 0 0,-1-1 1 0 0,0 1-1 0 0,-1 0 1 0 0,-7 24-1 0 0,-28 72 554 0 0,24-75-576 0 0,9-24-18 0 0,1-5-17 0 0,1 0 1 0 0,-1 1-1 0 0,1-1 1 0 0,1 1-1 0 0,-2 12 1 0 0,3-19-68 0 0,0-1 0 0 0,0 1 1 0 0,1-1-1 0 0,-1 1 0 0 0,0-1 0 0 0,0 1 1 0 0,1-1-1 0 0,-1 1 0 0 0,1-1 1 0 0,-1 1-1 0 0,0-1 0 0 0,1 0 0 0 0,-1 1 1 0 0,1-1-1 0 0,-1 0 0 0 0,1 1 0 0 0,-1-1 1 0 0,1 0-1 0 0,-1 1 0 0 0,1-1 0 0 0,-1 0 1 0 0,1 0-1 0 0,-1 0 0 0 0,1 0 0 0 0,-1 1 1 0 0,1-1-1 0 0,0 0 0 0 0,-1 0 0 0 0,2 0 1 0 0,14 1 24 0 0,-15-1-25 0 0,7-1-184 0 0,0 0-1 0 0,-1 0 1 0 0,1-1 0 0 0,0 0 0 0 0,-1 0 0 0 0,1-1 0 0 0,-1 0 0 0 0,0 0 0 0 0,12-7 0 0 0,-3-1-1085 0 0,0 1 0 0 0,25-25 0 0 0,-31 26 230 0 0,-1 0 1 0 0,-1-1-1 0 0,10-13 0 0 0,5-17-5071 0 0,-11 13-572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31 2344 0 0,'-91'-8'7282'0'0,"-28"-2"1076"0"0,43 3-6205 0 0,74 6-2540 0 0,-1 1-303 0 0,-9-1-329 0 0,10 1-408 0 0,-1-1-936 0 0,-9-1-2326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1052 0 0,'-64'23'6375'0'0,"36"-14"-2145"0"0,-35 16 0 0 0,62-25-4176 0 0,1 0 0 0 0,-1 0 0 0 0,1 1 0 0 0,-1-1 0 0 0,1 0 0 0 0,-1 0 0 0 0,1 0 0 0 0,-1 1 0 0 0,1-1 0 0 0,0 0 0 0 0,-1 1 0 0 0,1-1 0 0 0,0 0 0 0 0,-1 1 0 0 0,1-1 0 0 0,0 0 0 0 0,-1 1 0 0 0,1-1 0 0 0,0 1 0 0 0,-1-1 0 0 0,1 0-1 0 0,0 1 1 0 0,0-1 0 0 0,0 1 0 0 0,0-1 0 0 0,-1 1 0 0 0,1 0 0 0 0,10 6 497 0 0,25 1-327 0 0,-33-8-144 0 0,345 27 365 0 0,-217-20-1253 0 0,55 2-2132 0 0,-60-5-2371 0 0,-17-2-1924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6941 0 0,'0'0'22612'0'0,"0"-8"-27184"0"0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62 536 0 0,'2'-4'1058'0'0,"0"1"1"0"0,0 0-1 0 0,0 0 0 0 0,0-1 0 0 0,-1 1 0 0 0,2-8 1 0 0,3-4 1099 0 0,2 0 351 0 0,-8 28-2369 0 0,-1-4-50 0 0,-10 86 248 0 0,-4 0 1 0 0,-30 102 0 0 0,25-134-247 0 0,-4 18-1278 0 0,22-71-269 0 0,0 1 0 0 0,0 21 0 0 0,3-25-1200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40 116 680 0 0,'61'-116'13283'0'0,"-56"142"-12237"0"0,-11 20-423 0 0,-1-1 0 0 0,-3 0 0 0 0,-22 65 1 0 0,5-17-2825 0 0,6 2-5390 0 0,19-78 2285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265 157 1012 0 0,'-6'-62'5517'0'0,"-2"-32"875"0"0,18 103-6091 0 0,2 7-219 0 0,-2 1 0 0 0,0 0 0 0 0,-1 0 0 0 0,13 35 1 0 0,-10-22-33 0 0,17 38 17 0 0,-4 2 0 0 0,-2 1 0 0 0,20 116 0 0 0,-34-129 4 0 0,-3 1 0 0 0,-3-1 0 0 0,-2 1 0 0 0,-2-1 0 0 0,-11 65 0 0 0,-4-30 80 0 0,-4-1 0 0 0,-38 105 0 0 0,-88 168-688 0 0,48-167-1673 0 0,25-69-2267 0 0,22-41-725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511 273 512 0 0,'1'-31'10232'0'0,"-8"48"-6635"0"0,6-15-2893 0 0,-1-1-70 0 0,-1 1-536 0 0,-1-1-1 0 0,1 0 0 0 0,0 0 1 0 0,-1 0-1 0 0,1 0 0 0 0,-1 0 1 0 0,0 0-1 0 0,1-1 0 0 0,-1 0 1 0 0,1 0-1 0 0,-1 0 0 0 0,0 0 0 0 0,1 0 1 0 0,-1-1-1 0 0,1 0 0 0 0,-1 0 1 0 0,1 0-1 0 0,-1 0 0 0 0,1 0 1 0 0,0-1-1 0 0,-1 1 0 0 0,1-1 1 0 0,0 0-1 0 0,0 0 0 0 0,0 0 0 0 0,0 0 1 0 0,1-1-1 0 0,-1 1 0 0 0,0-1 1 0 0,1 1-1 0 0,0-1 0 0 0,0 0 1 0 0,0 0-1 0 0,0 0 0 0 0,0 0 1 0 0,0-1-1 0 0,1 1 0 0 0,-2-6 0 0 0,1-1-102 0 0,1-1 0 0 0,0 1 0 0 0,0 0-1 0 0,1-1 1 0 0,1 1 0 0 0,0 0 0 0 0,0-1-1 0 0,1 1 1 0 0,0 0 0 0 0,1 0 0 0 0,0 0-1 0 0,1 0 1 0 0,0 0 0 0 0,0 1 0 0 0,1 0-1 0 0,0 0 1 0 0,13-16 0 0 0,-17 23-1 0 0,-1 1 1 0 0,1 0-1 0 0,0 0 1 0 0,1 0-1 0 0,-1 0 1 0 0,0 0-1 0 0,0 0 0 0 0,0 0 1 0 0,0 0-1 0 0,1 1 1 0 0,-1-1-1 0 0,0 0 1 0 0,1 1-1 0 0,-1-1 1 0 0,1 1-1 0 0,-1 0 1 0 0,1-1-1 0 0,-1 1 0 0 0,1 0 1 0 0,-1 0-1 0 0,1 0 1 0 0,-1 0-1 0 0,3 0 1 0 0,-2 1-2 0 0,0 0 1 0 0,0 0 0 0 0,0 0 0 0 0,0 0-1 0 0,0 0 1 0 0,0 0 0 0 0,0 0-1 0 0,-1 1 1 0 0,1-1 0 0 0,0 1 0 0 0,-1 0-1 0 0,1-1 1 0 0,1 4 0 0 0,3 4-5 0 0,-1-1 0 0 0,-1 1 0 0 0,1-1 0 0 0,-2 1 0 0 0,1 1 0 0 0,2 9 0 0 0,2 19 43 0 0,0 2 0 0 0,-3-1 0 0 0,-1 1 0 0 0,-2 0 0 0 0,-2-1-1 0 0,-2 1 1 0 0,-7 44 0 0 0,4-54 413 0 0,-1-1 0 0 0,-1 0 0 0 0,-2-1 0 0 0,0 0 0 0 0,-3-1 0 0 0,0 1 0 0 0,-1-2 0 0 0,-2 0 0 0 0,0-1 0 0 0,-24 28 0 0 0,32-44-159 0 0,-1 0 0 0 0,0-1 0 0 0,-1 0 0 0 0,1-1 1 0 0,-2 0-1 0 0,1 0 0 0 0,-1-1 0 0 0,0 0 0 0 0,0-1 0 0 0,0 0 0 0 0,-1-1 0 0 0,0 0 0 0 0,-13 3 0 0 0,16-5-216 0 0,0-1 1 0 0,0 0-1 0 0,0 0 0 0 0,0-1 0 0 0,-1 0 1 0 0,1-1-1 0 0,0 0 0 0 0,0 0 0 0 0,0-1 1 0 0,0 1-1 0 0,1-2 0 0 0,-1 1 0 0 0,0-1 1 0 0,1-1-1 0 0,0 1 0 0 0,-1-1 0 0 0,1 0 1 0 0,1-1-1 0 0,-8-6 0 0 0,-20-15 44 0 0,-2-2-1084 0 0,13 8-3565 0 0,43 28-10903 0 0,-5-6 9029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531 128 2820 0 0,'22'-38'4142'0'0,"32"-45"4312"0"0,-54 82-8406 0 0,0 1 0 0 0,0 0-1 0 0,0-1 1 0 0,0 1 0 0 0,1 0 0 0 0,-1-1-1 0 0,0 1 1 0 0,0 0 0 0 0,1-1 0 0 0,-1 1-1 0 0,0 0 1 0 0,0 0 0 0 0,1-1 0 0 0,-1 1-1 0 0,0 0 1 0 0,1 0 0 0 0,-1 0 0 0 0,0-1-1 0 0,1 1 1 0 0,-1 0 0 0 0,0 0 0 0 0,1 0-1 0 0,-1 0 1 0 0,0 0 0 0 0,1 0 0 0 0,-1 0-1 0 0,1-1 1 0 0,-1 1 0 0 0,0 0 0 0 0,1 1-1 0 0,3 9 756 0 0,-6 24 152 0 0,1-32-797 0 0,-43 237 4007 0 0,25-153-3268 0 0,-1 12-139 0 0,-116 671 1687 0 0,131-727-2369 0 0,2 0-1 0 0,2 0 1 0 0,2 1-1 0 0,8 54 1 0 0,-8-90-70 0 0,1 1 1 0 0,0-2-1 0 0,0 1 1 0 0,0 0-1 0 0,1 0 1 0 0,0 0-1 0 0,0-1 1 0 0,0 0-1 0 0,1 0 1 0 0,0 0-1 0 0,0 0 1 0 0,1 0-1 0 0,0-1 1 0 0,5 6-1 0 0,-6-8-3 0 0,-1-1-1 0 0,1 1 1 0 0,0-1-1 0 0,0 0 0 0 0,0 0 1 0 0,0 0-1 0 0,0-1 1 0 0,0 1-1 0 0,0-1 0 0 0,1 0 1 0 0,-1 0-1 0 0,0-1 1 0 0,1 1-1 0 0,-1-1 0 0 0,1 0 1 0 0,-1 0-1 0 0,0-1 1 0 0,1 1-1 0 0,-1-1 0 0 0,0 0 1 0 0,1 0-1 0 0,-1 0 0 0 0,8-4 1 0 0,-6 3-2 0 0,0-1-1 0 0,-1 0 1 0 0,1 0 0 0 0,-1 0 0 0 0,1-1 0 0 0,-1 0-1 0 0,-1 0 1 0 0,1 0 0 0 0,0 0 0 0 0,-1-1 0 0 0,0 0-1 0 0,0 0 1 0 0,0 0 0 0 0,-1 0 0 0 0,0-1 0 0 0,0 0 0 0 0,0 1-1 0 0,0-1 1 0 0,-1 0 0 0 0,0 0 0 0 0,-1 0 0 0 0,1 0-1 0 0,-1-1 1 0 0,0 1 0 0 0,-1 0 0 0 0,1-9 0 0 0,-2 3-2 0 0,0-1 0 0 0,0 1 0 0 0,-1 0 0 0 0,-1-1 1 0 0,0 1-1 0 0,0 0 0 0 0,-1 1 0 0 0,-1-1 0 0 0,0 1 1 0 0,-1 0-1 0 0,0 0 0 0 0,-13-17 0 0 0,1 5-13 0 0,-2 1-1 0 0,-1 1 0 0 0,0 1 1 0 0,-2 1-1 0 0,0 1 0 0 0,-50-29 1 0 0,-168-71-91 0 0,124 65 49 0 0,114 52-24 0 0,0 0-1 0 0,0-1 0 0 0,0 0 1 0 0,1 1-1 0 0,-1-1 0 0 0,0 0 0 0 0,1-1 1 0 0,-1 1-1 0 0,1 0 0 0 0,0-1 0 0 0,-4-4 1 0 0,6 6 2 0 0,-1 0 0 0 0,1 0 1 0 0,0-1-1 0 0,-1 1 0 0 0,1 0 1 0 0,0-1-1 0 0,-1 1 0 0 0,1-1 1 0 0,0 1-1 0 0,0 0 0 0 0,0-1 1 0 0,1 1-1 0 0,-1-1 0 0 0,0 1 1 0 0,0 0-1 0 0,1-1 0 0 0,-1 1 1 0 0,1 0-1 0 0,-1 0 0 0 0,1-1 1 0 0,-1 1-1 0 0,1 0 0 0 0,0 0 1 0 0,0 0-1 0 0,-1-1 0 0 0,1 1 1 0 0,0 0-1 0 0,0 0 1 0 0,0 1-1 0 0,2-3 0 0 0,15-12-1130 0 0,0 1-1 0 0,0 0 0 0 0,39-20 0 0 0,66-26-3516 0 0,-87 44 3179 0 0,33-15-2713 0 0,6 0-1954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38 1816 0 0,'-10'-17'6544'0'0,"9"15"-6163"0"0,1 0-1 0 0,-1 1 1 0 0,0-1 0 0 0,0 0-1 0 0,0 1 1 0 0,-1-1 0 0 0,1 1-1 0 0,0-1 1 0 0,-1 1 0 0 0,-1-2-1 0 0,2 2 274 0 0,-9 46 3087 0 0,-21 206 2296 0 0,-41 122-3689 0 0,15-83-2099 0 0,52-263-897 0 0,-12 84-1115 0 0,16-55-2121 0 0,2-44 1052 0 0,0-1 1 0 0,5 20 0 0 0,-1-12-5552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69 375 1480 0 0,'65'-176'16743'0'0,"-56"162"-15154"0"0,-7 25-639 0 0,-7 27-50 0 0,5-37-868 0 0,-24 122 2109 0 0,-51 151 0 0 0,55-204-1772 0 0,2-14 855 0 0,17-54-1061 0 0,-1-23 219 0 0,7-20-449 0 0,1 1-1 0 0,21-75 1 0 0,40-73-244 0 0,-44 131 165 0 0,3 2 0 0 0,1 0 0 0 0,62-88 0 0 0,-86 139 127 0 0,0-1 1 0 0,1 1-1 0 0,-1 0 0 0 0,1 0 1 0 0,0 1-1 0 0,0-1 0 0 0,1 1 1 0 0,-1 0-1 0 0,6-3 0 0 0,-9 6 13 0 0,1-1 0 0 0,0 0 0 0 0,-1 1 0 0 0,1-1-1 0 0,0 1 1 0 0,0-1 0 0 0,0 1 0 0 0,-1 0-1 0 0,1 0 1 0 0,0 0 0 0 0,0 0 0 0 0,0 0 0 0 0,0 0-1 0 0,-1 0 1 0 0,1 1 0 0 0,0-1 0 0 0,0 1-1 0 0,0-1 1 0 0,-1 1 0 0 0,1 0 0 0 0,0 0 0 0 0,-1-1-1 0 0,1 1 1 0 0,-1 0 0 0 0,1 1 0 0 0,-1-1-1 0 0,1 0 1 0 0,-1 0 0 0 0,2 2 0 0 0,4 6 1 0 0,0 1 0 0 0,-1-1 0 0 0,0 1 1 0 0,0 0-1 0 0,-1 0 0 0 0,0 0 0 0 0,-1 1 0 0 0,0 0 1 0 0,4 22-1 0 0,-1 4 86 0 0,3 63 0 0 0,-6 195 393 0 0,-5-181-9798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59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75 126 2096 0 0,'-18'-8'4699'0'0,"1"-1"0"0"0,-21-14 0 0 0,36 22-4063 0 0,2 0-583 0 0,0 1 0 0 0,1-1 0 0 0,-1 0 0 0 0,0 0 1 0 0,0 0-1 0 0,1 0 0 0 0,-1 0 0 0 0,1 1 0 0 0,-1-1 0 0 0,1 0 1 0 0,-1 0-1 0 0,1 1 0 0 0,-1-1 0 0 0,1 0 0 0 0,0 1 0 0 0,-1-1 1 0 0,1 0-1 0 0,0 1 0 0 0,-1-1 0 0 0,1 1 0 0 0,0 0 0 0 0,0-1 0 0 0,0 1 1 0 0,1-1-1 0 0,25-8 264 0 0,-22 8-253 0 0,160-27-306 0 0,-101 19-2444 0 0,0-2-3399 0 0,-24 2-1037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62 636 0 0,'15'-61'16292'0'0,"-5"87"-13337"0"0,-8 0-1459 0 0,-1 1 0 0 0,-1-1 0 0 0,-6 46 0 0 0,-21 79 70 0 0,23-132-1399 0 0,-45 166 825 0 0,7-36-1253 0 0,23-48-2767 0 0,18-95 2299 0 0,1 1 1 0 0,-1-1-1 0 0,1 0 1 0 0,0 1-1 0 0,2 10 1 0 0,-1-15 223 0 0,-1 0 0 0 0,1 0 0 0 0,-1 0 0 0 0,1 0 0 0 0,0 0 1 0 0,0-1-1 0 0,0 1 0 0 0,0 0 0 0 0,0 0 0 0 0,1-1 0 0 0,-1 1 0 0 0,0-1 0 0 0,1 1 0 0 0,-1-1 0 0 0,1 1 1 0 0,0-1-1 0 0,-1 0 0 0 0,1 0 0 0 0,0 0 0 0 0,0 0 0 0 0,2 1 0 0 0,13 5-6915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0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2148 0 0,'23'-56'14736'0'0,"-17"40"-11589"0"0,-5 15-3088 0 0,-1 0 0 0 0,0 0 0 0 0,0 0 0 0 0,1 0 0 0 0,-1 0 0 0 0,1 0 0 0 0,-1 0 0 0 0,1 0 0 0 0,-1 0 0 0 0,1 0 0 0 0,0 0 0 0 0,-1 1 0 0 0,1-1 0 0 0,0 0 0 0 0,0 0 0 0 0,-1 1 0 0 0,1-1 0 0 0,0 0 0 0 0,0 1 0 0 0,0-1 0 0 0,0 1 0 0 0,0-1 0 0 0,0 1 0 0 0,0-1 0 0 0,1 1 0 0 0,18-6-131 0 0,-1 2 1 0 0,1 0-1 0 0,-1 1 0 0 0,24 0 1 0 0,-15 2-3737 0 0,1 1-3433 0 0,-12 0-513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3172 0 0,'-26'9'2695'0'0,"2"-2"575"0"0,1 2 1 0 0,1 0 0 0 0,-31 18 0 0 0,51-26-2875 0 0,10 7 218 0 0,-3-6-545 0 0,1 1 0 0 0,0-1-1 0 0,0-1 1 0 0,0 1-1 0 0,1-1 1 0 0,-1 0 0 0 0,0 0-1 0 0,0-1 1 0 0,1 0-1 0 0,6-1 1 0 0,3 1 3 0 0,197-5-3192 0 0,-168 0-1425 0 0,52-13 1 0 0,-44 4-1630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152 142 1204 0 0,'8'-37'12050'0'0,"-26"48"-9456"0"0,1 11-1187 0 0,1 1 0 0 0,-18 33 0 0 0,18-25-862 0 0,2 0 0 0 0,1 1 0 0 0,-12 46 0 0 0,23-69-475 0 0,0 0-1 0 0,1 0 0 0 0,0 0 0 0 0,0 0 1 0 0,1 1-1 0 0,0-1 0 0 0,2 13 0 0 0,-1-19-50 0 0,-1-1 0 0 0,1 1 0 0 0,-1-1 0 0 0,1 1 0 0 0,0-1 0 0 0,0 0 0 0 0,0 1 1 0 0,0-1-1 0 0,0 0 0 0 0,0 0 0 0 0,1 1 0 0 0,-1-1 0 0 0,1 0 0 0 0,-1 0 0 0 0,1-1 0 0 0,0 1 0 0 0,0 0 0 0 0,0-1 0 0 0,0 1 0 0 0,0-1 0 0 0,0 1 0 0 0,0-1 0 0 0,0 0 0 0 0,1 0 0 0 0,-1 0 0 0 0,0 0 0 0 0,1 0 0 0 0,-1-1 0 0 0,1 1 0 0 0,-1-1 0 0 0,1 0 0 0 0,-1 1 0 0 0,4-1 0 0 0,0-1 7 0 0,1 1 0 0 0,-1-1 0 0 0,1 0-1 0 0,-1 0 1 0 0,0-1 0 0 0,0 0 0 0 0,0 0 0 0 0,0-1 0 0 0,0 1-1 0 0,0-1 1 0 0,6-4 0 0 0,-2 0 15 0 0,-1 0 0 0 0,1-1 0 0 0,-2 0 0 0 0,1-1 1 0 0,12-15-1 0 0,-8 5 170 0 0,0 0 1 0 0,-1-1 0 0 0,-1 0-1 0 0,-1-1 1 0 0,15-43-1 0 0,-20 47-11 0 0,0-1 0 0 0,-1 1 0 0 0,-1-1-1 0 0,-1 0 1 0 0,0 0 0 0 0,-1 0 0 0 0,-1 0-1 0 0,-1 0 1 0 0,0 0 0 0 0,-2 0-1 0 0,-5-25 1 0 0,7 41-274 0 0,1 0 0 0 0,-1 0 0 0 0,1 1 0 0 0,-1-1 0 0 0,0 0 0 0 0,0 0 0 0 0,0 0 0 0 0,0 1 0 0 0,0-1 0 0 0,0 0 0 0 0,0 1 0 0 0,0-1 0 0 0,-1 1 0 0 0,1-1 0 0 0,-1 1 0 0 0,1 0 0 0 0,-1-1 0 0 0,0 1 0 0 0,1 0 0 0 0,-1 0 0 0 0,0 0 0 0 0,0 1 0 0 0,0-1 0 0 0,1 0 0 0 0,-1 1 0 0 0,0-1 0 0 0,0 1 0 0 0,0-1 0 0 0,0 1 0 0 0,0 0 0 0 0,0 0 0 0 0,0 0 0 0 0,0 0 0 0 0,0 0 0 0 0,0 0 0 0 0,0 1 0 0 0,0-1 0 0 0,0 1 0 0 0,0-1 0 0 0,0 1 0 0 0,0 0 0 0 0,0 0 0 0 0,-2 2 0 0 0,-4 1-862 0 0,0 0 0 0 0,1 1 0 0 0,0 0 0 0 0,0 0 1 0 0,0 1-1 0 0,0 0 0 0 0,1 0 0 0 0,-10 14 0 0 0,1 1-4395 0 0,0 0-2928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 3472 0 0,'0'0'5603'0'0,"14"4"-171"0"0,-13-1-5308 0 0,0-1 1 0 0,0 0-1 0 0,0 0 1 0 0,-1 0-1 0 0,1 0 1 0 0,0 1-1 0 0,-1-1 1 0 0,0 0-1 0 0,1 0 1 0 0,-1 1-1 0 0,0-1 1 0 0,0 0-1 0 0,0 1 1 0 0,-1-1-1 0 0,1 0 1 0 0,-1 1-1 0 0,1-1 1 0 0,-1 0-1 0 0,-1 4 1 0 0,-2 5 38 0 0,0 1 0 0 0,-10 18 0 0 0,-4 0-44 0 0,-1-1 0 0 0,-1-1 0 0 0,-44 47 1 0 0,-8-3-1845 0 0,-3-4-3906 0 0,62-56 4128 0 0,-22 20-5197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100 696 2436 0 0,'-25'-1'4121'0'0,"20"0"-3537"0"0,-1 1 0 0 0,1 0 0 0 0,0 0 0 0 0,-1 0 0 0 0,-9 3 1 0 0,14-3-506 0 0,-1 1 1 0 0,0 0 0 0 0,0-1-1 0 0,1 1 1 0 0,-1 0-1 0 0,0 0 1 0 0,1 0 0 0 0,-1 1-1 0 0,1-1 1 0 0,0 0 0 0 0,-1 0-1 0 0,1 1 1 0 0,0-1 0 0 0,0 1-1 0 0,-1-1 1 0 0,1 1-1 0 0,0-1 1 0 0,1 1 0 0 0,-1 0-1 0 0,0 0 1 0 0,0-1 0 0 0,1 1-1 0 0,-1 0 1 0 0,1 0 0 0 0,0 0-1 0 0,-1 2 1 0 0,0 4 176 0 0,1 0 1 0 0,-1-1-1 0 0,1 1 0 0 0,2 9 1 0 0,-2-17-226 0 0,0 2 46 0 0,0 0 1 0 0,0 0-1 0 0,0 0 1 0 0,0 0 0 0 0,1 0-1 0 0,-1 0 1 0 0,1 0 0 0 0,-1 0-1 0 0,1 0 1 0 0,0 0-1 0 0,0 0 1 0 0,0 0 0 0 0,0-1-1 0 0,0 1 1 0 0,0 0 0 0 0,0-1-1 0 0,1 1 1 0 0,-1-1-1 0 0,1 1 1 0 0,-1-1 0 0 0,1 0-1 0 0,-1 1 1 0 0,1-1 0 0 0,0 0-1 0 0,0 0 1 0 0,-1 0 0 0 0,1 0-1 0 0,0-1 1 0 0,0 1-1 0 0,0 0 1 0 0,0-1 0 0 0,0 0-1 0 0,3 1 1 0 0,2-1-2 0 0,0 0-1 0 0,0-1 1 0 0,0 0 0 0 0,0 0-1 0 0,0 0 1 0 0,0-1 0 0 0,-1 0-1 0 0,8-4 1 0 0,1 0-38 0 0,-1-2 0 0 0,1 0 0 0 0,-2 0 0 0 0,1-1 0 0 0,-1-1 0 0 0,0-1 0 0 0,-1 1 0 0 0,12-15 0 0 0,7-11 0 0 0,41-58 1 0 0,-10-2 83 0 0,92-187 1 0 0,-79 111 2542 0 0,-57 132-1986 0 0,-17 38-609 0 0,-2 4-28 0 0,-12 50 224 0 0,-25 63 0 0 0,-1 4 129 0 0,13-31-251 0 0,-26 102 207 0 0,42-145-402 0 0,3 0 0 0 0,-4 57 1 0 0,10-91-648 0 0,1 0 0 0 0,3 21 0 0 0,-3-29 167 0 0,1 0 0 0 0,0 0-1 0 0,-1 0 1 0 0,1-1-1 0 0,1 1 1 0 0,-1 0 0 0 0,0-1-1 0 0,1 1 1 0 0,1 2-1 0 0,14 4-11891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223 296 2300 0 0,'-23'-19'3158'0'0,"-1"1"0"0"0,-30-18 0 0 0,-14-9 2413 0 0,56 36-4398 0 0,-1 0 0 0 0,-15-7 0 0 0,29 16-1153 0 0,1 1 1 0 0,0-1-1 0 0,-1 1 0 0 0,1-1 1 0 0,0 0-1 0 0,-1 0 0 0 0,1 0 1 0 0,0 0-1 0 0,0 0 1 0 0,-1 0-1 0 0,3 0 0 0 0,4-1 19 0 0,198 17 335 0 0,75 4-937 0 0,-204-18-247 0 0,125-13 0 0 0,-187 9 729 0 0,1-1 0 0 0,-1 0 0 0 0,0-1 0 0 0,-1 0 0 0 0,1-2 0 0 0,-1 0 0 0 0,20-11 0 0 0,-26 13 78 0 0,-1-1-1 0 0,0 0 1 0 0,-1 0-1 0 0,1 0 1 0 0,-1-1 0 0 0,0 0-1 0 0,-1 0 1 0 0,1-1-1 0 0,-1 0 1 0 0,-1 0-1 0 0,1 0 1 0 0,-1 0-1 0 0,0-1 1 0 0,-1 1-1 0 0,4-11 1 0 0,-5 2 130 0 0,-11 23-70 0 0,-12 26-10 0 0,-9 26 90 0 0,-31 89 0 0 0,-9 70 406 0 0,64-198-500 0 0,-76 285 562 0 0,77-286-481 0 0,2 2 466 0 0,3-19-338 0 0,3-3-162 0 0,9-7-51 0 0,1 0-1 0 0,-2-1 1 0 0,1-1-1 0 0,-1 0 0 0 0,-1 0 1 0 0,15-18-1 0 0,8-8-19 0 0,115-99 27 0 0,-128 120-63 0 0,0 0 0 0 0,1 2 0 0 0,0 0 0 0 0,1 2 0 0 0,0 0 0 0 0,26-8 0 0 0,-46 18 13 0 0,0 1 0 0 0,0-1 0 0 0,0 1 0 0 0,0-1 0 0 0,0 1 0 0 0,0 0 0 0 0,0 0 0 0 0,0-1 0 0 0,0 2 1 0 0,0-1-1 0 0,0 0 0 0 0,0 0 0 0 0,0 1 0 0 0,0-1 0 0 0,0 1 0 0 0,0-1 0 0 0,0 1 0 0 0,0 0 0 0 0,-1 0 0 0 0,1-1 0 0 0,0 2 0 0 0,3 1 0 0 0,-4-1 5 0 0,1 0 0 0 0,0 0 0 0 0,-1 1-1 0 0,1-1 1 0 0,-1 0 0 0 0,0 1 0 0 0,0-1-1 0 0,1 1 1 0 0,-2-1 0 0 0,1 1-1 0 0,0 0 1 0 0,-1-1 0 0 0,1 1 0 0 0,-1 0-1 0 0,0 0 1 0 0,0 4 0 0 0,0 7 92 0 0,-1-1-1 0 0,-1 1 1 0 0,-1-1-1 0 0,-6 25 1 0 0,-26 52 296 0 0,4-9-211 0 0,27-67-145 0 0,-7 18 79 0 0,-7 42-1 0 0,18-73-106 0 0,0 0 1 0 0,0 0-1 0 0,0 0 0 0 0,0 0 0 0 0,0 0 0 0 0,0 0 1 0 0,1 0-1 0 0,-1 0 0 0 0,0 0 0 0 0,0 0 1 0 0,1-1-1 0 0,-1 1 0 0 0,1 0 0 0 0,-1 0 1 0 0,1 0-1 0 0,-1 0 0 0 0,1-1 0 0 0,0 1 0 0 0,-1 0 1 0 0,1-1-1 0 0,0 1 0 0 0,-1 0 0 0 0,1-1 1 0 0,0 1-1 0 0,0-1 0 0 0,0 1 0 0 0,0-1 1 0 0,-1 0-1 0 0,1 1 0 0 0,0-1 0 0 0,0 0 0 0 0,0 1 1 0 0,0-1-1 0 0,0 0 0 0 0,1 0 0 0 0,35 3 71 0 0,-35-3-76 0 0,23-1 20 0 0,1-1 0 0 0,-1-1 0 0 0,1-2 1 0 0,-1-1-1 0 0,48-17 0 0 0,-32 7-42 0 0,0-3 0 0 0,60-36 0 0 0,-77 40 19 0 0,0-1 0 0 0,-2 0 0 0 0,0-2 0 0 0,0-1 0 0 0,-2 0 0 0 0,-1-1 0 0 0,0-2 0 0 0,-1 0 0 0 0,26-44 0 0 0,-43 65 2 0 0,0-1-1 0 0,0 1 1 0 0,0-1-1 0 0,0 1 0 0 0,0-1 1 0 0,-1 0-1 0 0,1 1 1 0 0,-1-1-1 0 0,1 0 0 0 0,-1 1 1 0 0,0-1-1 0 0,1 0 1 0 0,-1 0-1 0 0,0 1 0 0 0,0-1 1 0 0,0 0-1 0 0,0 0 1 0 0,-1 0-1 0 0,1 1 0 0 0,0-1 1 0 0,-1-2-1 0 0,-1 4 1 0 0,0 0 0 0 0,1 0 0 0 0,-1 0 0 0 0,0 0 0 0 0,0 0 0 0 0,1 0 0 0 0,-1 0 0 0 0,0 1 0 0 0,1-1-1 0 0,-1 0 1 0 0,0 1 0 0 0,1 0 0 0 0,-1-1 0 0 0,-1 2 0 0 0,-6 3-1 0 0,-1 1 0 0 0,1 0 0 0 0,0 0 0 0 0,1 1 1 0 0,0 0-1 0 0,-11 12 0 0 0,3-1 5 0 0,-25 38 0 0 0,34-46 1 0 0,0 2-1 0 0,1-1 0 0 0,0 1 0 0 0,0 0 1 0 0,2 0-1 0 0,-7 23 0 0 0,10-31 4 0 0,1-1 0 0 0,-1 1 0 0 0,1 0-1 0 0,0 0 1 0 0,0-1 0 0 0,0 1 0 0 0,0 0 0 0 0,0 0-1 0 0,1-1 1 0 0,0 1 0 0 0,0 0 0 0 0,0-1 0 0 0,0 1-1 0 0,0-1 1 0 0,1 1 0 0 0,0-1 0 0 0,0 0 0 0 0,0 1-1 0 0,0-1 1 0 0,0 0 0 0 0,0 0 0 0 0,1-1 0 0 0,-1 1-1 0 0,1 0 1 0 0,0-1 0 0 0,0 0 0 0 0,0 1 0 0 0,4 1-1 0 0,10 5-355 0 0,1 0-1 0 0,0-2 0 0 0,0 0 0 0 0,0-1 0 0 0,1 0 0 0 0,28 3 0 0 0,1-3-4902 0 0,70 1 1 0 0,-62-7-2654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70 504 2688 0 0,'-69'20'12160'0'0,"102"-42"-11399"0"0,232-113 69 0 0,-216 105-782 0 0,-1-2 0 0 0,-1-2 1 0 0,46-46-1 0 0,-38 25 29 0 0,56-72 0 0 0,-111 127-78 0 0,0-1 0 0 0,0 1 0 0 0,1 0-1 0 0,-1 0 1 0 0,0 0 0 0 0,0-1 0 0 0,1 1-1 0 0,-1 0 1 0 0,0 0 0 0 0,0-1 0 0 0,0 1 0 0 0,0 0-1 0 0,1 0 1 0 0,-1-1 0 0 0,0 1 0 0 0,0 0 0 0 0,0 0-1 0 0,0-1 1 0 0,0 1 0 0 0,0 0 0 0 0,0-1-1 0 0,0 1 1 0 0,0 0 0 0 0,0 0 0 0 0,0-1 0 0 0,0 1-1 0 0,0 0 1 0 0,0-1 0 0 0,0 1 0 0 0,0-1-1 0 0,-9 2-18 0 0,7 0 17 0 0,-1 0 0 0 0,1 0 0 0 0,0 0 1 0 0,0 0-1 0 0,0 1 0 0 0,0-1 0 0 0,0 1 0 0 0,1-1 0 0 0,-4 4 0 0 0,0 3-1 0 0,1-1 0 0 0,0 1 0 0 0,1 0 1 0 0,0 0-1 0 0,0 0 0 0 0,1 0 0 0 0,0 1 0 0 0,0-1 1 0 0,1 1-1 0 0,0-1 0 0 0,0 1 0 0 0,2 14 0 0 0,2 4-26 0 0,1-1 1 0 0,13 46-1 0 0,-10-52 191 0 0,-2 1-1 0 0,0 0 1 0 0,-2 0 0 0 0,0 0 0 0 0,-1 27 0 0 0,-2-43 37 0 0,0 0 0 0 0,-1 0 0 0 0,0-1 0 0 0,0 1 0 0 0,0 0 0 0 0,-1-1 0 0 0,1 1 0 0 0,-1-1 1 0 0,0 0-1 0 0,0 0 0 0 0,-1 1 0 0 0,1-1 0 0 0,-1 0 0 0 0,0-1 0 0 0,0 1 0 0 0,-4 3 0 0 0,1-2 49 0 0,0-1-1 0 0,0 0 1 0 0,0 0-1 0 0,0 0 1 0 0,0-1 0 0 0,-1 0-1 0 0,0 0 1 0 0,1-1-1 0 0,-14 3 1 0 0,4-2 63 0 0,0-1 0 0 0,-1 0 1 0 0,1-1-1 0 0,0-1 0 0 0,0-1 1 0 0,0 0-1 0 0,-1-1 0 0 0,-27-8 0 0 0,36 8-306 0 0,-28-11 290 0 0,34 12-385 0 0,1 1 1 0 0,-1-1-1 0 0,1 0 1 0 0,-1 0-1 0 0,0 0 1 0 0,1-1-1 0 0,0 1 1 0 0,-1 0-1 0 0,1-1 1 0 0,0 1-1 0 0,0 0 0 0 0,-1-1 1 0 0,1 0-1 0 0,0 1 1 0 0,1-1-1 0 0,-2-1 1 0 0,2 1-126 0 0,1 0 1 0 0,-1 0-1 0 0,1 0 0 0 0,-1 0 1 0 0,1 0-1 0 0,0 1 0 0 0,0-1 0 0 0,0 0 1 0 0,0 0-1 0 0,0 1 0 0 0,0-1 1 0 0,0 1-1 0 0,0-1 0 0 0,1 1 1 0 0,2-3-1 0 0,5-3-1359 0 0,1 0 0 0 0,-1 1 0 0 0,1 0 0 0 0,20-8 0 0 0,-13 6-1791 0 0,14-7-4447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5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264 616 816 0 0,'42'-63'15045'0'0,"-41"61"-13697"0"0,0 7-1234 0 0,-1-1-1 0 0,1 0 1 0 0,-1 0 0 0 0,1 0-1 0 0,-1 0 1 0 0,-1 1 0 0 0,1-1-1 0 0,-1 0 1 0 0,1 0 0 0 0,-1 0 0 0 0,0 0-1 0 0,-3 6 1 0 0,-1 12 205 0 0,0 4-83 0 0,-1 2-67 0 0,2 0 1 0 0,0 1 0 0 0,2 0 0 0 0,2 31 0 0 0,0-54-145 0 0,1 1 0 0 0,0 0 1 0 0,0-1-1 0 0,0 1 0 0 0,1-1 0 0 0,0 1 1 0 0,0-1-1 0 0,1 0 0 0 0,0 0 0 0 0,0 0 1 0 0,0 0-1 0 0,0 0 0 0 0,1-1 1 0 0,0 0-1 0 0,1 0 0 0 0,-1 0 0 0 0,1 0 1 0 0,0 0-1 0 0,0-1 0 0 0,0 0 0 0 0,0 0 1 0 0,1 0-1 0 0,7 3 0 0 0,-8-5-17 0 0,1-1-1 0 0,-1 1 0 0 0,0-1 0 0 0,0 0 1 0 0,0 0-1 0 0,1-1 0 0 0,-1 1 1 0 0,0-1-1 0 0,1 0 0 0 0,-1-1 1 0 0,0 1-1 0 0,0-1 0 0 0,1 0 0 0 0,-1-1 1 0 0,0 1-1 0 0,0-1 0 0 0,0 0 1 0 0,0 0-1 0 0,-1 0 0 0 0,1-1 1 0 0,-1 0-1 0 0,1 0 0 0 0,3-3 1 0 0,7-6-12 0 0,-1 0 1 0 0,0-1 0 0 0,-1-1 0 0 0,0 0 0 0 0,12-17 0 0 0,81-138 93 0 0,-75 117 62 0 0,-31 52-152 0 0,0 0 1 0 0,0 1-1 0 0,0-1 1 0 0,0 0 0 0 0,0 0-1 0 0,0 0 1 0 0,0 1-1 0 0,1-1 1 0 0,-1 0-1 0 0,0 0 1 0 0,0 0-1 0 0,0 1 1 0 0,0-1-1 0 0,0 0 1 0 0,1 0-1 0 0,-1 0 1 0 0,0 0-1 0 0,0 1 1 0 0,0-1-1 0 0,1 0 1 0 0,-1 0-1 0 0,0 0 1 0 0,0 0-1 0 0,0 0 1 0 0,1 0-1 0 0,-1 0 1 0 0,0 0-1 0 0,0 1 1 0 0,0-1-1 0 0,1 0 1 0 0,-1 0-1 0 0,0 0 1 0 0,0 0-1 0 0,1 0 1 0 0,-1 0-1 0 0,0 0 1 0 0,0 0 0 0 0,1-1-1 0 0,-1 1 1 0 0,0 0-1 0 0,0 0 1 0 0,0 0-1 0 0,1 0 1 0 0,-1 0-1 0 0,0 0 1 0 0,0 0-1 0 0,0 0 1 0 0,1-1-1 0 0,-1 1 1 0 0,0 0-1 0 0,0 0 1 0 0,0 0-1 0 0,0 0 1 0 0,1-1-1 0 0,-1 1 1 0 0,0 0-1 0 0,0 0 1 0 0,0 0-1 0 0,0-1 1 0 0,0 1-1 0 0,0 0 1 0 0,0 0-1 0 0,1-1 1 0 0,1 20 9 0 0,-3 6 195 0 0,-1-1 1 0 0,-2 1 0 0 0,-8 36 0 0 0,-28 70 839 0 0,34-112-900 0 0,-134 362 2460 0 0,96-278-1193 0 0,-93 155-1 0 0,128-243-1158 0 0,-1-1 0 0 0,-1-1 0 0 0,1 1 0 0 0,-2-2 0 0 0,0 0 0 0 0,-1 0 0 0 0,0-1 0 0 0,-25 17 0 0 0,33-25-187 0 0,0 0 0 0 0,0 0-1 0 0,0-1 1 0 0,-1 0-1 0 0,1 0 1 0 0,-1 0-1 0 0,1 0 1 0 0,-1-1-1 0 0,1 0 1 0 0,-1 0-1 0 0,0 0 1 0 0,0-1 0 0 0,0 0-1 0 0,1 0 1 0 0,-1-1-1 0 0,0 1 1 0 0,0-1-1 0 0,1 0 1 0 0,-1-1-1 0 0,0 0 1 0 0,1 1-1 0 0,0-2 1 0 0,-1 1 0 0 0,1-1-1 0 0,0 1 1 0 0,0-2-1 0 0,0 1 1 0 0,-8-8-1 0 0,8 7-61 0 0,1 0-1 0 0,0-1 1 0 0,0 1-1 0 0,0-1 1 0 0,0 0-1 0 0,1-1 1 0 0,0 1-1 0 0,0-1 1 0 0,0 1-1 0 0,1-1 1 0 0,-1 0-1 0 0,2 0 1 0 0,-3-9-1 0 0,3 6-71 0 0,0-1 0 0 0,0 0 0 0 0,1 0-1 0 0,0 0 1 0 0,1 0 0 0 0,0 0 0 0 0,4-16 0 0 0,4-2-372 0 0,0 1 1 0 0,2 0 0 0 0,1 1 0 0 0,28-44 0 0 0,4 4-531 0 0,4 3 0 0 0,2 1 0 0 0,63-59 0 0 0,-9 24-273 0 0,158-116 0 0 0,-100 85 737 0 0,-46 21 292 0 0,-103 94 187 0 0,-13 12 24 0 0,1 1-1 0 0,-1 0 1 0 0,0-1 0 0 0,1 1-1 0 0,-1 0 1 0 0,0-1-1 0 0,1 1 1 0 0,-1 0-1 0 0,0-1 1 0 0,1 1-1 0 0,-1-1 1 0 0,0 1-1 0 0,0-1 1 0 0,1 1-1 0 0,-1 0 1 0 0,0-1-1 0 0,0 1 1 0 0,0-1-1 0 0,0 1 1 0 0,0-1-1 0 0,0 1 1 0 0,0-1-1 0 0,0 1 1 0 0,0-1-1 0 0,0 1 1 0 0,0-1 0 0 0,0 1-1 0 0,0-1 1 0 0,0 1-1 0 0,0-1 1 0 0,0 1-1 0 0,-1-1 1 0 0,1 1-1 0 0,-1-1 1 0 0,1 0 0 0 0,-1 1-1 0 0,1 0 1 0 0,-1-1 0 0 0,1 1 0 0 0,-1 0 0 0 0,0 0 0 0 0,1 0-1 0 0,-1 0 1 0 0,0 0 0 0 0,1 0 0 0 0,-1 0 0 0 0,0 0 0 0 0,1 0-1 0 0,-1 0 1 0 0,1 0 0 0 0,-1 0 0 0 0,0 0 0 0 0,1 0 0 0 0,-1 0-1 0 0,0 1 1 0 0,1-1 0 0 0,-1 0 0 0 0,1 1 0 0 0,-1-1 0 0 0,1 0-1 0 0,-1 1 1 0 0,1-1 0 0 0,-1 0 0 0 0,0 2 0 0 0,-3 1 0 0 0,0 0 0 0 0,0 0-1 0 0,0 0 1 0 0,1 1 0 0 0,-1 0 0 0 0,1 0 0 0 0,0 0 0 0 0,0 0 0 0 0,1 0 0 0 0,-1 1-1 0 0,1-1 1 0 0,0 1 0 0 0,0 0 0 0 0,0 0 0 0 0,1 0 0 0 0,0-1 0 0 0,0 1 0 0 0,0 0-1 0 0,0 0 1 0 0,1 1 0 0 0,0-1 0 0 0,0 0 0 0 0,0 0 0 0 0,0 0 0 0 0,1 0 0 0 0,0 0 0 0 0,0 0-1 0 0,1 0 1 0 0,-1 0 0 0 0,5 7 0 0 0,6 16 5 0 0,24 41 0 0 0,-23-47 27 0 0,-1 0 1 0 0,-1 1-1 0 0,9 27 0 0 0,-19-48 31 0 0,-1 0-1 0 0,1 0 1 0 0,-1 0-1 0 0,0 0 0 0 0,1 1 1 0 0,-1-1-1 0 0,0 0 1 0 0,0 0-1 0 0,-1 0 0 0 0,1 0 1 0 0,0 0-1 0 0,-1 0 1 0 0,1 0-1 0 0,-1 0 0 0 0,0 1 1 0 0,0-2-1 0 0,0 1 1 0 0,-1 3-1 0 0,-1-2 23 0 0,1 1 1 0 0,-1-1-1 0 0,0 0 0 0 0,0 0 0 0 0,0 0 1 0 0,0 0-1 0 0,-1-1 0 0 0,-6 5 0 0 0,0-2 10 0 0,1-1 0 0 0,-1 0 0 0 0,1 0 0 0 0,-1-1 0 0 0,0 0-1 0 0,-1-1 1 0 0,-9 1 0 0 0,16-2-92 0 0,-5 0-9 0 0,0 0 0 0 0,-1 0 1 0 0,1-1-1 0 0,-1 0 1 0 0,1 0-1 0 0,0-1 1 0 0,-1 0-1 0 0,1-1 1 0 0,-14-4-1 0 0,22 5-59 0 0,0 1 1 0 0,0-1-1 0 0,0 1 1 0 0,1-1-1 0 0,-1 1 1 0 0,0-1-1 0 0,1 1 1 0 0,-1-1-1 0 0,0 1 1 0 0,1-1-1 0 0,-1 0 1 0 0,1 0-1 0 0,-1 1 1 0 0,1-1-1 0 0,-1 0 1 0 0,1 0-1 0 0,-1 1 1 0 0,1-1-1 0 0,0 0 1 0 0,0 0-1 0 0,-1 0 1 0 0,1 0-1 0 0,0 0 1 0 0,0 1-1 0 0,0-2 1 0 0,0-1-85 0 0,0 1 0 0 0,1 0 0 0 0,-1 0 0 0 0,1 0 0 0 0,-1 0 0 0 0,1 0 0 0 0,0-1 0 0 0,0 1 0 0 0,0 1 0 0 0,1-3 0 0 0,4-4-445 0 0,-1 0 0 0 0,1 1 0 0 0,11-10 0 0 0,173-154-5060 0 0,-10 10 3594 0 0,-112 96 1703 0 0,76-96-1 0 0,-116 124 1271 0 0,-1-1-1 0 0,-2-1 1 0 0,-2-2-1 0 0,30-69 1 0 0,-15 6 3163 0 0,-37 102-3464 0 0,-3 4-585 0 0,1-1 0 0 0,-1 0 0 0 0,0 1 0 0 0,1-1 0 0 0,0 0 0 0 0,-1 1-1 0 0,1 0 1 0 0,0-1 0 0 0,0 1 0 0 0,-1 0 0 0 0,1 0 0 0 0,1-1 0 0 0,-1 1 0 0 0,-1 3 0 0 0,1-3 3 0 0,-16 41 704 0 0,-14 52 1 0 0,15-41-242 0 0,-22 67 526 0 0,6 2-1 0 0,-23 178 1 0 0,52-277-964 0 0,0 0 0 0 0,2-1-1 0 0,1 1 1 0 0,1 0 0 0 0,7 44 0 0 0,-7-62-59 0 0,1 0 1 0 0,0 0 0 0 0,0 0-1 0 0,0 0 1 0 0,1 0-1 0 0,-1-1 1 0 0,1 1 0 0 0,1-1-1 0 0,-1 0 1 0 0,1 0 0 0 0,0 0-1 0 0,0 0 1 0 0,0-1 0 0 0,1 0-1 0 0,0 1 1 0 0,0-2 0 0 0,0 1-1 0 0,0-1 1 0 0,0 1 0 0 0,1-1-1 0 0,-1-1 1 0 0,1 1-1 0 0,0-1 1 0 0,0 0 0 0 0,0 0-1 0 0,0-1 1 0 0,10 2 0 0 0,-5-2-93 0 0,0-1 1 0 0,0 0-1 0 0,0 0 0 0 0,0-1 1 0 0,0-1-1 0 0,-1 0 1 0 0,1 0-1 0 0,0-1 0 0 0,-1 0 1 0 0,0-1-1 0 0,1 0 1 0 0,-1-1-1 0 0,-1 0 1 0 0,1 0-1 0 0,-1-1 0 0 0,0 0 1 0 0,0-1-1 0 0,14-14 1 0 0,-6 3-11 0 0,0 0 1 0 0,-2-1-1 0 0,0 0 1 0 0,-1-1-1 0 0,-1-1 1 0 0,-1 0-1 0 0,14-34 1 0 0,-19 38 87 0 0,-1-1 0 0 0,6-26 0 0 0,-11 36 64 0 0,1 0-1 0 0,-1-1 1 0 0,-1 1-1 0 0,1-1 1 0 0,-1 1-1 0 0,-1 0 1 0 0,-2-16-1 0 0,3 23-39 0 0,0 0-1 0 0,-1 0 0 0 0,1 0 1 0 0,0 0-1 0 0,-1 0 1 0 0,1 0-1 0 0,-1 0 1 0 0,1 0-1 0 0,-1 0 1 0 0,0 0-1 0 0,0 0 0 0 0,1 0 1 0 0,-1 0-1 0 0,0 1 1 0 0,0-1-1 0 0,0 0 1 0 0,1 1-1 0 0,-1-1 1 0 0,0 0-1 0 0,0 1 0 0 0,0-1 1 0 0,0 1-1 0 0,0 0 1 0 0,-1-1-1 0 0,1 1 1 0 0,0 0-1 0 0,0 0 1 0 0,0-1-1 0 0,0 1 1 0 0,0 0-1 0 0,0 0 0 0 0,0 0 1 0 0,0 0-1 0 0,-1 0 1 0 0,1 1-1 0 0,0-1 1 0 0,0 0-1 0 0,0 1 1 0 0,0-1-1 0 0,0 0 0 0 0,0 1 1 0 0,0-1-1 0 0,-1 2 1 0 0,-4 0-2 0 0,1 1-1 0 0,-1 0 1 0 0,1 0 0 0 0,0 0 0 0 0,0 1 0 0 0,1 0-1 0 0,-5 4 1 0 0,-2 5 2 0 0,0 0-1 0 0,1 0 0 0 0,0 1 1 0 0,1 0-1 0 0,-13 29 1 0 0,18-33 6 0 0,0 1 1 0 0,0 0-1 0 0,1 0 0 0 0,0 1 1 0 0,1-1-1 0 0,1 0 1 0 0,-1 1-1 0 0,2-1 0 0 0,0 18 1 0 0,1-25-10 0 0,-1 1-1 0 0,1-1 1 0 0,0 0 0 0 0,1 0 0 0 0,-1 1 0 0 0,1-1-1 0 0,-1 0 1 0 0,1 0 0 0 0,1 0 0 0 0,-1-1 0 0 0,0 1-1 0 0,1 0 1 0 0,4 4 0 0 0,-2-3-92 0 0,1 0-1 0 0,0-1 1 0 0,-1 1 0 0 0,1-1 0 0 0,1-1-1 0 0,-1 1 1 0 0,12 4 0 0 0,-3-3-427 0 0,2 0-1 0 0,-1-1 1 0 0,1 0-1 0 0,-1-1 1 0 0,1-1-1 0 0,23-1 1 0 0,-25-1 68 0 0,0-1 0 0 0,-1-1 1 0 0,1 0-1 0 0,-1-1 0 0 0,0-1 1 0 0,0 0-1 0 0,0 0 0 0 0,0-2 1 0 0,-1 0-1 0 0,0 0 1 0 0,0-1-1 0 0,0-1 0 0 0,-1 0 1 0 0,-1-1-1 0 0,20-18 0 0 0,-13 8 706 0 0,0-1 1 0 0,-1 0-1 0 0,-2-2 0 0 0,0 1 0 0 0,-1-2 0 0 0,-1 0 0 0 0,18-48 1 0 0,6-15 3379 0 0,-36 85-3493 0 0,-5 23 144 0 0,-56 164 620 0 0,28-96-456 0 0,19-52 538 0 0,-20 38 0 0 0,32-74-125 0 0,1-12-678 0 0,0 8-175 0 0,-1 0 1 0 0,1 0-1 0 0,0 0 1 0 0,1 0 0 0 0,-1 0-1 0 0,0 0 1 0 0,0 0-1 0 0,1 0 1 0 0,-1 0-1 0 0,2-3 1 0 0,11-22-34 0 0,2 0 1 0 0,0 1-1 0 0,2 0 0 0 0,22-25 0 0 0,-22 29-10 0 0,-6 8-4 0 0,1 0 0 0 0,0 1-1 0 0,18-14 1 0 0,-23 21 12 0 0,0 0-1 0 0,0 1 1 0 0,1 0-1 0 0,0 1 1 0 0,0-1-1 0 0,0 2 1 0 0,16-6 0 0 0,-22 8 19 0 0,1 0 1 0 0,-1 1-1 0 0,0 0 1 0 0,1-1-1 0 0,-1 1 1 0 0,0 0-1 0 0,1 0 1 0 0,-1 0-1 0 0,0 1 1 0 0,1-1-1 0 0,-1 1 1 0 0,0-1-1 0 0,1 1 1 0 0,-1 0-1 0 0,0 0 1 0 0,0-1-1 0 0,0 2 1 0 0,3 1-1 0 0,-2-1 2 0 0,0 0 1 0 0,0 1-1 0 0,-1 0 1 0 0,1-1-1 0 0,-1 1 0 0 0,0 0 1 0 0,0 0-1 0 0,0 1 0 0 0,0-1 1 0 0,2 6-1 0 0,0 2 4 0 0,-1 0 1 0 0,0 1-1 0 0,-1-1 0 0 0,0 0 1 0 0,-1 1-1 0 0,0 15 0 0 0,-2-5 114 0 0,-2 0-1 0 0,0 1 1 0 0,-2-1 0 0 0,0 0-1 0 0,-2-1 1 0 0,0 1 0 0 0,-13 24-1 0 0,19-44-5 0 0,-5 0 117 0 0,4-2-97 0 0,4-6-118 0 0,5-9-3 0 0,0 1-1 0 0,1 0 1 0 0,1 0 0 0 0,17-20-1 0 0,-1 1-36 0 0,9-13-10 0 0,1 1-1 0 0,3 2 1 0 0,1 2-1 0 0,51-41 1 0 0,-44 51-66 0 0,-45 31 104 0 0,0-1 0 0 0,0 0 0 0 0,0 1 0 0 0,1-1-1 0 0,-1 1 1 0 0,0 0 0 0 0,1-1 0 0 0,-1 1 0 0 0,0 0-1 0 0,1 0 1 0 0,-1 0 0 0 0,0 0 0 0 0,1 0 0 0 0,-1 0-1 0 0,0 0 1 0 0,1 0 0 0 0,-1 1 0 0 0,0-1 0 0 0,1 1-1 0 0,-1-1 1 0 0,0 1 0 0 0,0-1 0 0 0,1 1 0 0 0,-1-1-1 0 0,0 1 1 0 0,0 0 0 0 0,0 0 0 0 0,0 0 0 0 0,0 0-1 0 0,0 0 1 0 0,0 0 0 0 0,0 0 0 0 0,0 0 0 0 0,-1 0-1 0 0,1 0 1 0 0,0 0 0 0 0,0 2 0 0 0,2 2 2 0 0,-1-1 1 0 0,-1 1-1 0 0,1 0 1 0 0,-1-1 0 0 0,1 1-1 0 0,-2 0 1 0 0,1 0-1 0 0,0 8 1 0 0,-3 18 145 0 0,-1 0 0 0 0,-9 41 1 0 0,6-42-10 0 0,1 0 1 0 0,-1 40-1 0 0,6-69-121 0 0,0 1 0 0 0,0-1 0 0 0,0 1 0 0 0,0-1 0 0 0,1 0-1 0 0,-1 1 1 0 0,0-1 0 0 0,1 0 0 0 0,-1 1 0 0 0,1-1 0 0 0,-1 0 0 0 0,1 0 0 0 0,-1 1-1 0 0,1-1 1 0 0,0 0 0 0 0,0 0 0 0 0,0 0 0 0 0,0 0 0 0 0,0 0 0 0 0,0 0 0 0 0,0 0-1 0 0,2 2 1 0 0,-1-2-62 0 0,1 0 0 0 0,-1 0-1 0 0,1 0 1 0 0,-1-1 0 0 0,1 1-1 0 0,-1-1 1 0 0,1 1 0 0 0,0-1 0 0 0,-1 0-1 0 0,1 0 1 0 0,3 0 0 0 0,3-1-522 0 0,0 0 0 0 0,0-1 1 0 0,-1 0-1 0 0,1-1 1 0 0,-1 0-1 0 0,10-4 0 0 0,-3-1-1846 0 0,-2 0-1 0 0,1-1 0 0 0,14-12 1 0 0,-3-1-5110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43 3288 0 0,'-325'-42'17201'0'0,"323"42"-16039"0"0,17-1-1504 0 0,0 1-1 0 0,0 1 1 0 0,0 0 0 0 0,22 4 0 0 0,-1 1-682 0 0,157 14-8726 0 0,-124-11 2988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294 602 1228 0 0,'-10'-16'3035'0'0,"-1"0"-1"0"0,-13-32 1 0 0,-3-3 1316 0 0,27 50-4302 0 0,-1 0-1 0 0,0 0 1 0 0,1 0-1 0 0,-1 0 0 0 0,0 0 1 0 0,0 1-1 0 0,0-1 1 0 0,0 0-1 0 0,1 0 1 0 0,-1 1-1 0 0,0-1 0 0 0,0 0 1 0 0,0 1-1 0 0,0-1 1 0 0,-1 1-1 0 0,1 0 0 0 0,0-1 1 0 0,0 1-1 0 0,0 0 1 0 0,0-1-1 0 0,0 1 1 0 0,-1 0-1 0 0,1 0 0 0 0,0 0 1 0 0,0 0-1 0 0,0 0 1 0 0,0 0-1 0 0,-1 1 0 0 0,1-1 1 0 0,0 0-1 0 0,0 0 1 0 0,0 1-1 0 0,0-1 1 0 0,0 1-1 0 0,0-1 0 0 0,0 1 1 0 0,0 0-1 0 0,0-1 1 0 0,0 1-1 0 0,0 0 0 0 0,0-1 1 0 0,-1 3-1 0 0,-6 4 93 0 0,0 0-1 0 0,0 1 0 0 0,-10 14 1 0 0,12-14 74 0 0,0-1-116 0 0,-69 90 664 0 0,68-86-708 0 0,0 1 0 0 0,1-1 1 0 0,0 1-1 0 0,1 1 0 0 0,0-1 0 0 0,1 1 0 0 0,-3 14 0 0 0,6-24-33 0 0,1 0 0 0 0,0 0 0 0 0,-1 0 0 0 0,1 0 0 0 0,0 0 0 0 0,1 0 0 0 0,-1 0 0 0 0,1 0 0 0 0,-1 0 0 0 0,1 0 0 0 0,0 0 0 0 0,0 0 0 0 0,0 0 0 0 0,0 0 0 0 0,0-1 0 0 0,1 1 0 0 0,2 3 0 0 0,-1-3 4 0 0,0 1 1 0 0,0 0-1 0 0,1-1 0 0 0,0 0 0 0 0,-1 0 0 0 0,1 0 0 0 0,0-1 1 0 0,1 1-1 0 0,8 3 0 0 0,0-1 12 0 0,1 0 1 0 0,0-2-1 0 0,0 1 1 0 0,1-2-1 0 0,-1 0 1 0 0,19 0-1 0 0,-19-1-12 0 0,0-1-1 0 0,0-1 1 0 0,0-1-1 0 0,-1 0 1 0 0,1-1-1 0 0,0 0 0 0 0,-1-1 1 0 0,18-7-1 0 0,-20 6-12 0 0,-1-1 0 0 0,0 1 0 0 0,-1-2 0 0 0,1 0-1 0 0,-1 0 1 0 0,0 0 0 0 0,-1-1 0 0 0,0 0 0 0 0,0-1 0 0 0,10-14 0 0 0,-8 6-8 0 0,0-1 1 0 0,-1 0 0 0 0,0 0 0 0 0,-2 0 0 0 0,0-1 0 0 0,-1-1 0 0 0,-1 1-1 0 0,5-40 1 0 0,-7 33 1 0 0,-1 0-1 0 0,-2 0 0 0 0,0-1 0 0 0,-2 1 0 0 0,-1 0 0 0 0,-9-37 1 0 0,10 54-9 0 0,-1 0 1 0 0,0 0 0 0 0,-1 0 0 0 0,1 0 0 0 0,-2 1 0 0 0,1 0 0 0 0,-11-15 0 0 0,13 20-4 0 0,-1 1 1 0 0,1-1 0 0 0,-1 0 0 0 0,0 1-1 0 0,1 0 1 0 0,-1 0 0 0 0,0 0 0 0 0,0 0-1 0 0,-1 0 1 0 0,1 0 0 0 0,0 1 0 0 0,0 0-1 0 0,-1-1 1 0 0,1 1 0 0 0,-1 0 0 0 0,1 1-1 0 0,-1-1 1 0 0,0 1 0 0 0,1 0 0 0 0,-1-1 0 0 0,1 1-1 0 0,-1 1 1 0 0,-4 0 0 0 0,-2 1-2 0 0,-1 1-1 0 0,1 1 1 0 0,0 0 0 0 0,1 0 0 0 0,-1 1 0 0 0,1 0-1 0 0,0 0 1 0 0,0 1 0 0 0,1 1 0 0 0,-1-1 0 0 0,2 1-1 0 0,-1 1 1 0 0,1-1 0 0 0,0 1 0 0 0,-12 18 0 0 0,15-20 3 0 0,1 0 0 0 0,0 0 0 0 0,0 0 0 0 0,0 1 0 0 0,1-1 0 0 0,0 1 0 0 0,0-1 0 0 0,0 1 0 0 0,1 0 0 0 0,0 0-1 0 0,0 8 1 0 0,1-9 5 0 0,1-1 0 0 0,-1 0-1 0 0,1 0 1 0 0,0 1 0 0 0,1-1-1 0 0,-1 0 1 0 0,1 0-1 0 0,0 0 1 0 0,1-1 0 0 0,-1 1-1 0 0,1 0 1 0 0,-1-1-1 0 0,1 0 1 0 0,1 1 0 0 0,-1-1-1 0 0,5 4 1 0 0,4 2 3 0 0,0 0 1 0 0,0-1-1 0 0,1 0 1 0 0,0-1-1 0 0,1-1 1 0 0,0 0-1 0 0,0 0 0 0 0,0-2 1 0 0,1 0-1 0 0,22 5 1 0 0,-8-4-1 0 0,1-1 1 0 0,0-2 0 0 0,-1-1-1 0 0,46-2 1 0 0,-49-2-5 0 0,0-1 0 0 0,-1-1-1 0 0,1-2 1 0 0,-1 0 0 0 0,-1-2 0 0 0,1 0 0 0 0,-1-2 0 0 0,0-1-1 0 0,31-19 1 0 0,-28 12 5 0 0,-1 0 0 0 0,0-2 0 0 0,-2-1-1 0 0,0-2 1 0 0,-2 0 0 0 0,-1-1 0 0 0,24-33 0 0 0,-9 1 57 0 0,40-85 1 0 0,-34 60 450 0 0,-82 207-99 0 0,-203 607 1457 0 0,37-119-361 0 0,178-527-1324 0 0,4 1 0 0 0,-17 123 0 0 0,39-202-162 0 0,2-1 0 0 0,-1 0 0 0 0,1 1 0 0 0,0-1 0 0 0,1 1 0 0 0,0-1 1 0 0,0 0-1 0 0,5 16 0 0 0,-5-22-17 0 0,0 1 1 0 0,0-1 0 0 0,1 0-1 0 0,-1 1 1 0 0,1-1 0 0 0,-1 0-1 0 0,1 0 1 0 0,0 0-1 0 0,0 0 1 0 0,0 0 0 0 0,0 0-1 0 0,0 0 1 0 0,0-1 0 0 0,1 1-1 0 0,-1-1 1 0 0,0 0-1 0 0,1 0 1 0 0,-1 1 0 0 0,1-1-1 0 0,0-1 1 0 0,-1 1 0 0 0,1 0-1 0 0,0-1 1 0 0,-1 1 0 0 0,1-1-1 0 0,0 0 1 0 0,-1 0-1 0 0,1 0 1 0 0,0 0 0 0 0,3-1-1 0 0,7-1 21 0 0,-1-1-1 0 0,0 0 1 0 0,0 0-1 0 0,0-1 0 0 0,0-1 1 0 0,-1 0-1 0 0,0 0 1 0 0,0-1-1 0 0,0-1 0 0 0,11-8 1 0 0,-1-1-5 0 0,-1-1 0 0 0,-1-1 0 0 0,30-35 0 0 0,-40 42-26 0 0,-1 0 0 0 0,0 0 0 0 0,0-1 1 0 0,-1 0-1 0 0,-1-1 0 0 0,0 1 0 0 0,-1-1 0 0 0,0 0 0 0 0,-1-1 0 0 0,-1 1 0 0 0,0-1 1 0 0,0 1-1 0 0,-2-1 0 0 0,1 0 0 0 0,-2 0 0 0 0,0 0 0 0 0,-1 0 0 0 0,0 0 0 0 0,-1 1 1 0 0,0-1-1 0 0,-1 0 0 0 0,-1 1 0 0 0,0 0 0 0 0,-1 0 0 0 0,-8-16 0 0 0,0 5-16 0 0,-1 0 0 0 0,0 0 0 0 0,-2 2 0 0 0,-1 0 1 0 0,-37-37-1 0 0,-110-83 163 0 0,66 63 119 0 0,95 77-269 0 0,1 0 0 0 0,0 0 0 0 0,0 0-1 0 0,0 0 1 0 0,0 0 0 0 0,0-1 0 0 0,1 1-1 0 0,-1 0 1 0 0,1-1 0 0 0,-1 1 0 0 0,1-1-1 0 0,0 0 1 0 0,0 1 0 0 0,0-1 0 0 0,-1-4-1 0 0,2 5-73 0 0,0-1-1 0 0,1 1 0 0 0,-1-1 0 0 0,0 1 1 0 0,1-1-1 0 0,0 1 0 0 0,-1-1 0 0 0,1 1 1 0 0,0 0-1 0 0,0-1 0 0 0,0 1 0 0 0,1 0 1 0 0,-1 0-1 0 0,0 0 0 0 0,1 0 0 0 0,0 0 0 0 0,-1 0 1 0 0,3-2-1 0 0,4-4-517 0 0,1 1 1 0 0,-1 0-1 0 0,1 0 1 0 0,1 1-1 0 0,-1 0 1 0 0,16-6-1 0 0,67-24-5647 0 0,-56 23 1648 0 0,1-2-2703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70 1556 0 0,'1'-9'10489'0'0,"4"28"-9783"0"0,-5-15-609 0 0,1-1 0 0 0,-1 0 0 0 0,1 1 0 0 0,0-1 0 0 0,0 0 0 0 0,1 0 0 0 0,-1 0 0 0 0,0 0 0 0 0,1 0 0 0 0,0 0 0 0 0,0 0 0 0 0,0 0 0 0 0,0-1 0 0 0,0 1-1 0 0,0-1 1 0 0,6 5 0 0 0,0-3-18 0 0,0 0 0 0 0,0-1 0 0 0,0 0-1 0 0,1-1 1 0 0,-1 1 0 0 0,1-2 0 0 0,-1 1-1 0 0,1-1 1 0 0,0 0 0 0 0,0-1 0 0 0,0 0 0 0 0,-1-1-1 0 0,14-1 1 0 0,-18 1-63 0 0,0 0 1 0 0,0 0-1 0 0,0 0 0 0 0,-1-1 0 0 0,1 1 1 0 0,0-1-1 0 0,-1 0 0 0 0,1 0 0 0 0,-1 0 1 0 0,1-1-1 0 0,-1 1 0 0 0,0-1 0 0 0,0 0 1 0 0,0 0-1 0 0,0 0 0 0 0,-1 0 0 0 0,1 0 1 0 0,-1 0-1 0 0,3-6 0 0 0,-3 5 34 0 0,1-1 0 0 0,-1 0 0 0 0,-1 0 0 0 0,1 0 0 0 0,-1 0 0 0 0,1-1 0 0 0,-1 1 0 0 0,-1 0 0 0 0,1 0 0 0 0,-1-1 0 0 0,0 1 0 0 0,0 0 0 0 0,-2-9 0 0 0,2 12-43 0 0,0 1 0 0 0,-1 0 1 0 0,1 0-1 0 0,0-1 0 0 0,-1 1 0 0 0,1 0 1 0 0,-1 0-1 0 0,0 0 0 0 0,0-1 0 0 0,1 1 1 0 0,-1 0-1 0 0,0 0 0 0 0,0 0 0 0 0,0 0 1 0 0,0 1-1 0 0,0-1 0 0 0,0 0 0 0 0,0 0 1 0 0,0 0-1 0 0,0 1 0 0 0,-1-1 0 0 0,1 1 1 0 0,0-1-1 0 0,0 1 0 0 0,-1-1 0 0 0,1 1 0 0 0,0 0 1 0 0,0-1-1 0 0,-1 1 0 0 0,1 0 0 0 0,-3 0 1 0 0,-1 0-3 0 0,-1 1 0 0 0,1-1 1 0 0,0 1-1 0 0,0 0 0 0 0,-1 1 1 0 0,1-1-1 0 0,-6 4 1 0 0,-6 3-3 0 0,1 0 0 0 0,0 2 1 0 0,0 0-1 0 0,1 1 0 0 0,0 0 0 0 0,-23 24 1 0 0,16-12-2 0 0,1 1 0 0 0,1 1 0 0 0,-20 32 1 0 0,32-45 1 0 0,1 0 1 0 0,0 0-1 0 0,1 1 1 0 0,1 0-1 0 0,-5 15 1 0 0,9-25 2 0 0,0 1 0 0 0,0 0 0 0 0,1-1 0 0 0,-1 1 0 0 0,1 0 0 0 0,0-1 0 0 0,0 1 1 0 0,0 0-1 0 0,0 0 0 0 0,1-1 0 0 0,-1 1 0 0 0,1 0 0 0 0,0-1 0 0 0,0 1 0 0 0,1-1 0 0 0,-1 1 0 0 0,1-1 1 0 0,-1 0-1 0 0,1 1 0 0 0,0-1 0 0 0,0 0 0 0 0,1 0 0 0 0,-1 0 0 0 0,4 3 0 0 0,4 1-106 0 0,0 1-1 0 0,1-2 0 0 0,-1 1 1 0 0,1-2-1 0 0,1 1 0 0 0,-1-1 1 0 0,1-1-1 0 0,0 0 0 0 0,0-1 1 0 0,20 3-1 0 0,8-1-1503 0 0,78 0-1 0 0,-68-6-1432 0 0,75-13-1 0 0,-63 5-1221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7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400 220 260 0 0,'11'-10'1069'0'0,"0"-1"0"0"0,-1 0-1 0 0,-1-1 1 0 0,0 0 0 0 0,0-1 0 0 0,-1 0 0 0 0,-1 0 0 0 0,0 0-1 0 0,-1-1 1 0 0,-1 0 0 0 0,7-22 0 0 0,-12 34-1009 0 0,0 1 1 0 0,1 0-1 0 0,-1-1 0 0 0,0 1 0 0 0,1-1 1 0 0,-1 1-1 0 0,0-1 0 0 0,0 1 1 0 0,0-1-1 0 0,-1 1 0 0 0,1-1 1 0 0,0 1-1 0 0,0-1 0 0 0,-1 1 1 0 0,1-1-1 0 0,-1 1 0 0 0,1-1 1 0 0,-1 1-1 0 0,0 0 0 0 0,0-1 1 0 0,1 1-1 0 0,-1 0 0 0 0,0 0 1 0 0,0 0-1 0 0,0 0 0 0 0,0-1 1 0 0,0 1-1 0 0,-1 0 0 0 0,1 1 1 0 0,0-1-1 0 0,0 0 0 0 0,-1 0 1 0 0,1 1-1 0 0,0-1 0 0 0,-1 0 1 0 0,1 1-1 0 0,-1-1 0 0 0,1 1 0 0 0,-2-1 1 0 0,-3 1 1 0 0,0-1 1 0 0,1 1-1 0 0,-1 0 0 0 0,0 1 1 0 0,1-1-1 0 0,-1 1 1 0 0,0 0-1 0 0,1 0 0 0 0,-9 4 1 0 0,-13 5 100 0 0,1 2-1 0 0,0 0 1 0 0,1 2 0 0 0,-35 25 0 0 0,45-28-121 0 0,0 1 0 0 0,0 1 0 0 0,2 0 0 0 0,-1 1 0 0 0,2 0 0 0 0,0 1 0 0 0,-18 29 0 0 0,29-42-30 0 0,-1 0-1 0 0,1 1 1 0 0,0-1 0 0 0,0 1-1 0 0,0-1 1 0 0,0 1 0 0 0,0 0-1 0 0,0-1 1 0 0,1 1 0 0 0,0 0-1 0 0,-1-1 1 0 0,1 1 0 0 0,0 0 0 0 0,0 0-1 0 0,0 0 1 0 0,1-1 0 0 0,-1 1-1 0 0,1 0 1 0 0,-1-1 0 0 0,1 1-1 0 0,0 0 1 0 0,2 3 0 0 0,-1-3-3 0 0,0 0 0 0 0,0-1 1 0 0,1 1-1 0 0,-1-1 0 0 0,1 1 0 0 0,0-1 1 0 0,-1 0-1 0 0,1 0 0 0 0,0 0 1 0 0,0 0-1 0 0,0-1 0 0 0,1 1 0 0 0,-1-1 1 0 0,0 0-1 0 0,1 0 0 0 0,-1 0 1 0 0,6 0-1 0 0,2 1-11 0 0,0-1 0 0 0,0-1 0 0 0,0 0 1 0 0,0 0-1 0 0,0-1 0 0 0,1 0 0 0 0,-1-1 0 0 0,0-1 0 0 0,-1 0 0 0 0,1 0 1 0 0,0-1-1 0 0,-1 0 0 0 0,0-1 0 0 0,13-8 0 0 0,13-9 425 0 0,-2-2-1 0 0,48-43 1 0 0,-37 28 1309 0 0,-41 36-1597 0 0,20-15 497 0 0,-23 18-622 0 0,-1-1 0 0 0,0 1-1 0 0,1 0 1 0 0,-1 0 0 0 0,0 0 0 0 0,1 0 0 0 0,-1-1 0 0 0,1 1 0 0 0,-1 0-1 0 0,0 0 1 0 0,1 0 0 0 0,-1 0 0 0 0,1 0 0 0 0,-1 0 0 0 0,0 0 0 0 0,1 0-1 0 0,-1 0 1 0 0,1 0 0 0 0,-1 0 0 0 0,0 1 0 0 0,1-1 0 0 0,-1 0 0 0 0,0 0-1 0 0,1 0 1 0 0,0 1-5 0 0,-1 0 0 0 0,0-1 0 0 0,1 1 0 0 0,-1 0 0 0 0,0-1 0 0 0,0 1 0 0 0,1 0-1 0 0,-1 0 1 0 0,0-1 0 0 0,0 1 0 0 0,0 0 0 0 0,0 0 0 0 0,0-1 0 0 0,0 1 0 0 0,0 0 0 0 0,0-1 0 0 0,0 1-1 0 0,-1 1 1 0 0,-3 22 196 0 0,-1-1 0 0 0,-2 0 0 0 0,0 0-1 0 0,-13 27 1 0 0,-47 86 906 0 0,61-125-1030 0 0,-292 486 1982 0 0,193-329-1625 0 0,64-100-1057 0 0,16-22-3210 0 0,53-58-15775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3148 0 0,'37'-114'8873'0'0,"-8"20"-3516"0"0,-29 92-4894 0 0,-2 28-146 0 0,-12 32 7 0 0,8-36-264 0 0,0 0-1 0 0,2 1 1 0 0,0 0-1 0 0,1 0 1 0 0,2-1 0 0 0,1 33-1 0 0,0-52-44 0 0,0 0 1 0 0,1 0-1 0 0,-1 0 0 0 0,1 0 0 0 0,0-1 1 0 0,0 1-1 0 0,0 0 0 0 0,0 0 0 0 0,1-1 1 0 0,-1 1-1 0 0,1-1 0 0 0,-1 1 0 0 0,1-1 1 0 0,0 0-1 0 0,0 1 0 0 0,0-1 0 0 0,0 0 1 0 0,4 3-1 0 0,-2-3-1 0 0,-1-1 0 0 0,0 1 0 0 0,1-1 0 0 0,0 0 0 0 0,-1 0 0 0 0,1 0 0 0 0,0 0 0 0 0,-1 0 0 0 0,1-1 0 0 0,0 0-1 0 0,0 0 1 0 0,6 0 0 0 0,1-2 5 0 0,1 0 0 0 0,-1 0 0 0 0,-1-1-1 0 0,1-1 1 0 0,0 0 0 0 0,-1 0 0 0 0,0-1-1 0 0,16-10 1 0 0,1-5 131 0 0,-1-1-1 0 0,-2-2 0 0 0,44-50 1 0 0,-3 2 1884 0 0,-61 66-1914 0 0,5-4 195 0 0,-9 9-313 0 0,1 0 0 0 0,-1 0 1 0 0,0 0-1 0 0,0 0 0 0 0,0 0 1 0 0,0 0-1 0 0,1 0 0 0 0,-1 0 1 0 0,0 0-1 0 0,0 0 0 0 0,0 0 0 0 0,1 0 1 0 0,-1 0-1 0 0,0 0 0 0 0,0 0 1 0 0,0 0-1 0 0,1 0 0 0 0,-1 0 1 0 0,0 0-1 0 0,0 0 0 0 0,0 0 1 0 0,1 0-1 0 0,-1 1 0 0 0,0-1 0 0 0,0 0 1 0 0,0 0-1 0 0,0 0 0 0 0,0 0 1 0 0,1 0-1 0 0,-1 0 0 0 0,0 1 1 0 0,0-1-1 0 0,0 0 0 0 0,0 0 1 0 0,0 0-1 0 0,0 0 0 0 0,0 1 0 0 0,1-1 1 0 0,-1 0-1 0 0,0 0 0 0 0,0 0 1 0 0,0 1-1 0 0,0-1 0 0 0,0 0 1 0 0,0 0-1 0 0,0 0 0 0 0,0 0 1 0 0,0 1-1 0 0,0-1 0 0 0,0 0 0 0 0,0 0 1 0 0,0 1-1 0 0,-1 3 17 0 0,1 0-1 0 0,-1 0 1 0 0,1 0-1 0 0,-1 0 1 0 0,-1 0-1 0 0,1-1 1 0 0,-3 8-1 0 0,0-1-13 0 0,-14 38-150 0 0,-21 70-70 0 0,25-58-2428 0 0,9 0-3489 0 0,5-44 1552 0 0,3-2-2182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406 118 2384 0 0,'-15'-49'9364'0'0,"5"0"-3821"0"0,9 48-5491 0 0,1 1 1 0 0,0-1-1 0 0,0 0 1 0 0,0 0-1 0 0,0 0 1 0 0,-1 0-1 0 0,1 0 1 0 0,0 1-1 0 0,-1-1 1 0 0,1 0-1 0 0,-1 0 1 0 0,1 1-1 0 0,-1-1 1 0 0,1 0-1 0 0,-1 0 1 0 0,0 1-1 0 0,1-1 1 0 0,-1 1-1 0 0,0-1 1 0 0,1 1-1 0 0,-1-1 1 0 0,0 1-1 0 0,0-1 1 0 0,0 0-1 0 0,-1 1-7 0 0,0-1 0 0 0,0 1 0 0 0,0 0-1 0 0,0 0 1 0 0,0 0 0 0 0,0 0 0 0 0,0 0-1 0 0,0 0 1 0 0,0 0 0 0 0,-3 1 0 0 0,-3 1 4 0 0,-1 1 1 0 0,1 0-1 0 0,-14 7 1 0 0,-10 8 19 0 0,0 1 0 0 0,-51 42 0 0 0,64-45-60 0 0,1 0 1 0 0,1 2-1 0 0,0 0 0 0 0,1 1 0 0 0,-16 25 0 0 0,28-38-5 0 0,0 1 0 0 0,1 0 0 0 0,-1 0 0 0 0,1 0 0 0 0,1 1 0 0 0,-1-1 0 0 0,1 1-1 0 0,1-1 1 0 0,-2 14 0 0 0,3-19-3 0 0,0 1 0 0 0,0 0-1 0 0,0-1 1 0 0,0 1-1 0 0,1 0 1 0 0,-1-1 0 0 0,1 1-1 0 0,0-1 1 0 0,0 1 0 0 0,0-1-1 0 0,0 1 1 0 0,0-1-1 0 0,0 0 1 0 0,1 1 0 0 0,-1-1-1 0 0,1 0 1 0 0,-1 0 0 0 0,1 0-1 0 0,0 0 1 0 0,0 0-1 0 0,0-1 1 0 0,0 1 0 0 0,0 0-1 0 0,1-1 1 0 0,-1 0-1 0 0,0 1 1 0 0,1-1 0 0 0,-1 0-1 0 0,1 0 1 0 0,-1-1 0 0 0,3 2-1 0 0,4 0-2 0 0,0-1 0 0 0,0 1-1 0 0,0-2 1 0 0,0 1 0 0 0,0-1-1 0 0,0 0 1 0 0,0-1 0 0 0,-1 0-1 0 0,1-1 1 0 0,0 0 0 0 0,0 0 0 0 0,-1 0-1 0 0,1-1 1 0 0,-1-1 0 0 0,15-7-1 0 0,6-7-1 0 0,0 0 0 0 0,46-41-1 0 0,-51 40 11 0 0,18-18 240 0 0,-27 23-12 0 0,0 1 1 0 0,26-17-1 0 0,-40 29-216 0 0,0 2-15 0 0,0-1 0 0 0,-1 1 1 0 0,1-1-1 0 0,0 1 0 0 0,-1 0 0 0 0,1-1 1 0 0,-1 1-1 0 0,1 0 0 0 0,-1-1 0 0 0,1 1 1 0 0,-1 0-1 0 0,0-1 0 0 0,1 1 0 0 0,-1 0 1 0 0,1 1-1 0 0,-3 17 3 0 0,0 0 0 0 0,-8 34 0 0 0,6-41-2 0 0,1 1-1 0 0,1 0 1 0 0,0 0-1 0 0,0 0 1 0 0,2 1 0 0 0,-1-1-1 0 0,2 0 1 0 0,0 0-1 0 0,3 18 1 0 0,-3-28-54 0 0,0 1-1 0 0,0-1 1 0 0,1 0 0 0 0,-1 0-1 0 0,1 0 1 0 0,0 0-1 0 0,0-1 1 0 0,0 1 0 0 0,0 0-1 0 0,0-1 1 0 0,0 1 0 0 0,1-1-1 0 0,-1 0 1 0 0,1 0 0 0 0,3 2-1 0 0,-1-1-177 0 0,0 0 0 0 0,0-1 0 0 0,1 0-1 0 0,-1 0 1 0 0,1-1 0 0 0,-1 1-1 0 0,1-1 1 0 0,7 1 0 0 0,1-2-535 0 0,-1 0 1 0 0,1 0-1 0 0,-1-1 1 0 0,0-1-1 0 0,0 0 1 0 0,26-8-1 0 0,-25 4-551 0 0,1 1 0 0 0,-2-2 0 0 0,16-8 0 0 0,11-10-3472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220 488 1684 0 0,'207'-480'14904'0'0,"-204"474"-14695"0"0,-3 5 204 0 0,0 4-236 0 0,-16 52 1329 0 0,-33 81 1 0 0,14-45-490 0 0,-215 587 1887 0 0,228-622-3477 0 0,2 2 0 0 0,-14 70-1 0 0,33-122 162 0 0,0 1-1 0 0,0-1 1 0 0,1 1-1 0 0,0-1 1 0 0,0 0-1 0 0,2 12 1 0 0,8 6-3034 0 0,-9-22 2732 0 0,1 0-1 0 0,-1 0 0 0 0,1 0 1 0 0,-1-1-1 0 0,1 1 0 0 0,0-1 1 0 0,0 1-1 0 0,0-1 0 0 0,4 2 1 0 0,5 3-6004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0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0 208 140 0 0,'73'-116'11112'0'0,"-27"39"-4098"0"0,-35 63-5189 0 0,-16 28-1344 0 0,-15 27-408 0 0,-7 21-849 0 0,-37 121 0 0 0,55-137-1948 0 0,9-43 2123 0 0,0 0 1 0 0,-1-1 0 0 0,1 1-1 0 0,1 0 1 0 0,-1 0 0 0 0,0 0-1 0 0,1-1 1 0 0,-1 1 0 0 0,1 0-1 0 0,0 0 1 0 0,0-1-1 0 0,0 1 1 0 0,0-1 0 0 0,3 5-1 0 0,5 2-4358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0 332 1308 0 0,'13'-14'3195'0'0,"0"0"0"0"0,1 1 0 0 0,21-16 1 0 0,-34 28-2437 0 0,0 3-492 0 0,-2 6-160 0 0,0 0 0 0 0,0 0-1 0 0,-1-1 1 0 0,0 1-1 0 0,-1-1 1 0 0,1 0-1 0 0,-1 1 1 0 0,-6 8 0 0 0,-3 12 82 0 0,12-27-181 0 0,-26 75 374 0 0,23-66-318 0 0,0 1 1 0 0,1-1-1 0 0,1 1 1 0 0,0 0-1 0 0,0 14 1 0 0,1-22-27 0 0,0 1 1 0 0,0-1 0 0 0,1 0-1 0 0,0 0 1 0 0,-1 0-1 0 0,1 0 1 0 0,0 0 0 0 0,0 0-1 0 0,1 0 1 0 0,-1 0-1 0 0,0-1 1 0 0,1 1-1 0 0,0 0 1 0 0,0-1 0 0 0,0 1-1 0 0,0-1 1 0 0,0 0-1 0 0,0 1 1 0 0,0-1 0 0 0,1 0-1 0 0,-1 0 1 0 0,1-1-1 0 0,0 1 1 0 0,0 0-1 0 0,4 1 1 0 0,-2-1-7 0 0,1-1-1 0 0,-1 0 1 0 0,1 0 0 0 0,-1 0 0 0 0,1 0-1 0 0,0-1 1 0 0,-1 0 0 0 0,1 0 0 0 0,0-1-1 0 0,-1 0 1 0 0,1 0 0 0 0,-1 0 0 0 0,9-3-1 0 0,-3-1-9 0 0,1 0-1 0 0,-1 0 0 0 0,0-1 1 0 0,0-1-1 0 0,-1 0 0 0 0,0 0 0 0 0,0-1 1 0 0,-1-1-1 0 0,0 1 0 0 0,0-1 1 0 0,-1-1-1 0 0,0 0 0 0 0,-1 0 0 0 0,0 0 1 0 0,-1-1-1 0 0,0 0 0 0 0,9-21 1 0 0,-11 20-2 0 0,1 0 1 0 0,-2-1-1 0 0,0 1 1 0 0,0-1-1 0 0,-1 1 1 0 0,-1-1 0 0 0,0 0-1 0 0,0 1 1 0 0,-1-1-1 0 0,-1 0 1 0 0,0 0-1 0 0,-1 1 1 0 0,-1-1 0 0 0,0 1-1 0 0,0-1 1 0 0,-1 1-1 0 0,-8-16 1 0 0,1 11-1 0 0,0-1 0 0 0,-2 1 1 0 0,0 1-1 0 0,-27-26 0 0 0,-13-15-149 0 0,52 55 102 0 0,1 1 25 0 0,1 1 0 0 0,-1-1 0 0 0,1 1 0 0 0,-1-1 0 0 0,1 0 1 0 0,-1 1-1 0 0,1-1 0 0 0,0 1 0 0 0,-1-1 0 0 0,1 1 0 0 0,0-1 0 0 0,0 1 0 0 0,-1 0 0 0 0,1-1 0 0 0,0 1 0 0 0,0 0 0 0 0,-1-1 0 0 0,1 1 1 0 0,0 0-1 0 0,0 0 0 0 0,0 0 0 0 0,-1 0 0 0 0,1 0 0 0 0,0 0 0 0 0,0 0 0 0 0,0 0 0 0 0,1 1 0 0 0,29 0-18 0 0,-29-1 18 0 0,29 4-16 0 0,-1 1 1 0 0,0 2-1 0 0,0 1 0 0 0,-1 1 0 0 0,0 1 0 0 0,35 18 1 0 0,-42-17 7 0 0,0 2 1 0 0,0 0 0 0 0,-1 1 0 0 0,-1 2 0 0 0,0 0 0 0 0,-1 1 0 0 0,33 38 0 0 0,-48-50 13 0 0,1 1 1 0 0,-1-1-1 0 0,0 1 1 0 0,-1 0 0 0 0,1 1-1 0 0,-1-1 1 0 0,0 0-1 0 0,-1 1 1 0 0,1 0-1 0 0,-1-1 1 0 0,-1 1 0 0 0,1 0-1 0 0,-1 0 1 0 0,-1 0-1 0 0,1 0 1 0 0,-1 0-1 0 0,0 0 1 0 0,-1 0 0 0 0,1 0-1 0 0,-1 0 1 0 0,-1 0-1 0 0,0 0 1 0 0,0 0-1 0 0,0 0 1 0 0,0-1 0 0 0,-6 11-1 0 0,5-13-7 0 0,-1 5 67 0 0,-1-1 1 0 0,0 1-1 0 0,0-1 1 0 0,-8 7-1 0 0,12-14 45 0 0,14-23-34 0 0,9-8-73 0 0,2 1 0 0 0,0 1 0 0 0,2 1-1 0 0,2 1 1 0 0,0 2 0 0 0,1 0-1 0 0,1 2 1 0 0,46-25 0 0 0,-72 45-4 0 0,0 0 0 0 0,0 0 0 0 0,0 0 0 0 0,1 1 0 0 0,-1 0 0 0 0,0-1 0 0 0,1 2 0 0 0,-1-1 0 0 0,0 0 0 0 0,1 1 1 0 0,-1 0-1 0 0,1 0 0 0 0,-1 0 0 0 0,1 0 0 0 0,-1 1 0 0 0,1 0 0 0 0,-1 0 0 0 0,0 0 0 0 0,0 0 0 0 0,1 1 0 0 0,-1 0 0 0 0,0 0 0 0 0,0 0 0 0 0,4 3 0 0 0,-3-1 10 0 0,1 1 0 0 0,-1 0 0 0 0,0 0-1 0 0,-1 1 1 0 0,1-1 0 0 0,-1 1-1 0 0,0 0 1 0 0,0 1 0 0 0,-1-1-1 0 0,0 0 1 0 0,0 1 0 0 0,-1 0-1 0 0,4 14 1 0 0,-3-3 91 0 0,-1 0 0 0 0,0 0-1 0 0,-2 0 1 0 0,0 1 0 0 0,-1-1 0 0 0,-1 0 0 0 0,-5 24-1 0 0,2-10 10 0 0,-2-4-1203 0 0,1-21-4497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185 205 2648 0 0,'-35'-31'8229'0'0,"-44"-50"-1"0"0,45 41-6241 0 0,1 0-5091 0 0,30 30-4619 0 0,2 7 6141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1668 0 0,'0'0'274'0'0,"-201"29"11756"0"0,199-28-11895 0 0,-1-1 0 0 0,1 1 0 0 0,0-1 0 0 0,0 1 0 0 0,0 0 0 0 0,-1 0 1 0 0,1 0-1 0 0,0 0 0 0 0,0 0 0 0 0,0 0 0 0 0,0 0 0 0 0,-2 3 0 0 0,4-4-112 0 0,0 1-1 0 0,0-1 1 0 0,0 1-1 0 0,0-1 1 0 0,0 1-1 0 0,0-1 1 0 0,0 1-1 0 0,0-1 1 0 0,0 1-1 0 0,0-1 1 0 0,0 1-1 0 0,0-1 1 0 0,0 0-1 0 0,0 1 1 0 0,1-1-1 0 0,-1 1 1 0 0,0-1-1 0 0,0 1 1 0 0,0-1-1 0 0,1 0 1 0 0,-1 1-1 0 0,0-1 1 0 0,1 0-1 0 0,-1 1 1 0 0,0-1-1 0 0,1 0 1 0 0,-1 1-1 0 0,1-1 1 0 0,-1 0-1 0 0,0 0 1 0 0,1 1-1 0 0,-1-1 1 0 0,1 0-1 0 0,15 9 197 0 0,9 2-190 0 0,1-2-1 0 0,0-1 0 0 0,34 6 1 0 0,86 8-1776 0 0,-113-18 1187 0 0,153 15-5652 0 0,-90-12 309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13 683 2784 0 0,'-2'0'2008'0'0,"-8"-1"279"0"0,14-4 1330 0 0,10-3-780 0 0,-4 4-3709 0 0,22-4 1079 0 0,-1-3-1 0 0,-1 0 0 0 0,55-30 1 0 0,-57 24-166 0 0,0-1 0 0 0,-2-2 0 0 0,0 0 1 0 0,-1-2-1 0 0,-1-1 0 0 0,-1-1 1 0 0,-1-1-1 0 0,22-31 0 0 0,-8 1 24 0 0,-2-1 0 0 0,-3-2 0 0 0,28-69 0 0 0,-35 64 290 0 0,-24 63-354 0 0,0 0 0 0 0,0-1 1 0 0,0 1-1 0 0,0 0 0 0 0,1 0 1 0 0,-1 0-1 0 0,0-1 0 0 0,0 1 0 0 0,0 0 1 0 0,0 0-1 0 0,0 0 0 0 0,0-1 1 0 0,0 1-1 0 0,0 0 0 0 0,0 0 1 0 0,0-1-1 0 0,0 1 0 0 0,0 0 1 0 0,0 0-1 0 0,0 0 0 0 0,0-1 0 0 0,0 1 1 0 0,0 0-1 0 0,0 0 0 0 0,0-1 1 0 0,0 1-1 0 0,0 0 0 0 0,0 0 1 0 0,0-1-1 0 0,0 1 0 0 0,0 0 1 0 0,0 0-1 0 0,-1 0 0 0 0,1-1 0 0 0,0 1 1 0 0,0 0-1 0 0,0 0 0 0 0,0 0 1 0 0,-1 0-1 0 0,1-1 0 0 0,0 1 1 0 0,0 0-1 0 0,0 0 0 0 0,0 0 1 0 0,-1 0-1 0 0,1 0 0 0 0,0 0 0 0 0,0 0 1 0 0,-1 0-1 0 0,1 0 0 0 0,0-1 1 0 0,0 1-1 0 0,-1 0 0 0 0,1 0 1 0 0,0 0-1 0 0,0 0 0 0 0,0 0 1 0 0,-1 0-1 0 0,1 0 0 0 0,0 1 0 0 0,0-1 1 0 0,-1 0-1 0 0,-11 6 28 0 0,-3 7 13 0 0,0 0 0 0 0,1 1 1 0 0,1 1-1 0 0,-23 31 0 0 0,-37 73 57 0 0,57-91-82 0 0,-40 73 85 0 0,4 2-1 0 0,5 3 0 0 0,5 1 1 0 0,-32 127-1 0 0,42-112 980 0 0,28-91 1067 0 0,4-29-1832 0 0,4-3-73 0 0,4-1-162 0 0,-1-1 0 0 0,1 0 0 0 0,-1 0 0 0 0,0-1 0 0 0,0 0 0 0 0,10-7 0 0 0,41-35 108 0 0,-20 15-121 0 0,1 1-18 0 0,6-6-50 0 0,1 2 1 0 0,2 3-1 0 0,51-26 0 0 0,-95 55-8 0 0,-1 0 0 0 0,1 1 0 0 0,-1 0 0 0 0,1 0 0 0 0,0 0-1 0 0,-1 0 1 0 0,1 1 0 0 0,0-1 0 0 0,-1 1 0 0 0,1 0 0 0 0,0 0 0 0 0,7 1 0 0 0,-9 0 6 0 0,0-1 1 0 0,0 1 0 0 0,0 0 0 0 0,0 0-1 0 0,0 0 1 0 0,0 0 0 0 0,-1 0 0 0 0,1 0 0 0 0,0 0-1 0 0,-1 1 1 0 0,1-1 0 0 0,0 1 0 0 0,-1-1 0 0 0,0 1-1 0 0,1 0 1 0 0,-1-1 0 0 0,0 1 0 0 0,0 0-1 0 0,0 0 1 0 0,0 0 0 0 0,0 0 0 0 0,-1 0 0 0 0,1 0-1 0 0,0 3 1 0 0,1 9 16 0 0,0 0 0 0 0,-1 0-1 0 0,0 0 1 0 0,-2-1 0 0 0,1 1 0 0 0,-6 27 0 0 0,3-21-168 0 0,1 0 0 0 0,0 29 0 0 0,2-45-48 0 0,1-1 0 0 0,-1 0 0 0 0,1 1 0 0 0,0-1 0 0 0,0 0 0 0 0,0 1 0 0 0,0-1 0 0 0,1 0 0 0 0,-1 0 0 0 0,1 0 0 0 0,0 0 0 0 0,-1 0 0 0 0,2-1 0 0 0,-1 1 0 0 0,0 0 0 0 0,0-1 0 0 0,1 0 0 0 0,-1 1 0 0 0,1-1 0 0 0,0 0 0 0 0,0 0 0 0 0,0-1 0 0 0,0 1 0 0 0,4 1 0 0 0,2 1-692 0 0,-1-2 0 0 0,1 1 0 0 0,0-1 0 0 0,0 0 0 0 0,0-1 0 0 0,0 0 0 0 0,0 0 0 0 0,11-1 0 0 0,7-2-3231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170 315 1860 0 0,'20'-21'1691'0'0,"-1"-1"1"0"0,-2-1-1 0 0,22-36 0 0 0,-31 44-893 0 0,0-1 0 0 0,-1 0 0 0 0,0 0 0 0 0,-2-1-1 0 0,0 1 1 0 0,-1-1 0 0 0,3-18 0 0 0,-7 34-739 0 0,0-1 0 0 0,1 0-1 0 0,-1 0 1 0 0,0 0 0 0 0,0 1 0 0 0,0-1-1 0 0,-1 0 1 0 0,1 0 0 0 0,0 1 0 0 0,0-1-1 0 0,-1 0 1 0 0,0 0 0 0 0,1 1 0 0 0,-1-1-1 0 0,0 1 1 0 0,1-1 0 0 0,-3-2 0 0 0,2 3-28 0 0,0 0 0 0 0,0 1 1 0 0,0-1-1 0 0,0 0 1 0 0,0 0-1 0 0,0 1 1 0 0,0-1-1 0 0,-1 1 0 0 0,1-1 1 0 0,0 1-1 0 0,0 0 1 0 0,-1-1-1 0 0,1 1 1 0 0,0 0-1 0 0,0 0 1 0 0,-1 0-1 0 0,1 0 0 0 0,-2 0 1 0 0,-2 0 11 0 0,0 1 1 0 0,0 0-1 0 0,0 0 1 0 0,1 0-1 0 0,-1 1 0 0 0,-5 2 1 0 0,-14 8 19 0 0,-8 9 19 0 0,-13 16-1 0 0,26-19-56 0 0,2 0-1 0 0,0 1 1 0 0,-25 38 0 0 0,35-46-5 0 0,0 0 1 0 0,1 0 0 0 0,1 0 0 0 0,0 1 0 0 0,0 0 0 0 0,1 0-1 0 0,1 0 1 0 0,-3 15 0 0 0,6-23-10 0 0,-1-1-1 0 0,1 1 1 0 0,0-1-1 0 0,0 1 1 0 0,0-1 0 0 0,0 1-1 0 0,1 0 1 0 0,0-1 0 0 0,-1 1-1 0 0,1-1 1 0 0,0 0-1 0 0,1 1 1 0 0,-1-1 0 0 0,0 0-1 0 0,1 0 1 0 0,0 1 0 0 0,0-1-1 0 0,0-1 1 0 0,0 1-1 0 0,0 0 1 0 0,1 0 0 0 0,-1-1-1 0 0,1 1 1 0 0,0-1 0 0 0,0 0-1 0 0,0 0 1 0 0,0 0 0 0 0,0 0-1 0 0,0-1 1 0 0,0 1-1 0 0,1-1 1 0 0,-1 1 0 0 0,4 0-1 0 0,0-1-8 0 0,-1 0 0 0 0,0 0 1 0 0,1-1-1 0 0,-1 0 0 0 0,1 0 0 0 0,-1 0 0 0 0,1-1 0 0 0,-1 0 0 0 0,1 0 0 0 0,-1 0 0 0 0,0-1 0 0 0,1 0 0 0 0,-1 0 0 0 0,0-1 0 0 0,10-6 1 0 0,5-3 54 0 0,-1-1 1 0 0,35-29-1 0 0,113-120 243 0 0,-108 101 94 0 0,-60 61-394 0 0,1-1 0 0 0,-1 1-1 0 0,0-1 1 0 0,1 1 0 0 0,-1-1 0 0 0,1 1 0 0 0,-1-1 0 0 0,1 1 0 0 0,-1-1 0 0 0,1 1 0 0 0,-1 0-1 0 0,1-1 1 0 0,0 1 0 0 0,-1 0 0 0 0,1-1 0 0 0,-1 1 0 0 0,1 0 0 0 0,0 0 0 0 0,-1 0 0 0 0,1 0-1 0 0,0-1 1 0 0,-1 1 0 0 0,1 0 0 0 0,0 0 0 0 0,1 1 0 0 0,-2-1 0 0 0,1 1-1 0 0,-1-1 1 0 0,0 1 0 0 0,1-1-1 0 0,-1 1 1 0 0,0 0 0 0 0,1-1-1 0 0,-1 1 1 0 0,0 0 0 0 0,0-1 0 0 0,1 1-1 0 0,-1 0 1 0 0,0 0 0 0 0,0-1-1 0 0,0 1 1 0 0,0 0 0 0 0,0-1-1 0 0,0 2 1 0 0,-5 37 71 0 0,-11 18-342 0 0,-6 35 254 0 0,21-83-100 0 0,0 0 0 0 0,0 0 0 0 0,1 1 0 0 0,0-1 0 0 0,0 0 0 0 0,1 1 0 0 0,4 14 0 0 0,-4-19-168 0 0,1-1 1 0 0,-1 0-1 0 0,1 0 0 0 0,0 0 1 0 0,0 0-1 0 0,1 0 1 0 0,-1-1-1 0 0,1 1 1 0 0,0-1-1 0 0,0 1 1 0 0,0-1-1 0 0,0 0 1 0 0,1 0-1 0 0,-1-1 0 0 0,1 1 1 0 0,-1-1-1 0 0,9 4 1 0 0,-6-3-612 0 0,0 0 1 0 0,1-1 0 0 0,-1 0-1 0 0,1-1 1 0 0,0 1-1 0 0,11 0 1 0 0,4-1-2889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345 340 80 0 0,'9'-10'980'0'0,"100"-110"5293"0"0,-94 101-4969 0 0,-1-1 1 0 0,-1 0-1 0 0,0-1 0 0 0,15-36 1 0 0,-27 53-1153 0 0,1 1 0 0 0,-1 0 1 0 0,0 0-1 0 0,0-1 1 0 0,-1 1-1 0 0,1-1 1 0 0,-1 1-1 0 0,0-1 0 0 0,0-6 1 0 0,0 9-116 0 0,-1 0 1 0 0,1-1 0 0 0,-1 1-1 0 0,1-1 1 0 0,-1 1 0 0 0,1 0-1 0 0,-1-1 1 0 0,0 1 0 0 0,1 0-1 0 0,-1 0 1 0 0,0 0 0 0 0,0-1-1 0 0,0 1 1 0 0,0 0 0 0 0,0 0-1 0 0,0 0 1 0 0,0 1 0 0 0,-1-1-1 0 0,1 0 1 0 0,0 0 0 0 0,0 1-1 0 0,-1-1 1 0 0,1 0 0 0 0,0 1-1 0 0,-1-1 1 0 0,-1 1 0 0 0,-2-1 17 0 0,0 0 0 0 0,-1 0 0 0 0,1 0 0 0 0,0 1 1 0 0,-1 0-1 0 0,1 0 0 0 0,-1 0 0 0 0,1 1 0 0 0,0 0 1 0 0,-1 0-1 0 0,1 0 0 0 0,0 1 0 0 0,0 0 0 0 0,0 0 1 0 0,0 0-1 0 0,0 0 0 0 0,0 1 0 0 0,1 0 1 0 0,-7 4-1 0 0,8-4-37 0 0,0 0 1 0 0,0-1-1 0 0,0 1 1 0 0,0 0-1 0 0,0 0 1 0 0,1 1-1 0 0,-1-1 1 0 0,1 1 0 0 0,0-1-1 0 0,0 1 1 0 0,0 0-1 0 0,1 0 1 0 0,-1-1-1 0 0,1 1 1 0 0,0 0-1 0 0,0 0 1 0 0,0 1-1 0 0,1-1 1 0 0,-1 0-1 0 0,1 0 1 0 0,0 0 0 0 0,0 0-1 0 0,0 0 1 0 0,1 1-1 0 0,1 4 1 0 0,4 9 25 0 0,2 0 1 0 0,0-1 0 0 0,0 1-1 0 0,2-2 1 0 0,0 1 0 0 0,17 19-1 0 0,-9-10-28 0 0,17 29-1 0 0,-22-31-48 0 0,-8-16 541 0 0,0 1 1 0 0,-1-1-1 0 0,1 1 1 0 0,-2 0 0 0 0,4 12-1 0 0,-7-20-444 0 0,0 0 1 0 0,0 0-1 0 0,0 0 0 0 0,0 0 0 0 0,0 0 0 0 0,0 1 0 0 0,-1-1 1 0 0,1 0-1 0 0,0 0 0 0 0,-1 0 0 0 0,1 0 0 0 0,-1 0 0 0 0,1 0 1 0 0,-1 0-1 0 0,1 0 0 0 0,-1 0 0 0 0,0 0 0 0 0,0 0 0 0 0,1 0 1 0 0,-1-1-1 0 0,0 1 0 0 0,0 0 0 0 0,0 0 0 0 0,0-1 0 0 0,0 1 1 0 0,-2 0-1 0 0,-25 11 560 0 0,2-6-509 0 0,1-2 0 0 0,-1 0-1 0 0,1-2 1 0 0,-45-1 0 0 0,38-3-1308 0 0,-55-11-1 0 0,56 6-1210 0 0,-34-13-1 0 0,40 11-1693 0 0,-37-21 1 0 0,28 9-2382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1 322 340 0 0,'44'-91'5962'0'0,"-30"64"-4541"0"0,2 0 0 0 0,36-47-1 0 0,-48 68-1313 0 0,1 1-1 0 0,0-1 0 0 0,1 1 1 0 0,-1 0-1 0 0,1 1 0 0 0,0-1 1 0 0,0 1-1 0 0,1 0 0 0 0,8-4 1 0 0,-12 7-86 0 0,0 0 1 0 0,0 0-1 0 0,0 1 0 0 0,0-1 1 0 0,0 1-1 0 0,0-1 0 0 0,1 1 1 0 0,-1 0-1 0 0,0 0 1 0 0,0 0-1 0 0,0 1 0 0 0,0-1 1 0 0,0 1-1 0 0,0 0 1 0 0,0 0-1 0 0,0 0 0 0 0,0 0 1 0 0,0 0-1 0 0,0 1 1 0 0,0-1-1 0 0,-1 1 0 0 0,1 0 1 0 0,0-1-1 0 0,3 5 0 0 0,1 1 3 0 0,-1 0 0 0 0,1 1 0 0 0,-2-1 0 0 0,1 1 0 0 0,-1 0 0 0 0,0 1 0 0 0,0-1 0 0 0,-1 1 0 0 0,0 0 0 0 0,-1 0 0 0 0,0 1 0 0 0,-1-1-1 0 0,0 0 1 0 0,0 1 0 0 0,0 13 0 0 0,0 4 23 0 0,-2-1 1 0 0,-1 1-1 0 0,-1-1 0 0 0,-7 37 0 0 0,7-51 171 0 0,0 0 1 0 0,-1 0-1 0 0,-1 0 0 0 0,1 0 1 0 0,-2-1-1 0 0,0 0 0 0 0,0 0 1 0 0,-12 18-1 0 0,16-28-177 0 0,1 0-1 0 0,-1-1 1 0 0,1 1-1 0 0,-1 0 1 0 0,0 0 0 0 0,1-1-1 0 0,-1 1 1 0 0,0 0-1 0 0,0-1 1 0 0,0 1-1 0 0,0-1 1 0 0,1 1 0 0 0,-1-1-1 0 0,0 1 1 0 0,0-1-1 0 0,0 1 1 0 0,0-1 0 0 0,0 0-1 0 0,0 0 1 0 0,0 0-1 0 0,0 1 1 0 0,0-1 0 0 0,0 0-1 0 0,0 0 1 0 0,0 0-1 0 0,-2-1 1 0 0,1 0-12 0 0,1 0 1 0 0,0 1-1 0 0,-1-1 1 0 0,1 0-1 0 0,0-1 1 0 0,0 1-1 0 0,0 0 1 0 0,0 0-1 0 0,0 0 1 0 0,0-1-1 0 0,0 1 1 0 0,0 0-1 0 0,0-1 1 0 0,0 1-1 0 0,0-2 1 0 0,-2-5 8 0 0,0-1 0 0 0,1 1 1 0 0,0 0-1 0 0,0-1 0 0 0,0-11 1 0 0,2-2-14 0 0,0 0 1 0 0,2 0 0 0 0,0 1-1 0 0,2-1 1 0 0,0 1 0 0 0,2 0 0 0 0,0 0-1 0 0,13-30 1 0 0,-11 34-27 0 0,1 1-1 0 0,0 0 0 0 0,0 0 1 0 0,2 1-1 0 0,0 0 1 0 0,1 1-1 0 0,0 0 0 0 0,1 1 1 0 0,0 0-1 0 0,21-14 1 0 0,-26 22-1 0 0,-1 1 1 0 0,1-1-1 0 0,1 1 1 0 0,-1 0-1 0 0,0 1 1 0 0,1 0 0 0 0,0 1-1 0 0,-1 0 1 0 0,1 0-1 0 0,0 0 1 0 0,13 1-1 0 0,-18 1 2 0 0,0 0 0 0 0,1 0 0 0 0,-1 0 0 0 0,0 1 0 0 0,0 0 0 0 0,1 0 0 0 0,-1 0 0 0 0,0 0 0 0 0,0 1 0 0 0,0-1-1 0 0,0 1 1 0 0,0 0 0 0 0,-1 0 0 0 0,1 1 0 0 0,-1-1 0 0 0,1 1 0 0 0,-1 0 0 0 0,0-1 0 0 0,0 1 0 0 0,0 1 0 0 0,0-1 0 0 0,-1 0-1 0 0,1 1 1 0 0,-1 0 0 0 0,3 4 0 0 0,-2 1 1 0 0,0 0 0 0 0,0 0 0 0 0,-1 0 1 0 0,0 0-1 0 0,0 0 0 0 0,-1 1 0 0 0,0-1 0 0 0,-1 0 0 0 0,0 1 0 0 0,-1 9 0 0 0,-4 16 14 0 0,-12 47 0 0 0,3-17-16 0 0,12-55-287 0 0,-1 2 35 0 0,2 0 0 0 0,-1 0 1 0 0,1 13-1 0 0,1-22-139 0 0,0-1 0 0 0,0 1 1 0 0,1 0-1 0 0,-1-1 0 0 0,1 1 1 0 0,-1-1-1 0 0,1 1 1 0 0,0-1-1 0 0,0 1 0 0 0,0-1 1 0 0,0 0-1 0 0,0 0 0 0 0,1 1 1 0 0,-1-1-1 0 0,1 0 1 0 0,-1 0-1 0 0,1 0 0 0 0,0 0 1 0 0,0 0-1 0 0,2 1 0 0 0,6 4-4459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201 118 260 0 0,'1'-4'772'0'0,"-1"1"-1"0"0,0-1 1 0 0,-1 0 0 0 0,1 1-1 0 0,0-1 1 0 0,-1 0-1 0 0,0 1 1 0 0,0-1 0 0 0,0 1-1 0 0,-1-1 1 0 0,-2-5 0 0 0,3 8-694 0 0,1 1 1 0 0,-1-1 0 0 0,0 1 0 0 0,1 0 0 0 0,-1-1-1 0 0,0 1 1 0 0,1 0 0 0 0,-1 0 0 0 0,0-1 0 0 0,1 1-1 0 0,-1 0 1 0 0,0 0 0 0 0,0 0 0 0 0,1 0 0 0 0,-1 0 0 0 0,0 0-1 0 0,1 0 1 0 0,-1 0 0 0 0,0 0 0 0 0,0 0 0 0 0,1 1-1 0 0,-1-1 1 0 0,0 0 0 0 0,1 0 0 0 0,-1 1 0 0 0,0-1 0 0 0,1 0-1 0 0,-1 1 1 0 0,0-1 0 0 0,0 1 0 0 0,-19 13 818 0 0,6-2-676 0 0,0 0 1 0 0,2 2-1 0 0,-1-1 0 0 0,2 2 1 0 0,0-1-1 0 0,0 2 1 0 0,2-1-1 0 0,0 1 0 0 0,0 1 1 0 0,2 0-1 0 0,0 0 1 0 0,1 0-1 0 0,1 1 0 0 0,-4 18 1 0 0,8-28-183 0 0,1-1 0 0 0,-1 1 0 0 0,1 0 0 0 0,1-1 0 0 0,0 1 1 0 0,0-1-1 0 0,0 1 0 0 0,5 13 0 0 0,-5-17-26 0 0,1-1-1 0 0,-1 1 1 0 0,1-1 0 0 0,0 0 0 0 0,0 0 0 0 0,0 0-1 0 0,0 0 1 0 0,0 0 0 0 0,1 0 0 0 0,-1-1 0 0 0,1 1-1 0 0,0-1 1 0 0,0 1 0 0 0,0-1 0 0 0,0 0 0 0 0,0 0-1 0 0,0-1 1 0 0,0 1 0 0 0,1-1 0 0 0,3 2 0 0 0,1-1 43 0 0,1 1 1 0 0,0-2 0 0 0,-1 1 0 0 0,1-1 0 0 0,0 0 0 0 0,0-1-1 0 0,-1 0 1 0 0,1-1 0 0 0,0 0 0 0 0,0 0 0 0 0,-1 0-1 0 0,1-1 1 0 0,-1-1 0 0 0,1 0 0 0 0,-1 0 0 0 0,0 0 0 0 0,0-1-1 0 0,0 0 1 0 0,-1 0 0 0 0,1-1 0 0 0,-1 0 0 0 0,0-1 0 0 0,0 0-1 0 0,-1 0 1 0 0,0 0 0 0 0,0 0 0 0 0,0-1 0 0 0,-1 0 0 0 0,9-15-1 0 0,-9 9 56 0 0,0 0 0 0 0,0 0 0 0 0,-1 0 0 0 0,-1-1 0 0 0,0 1-1 0 0,-1-1 1 0 0,-1 0 0 0 0,0 0 0 0 0,0 0 0 0 0,-2 1 0 0 0,0-1 0 0 0,0 0-1 0 0,-1 0 1 0 0,-7-22 0 0 0,6 26-81 0 0,0 1 0 0 0,0 0-1 0 0,-2 0 1 0 0,1 0 0 0 0,-1 0-1 0 0,0 0 1 0 0,-1 1 0 0 0,0 0-1 0 0,-9-10 1 0 0,10 13-49 0 0,-1 1 0 0 0,1-1 0 0 0,-1 1 0 0 0,0 0-1 0 0,0 0 1 0 0,-1 0 0 0 0,1 1 0 0 0,-1 0 0 0 0,0 1 0 0 0,1-1 0 0 0,-1 1-1 0 0,0 0 1 0 0,-13-1 0 0 0,16 3-171 0 0,0 0-1 0 0,1 0 1 0 0,-1 0-1 0 0,0 0 1 0 0,1 1-1 0 0,-1-1 0 0 0,0 1 1 0 0,1 0-1 0 0,-1 0 1 0 0,1 1-1 0 0,0-1 1 0 0,-1 1-1 0 0,1-1 1 0 0,0 1-1 0 0,-5 4 1 0 0,6-5-206 0 0,0 1 0 0 0,0-1 0 0 0,1 1 0 0 0,-1 0 0 0 0,1 0 0 0 0,-1-1 0 0 0,1 1 0 0 0,0 0 0 0 0,-1 0 0 0 0,1 0 0 0 0,0 1 0 0 0,1-1 0 0 0,-1 0 0 0 0,0 0 0 0 0,0 0 0 0 0,1 1 0 0 0,0-1 0 0 0,-1 0 0 0 0,1 1 0 0 0,0-1 0 0 0,0 0 0 0 0,0 1 0 0 0,0-1 0 0 0,1 4 0 0 0,4 6-4531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9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78 519 2132 0 0,'-2'1'1851'0'0,"-46"23"4996"0"0,46-23-6401 0 0,-22 9 3219 0 0,24-10-3638 0 0,0 0-1 0 0,0 0 1 0 0,0 0 0 0 0,0 0 0 0 0,0 0 0 0 0,0 0 0 0 0,1 0 0 0 0,-1 0 0 0 0,0 0 0 0 0,0 0-1 0 0,0-1 1 0 0,0 1 0 0 0,0 0 0 0 0,0 0 0 0 0,0 0 0 0 0,0 0 0 0 0,0 0 0 0 0,0 0 0 0 0,0 0-1 0 0,0 0 1 0 0,0 0 0 0 0,0-1 0 0 0,0 1 0 0 0,0 0 0 0 0,0 0 0 0 0,0 0 0 0 0,-1 0 0 0 0,1 0-1 0 0,0 0 1 0 0,0 0 0 0 0,0 0 0 0 0,0 0 0 0 0,0 0 0 0 0,0 0 0 0 0,0-1 0 0 0,0 1-1 0 0,0 0 1 0 0,0 0 0 0 0,0 0 0 0 0,0 0 0 0 0,0 0 0 0 0,0 0 0 0 0,-1 0 0 0 0,1 0 0 0 0,0 0-1 0 0,0 0 1 0 0,0 0 0 0 0,0 0 0 0 0,13-14 399 0 0,21-14-242 0 0,38-29 43 0 0,88-90 0 0 0,-127 111-197 0 0,-1-1-1 0 0,-2-1 0 0 0,-2-2 0 0 0,32-57 0 0 0,-42 53-163 0 0,-17 44 132 0 0,-1-1 0 0 0,0 1-1 0 0,0 0 1 0 0,0-1 0 0 0,1 1-1 0 0,-1 0 1 0 0,0-1 0 0 0,0 1-1 0 0,0 0 1 0 0,0-1 0 0 0,0 1-1 0 0,0 0 1 0 0,0-1 0 0 0,0 1-1 0 0,0 0 1 0 0,0-1 0 0 0,0 1-1 0 0,0 0 1 0 0,0-1 0 0 0,0 1-1 0 0,0 0 1 0 0,0-1 0 0 0,0 1-1 0 0,0 0 1 0 0,0-1 0 0 0,0 1-1 0 0,0 0 1 0 0,-1-1 0 0 0,1 1-1 0 0,0 0 1 0 0,0 0 0 0 0,0-1-1 0 0,-1 1 1 0 0,1 0 0 0 0,0 0 0 0 0,0-1-1 0 0,-1 1 1 0 0,1 0 0 0 0,0 0-1 0 0,-1 0 1 0 0,1-1 0 0 0,0 1-1 0 0,0 0 1 0 0,-1 0 0 0 0,1 0-1 0 0,0 0 1 0 0,-1 0 0 0 0,1 0-1 0 0,0 0 1 0 0,-1 0 0 0 0,1-1-1 0 0,-1 1 1 0 0,1 0 0 0 0,0 1-1 0 0,-1-1 1 0 0,1 0 0 0 0,0 0-1 0 0,-1 0 1 0 0,1 0 0 0 0,-19 6-41 0 0,16-4 34 0 0,0 1 1 0 0,0 0 0 0 0,0-1-1 0 0,1 1 1 0 0,-1 0 0 0 0,1 0 0 0 0,-1 1-1 0 0,1-1 1 0 0,0 0 0 0 0,0 1-1 0 0,1-1 1 0 0,-1 1 0 0 0,1 0 0 0 0,0 0-1 0 0,0-1 1 0 0,0 1 0 0 0,0 0-1 0 0,1 0 1 0 0,-1 0 0 0 0,1 0 0 0 0,0 0-1 0 0,0 0 1 0 0,1 0 0 0 0,-1 0-1 0 0,1 0 1 0 0,0-1 0 0 0,0 1 0 0 0,0 0-1 0 0,2 5 1 0 0,5 9-4 0 0,1 0 0 0 0,0 0 0 0 0,1-1-1 0 0,19 24 1 0 0,-20-28 6 0 0,6 8-3 0 0,-8-13 12 0 0,0 2 1 0 0,0-1-1 0 0,-1 1 0 0 0,-1 0 0 0 0,1 0 0 0 0,-2 0 1 0 0,8 23-1 0 0,-12-32 18 0 0,0 1 0 0 0,1 0 0 0 0,-1 0 0 0 0,0 0 0 0 0,0 0 0 0 0,-1 0 0 0 0,1 0 0 0 0,0 0 0 0 0,-1 0 0 0 0,1 0 0 0 0,-1 0 0 0 0,1 0 0 0 0,-1 0 0 0 0,0-1 0 0 0,0 1 0 0 0,0 0 0 0 0,0-1 0 0 0,-1 3 0 0 0,-1-1 59 0 0,0 0 0 0 0,0-1 1 0 0,0 1-1 0 0,0-1 0 0 0,0 1 0 0 0,0-1 1 0 0,0 0-1 0 0,-7 2 0 0 0,1 0 108 0 0,0-1 0 0 0,0 0 1 0 0,-1-1-1 0 0,1 0 0 0 0,0 0 0 0 0,-18 0 0 0 0,23-2-156 0 0,-15 0 294 0 0,-29-4 0 0 0,43 4-345 0 0,0-1 0 0 0,0 0 0 0 0,0-1-1 0 0,0 1 1 0 0,0-1 0 0 0,0 0-1 0 0,0-1 1 0 0,1 1 0 0 0,-1-1-1 0 0,-7-5 1 0 0,11 7-99 0 0,1 0 0 0 0,-1 0 0 0 0,0 0 1 0 0,0 0-1 0 0,1 1 0 0 0,-1-1 0 0 0,0 0 0 0 0,1-1 0 0 0,-1 1 0 0 0,1 0 0 0 0,-1 0 0 0 0,1 0 0 0 0,0 0 1 0 0,0 0-1 0 0,-1 0 0 0 0,1-1 0 0 0,0 1 0 0 0,0 0 0 0 0,0 0 0 0 0,0 0 0 0 0,0 0 0 0 0,0-1 0 0 0,1 1 1 0 0,-1 0-1 0 0,0 0 0 0 0,1 0 0 0 0,-1 0 0 0 0,0 0 0 0 0,1 0 0 0 0,-1-1 0 0 0,1 1 0 0 0,0 0 1 0 0,-1 0-1 0 0,1 1 0 0 0,0-1 0 0 0,1-2 0 0 0,3-3-552 0 0,1 0 0 0 0,0 1 1 0 0,0-1-1 0 0,7-4 0 0 0,-10 8 198 0 0,21-15-3264 0 0,3-2-1704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1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38 1084 0 0,'30'-34'11439'0'0,"-32"36"-11225"0"0,-1 0-1 0 0,1 0 0 0 0,-1 0 1 0 0,1 1-1 0 0,0-1 1 0 0,-3 4-1 0 0,-13 21 359 0 0,1 2 1 0 0,1-1-1 0 0,-15 40 0 0 0,26-55-523 0 0,1 0 0 0 0,0 0 0 0 0,1 0 0 0 0,1 0 0 0 0,0 1 0 0 0,0-1 0 0 0,1 1 0 0 0,1-1 0 0 0,1 1 0 0 0,3 23 0 0 0,-4-33-36 0 0,1 1 0 0 0,1-1 0 0 0,-1 0 0 0 0,1 1 0 0 0,0-1 0 0 0,0 0 0 0 0,0 0 0 0 0,0 0 0 0 0,0 0-1 0 0,1-1 1 0 0,0 1 0 0 0,0-1 0 0 0,0 1 0 0 0,0-1 0 0 0,1 0 0 0 0,-1 0 0 0 0,1 0 0 0 0,0-1 0 0 0,-1 1 0 0 0,1-1 0 0 0,1 0 0 0 0,-1 0 0 0 0,0-1 0 0 0,0 1 0 0 0,1-1 0 0 0,-1 0 0 0 0,0 0 0 0 0,1 0 0 0 0,-1 0 0 0 0,1-1 0 0 0,0 0 0 0 0,-1 0 0 0 0,1 0 0 0 0,-1-1-1 0 0,1 1 1 0 0,-1-1 0 0 0,1 0 0 0 0,-1 0 0 0 0,0-1 0 0 0,1 1 0 0 0,-1-1 0 0 0,0 0 0 0 0,0 0 0 0 0,0-1 0 0 0,0 1 0 0 0,-1-1 0 0 0,1 0 0 0 0,-1 0 0 0 0,6-5 0 0 0,-2 0-4 0 0,-1-1-1 0 0,1 0 1 0 0,-1 0 0 0 0,-1 0-1 0 0,0 0 1 0 0,0-1 0 0 0,-1 0-1 0 0,0 0 1 0 0,-1-1 0 0 0,0 1-1 0 0,0 0 1 0 0,-1-1 0 0 0,-1 0-1 0 0,1-11 1 0 0,-1 6-11 0 0,-1 0 1 0 0,0 0-1 0 0,-1 0 0 0 0,-1 1 1 0 0,-1-1-1 0 0,0 0 0 0 0,-1 1 1 0 0,-1 0-1 0 0,-6-15 0 0 0,9 25-1 0 0,0 1 0 0 0,-1-1 0 0 0,0 1 0 0 0,0-1 0 0 0,0 1 0 0 0,0 0 0 0 0,0 1 0 0 0,-1-1 0 0 0,0 0 0 0 0,0 1 0 0 0,0 0 0 0 0,0 0 0 0 0,0 0 0 0 0,-9-4 0 0 0,9 6 1 0 0,1 0 0 0 0,0 0-1 0 0,-1 0 1 0 0,1 0 0 0 0,-1 1 0 0 0,1-1 0 0 0,-1 1-1 0 0,1 0 1 0 0,-1 0 0 0 0,1 0 0 0 0,-1 0 0 0 0,1 1-1 0 0,-1 0 1 0 0,1-1 0 0 0,-1 1 0 0 0,1 1-1 0 0,0-1 1 0 0,0 0 0 0 0,-1 1 0 0 0,1-1 0 0 0,0 1-1 0 0,-4 3 1 0 0,2 0-4 0 0,0-1-1 0 0,0 1 0 0 0,0-1 1 0 0,0 1-1 0 0,1 1 0 0 0,0-1 0 0 0,0 1 1 0 0,0 0-1 0 0,1-1 0 0 0,0 2 1 0 0,0-1-1 0 0,1 0 0 0 0,-1 0 1 0 0,1 1-1 0 0,1-1 0 0 0,-1 1 1 0 0,1 0-1 0 0,0 0 0 0 0,1-1 1 0 0,0 1-1 0 0,1 13 0 0 0,-1-14-118 0 0,1-1 0 0 0,0 0 1 0 0,1 0-1 0 0,-1 0 0 0 0,1 0 0 0 0,0 0 0 0 0,0 0 0 0 0,1 0 0 0 0,-1 0 0 0 0,1-1 0 0 0,0 1 0 0 0,0-1 1 0 0,1 0-1 0 0,-1 0 0 0 0,1 0 0 0 0,0-1 0 0 0,0 1 0 0 0,0-1 0 0 0,0 0 0 0 0,1 0 0 0 0,-1 0 1 0 0,1-1-1 0 0,0 1 0 0 0,0-1 0 0 0,0 0 0 0 0,0-1 0 0 0,0 1 0 0 0,8 0 0 0 0,7 1-711 0 0,-1-2 0 0 0,1 0 0 0 0,0-2 0 0 0,-1 0 0 0 0,1-1-1 0 0,-1-1 1 0 0,1 0 0 0 0,-1-2 0 0 0,35-13 0 0 0,-16 1-2140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81 219 1832 0 0,'30'-60'5703'0'0,"26"-75"0"0"0,-48 113-4649 0 0,-7 20-658 0 0,-2 5-254 0 0,-6 24 98 0 0,-21 45-1 0 0,7-18-87 0 0,2-1-36 0 0,-13 33 34 0 0,-24 109 0 0 0,52-178-115 0 0,1 0 0 0 0,1 1 1 0 0,0-1-1 0 0,1 1 0 0 0,3 33 0 0 0,-2-47-22 0 0,1 1-1 0 0,0 0 1 0 0,0 0-1 0 0,1-1 1 0 0,-1 1-1 0 0,1 0 0 0 0,0-1 1 0 0,0 0-1 0 0,0 1 1 0 0,1-1-1 0 0,-1 0 1 0 0,1 0-1 0 0,0 0 0 0 0,0-1 1 0 0,1 1-1 0 0,-1-1 1 0 0,1 0-1 0 0,0 0 1 0 0,0 0-1 0 0,0 0 0 0 0,0 0 1 0 0,0-1-1 0 0,0 0 1 0 0,1 0-1 0 0,8 2 1 0 0,-5-1-9 0 0,0-1 1 0 0,0-1-1 0 0,0 0 1 0 0,1 0 0 0 0,-1 0-1 0 0,1-1 1 0 0,-1-1 0 0 0,0 1-1 0 0,1-1 1 0 0,10-3 0 0 0,-7 1-29 0 0,1-1 0 0 0,-1-1 0 0 0,0 0 1 0 0,0-1-1 0 0,21-13 0 0 0,-3-4-28 0 0,-2 0 0 0 0,0-2 0 0 0,40-46-1 0 0,28-37 1141 0 0,-95 106-1041 0 0,0 3-45 0 0,0-1-1 0 0,-1 1 1 0 0,1 0 0 0 0,-1 0 0 0 0,1-1 0 0 0,-1 1 0 0 0,1 0 0 0 0,-1 0 0 0 0,0 0 0 0 0,1 0 0 0 0,-1 0 0 0 0,0-1 0 0 0,1 3 0 0 0,-14 43-28 0 0,-13 57-3 0 0,24-93 40 0 0,1 0 0 0 0,0 0 0 0 0,1 0 0 0 0,0 0 1 0 0,0 0-1 0 0,1 0 0 0 0,0 0 0 0 0,4 11 0 0 0,-4-17-1 0 0,0-1-1 0 0,0 1 1 0 0,1-1 0 0 0,0 1 0 0 0,0-1 0 0 0,0 0 0 0 0,0 0 0 0 0,0 0 0 0 0,0 0 0 0 0,1 0 0 0 0,-1 0 0 0 0,1-1 0 0 0,0 1 0 0 0,6 3 0 0 0,-4-3-37 0 0,0 0 1 0 0,1-1-1 0 0,-1 0 0 0 0,1 0 1 0 0,0 0-1 0 0,-1 0 0 0 0,1-1 1 0 0,11 1-1 0 0,-6-2-61 0 0,1 0 0 0 0,-1 0 0 0 0,0-1-1 0 0,0 0 1 0 0,0-1 0 0 0,0-1 0 0 0,0 0 0 0 0,0 0 0 0 0,17-8 0 0 0,-12 2 41 0 0,-1-1 1 0 0,0 0 0 0 0,-1-1 0 0 0,0 0-1 0 0,-1-1 1 0 0,0-1 0 0 0,-1 0 0 0 0,14-20-1 0 0,10-17 989 0 0,29-58-1 0 0,-48 79 10 0 0,5-5-287 0 0,-20 32-511 0 0,-2 4-133 0 0,-1 14-6 0 0,-1 0 0 0 0,-1 0 0 0 0,-9 29 0 0 0,8-29-12 0 0,-1 1 1 0 0,2-1-1 0 0,0 1 1 0 0,0 17-1 0 0,3-24-28 0 0,0 0 0 0 0,1-1-1 0 0,0 1 1 0 0,0 0-1 0 0,4 11 1 0 0,-4-17-107 0 0,0-1-1 0 0,1 1 1 0 0,0 0-1 0 0,0-1 1 0 0,0 1 0 0 0,1-1-1 0 0,-1 0 1 0 0,1 1-1 0 0,-1-1 1 0 0,1 0 0 0 0,0-1-1 0 0,1 1 1 0 0,-1 0-1 0 0,0-1 1 0 0,5 3 0 0 0,0 0-595 0 0,1-1 0 0 0,0 0 1 0 0,0 0-1 0 0,15 4 0 0 0,20 0-4858 0 0,-17-7-161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235 195 2980 0 0,'45'-194'14177'0'0,"-80"320"-7530"0"0,-31 93-3803 0 0,19-69-2381 0 0,-30 99 452 0 0,35-80-8206 0 0,41-164 6221 0 0,-3 13-501 0 0,-4-8-7181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22 239 2272 0 0,'-5'-18'2714'0'0,"1"7"-1207"0"0,1-1-1 0 0,0 1 1 0 0,0-1 0 0 0,-1-17 0 0 0,4 25-1389 0 0,0 1 0 0 0,0 0 0 0 0,1-1 0 0 0,-1 1 1 0 0,1 0-1 0 0,-1 0 0 0 0,1 0 0 0 0,0-1 0 0 0,0 1 1 0 0,1 0-1 0 0,-1 0 0 0 0,1 0 0 0 0,-1 0 0 0 0,1 1 1 0 0,0-1-1 0 0,0 0 0 0 0,0 1 0 0 0,0-1 0 0 0,1 1 1 0 0,-1 0-1 0 0,4-3 0 0 0,4-1-33 0 0,1-1 1 0 0,0 1-1 0 0,0 1 0 0 0,0 0 0 0 0,1 1 0 0 0,0 0 1 0 0,15-3-1 0 0,91-12 37 0 0,-97 16-90 0 0,-8 2-30 0 0,27-5-40 0 0,0 2 1 0 0,51 2-1 0 0,-88 2 58 0 0,0 0 0 0 0,0 1 0 0 0,-1-1 0 0 0,1 1 0 0 0,0-1 0 0 0,0 1 0 0 0,-1 0 0 0 0,1 0 0 0 0,0 0 0 0 0,-1 0 0 0 0,1 0 0 0 0,-1 1 0 0 0,1-1 0 0 0,-1 1 0 0 0,0 0 0 0 0,0 0 0 0 0,1 0 0 0 0,-1 0 0 0 0,-1 0 0 0 0,1 0 0 0 0,0 0 0 0 0,0 0 0 0 0,-1 1 0 0 0,1-1 0 0 0,-1 1 0 0 0,0-1 0 0 0,0 1 0 0 0,0 0 0 0 0,0-1 0 0 0,0 1 0 0 0,0 3 0 0 0,0 7 343 0 0,0 0 0 0 0,-1 0-1 0 0,0 0 1 0 0,-1 0 0 0 0,-4 20-1 0 0,1-6-18 0 0,-13 70 817 0 0,11-69-945 0 0,1 0 0 0 0,1 1 1 0 0,2-1-1 0 0,0 31 0 0 0,2-57-215 0 0,1 0 0 0 0,-1 1-1 0 0,0-1 1 0 0,1 0 0 0 0,-1 0-1 0 0,1 0 1 0 0,0 0 0 0 0,0 0-1 0 0,0 0 1 0 0,0-1 0 0 0,0 1-1 0 0,0 0 1 0 0,0 0 0 0 0,1-1-1 0 0,-1 1 1 0 0,0 0 0 0 0,1-1-1 0 0,0 0 1 0 0,-1 1 0 0 0,1-1 0 0 0,0 0-1 0 0,0 0 1 0 0,-1 0 0 0 0,1 0-1 0 0,0 0 1 0 0,0 0 0 0 0,0 0-1 0 0,0-1 1 0 0,0 1 0 0 0,1-1-1 0 0,-1 0 1 0 0,0 1 0 0 0,0-1-1 0 0,0 0 1 0 0,0 0 0 0 0,4-1-1 0 0,3 1-508 0 0,1-1 0 0 0,-1-1-1 0 0,0 1 1 0 0,1-1-1 0 0,-1-1 1 0 0,17-7 0 0 0,-16 5-743 0 0,0 0 1 0 0,0-1-1 0 0,-1 0 1 0 0,0 0-1 0 0,0-1 1 0 0,11-12-1 0 0,5-9-5305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124 153 1588 0 0,'-1'-1'326'0'0,"-11"-27"2716"0"0,-1 1-1 0 0,-1 0 1 0 0,-22-29 0 0 0,35 55-3044 0 0,0 0-1 0 0,0 0 1 0 0,1 0 0 0 0,-1 0 0 0 0,0 0 0 0 0,0 0 0 0 0,0 0 0 0 0,0 1 0 0 0,0-1 0 0 0,0 0 0 0 0,0 1 0 0 0,0-1-1 0 0,0 0 1 0 0,-1 1 0 0 0,1 0 0 0 0,0-1 0 0 0,0 1 0 0 0,0 0 0 0 0,-1-1 0 0 0,1 1 0 0 0,0 0 0 0 0,-2 0 0 0 0,2 1-281 0 0,0-1 1 0 0,0 0-1 0 0,-1 1 1 0 0,1-1 0 0 0,0 1-1 0 0,0-1 1 0 0,0 1 0 0 0,1 0-1 0 0,-1-1 1 0 0,0 1-1 0 0,0 0 1 0 0,0 0 0 0 0,0 0-1 0 0,1 0 1 0 0,-1-1 0 0 0,0 1-1 0 0,1 0 1 0 0,-1 0 0 0 0,1 0-1 0 0,-1 0 1 0 0,1 1-1 0 0,-1-1 1 0 0,1 0 0 0 0,-1 1-1 0 0,-1 7-4286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150 123 272 0 0,'-1'-1'4002'0'0,"-7"-4"1423"0"0,7 5-5257 0 0,1-1-1 0 0,-1 1 1 0 0,0 0 0 0 0,0 0-1 0 0,0-1 1 0 0,0 1 0 0 0,0 0-1 0 0,0 0 1 0 0,0 0 0 0 0,0 0-1 0 0,0 0 1 0 0,0 0 0 0 0,0 1-1 0 0,0-1 1 0 0,0 0 0 0 0,0 0-1 0 0,0 1 1 0 0,0-1 0 0 0,0 0-1 0 0,1 1 1 0 0,-1-1 0 0 0,0 1-1 0 0,0-1 1 0 0,0 1 0 0 0,1 0-1 0 0,-1-1 1 0 0,0 1 0 0 0,1 0-1 0 0,-1 0 1 0 0,0-1 0 0 0,1 1-1 0 0,-1 0 1 0 0,1 0 0 0 0,-1 0-1 0 0,0 1 1 0 0,-19 41 810 0 0,16-33-387 0 0,-52 135 1697 0 0,48-120-2092 0 0,1 1 0 0 0,1 0 0 0 0,-3 49 0 0 0,8-70-169 0 0,1-1 1 0 0,0 1-1 0 0,1-1 1 0 0,-1 0-1 0 0,1 1 1 0 0,-1-1-1 0 0,2 0 1 0 0,-1 0-1 0 0,0 1 1 0 0,1-1-1 0 0,-1 0 1 0 0,1 0-1 0 0,0-1 0 0 0,1 1 1 0 0,-1 0-1 0 0,1-1 1 0 0,-1 1-1 0 0,7 5 1 0 0,-5-6-12 0 0,0 0 0 0 0,1 0 0 0 0,-1 0 0 0 0,0-1 0 0 0,1 0 0 0 0,0 0 0 0 0,-1 0 0 0 0,1 0 0 0 0,0-1 0 0 0,0 0 0 0 0,0 0 0 0 0,0 0 0 0 0,0-1 0 0 0,0 0 1 0 0,0 0-1 0 0,8 0 0 0 0,-1-2-1 0 0,1 0 0 0 0,-1-1 1 0 0,0 0-1 0 0,0-1 0 0 0,0 0 1 0 0,0-1-1 0 0,-1 0 0 0 0,1-1 1 0 0,-1 0-1 0 0,-1-1 0 0 0,1 0 1 0 0,-1-1-1 0 0,-1 0 0 0 0,1-1 1 0 0,-1 0-1 0 0,-1 0 0 0 0,0-1 1 0 0,0 0-1 0 0,8-13 0 0 0,-8 9-9 0 0,0 0 0 0 0,-1 0 0 0 0,-1 0-1 0 0,0-1 1 0 0,-1 0 0 0 0,0 0 0 0 0,-1 0-1 0 0,-1 0 1 0 0,-1-1 0 0 0,0 1 0 0 0,-1-1-1 0 0,0 0 1 0 0,-2 0 0 0 0,0 1 0 0 0,-3-20-1 0 0,0 21 3 0 0,-1 1 0 0 0,0-1 0 0 0,-1 1 0 0 0,-1 0-1 0 0,0 0 1 0 0,-17-23 0 0 0,-12-22-157 0 0,35 56 105 0 0,1 1 41 0 0,0 1 0 0 0,0-1-1 0 0,1 1 1 0 0,-1-1 0 0 0,0 1-1 0 0,0 0 1 0 0,0-1 0 0 0,0 1 0 0 0,1-1-1 0 0,-1 1 1 0 0,0-1 0 0 0,0 1-1 0 0,1 0 1 0 0,-1-1 0 0 0,0 1-1 0 0,1 0 1 0 0,-1-1 0 0 0,0 1 0 0 0,1 0-1 0 0,-1-1 1 0 0,0 1 0 0 0,1 0-1 0 0,-1 0 1 0 0,1-1 0 0 0,-1 1-1 0 0,0 0 1 0 0,1 0 0 0 0,-1 0-1 0 0,2 0 1 0 0,19-2-27 0 0,23 9 18 0 0,-43-7 11 0 0,23 7-12 0 0,0 0-1 0 0,-1 2 1 0 0,0 0 0 0 0,0 2-1 0 0,-1 1 1 0 0,-1 0-1 0 0,1 2 1 0 0,-2 0 0 0 0,0 2-1 0 0,-1 0 1 0 0,-1 1-1 0 0,0 0 1 0 0,-1 2 0 0 0,-2 0-1 0 0,1 1 1 0 0,-2 0-1 0 0,-1 2 1 0 0,20 40 0 0 0,-30-53 25 0 0,0-1 1 0 0,0 1 0 0 0,-1-1 0 0 0,0 1-1 0 0,0 0 1 0 0,-1 0 0 0 0,0 0 0 0 0,-1 0-1 0 0,0 0 1 0 0,0 0 0 0 0,-1 0-1 0 0,0 0 1 0 0,-1-1 0 0 0,0 1 0 0 0,0 0-1 0 0,-1-1 1 0 0,0 1 0 0 0,-4 8 0 0 0,-4 3 6 0 0,7-11 306 0 0,-1-1 1 0 0,0 1-1 0 0,0-2 0 0 0,-10 13 1 0 0,14-18 196 0 0,0-2-513 0 0,1-1 0 0 0,-1 1-1 0 0,1 0 1 0 0,-1 0-1 0 0,1 0 1 0 0,-1 0-1 0 0,1-1 1 0 0,0 1-1 0 0,-1 0 1 0 0,1-1-1 0 0,-1 1 1 0 0,1 0-1 0 0,0-1 1 0 0,-1 1 0 0 0,1 0-1 0 0,0-1 1 0 0,-1 1-1 0 0,1 0 1 0 0,0-1-1 0 0,0 1 1 0 0,-1-1-1 0 0,1 1 1 0 0,0-1-1 0 0,0 1 1 0 0,0-1-1 0 0,0 1 1 0 0,0-1-1 0 0,0 1 1 0 0,-1 0 0 0 0,1-1-1 0 0,0 1 1 0 0,0-1-1 0 0,0 1 1 0 0,1-1-1 0 0,-1 1 1 0 0,0-1-1 0 0,0 1 1 0 0,0-1-1 0 0,0 1 1 0 0,0-1-1 0 0,1 0 1 0 0,6-21 101 0 0,5-1-80 0 0,2 1-1 0 0,0 1 1 0 0,1 1-1 0 0,27-29 0 0 0,-10 16-31 0 0,60-47 1 0 0,-80 71-11 0 0,1 0 0 0 0,0 0 0 0 0,0 1 0 0 0,1 1 1 0 0,0 0-1 0 0,0 1 0 0 0,25-7 0 0 0,-34 11 4 0 0,0 1-1 0 0,1 0 1 0 0,-1 1 0 0 0,0-1-1 0 0,0 1 1 0 0,1 0 0 0 0,-1 0-1 0 0,0 1 1 0 0,1-1-1 0 0,-1 1 1 0 0,0 0 0 0 0,0 1-1 0 0,0-1 1 0 0,0 1 0 0 0,0 0-1 0 0,0 1 1 0 0,0-1 0 0 0,-1 1-1 0 0,1 0 1 0 0,-1 0-1 0 0,0 0 1 0 0,0 0 0 0 0,0 1-1 0 0,0 0 1 0 0,5 6 0 0 0,-4-1 32 0 0,1-1 1 0 0,-2 2-1 0 0,1-1 1 0 0,-1 0 0 0 0,-1 1-1 0 0,1 0 1 0 0,-2-1-1 0 0,1 1 1 0 0,-2 1 0 0 0,1-1-1 0 0,0 15 1 0 0,-2-12-555 0 0,2 0 0 0 0,0 0-1 0 0,1 0 1 0 0,0 0 0 0 0,1 0 0 0 0,6 14 0 0 0,9 0-3222 0 0,-3-12-2160 0 0,1-2-2350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293 172 1156 0 0,'1'-21'3533'0'0,"-1"13"-2419"0"0,1 0 0 0 0,-1 0 0 0 0,-1 0 1 0 0,0-1-1 0 0,0 1 0 0 0,-3-10 0 0 0,4 16-804 0 0,-2 3-208 0 0,1 0 0 0 0,0 1 0 0 0,-1-1 0 0 0,1 0 0 0 0,0 1 0 0 0,0-1 0 0 0,0 1-1 0 0,0-1 1 0 0,0 1 0 0 0,0-1 0 0 0,0 1 0 0 0,1 0 0 0 0,-1-1 0 0 0,0 4 0 0 0,0-3 51 0 0,-80 204 3408 0 0,70-172-3178 0 0,2 1 0 0 0,1 0 0 0 0,2 1 0 0 0,-3 40 1 0 0,9-70-278 0 0,0 1 1 0 0,0 0-1 0 0,1-1 1 0 0,-1 1-1 0 0,2-1 1 0 0,-1 1 0 0 0,0-1-1 0 0,1 0 1 0 0,1 1-1 0 0,2 5 1 0 0,-3-8-74 0 0,0-1 0 0 0,0 0 0 0 0,0 0 1 0 0,0-1-1 0 0,1 1 0 0 0,-1 0 0 0 0,1-1 0 0 0,0 1 0 0 0,0-1 0 0 0,0 0 1 0 0,0 0-1 0 0,0 0 0 0 0,0 0 0 0 0,0-1 0 0 0,1 1 0 0 0,-1-1 1 0 0,1 0-1 0 0,-1 0 0 0 0,5 1 0 0 0,0-1-6 0 0,0 0 1 0 0,0 0-1 0 0,0 0 0 0 0,0-1 0 0 0,0 0 1 0 0,0-1-1 0 0,0 0 0 0 0,0 0 0 0 0,0-1 1 0 0,-1 0-1 0 0,1 0 0 0 0,-1 0 1 0 0,15-8-1 0 0,-14 5-15 0 0,0 0-1 0 0,0-1 1 0 0,0 0 0 0 0,0-1-1 0 0,-1 1 1 0 0,0-1 0 0 0,-1-1 0 0 0,1 1-1 0 0,-1-1 1 0 0,5-10 0 0 0,-2 1-7 0 0,0 0 1 0 0,-2-1-1 0 0,0 0 0 0 0,0 0 1 0 0,-2 0-1 0 0,-1-1 0 0 0,0 0 1 0 0,-1 0-1 0 0,-1 0 1 0 0,-1 0-1 0 0,-1-22 0 0 0,-1 25-3 0 0,-1 1-1 0 0,-1-1 0 0 0,0 0 0 0 0,-1 1 0 0 0,0-1 1 0 0,-2 1-1 0 0,1 1 0 0 0,-2-1 0 0 0,0 1 0 0 0,-13-19 1 0 0,17 27-6 0 0,-1 1 0 0 0,0 0 0 0 0,-1 0 1 0 0,1 0-1 0 0,-1 0 0 0 0,0 1 0 0 0,0-1 0 0 0,-1 1 1 0 0,1 1-1 0 0,-1-1 0 0 0,0 1 0 0 0,0 0 0 0 0,0 0 1 0 0,0 0-1 0 0,0 1 0 0 0,-1 0 0 0 0,1 1 1 0 0,-1-1-1 0 0,1 1 0 0 0,-1 0 0 0 0,0 1 0 0 0,1-1 1 0 0,-1 2-1 0 0,0-1 0 0 0,1 1 0 0 0,-1 0 0 0 0,-6 1 1 0 0,-3 3-4 0 0,0 0 0 0 0,0 2 0 0 0,1-1 0 0 0,-1 2 0 0 0,2 0 0 0 0,-1 1 0 0 0,1 0 0 0 0,1 1 0 0 0,0 1 0 0 0,0 0 1 0 0,1 1-1 0 0,0 0 0 0 0,1 0 0 0 0,1 2 0 0 0,0-1 0 0 0,0 1 0 0 0,-13 28 0 0 0,21-38 9 0 0,1 0 0 0 0,0 0-1 0 0,-1 0 1 0 0,1 0 0 0 0,0 0 0 0 0,1 0 0 0 0,-1 0 0 0 0,1 0-1 0 0,0 0 1 0 0,0 1 0 0 0,0-1 0 0 0,0 0 0 0 0,1 0 0 0 0,0 0-1 0 0,1 5 1 0 0,0-6 1 0 0,-1 0-1 0 0,0-1 1 0 0,1 1-1 0 0,0-1 1 0 0,-1 0-1 0 0,1 1 1 0 0,0-1-1 0 0,0 0 1 0 0,1 0-1 0 0,-1 0 1 0 0,0-1 0 0 0,1 1-1 0 0,-1 0 1 0 0,1-1-1 0 0,-1 0 1 0 0,1 1-1 0 0,0-1 1 0 0,-1 0-1 0 0,1-1 1 0 0,0 1-1 0 0,0 0 1 0 0,4 0-1 0 0,8 0 1 0 0,-1 0 0 0 0,0-1 0 0 0,0 0 0 0 0,0-1 0 0 0,1-1 0 0 0,-1 0-1 0 0,0-1 1 0 0,-1-1 0 0 0,24-9 0 0 0,12-7 9 0 0,56-33-1 0 0,-94 47-12 0 0,96-58 19 0 0,-73 41-30 0 0,2 2 1 0 0,1 1-1 0 0,0 2 1 0 0,43-14-1 0 0,-76 30 9 0 0,0 1 1 0 0,-1 0-1 0 0,1 1 0 0 0,0-1 0 0 0,0 1 1 0 0,0-1-1 0 0,-1 1 0 0 0,1 0 0 0 0,0 1 1 0 0,0-1-1 0 0,0 1 0 0 0,-1-1 0 0 0,1 1 1 0 0,0 0-1 0 0,-1 1 0 0 0,1-1 0 0 0,6 4 1 0 0,-6-2 0 0 0,0 0 0 0 0,1 1 0 0 0,-1-1 0 0 0,-1 1 1 0 0,1 0-1 0 0,-1 0 0 0 0,1 1 0 0 0,-1-1 0 0 0,0 1 0 0 0,-1-1 0 0 0,4 8 1 0 0,0 4 3 0 0,0 1 0 0 0,-1 0 1 0 0,-1 0-1 0 0,0 0 1 0 0,-2 1-1 0 0,2 28 0 0 0,-4-15 394 0 0,-1 0 0 0 0,-2 0 0 0 0,0-1 0 0 0,-3 1-1 0 0,-13 47 1 0 0,18-76-184 0 0,0 0-1 0 0,0 1 1 0 0,-1-1-1 0 0,1 0 0 0 0,-1 1 1 0 0,1-1-1 0 0,-1 0 1 0 0,-3 3-1 0 0,4-4 196 0 0,0-1-350 0 0,0-1 0 0 0,0 1 0 0 0,1-1 0 0 0,-1 0 1 0 0,0 1-1 0 0,0-1 0 0 0,1 0 0 0 0,-1 1 0 0 0,0-1 0 0 0,1 0 0 0 0,-1 0 1 0 0,1 0-1 0 0,-2-1 0 0 0,2-9 4 0 0,1 0 0 0 0,-1 0 0 0 0,2 1 0 0 0,-1-1 0 0 0,2 0 0 0 0,-1 1 0 0 0,1-1 1 0 0,1 1-1 0 0,0 0 0 0 0,6-11 0 0 0,7-11-94 0 0,37-52 0 0 0,-24 42-1692 0 0,2 3 0 0 0,65-64 1 0 0,-59 69-5001 0 0,50-34 1 0 0,-60 49-533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42 101 556 0 0,'12'-19'3319'0'0,"0"0"936"0"0,1 0 0 0 0,22-23 0 0 0,-34 41-3541 0 0,-1 3-406 0 0,0 1 1 0 0,0 0 0 0 0,0 0 0 0 0,0-1 0 0 0,-1 1 0 0 0,1 0-1 0 0,-1 0 1 0 0,0 3 0 0 0,-47 137 3547 0 0,5-13-2602 0 0,37-109-1120 0 0,2 0 1 0 0,0 1-1 0 0,1 0 1 0 0,0 24-1 0 0,3-44-125 0 0,0 0 1 0 0,0 0-1 0 0,0 1 0 0 0,0-1 1 0 0,1 0-1 0 0,-1 0 1 0 0,0 0-1 0 0,1 0 0 0 0,0 0 1 0 0,-1 0-1 0 0,1 0 0 0 0,0 0 1 0 0,0-1-1 0 0,0 1 0 0 0,0 0 1 0 0,1 0-1 0 0,-1-1 0 0 0,0 1 1 0 0,1-1-1 0 0,-1 1 1 0 0,1-1-1 0 0,-1 1 0 0 0,3 0 1 0 0,-1 0-90 0 0,1-1 0 0 0,-1 0 0 0 0,0 0 0 0 0,0 0 0 0 0,1 0 0 0 0,-1-1 0 0 0,1 1 0 0 0,-1-1 0 0 0,1 0 1 0 0,-1 0-1 0 0,0 0 0 0 0,1 0 0 0 0,5-2 0 0 0,2 0-454 0 0,-1-1 0 0 0,0 0 1 0 0,1-1-1 0 0,-1 0 0 0 0,0 0 0 0 0,-1-1 0 0 0,1 0 1 0 0,-1-1-1 0 0,0 0 0 0 0,0-1 0 0 0,-1 0 0 0 0,11-10 1 0 0,-7 3-962 0 0,-1 1 1 0 0,0-2-1 0 0,0 1 1 0 0,-2-1-1 0 0,0-1 1 0 0,13-30-1 0 0,-5 0-3721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83 1080 0 0,'-55'-57'10699'0'0,"30"32"-8114"0"0,25 25-2587 0 0,0 0 0 0 0,-1 0 0 0 0,1 0-1 0 0,0 0 1 0 0,0 0 0 0 0,0 0 0 0 0,0-1 0 0 0,0 1 0 0 0,-1 0-1 0 0,1 0 1 0 0,0 0 0 0 0,0 0 0 0 0,0 0 0 0 0,-1 0 0 0 0,1 0 0 0 0,0 0-1 0 0,0 0 1 0 0,0 0 0 0 0,0 0 0 0 0,-1 0 0 0 0,1 0 0 0 0,0 0-1 0 0,0 0 1 0 0,0 0 0 0 0,0 0 0 0 0,-1 0 0 0 0,1 0 0 0 0,0 0 0 0 0,0 1-1 0 0,0-1 1 0 0,0 0 0 0 0,-1 0 0 0 0,1 0 0 0 0,0 0 0 0 0,0 0-1 0 0,0 0 1 0 0,0 0 0 0 0,0 1 0 0 0,-1-1 0 0 0,1 0 0 0 0,0 0 0 0 0,0 0-1 0 0,0 0 1 0 0,0 0 0 0 0,0 1 0 0 0,0-1 0 0 0,0 0 0 0 0,0 0-1 0 0,0 0 1 0 0,0 1 0 0 0,0-1 0 0 0,0 0 0 0 0,0 0 0 0 0,0 0-1 0 0,0 0 1 0 0,0 1 0 0 0,0-1 0 0 0,0 0 0 0 0,0 0 0 0 0,0 1 0 0 0,-1 10-498 0 0,1-11 486 0 0,2 9-1157 0 0,1 0 0 0 0,1 0 0 0 0,-1-1 0 0 0,7 10 0 0 0,-6-10-608 0 0,5 10-1902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71 777 1588 0 0,'4'14'5236'0'0,"1"7"-1969"0"0,-1-1 1 0 0,2 29-1 0 0,-4-17-2003 0 0,-1 0 0 0 0,-5 46 0 0 0,3-69-1065 0 0,-1 1 1 0 0,0-1 0 0 0,0 1-1 0 0,-1-1 1 0 0,-1 0 0 0 0,1 0-1 0 0,-1 0 1 0 0,-1-1-1 0 0,1 1 1 0 0,-1-1 0 0 0,-1 0-1 0 0,-10 12 1 0 0,16-19-192 0 0,-1-1 0 0 0,1 1 1 0 0,0-1-1 0 0,-1 1 0 0 0,1-1 1 0 0,-1 1-1 0 0,1-1 0 0 0,-1 1 1 0 0,1-1-1 0 0,0 0 0 0 0,-1 1 1 0 0,1-1-1 0 0,-1 0 0 0 0,0 1 0 0 0,1-1 1 0 0,-1 0-1 0 0,1 1 0 0 0,-1-1 1 0 0,1 0-1 0 0,-1 0 0 0 0,0 0 1 0 0,1 0-1 0 0,-1 0 0 0 0,0 0 1 0 0,1 0-1 0 0,-1 0 0 0 0,1 0 1 0 0,-1 0-1 0 0,0 0 0 0 0,1 0 1 0 0,-1 0-1 0 0,0 0 0 0 0,1 0 0 0 0,-1-1 1 0 0,1 1-1 0 0,-1 0 0 0 0,1 0 1 0 0,-1-1-1 0 0,0 1 0 0 0,1 0 1 0 0,-1-1-1 0 0,1 1 0 0 0,-1-1 1 0 0,1 1-1 0 0,0-1 0 0 0,-1 1 1 0 0,1-1-1 0 0,-1 1 0 0 0,1-1 0 0 0,0 1 1 0 0,0-1-1 0 0,-1 1 0 0 0,1-1 1 0 0,0 1-1 0 0,0-1 0 0 0,-1 0 1 0 0,1 1-1 0 0,0-1 0 0 0,0 0 1 0 0,0 1-1 0 0,0-1 0 0 0,0 0 1 0 0,-1-5 7 0 0,0 0 0 0 0,1 1 0 0 0,-1-1 0 0 0,1 0 0 0 0,1-6 0 0 0,3-12-25 0 0,1 0-1 0 0,1 0 0 0 0,2 0 0 0 0,0 1 0 0 0,2 1 0 0 0,0-1 0 0 0,14-20 0 0 0,-14 26 1 0 0,1 1 0 0 0,0 0 0 0 0,1 0 0 0 0,1 2 0 0 0,1-1 0 0 0,0 2 0 0 0,0 0 1 0 0,2 0-1 0 0,20-13 0 0 0,-27 21 5 0 0,-1 1 1 0 0,1 0-1 0 0,0 0 1 0 0,0 1-1 0 0,0 0 1 0 0,1 1-1 0 0,-1-1 1 0 0,18 0-1 0 0,-24 2 3 0 0,1 1 1 0 0,0 0-1 0 0,-1 1 1 0 0,1-1-1 0 0,-1 0 0 0 0,1 1 1 0 0,-1 0-1 0 0,0 0 1 0 0,1 0-1 0 0,-1 0 0 0 0,0 1 1 0 0,0-1-1 0 0,1 1 1 0 0,-1 0-1 0 0,0-1 0 0 0,-1 1 1 0 0,1 1-1 0 0,0-1 1 0 0,0 0-1 0 0,-1 1 0 0 0,0 0 1 0 0,1-1-1 0 0,-1 1 1 0 0,0 0-1 0 0,0 0 0 0 0,-1 0 1 0 0,3 4-1 0 0,-1 2 7 0 0,0-1 1 0 0,0 1-1 0 0,-1 0 0 0 0,0 0 0 0 0,-1 1 0 0 0,0-1 0 0 0,0 0 1 0 0,-1 1-1 0 0,0-1 0 0 0,-2 13 0 0 0,-4 11-29 0 0,-15 51 1 0 0,2-3-49 0 0,18-80-2 0 0,1 0 1 0 0,0-1-1 0 0,-1 1 0 0 0,1 0 0 0 0,0 0 1 0 0,0 0-1 0 0,0 0 0 0 0,0 0 0 0 0,0 0 1 0 0,0 0-1 0 0,0 0 0 0 0,0 0 0 0 0,0 0 0 0 0,1-1 1 0 0,-1 1-1 0 0,0 0 0 0 0,0 0 0 0 0,1 0 1 0 0,-1 0-1 0 0,1 0 0 0 0,-1-1 0 0 0,1 1 1 0 0,-1 0-1 0 0,1 0 0 0 0,-1-1 0 0 0,1 1 1 0 0,0 0-1 0 0,-1-1 0 0 0,2 1 0 0 0,-1 0-61 0 0,1-1 0 0 0,-1 0-1 0 0,1 0 1 0 0,0 0 0 0 0,-1 0 0 0 0,1 0-1 0 0,-1 0 1 0 0,1 0 0 0 0,-1-1-1 0 0,1 1 1 0 0,-1-1 0 0 0,1 1-1 0 0,-1-1 1 0 0,1 1 0 0 0,-1-1 0 0 0,1 0-1 0 0,-1 0 1 0 0,2-1 0 0 0,11-8-453 0 0,-1 0 0 0 0,0-1 0 0 0,-1 0 0 0 0,0-1 0 0 0,-1 0 0 0 0,-1-1 0 0 0,14-21-1 0 0,55-104-829 0 0,-79 137 1400 0 0,97-196 359 0 0,108-318 0 0 0,-163 398 1743 0 0,-42 116-1374 0 0,4 15 394 0 0,-5-2-650 0 0,0 1 0 0 0,0-1 0 0 0,-2 0 0 0 0,-6 24 0 0 0,0-1 191 0 0,-214 845 9054 0 0,110-452-7905 0 0,53-169-1209 0 0,49-198-456 0 0,3 1 0 0 0,-1 79 0 0 0,9-117-103 0 0,1 0 0 0 0,2 0-1 0 0,0-1 1 0 0,1 1 0 0 0,11 32 0 0 0,-13-48-21 0 0,1 0 1 0 0,0 0 0 0 0,0-1-1 0 0,1 1 1 0 0,0-1 0 0 0,1 0-1 0 0,-1 0 1 0 0,1 0 0 0 0,1 0-1 0 0,-1-1 1 0 0,1 0-1 0 0,0 0 1 0 0,1 0 0 0 0,0-1-1 0 0,-1 0 1 0 0,1 0 0 0 0,1-1-1 0 0,12 6 1 0 0,-16-9-7 0 0,0 0 0 0 0,1 0 0 0 0,-1 0 0 0 0,0-1 0 0 0,0 0 0 0 0,1 0 0 0 0,-1 0 0 0 0,0 0 0 0 0,1-1 0 0 0,-1 1 0 0 0,0-1 0 0 0,0 0 0 0 0,0-1 0 0 0,0 1 0 0 0,0-1 0 0 0,0 1 0 0 0,0-1 0 0 0,0 0 0 0 0,-1-1 0 0 0,1 1 0 0 0,-1-1 0 0 0,1 1 0 0 0,-1-1 0 0 0,0 0 0 0 0,3-4 0 0 0,3-3 0 0 0,-1 0 0 0 0,0 0 0 0 0,-1 0 0 0 0,0-1 0 0 0,0 0 0 0 0,-2-1 0 0 0,7-14 0 0 0,-4 3-1 0 0,-2 0 1 0 0,0 0-1 0 0,-1-1 0 0 0,-2 1 0 0 0,0-1 1 0 0,-2 0-1 0 0,0 0 0 0 0,-2 0 0 0 0,0 0 1 0 0,-2 0-1 0 0,-1 1 0 0 0,0-1 0 0 0,-13-34 1 0 0,7 31-1 0 0,-1 0-1 0 0,-1 1 1 0 0,-1 0 0 0 0,-1 1 0 0 0,-2 0 0 0 0,0 2 0 0 0,-2-1 0 0 0,0 2 0 0 0,-2 1-1 0 0,-40-35 1 0 0,-124-85-2044 0 0,182 140 1852 0 0,1 0 0 0 0,0 0 0 0 0,0 0 0 0 0,-1 0 0 0 0,1 0 0 0 0,0-1 0 0 0,0 1 1 0 0,0 0-1 0 0,1 0 0 0 0,-1-1 0 0 0,0 1 0 0 0,0-1 0 0 0,1 1 0 0 0,-1-1 0 0 0,1 1 0 0 0,-1-1 0 0 0,1 1 0 0 0,-1-1 1 0 0,1 1-1 0 0,0-1 0 0 0,0 1 0 0 0,0-4 0 0 0,1 3-4 0 0,-1-1 1 0 0,1 1-1 0 0,0-1 0 0 0,0 1 0 0 0,0 0 1 0 0,1 0-1 0 0,-1 0 0 0 0,0 0 1 0 0,1 0-1 0 0,0 0 0 0 0,-1 0 1 0 0,5-3-1 0 0,4-4-403 0 0,1 1 0 0 0,1 1 0 0 0,-1 0 1 0 0,14-6-1 0 0,-25 13 589 0 0,213-91-6830 0 0,-36 17 2104 0 0,-154 63 4584 0 0,-1-1-1 0 0,0-1 1 0 0,0-2 0 0 0,-2 0 0 0 0,0-1-1 0 0,0-1 1 0 0,26-31 0 0 0,-34 35 882 0 0,-2-1 0 0 0,1 0-1 0 0,-2 0 1 0 0,0-1 0 0 0,-1 0 0 0 0,0-1 0 0 0,-1 0-1 0 0,-1 0 1 0 0,-1 0 0 0 0,0-1 0 0 0,-1 0 0 0 0,2-20 0 0 0,-6 36-665 0 0,0 0 0 0 0,0 0 0 0 0,0 0 0 0 0,0 0 0 0 0,0 0 0 0 0,0 0 0 0 0,0 0 0 0 0,0 0 0 0 0,0 0 0 0 0,0-1 0 0 0,-1 1 0 0 0,1 1 0 0 0,0-1 0 0 0,-1 0 0 0 0,0-2 0 0 0,0 3-17 0 0,1-1 1 0 0,0 1 0 0 0,-1 0 0 0 0,1 0-1 0 0,0-1 1 0 0,-1 1 0 0 0,1 0-1 0 0,0 0 1 0 0,-1 0 0 0 0,1 0-1 0 0,-1 0 1 0 0,1 0 0 0 0,-1-1 0 0 0,1 1-1 0 0,0 0 1 0 0,-1 0 0 0 0,1 0-1 0 0,-1 0 1 0 0,1 0 0 0 0,0 0-1 0 0,-1 1 1 0 0,1-1 0 0 0,-1 0-1 0 0,1 0 1 0 0,-1 0 0 0 0,1 0 0 0 0,-3 2 111 0 0,1-1 1 0 0,-1 1-1 0 0,1-1 1 0 0,0 1 0 0 0,-1 0-1 0 0,1-1 1 0 0,0 1-1 0 0,0 1 1 0 0,0-1 0 0 0,-2 3-1 0 0,-5 11 253 0 0,0-1-1 0 0,0 2 1 0 0,2-1-1 0 0,0 1 1 0 0,1 0-1 0 0,1 1 1 0 0,-6 30 0 0 0,5-4-146 0 0,2-1 1 0 0,1 48-1 0 0,3-82-256 0 0,0 1 0 0 0,1 0-1 0 0,0-1 1 0 0,1 1 0 0 0,0-1 0 0 0,0 1-1 0 0,1-1 1 0 0,0 0 0 0 0,7 13 0 0 0,-8-18-144 0 0,0-1 1 0 0,1 0 0 0 0,-1 0-1 0 0,0 0 1 0 0,1 0 0 0 0,0 0-1 0 0,-1 0 1 0 0,1-1-1 0 0,0 1 1 0 0,1-1 0 0 0,-1 0-1 0 0,0 0 1 0 0,1 0 0 0 0,-1 0-1 0 0,1-1 1 0 0,-1 1 0 0 0,1-1-1 0 0,0 0 1 0 0,0 0 0 0 0,-1-1-1 0 0,1 1 1 0 0,0-1-1 0 0,0 1 1 0 0,0-1 0 0 0,0 0-1 0 0,5-1 1 0 0,-3 0-356 0 0,1-1 0 0 0,-1 1 0 0 0,-1-1 1 0 0,1 0-1 0 0,0 0 0 0 0,0 0 0 0 0,-1-1 0 0 0,1 0 0 0 0,-1 0 0 0 0,0-1 0 0 0,9-7 1 0 0,-5 3-852 0 0,-1-1 1 0 0,1 0-1 0 0,-2 0 1 0 0,0 0 0 0 0,8-14-1 0 0,6-13-4375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143 227 2068 0 0,'-3'-20'1215'0'0,"0"0"0"0"0,-1 1 0 0 0,-2-1 0 0 0,0 1 0 0 0,-1 0 0 0 0,0 1 1 0 0,-2 0-1 0 0,0 0 0 0 0,-19-26 0 0 0,28 43-1215 0 0,-1 0 1 0 0,1 0 0 0 0,-1 1 0 0 0,1-1-1 0 0,-1 0 1 0 0,0 1 0 0 0,1-1 0 0 0,-1 0-1 0 0,0 1 1 0 0,0-1 0 0 0,1 1 0 0 0,-1-1-1 0 0,0 1 1 0 0,0-1 0 0 0,0 1 0 0 0,0 0-1 0 0,0-1 1 0 0,1 1 0 0 0,-1 0-1 0 0,0 0 1 0 0,0 0 0 0 0,0 0 0 0 0,0 0-1 0 0,0 0 1 0 0,0 0 0 0 0,0 0 0 0 0,0 0-1 0 0,0 0 1 0 0,0 0 0 0 0,0 0 0 0 0,0 1-1 0 0,1-1 1 0 0,-1 0 0 0 0,0 1 0 0 0,0-1-1 0 0,0 1 1 0 0,0-1 0 0 0,1 1 0 0 0,-1-1-1 0 0,0 1 1 0 0,0-1 0 0 0,1 1 0 0 0,-1 0-1 0 0,0 0 1 0 0,0 0 0 0 0,-2 3-731 0 0,1-1 0 0 0,-1 1 0 0 0,1-1 1 0 0,0 1-1 0 0,0 0 0 0 0,0 0 0 0 0,1 0 0 0 0,-1 0 0 0 0,0 5 1 0 0,0 4-3822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2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2936 0 0,'0'0'5575'0'0,"15"15"-1614"0"0,-5 12-3012 0 0,-1 0 0 0 0,-2 1 0 0 0,-1 0 0 0 0,0 0 0 0 0,0 33 0 0 0,-5-44-503 0 0,0 1 1 0 0,-1-1-1 0 0,-1 1 0 0 0,-1-1 1 0 0,-1 0-1 0 0,0 1 1 0 0,-1-1-1 0 0,-1 0 1 0 0,-12 28-1 0 0,1-20 767 0 0,15-24-1179 0 0,0 0 1 0 0,1-1 0 0 0,-1 1 0 0 0,1-1 0 0 0,-1 1 0 0 0,0-1 0 0 0,1 1 0 0 0,-1-1 0 0 0,0 0 0 0 0,0 1 0 0 0,1-1-1 0 0,-1 0 1 0 0,0 0 0 0 0,0 1 0 0 0,1-1 0 0 0,-1 0 0 0 0,0 0 0 0 0,0 0 0 0 0,0 0 0 0 0,1 0 0 0 0,-1 0 0 0 0,0 0-1 0 0,0 0 1 0 0,0-1 0 0 0,1 1 0 0 0,-1 0 0 0 0,0 0 0 0 0,0-1 0 0 0,1 1 0 0 0,-1 0 0 0 0,-1-1 0 0 0,1 0-24 0 0,1-1 0 0 0,-1 1 0 0 0,0-1-1 0 0,0 1 1 0 0,0-1 0 0 0,1 1 0 0 0,-1-1 0 0 0,1 1 0 0 0,-1-1 0 0 0,1 1 0 0 0,0-1 0 0 0,0 0 0 0 0,0 1 0 0 0,0-1 0 0 0,0 0 0 0 0,0 1 0 0 0,0-3 0 0 0,0 1 0 0 0,1-10-2 0 0,0 1-1 0 0,1 0 0 0 0,0-1 0 0 0,1 1 1 0 0,0 0-1 0 0,9-19 0 0 0,-2 8-54 0 0,1 0 0 0 0,19-26 0 0 0,-22 36 29 0 0,1 1-1 0 0,1 0 0 0 0,0 1 1 0 0,1-1-1 0 0,0 2 1 0 0,0 0-1 0 0,1 0 0 0 0,16-9 1 0 0,-22 15 12 0 0,0 0 0 0 0,1 1 0 0 0,-1 0 0 0 0,0 1 1 0 0,1-1-1 0 0,0 1 0 0 0,-1 1 0 0 0,1-1 0 0 0,0 1 0 0 0,0 0 1 0 0,0 1-1 0 0,0-1 0 0 0,0 1 0 0 0,0 1 0 0 0,0-1 0 0 0,0 1 1 0 0,-1 1-1 0 0,1-1 0 0 0,0 1 0 0 0,8 4 0 0 0,-11-5 5 0 0,-1 1-1 0 0,0-1 0 0 0,0 1 0 0 0,0 0 0 0 0,0 1 1 0 0,0-1-1 0 0,0 0 0 0 0,0 1 0 0 0,-1-1 1 0 0,0 1-1 0 0,1 0 0 0 0,-1 0 0 0 0,0 0 0 0 0,0 0 1 0 0,2 4-1 0 0,-2-1 2 0 0,0 0 0 0 0,0 0 0 0 0,-1 0 0 0 0,0 0 0 0 0,0 0-1 0 0,0 1 1 0 0,-1-1 0 0 0,0 8 0 0 0,-2 9 9 0 0,-1-1 0 0 0,-1 1 0 0 0,-12 38 0 0 0,14-54-8 0 0,-4 11-137 0 0,-10 46-2069 0 0,15-60 1704 0 0,0 1 0 0 0,0 0-1 0 0,1-1 1 0 0,0 1 0 0 0,0-1 0 0 0,0 1-1 0 0,1 0 1 0 0,-1-1 0 0 0,1 1 0 0 0,0-1-1 0 0,2 6 1 0 0,-2-8 122 0 0,0-1-1 0 0,0 0 1 0 0,0 1-1 0 0,-1-1 1 0 0,1 0 0 0 0,0 0-1 0 0,1 0 1 0 0,-1 1-1 0 0,0-1 1 0 0,0 0-1 0 0,0-1 1 0 0,1 1 0 0 0,-1 0-1 0 0,0 0 1 0 0,1 0-1 0 0,-1-1 1 0 0,1 1-1 0 0,-1-1 1 0 0,1 1 0 0 0,-1-1-1 0 0,3 1 1 0 0,9 1-5417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0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4 153 908 0 0,'54'-151'16657'0'0,"-54"149"-16147"0"0,0 7-406 0 0,-1 0 1 0 0,0-1-1 0 0,-1 1 1 0 0,1 0-1 0 0,-1-1 1 0 0,-3 8-1 0 0,-2 5 428 0 0,-4 15 281 0 0,-8 43-1 0 0,16-61-709 0 0,1 0 1 0 0,0 1-1 0 0,1-1 1 0 0,1 1-1 0 0,2 24 1 0 0,-2-37-174 0 0,1 1-1 0 0,-1-1 1 0 0,1 0 0 0 0,0 1-1 0 0,-1-1 1 0 0,1 0 0 0 0,0 0-1 0 0,0 1 1 0 0,1-1-1 0 0,-1 0 1 0 0,0 0 0 0 0,1 0-1 0 0,-1-1 1 0 0,1 1 0 0 0,0 0-1 0 0,-1 0 1 0 0,1-1 0 0 0,0 1-1 0 0,0-1 1 0 0,0 0 0 0 0,0 0-1 0 0,0 1 1 0 0,1-1 0 0 0,-1 0-1 0 0,0-1 1 0 0,0 1-1 0 0,3 0 1 0 0,-2 0-511 0 0,0-1 0 0 0,0 0-1 0 0,-1 0 1 0 0,1 0 0 0 0,0 0-1 0 0,-1-1 1 0 0,1 1 0 0 0,0-1 0 0 0,-1 0-1 0 0,1 1 1 0 0,-1-1 0 0 0,1 0-1 0 0,-1 0 1 0 0,1-1 0 0 0,-1 1 0 0 0,3-3-1 0 0,10-7-6746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106 114 496 0 0,'-11'-21'4946'0'0,"-19"-30"0"0"0,25 45-4362 0 0,1 1-1 0 0,-1-1 1 0 0,1 1 0 0 0,-1 0 0 0 0,-9-6 0 0 0,12 10-496 0 0,-4 0-369 0 0,5 1 211 0 0,1 0 0 0 0,0 0 0 0 0,-1-1 0 0 0,1 1 0 0 0,-1 0 0 0 0,1 0 0 0 0,-1 0 0 0 0,1 0-1 0 0,-1 0 1 0 0,1 0 0 0 0,-1 0 0 0 0,1 0 0 0 0,0 0 0 0 0,-1 0 0 0 0,1 0 0 0 0,-1 0 0 0 0,1 0 0 0 0,-1 0 0 0 0,1 0 0 0 0,-1 0 0 0 0,1 0 0 0 0,-1 0 0 0 0,1 1-1 0 0,-1-1 1 0 0,-5 5-584 0 0,5 8-8234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65 2084 0 0,'5'-13'4247'0'0,"2"-1"0"0"0,13-22 0 0 0,-19 35-2950 0 0,0 5-1210 0 0,0 0-1 0 0,0 0 1 0 0,-1 0 0 0 0,1 0-1 0 0,-1 1 1 0 0,0-1 0 0 0,-1 0-1 0 0,1 0 1 0 0,-1 0 0 0 0,1 0-1 0 0,-1 1 1 0 0,-3 4 0 0 0,1 7 356 0 0,-80 636 4636 0 0,78-524-4819 0 0,5-108-213 0 0,1 0-1 0 0,2 0 0 0 0,-1 0 1 0 0,9 26-1 0 0,-9-39-14 0 0,0 0 1 0 0,1 0 0 0 0,0 0 0 0 0,8 12-1 0 0,-9-17-19 0 0,0 1-1 0 0,0-1 1 0 0,0 1-1 0 0,0-1 1 0 0,0 0-1 0 0,0 0 1 0 0,1 0-1 0 0,-1 0 0 0 0,1-1 1 0 0,-1 1-1 0 0,1-1 1 0 0,0 1-1 0 0,5 1 1 0 0,-5-2-8 0 0,0-1 0 0 0,0 0 0 0 0,0 0 0 0 0,1 0 0 0 0,-1 0 0 0 0,0 0 0 0 0,0 0 1 0 0,1-1-1 0 0,-1 0 0 0 0,0 0 0 0 0,0 0 0 0 0,0 0 0 0 0,0 0 0 0 0,0 0 0 0 0,0-1 0 0 0,0 0 0 0 0,-1 1 1 0 0,5-5-1 0 0,3-1-4 0 0,-1-1 1 0 0,-1 0 0 0 0,13-14-1 0 0,-4 0 10 0 0,-1 0 1 0 0,0-1-1 0 0,-2-1 0 0 0,-1 0 0 0 0,0 0 0 0 0,-2-2 1 0 0,-1 1-1 0 0,-1-1 0 0 0,9-46 0 0 0,-18 60-19 0 0,-8 15 54 0 0,4-1-52 0 0,-1 2 9 0 0,0 1 0 0 0,0-1 1 0 0,1 1-1 0 0,0 0 1 0 0,-1 0-1 0 0,2 0 1 0 0,-1 1-1 0 0,1 0 1 0 0,-5 9-1 0 0,2-5-1 0 0,-2 5 2 0 0,1 0 1 0 0,0 0 0 0 0,-8 28 0 0 0,12-34 11 0 0,1 0 0 0 0,1 0-1 0 0,-1 1 1 0 0,1-1 0 0 0,1 0 0 0 0,0 1 0 0 0,0-1 0 0 0,2 11 0 0 0,-1-16-1 0 0,0-1 1 0 0,-1 0-1 0 0,2 0 1 0 0,-1 0-1 0 0,0 0 1 0 0,1 0-1 0 0,-1 0 1 0 0,1 0 0 0 0,0 0-1 0 0,0 0 1 0 0,0-1-1 0 0,0 1 1 0 0,0-1-1 0 0,5 4 1 0 0,-2-2 6 0 0,0-1-1 0 0,0 0 1 0 0,0 0-1 0 0,0 0 1 0 0,1-1 0 0 0,-1 0-1 0 0,11 3 1 0 0,-5-2-342 0 0,1-1 1 0 0,0-1-1 0 0,-1 0 1 0 0,1 0-1 0 0,0-1 0 0 0,-1-1 1 0 0,23-3-1 0 0,-20 0-863 0 0,0 1 0 0 0,0-2 0 0 0,20-9 0 0 0,11-13-5473 0 0,-17 4-1447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39 1724 0 0,'-84'-11'6651'0'0,"44"5"-1222"0"0,-59-2-1 0 0,181 0-5300 0 0,24 6-2721 0 0,24 0-5063 0 0,-70 0 949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2120 0 0,'6'-22'3084'0'0,"-2"7"-761"0"0,0 0 0 0 0,13-26 0 0 0,-15 37-2134 0 0,0 0 0 0 0,1 1 0 0 0,-1-1 0 0 0,1 0 0 0 0,0 1-1 0 0,-1 0 1 0 0,2 0 0 0 0,-1 0 0 0 0,0 0 0 0 0,1 0 0 0 0,-1 1 0 0 0,1-1 0 0 0,0 1 0 0 0,6-3 0 0 0,-7 4-162 0 0,0 1 0 0 0,-1-1 0 0 0,1 1 0 0 0,0-1 0 0 0,0 1 0 0 0,0 0 0 0 0,0 0 0 0 0,0 0 0 0 0,0 0 0 0 0,-1 1 1 0 0,1-1-1 0 0,0 1 0 0 0,0 0 0 0 0,0 0 0 0 0,-1 0 0 0 0,1 0 0 0 0,0 0 0 0 0,-1 0 0 0 0,1 1 0 0 0,-1-1 0 0 0,5 5 0 0 0,-1-1-5 0 0,0 0-1 0 0,0 1 1 0 0,-1-1-1 0 0,0 1 0 0 0,0 1 1 0 0,6 9-1 0 0,-5-6 25 0 0,-1 0 1 0 0,0 1-1 0 0,-1 0 0 0 0,0 0 0 0 0,-1 0 1 0 0,0 0-1 0 0,-1 0 0 0 0,0 1 0 0 0,0 20 1 0 0,-2 3 1223 0 0,-10 64 0 0 0,4-52 818 0 0,6-44-651 0 0,0-7-1289 0 0,9-21-93 0 0,0 0 0 0 0,1 1 0 0 0,2 0-1 0 0,0 0 1 0 0,23-31 0 0 0,-7 16-2 0 0,1 2 1 0 0,43-42-1 0 0,-65 71-66 0 0,1 1 0 0 0,-1 0 0 0 0,1 0 0 0 0,0 0 0 0 0,1 1 0 0 0,0 0 1 0 0,0 1-1 0 0,16-8 0 0 0,-23 13 9 0 0,1-1 0 0 0,-1 1 0 0 0,0 0 0 0 0,1 0 0 0 0,-1 0 0 0 0,0 0 0 0 0,1 0 1 0 0,-1 0-1 0 0,0 1 0 0 0,1-1 0 0 0,-1 1 0 0 0,0 0 0 0 0,0-1 0 0 0,0 1 0 0 0,1 0 0 0 0,-1 0 0 0 0,0 1 0 0 0,0-1 1 0 0,0 0-1 0 0,-1 1 0 0 0,1-1 0 0 0,0 1 0 0 0,0-1 0 0 0,-1 1 0 0 0,1 0 0 0 0,-1 0 0 0 0,0-1 0 0 0,1 1 0 0 0,-1 0 1 0 0,0 1-1 0 0,1 2 0 0 0,3 6-16 0 0,0-1 0 0 0,-1 1 0 0 0,-1 0 1 0 0,4 21-1 0 0,-3-3 24 0 0,-2 0 1 0 0,-1 49-1 0 0,-3-52 1 0 0,2-1-1 0 0,2 1 0 0 0,0-1 1 0 0,6 27-1 0 0,-8-48-3 0 0,1-1 1 0 0,0 0-1 0 0,0 1 1 0 0,0-1-1 0 0,1 0 0 0 0,-1 0 1 0 0,1 0-1 0 0,-1 0 0 0 0,1 0 1 0 0,0 0-1 0 0,0-1 1 0 0,1 1-1 0 0,-1 0 0 0 0,0-1 1 0 0,4 3-1 0 0,-5-4 0 0 0,-1-1-1 0 0,1 1 0 0 0,0 0 1 0 0,0-1-1 0 0,-1 1 1 0 0,1-1-1 0 0,0 1 1 0 0,0-1-1 0 0,0 1 1 0 0,0-1-1 0 0,0 1 1 0 0,0-1-1 0 0,-1 0 1 0 0,1 0-1 0 0,0 1 1 0 0,0-1-1 0 0,0 0 1 0 0,0 0-1 0 0,0 0 0 0 0,0 0 1 0 0,0 0-1 0 0,0 0 1 0 0,2-1-1 0 0,-1 1-4 0 0,1-1-8 0 0,0 1-1 0 0,0 0 0 0 0,0-1 1 0 0,0 1-1 0 0,-1-1 0 0 0,1 0 1 0 0,0 0-1 0 0,0 0 0 0 0,-1 0 1 0 0,1 0-1 0 0,-1-1 0 0 0,1 1 1 0 0,-1-1-1 0 0,0 1 0 0 0,1-1 1 0 0,1-2-1 0 0,30-35-214 0 0,-6-2 131 0 0,-2-2 0 0 0,40-89 0 0 0,-40 77 102 0 0,17-37-109 0 0,-42 90 80 0 0,-4 17-102 0 0,-14 45 102 0 0,7-27 21 0 0,1 1-1 0 0,-5 44 0 0 0,13-68 7 0 0,0-1 0 0 0,1 0 0 0 0,0 0 0 0 0,0 1 0 0 0,1-1 0 0 0,0 0 0 0 0,1 0-1 0 0,0 0 1 0 0,1 0 0 0 0,0 0 0 0 0,0 0 0 0 0,0-1 0 0 0,8 12 0 0 0,-8-15 2 0 0,1 0 0 0 0,-1 0 0 0 0,1 0-1 0 0,1-1 1 0 0,-1 0 0 0 0,1 1 0 0 0,-1-2 0 0 0,1 1 0 0 0,0 0 0 0 0,0-1-1 0 0,1 0 1 0 0,-1 0 0 0 0,1-1 0 0 0,10 4 0 0 0,-11-5-3 0 0,-1 0 0 0 0,1 0 0 0 0,0 0 0 0 0,-1-1 0 0 0,1 0 0 0 0,0 0 0 0 0,-1 0 0 0 0,1-1 0 0 0,0 1 0 0 0,-1-1 0 0 0,1 0 0 0 0,0 0 0 0 0,-1-1 0 0 0,0 1 0 0 0,1-1 1 0 0,-1 0-1 0 0,0 0 0 0 0,0-1 0 0 0,7-4 0 0 0,-1-2-5 0 0,-1 0 1 0 0,0 0-1 0 0,0-1 1 0 0,-1 1-1 0 0,-1-2 1 0 0,1 1-1 0 0,6-15 1 0 0,37-87 1 0 0,-23 47 42 0 0,27-66-147 0 0,-54 129 85 0 0,-2 17-78 0 0,-2 2 95 0 0,-1 0-1 0 0,-10 26 1 0 0,-1 8 2 0 0,14-49-1 0 0,-6 27-1198 0 0,1 1 1 0 0,1-1-1 0 0,-1 37 0 0 0,6-57 622 0 0,0-1 1 0 0,1 1-1 0 0,0 0 0 0 0,1 0 1 0 0,0 0-1 0 0,4 13 0 0 0,-4-17 325 0 0,0-1-1 0 0,0 1 0 0 0,1-1 1 0 0,-1 0-1 0 0,1 0 0 0 0,0 0 1 0 0,0 0-1 0 0,0-1 0 0 0,1 1 1 0 0,-1-1-1 0 0,1 0 0 0 0,0 0 1 0 0,4 3-1 0 0,8 2-6581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2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8 245 548 0 0,'16'-46'6311'0'0,"1"-8"-409"0"0,-11 44-4959 0 0,0 13-198 0 0,3 15-349 0 0,-7-5-333 0 0,0-1 0 0 0,-1 1-1 0 0,0-1 1 0 0,-1 1 0 0 0,-2 19-1 0 0,-16 62 256 0 0,8-47 146 0 0,10-40-73 0 0,-2-1-1 0 0,1 0 1 0 0,-1 1-1 0 0,0-1 1 0 0,-1 0-1 0 0,1 0 1 0 0,-1-1-1 0 0,0 1 0 0 0,-6 8 1 0 0,7-13-182 0 0,-1-3 54 0 0,3 2-259 0 0,0 0 1 0 0,0 0-1 0 0,-1 0 1 0 0,1 0 0 0 0,0 0-1 0 0,0 0 1 0 0,-1 0-1 0 0,1 0 1 0 0,0 0-1 0 0,0 0 1 0 0,0 0 0 0 0,-1 0-1 0 0,1-1 1 0 0,0 1-1 0 0,0 0 1 0 0,0 0-1 0 0,-1 0 1 0 0,1 0 0 0 0,0 0-1 0 0,0-1 1 0 0,0 1-1 0 0,0 0 1 0 0,0 0 0 0 0,-1 0-1 0 0,1-1 1 0 0,0 1-1 0 0,0 0 1 0 0,0 0-1 0 0,0 0 1 0 0,0-1 0 0 0,0 1-1 0 0,0 0 1 0 0,0 0-1 0 0,0-1 1 0 0,0 1 0 0 0,-1-10 26 0 0,1-1 1 0 0,1 1 0 0 0,0 0 0 0 0,0 0 0 0 0,1 0 0 0 0,1 0 0 0 0,-1 0 0 0 0,9-18 0 0 0,-4 13-34 0 0,0-1 1 0 0,1 1 0 0 0,1 1 0 0 0,18-24-1 0 0,-21 31-6 0 0,-1 1-1 0 0,1 0 1 0 0,1 0-1 0 0,-1 0 1 0 0,1 1-1 0 0,0 0 1 0 0,0 0-1 0 0,0 1 1 0 0,14-7-1 0 0,-17 10 5 0 0,-1 0 0 0 0,1 0-1 0 0,0 0 1 0 0,-1 0-1 0 0,1 1 1 0 0,0 0-1 0 0,-1-1 1 0 0,1 1-1 0 0,0 1 1 0 0,0-1 0 0 0,-1 0-1 0 0,1 1 1 0 0,0 0-1 0 0,-1 0 1 0 0,1 0-1 0 0,0 0 1 0 0,-1 1-1 0 0,0-1 1 0 0,1 1-1 0 0,-1 0 1 0 0,0 0 0 0 0,0 0-1 0 0,0 0 1 0 0,4 4-1 0 0,-2-1 5 0 0,-1-1 0 0 0,0 1-1 0 0,0 0 1 0 0,-1 0 0 0 0,1 0-1 0 0,-1 0 1 0 0,0 0 0 0 0,-1 1-1 0 0,1 0 1 0 0,-1-1 0 0 0,0 1-1 0 0,-1 0 1 0 0,1 0 0 0 0,-1 0-1 0 0,0 0 1 0 0,-1 0 0 0 0,0 9-1 0 0,0 7-2 0 0,1 7 112 0 0,0-22-12 0 0,3-12 28 0 0,12-34-141 0 0,3 0 1 0 0,1 1 0 0 0,2 1 0 0 0,2 1-1 0 0,1 0 1 0 0,1 3 0 0 0,55-55 0 0 0,-79 86 6 0 0,0 0 1 0 0,-1 1-1 0 0,1-1 1 0 0,0 1 0 0 0,1-1-1 0 0,-1 1 1 0 0,0-1 0 0 0,0 1-1 0 0,1 0 1 0 0,-1 0 0 0 0,0 1-1 0 0,1-1 1 0 0,-1 0 0 0 0,1 1-1 0 0,-1-1 1 0 0,1 1-1 0 0,-1 0 1 0 0,1 0 0 0 0,-1 0-1 0 0,4 0 1 0 0,-5 1 7 0 0,1 0 0 0 0,0-1 0 0 0,-1 1 0 0 0,1 0 0 0 0,-1 0 0 0 0,1 0 0 0 0,-1 0-1 0 0,0 0 1 0 0,1 1 0 0 0,-1-1 0 0 0,0 0 0 0 0,0 1 0 0 0,0-1 0 0 0,0 0 0 0 0,0 1 0 0 0,0-1 0 0 0,0 1 0 0 0,0 0 0 0 0,-1-1 0 0 0,1 1-1 0 0,0 0 1 0 0,-1-1 0 0 0,0 1 0 0 0,1 0 0 0 0,-1 0 0 0 0,0 0 0 0 0,0-1 0 0 0,0 4 0 0 0,0 19 9 0 0,-2 0 0 0 0,0-1 0 0 0,-1 1 0 0 0,-8 28 1 0 0,5-26 0 0 0,1 1 0 0 0,-3 50 1 0 0,8-69-277 0 0,1 0 1 0 0,-1 0 0 0 0,2 0 0 0 0,-1 0-1 0 0,1 0 1 0 0,0 0 0 0 0,1 0 0 0 0,0-1-1 0 0,4 9 1 0 0,-6-14-73 0 0,0 1 0 0 0,0-1-1 0 0,1 0 1 0 0,-1 0 0 0 0,1 0-1 0 0,-1 0 1 0 0,1 0 0 0 0,0-1 0 0 0,0 1-1 0 0,0 0 1 0 0,0-1 0 0 0,0 1-1 0 0,0-1 1 0 0,0 0 0 0 0,1 1-1 0 0,-1-1 1 0 0,0 0 0 0 0,1-1 0 0 0,-1 1-1 0 0,1 0 1 0 0,-1-1 0 0 0,1 1-1 0 0,-1-1 1 0 0,1 0 0 0 0,-1 0-1 0 0,1 0 1 0 0,-1 0 0 0 0,1 0-1 0 0,-1-1 1 0 0,1 1 0 0 0,-1-1 0 0 0,5-1-1 0 0,10-4-4087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146 263 52 0 0,'94'-251'13797'0'0,"-88"240"-12616"0"0,-7 20-793 0 0,-8 28-418 0 0,8-30 170 0 0,-49 197 716 0 0,-26 119-144 0 0,27-108 957 0 0,58-238-1430 0 0,2 1 1 0 0,0 1-1 0 0,1 0 0 0 0,1 0 0 0 0,1 1 1 0 0,1 1-1 0 0,30-31 0 0 0,-42 47-245 0 0,0 1 0 0 0,0-1 1 0 0,0 1-1 0 0,0 0 0 0 0,0 0 0 0 0,1 1 0 0 0,-1-1 0 0 0,0 1 0 0 0,1-1 0 0 0,0 1 0 0 0,-1 0 0 0 0,1 1 0 0 0,0-1 1 0 0,-1 0-1 0 0,1 1 0 0 0,0 0 0 0 0,0 0 0 0 0,-1 0 0 0 0,1 0 0 0 0,0 1 0 0 0,4 1 0 0 0,-4-1-1 0 0,0 1 0 0 0,0 0 0 0 0,0 0 0 0 0,0 0 0 0 0,0 0-1 0 0,-1 1 1 0 0,1 0 0 0 0,-1-1 0 0 0,1 1 0 0 0,-1 1 0 0 0,0-1-1 0 0,-1 0 1 0 0,1 1 0 0 0,0-1 0 0 0,-1 1 0 0 0,0 0 0 0 0,4 7 0 0 0,-3-4 14 0 0,-1 0 1 0 0,1 0 0 0 0,-1 0 0 0 0,-1 0 0 0 0,1 0 0 0 0,-1 0-1 0 0,0 0 1 0 0,-1 0 0 0 0,1 1 0 0 0,-1-1 0 0 0,-1 0 0 0 0,0 1-1 0 0,0-1 1 0 0,-3 13 0 0 0,1-11 118 0 0,-1-1-1 0 0,0 1 1 0 0,0-1-1 0 0,-1 1 1 0 0,0-1-1 0 0,0 0 1 0 0,-1-1-1 0 0,0 1 1 0 0,0-1-1 0 0,-11 9 1 0 0,7-8 20 0 0,0 1 1 0 0,-1-2 0 0 0,0 0-1 0 0,0 0 1 0 0,0-1 0 0 0,-1 0-1 0 0,0-1 1 0 0,0 0-1 0 0,-1-1 1 0 0,1 0 0 0 0,-1-1-1 0 0,0-1 1 0 0,0 0 0 0 0,0-1-1 0 0,0 0 1 0 0,-20-2 0 0 0,30 1-188 0 0,0 0 0 0 0,1-1 0 0 0,-1 1 1 0 0,1-1-1 0 0,-1 0 0 0 0,1 0 1 0 0,-1 0-1 0 0,1 0 0 0 0,-1 0 1 0 0,1-1-1 0 0,0 1 0 0 0,0-1 0 0 0,0 1 1 0 0,0-1-1 0 0,0 0 0 0 0,0 0 1 0 0,-2-3-1 0 0,2 3-185 0 0,1 0 0 0 0,0-1 1 0 0,0 1-1 0 0,0-1 0 0 0,0 1 1 0 0,0-1-1 0 0,1 1 0 0 0,-1-1 0 0 0,1 1 1 0 0,-1-1-1 0 0,1 1 0 0 0,0-1 0 0 0,0 0 1 0 0,0 1-1 0 0,1-1 0 0 0,-1 1 1 0 0,1-1-1 0 0,-1 0 0 0 0,1 1 0 0 0,0-1 1 0 0,0 1-1 0 0,0 0 0 0 0,0-1 0 0 0,0 1 1 0 0,0 0-1 0 0,3-3 0 0 0,2-4-1472 0 0,1-1-1 0 0,0 2 1 0 0,1-1 0 0 0,15-12-1 0 0,3 0-4989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1812 0 0,'2'-1'774'0'0,"1"-1"241"0"0,0 0 1 0 0,0 1-1 0 0,0-1 1 0 0,0 1 0 0 0,0 0-1 0 0,0 0 1 0 0,6-2-1 0 0,-9 3-918 0 0,1 0 0 0 0,-1 0 0 0 0,1 0 0 0 0,-1 0 0 0 0,0 1-1 0 0,1-1 1 0 0,-1 0 0 0 0,1 0 0 0 0,-1 0 0 0 0,0 0 0 0 0,1 0-1 0 0,-1 1 1 0 0,0-1 0 0 0,1 0 0 0 0,-1 0 0 0 0,0 1 0 0 0,1-1-1 0 0,-1 0 1 0 0,0 0 0 0 0,0 1 0 0 0,1-1 0 0 0,-1 0 0 0 0,0 1-1 0 0,1-1 1 0 0,2 18 305 0 0,-4-13-235 0 0,1 0 0 0 0,1-1 1 0 0,-1 1-1 0 0,1 0 0 0 0,0 0 1 0 0,0-1-1 0 0,0 1 1 0 0,1 0-1 0 0,3 8 0 0 0,-4-12-82 0 0,0 1-1 0 0,1 0 0 0 0,-1 0 1 0 0,1-1-1 0 0,-1 1 1 0 0,1-1-1 0 0,0 1 0 0 0,-1-1 1 0 0,1 0-1 0 0,0 1 0 0 0,0-1 1 0 0,0 0-1 0 0,0 0 0 0 0,0-1 1 0 0,0 1-1 0 0,0 0 0 0 0,1-1 1 0 0,-1 1-1 0 0,0-1 0 0 0,0 0 1 0 0,0 1-1 0 0,1-1 1 0 0,2-1-1 0 0,2 1-36 0 0,-1-1 0 0 0,1 0 0 0 0,-1-1 0 0 0,1 1 0 0 0,-1-1 0 0 0,0-1 0 0 0,1 1-1 0 0,-1-1 1 0 0,0 0 0 0 0,-1-1 0 0 0,1 1 0 0 0,-1-1 0 0 0,1 0 0 0 0,-1-1 0 0 0,0 1 0 0 0,-1-1 0 0 0,1 0 0 0 0,7-10 0 0 0,1-3 187 0 0,-1-1-1 0 0,-1 0 1 0 0,0-1-1 0 0,11-30 1 0 0,-22 49-232 0 0,1 1 0 0 0,-1 0 0 0 0,0-1 0 0 0,0 0 0 0 0,1 1 0 0 0,-1-1 0 0 0,0 1 0 0 0,0-1 1 0 0,0 1-1 0 0,1-1 0 0 0,-1 1 0 0 0,0-1 0 0 0,0 0 0 0 0,0 1 0 0 0,0-1 0 0 0,0 1 0 0 0,0-1 0 0 0,0 1 0 0 0,0-1 0 0 0,-1 0 0 0 0,1 1 0 0 0,0-1 0 0 0,0 1 0 0 0,0-1 0 0 0,-1 1 0 0 0,1-1 0 0 0,0 1 0 0 0,0-1 1 0 0,-1 1-1 0 0,1-1 0 0 0,-1 1 0 0 0,1-1 0 0 0,0 1 0 0 0,-1-1 0 0 0,1 1 0 0 0,-1 0 0 0 0,1-1 0 0 0,-1 1 0 0 0,1 0 0 0 0,-1 0 0 0 0,1-1 0 0 0,-1 1 0 0 0,1 0 0 0 0,-1 0 0 0 0,1 0 0 0 0,-1-1 0 0 0,0 1 0 0 0,1 0 0 0 0,-1 0 1 0 0,1 0-1 0 0,-1 0 0 0 0,1 0 0 0 0,-1 0 0 0 0,0 0 0 0 0,0 1 0 0 0,-3-1 0 0 0,1 0 1 0 0,-1 1-1 0 0,1 0 0 0 0,-1-1 1 0 0,1 1-1 0 0,0 1 1 0 0,-7 2-1 0 0,-6 6 3 0 0,0 2 0 0 0,1-1 0 0 0,1 2 1 0 0,0 0-1 0 0,0 1 0 0 0,-11 16 0 0 0,7-7-8 0 0,0 2 1 0 0,2 0-1 0 0,-15 33 0 0 0,26-48 12 0 0,0 0 0 0 0,1 0 0 0 0,1 0 0 0 0,0 1 0 0 0,0-1 0 0 0,1 1 0 0 0,0 0 0 0 0,1 11 0 0 0,0-18-1 0 0,2 0 1 0 0,-1 0-1 0 0,0 0 1 0 0,1 0-1 0 0,0 0 1 0 0,0 0-1 0 0,0 0 1 0 0,0-1-1 0 0,0 1 1 0 0,1 0-1 0 0,0-1 1 0 0,0 1-1 0 0,0-1 1 0 0,0 1-1 0 0,0-1 1 0 0,1 0-1 0 0,-1 0 1 0 0,1 0-1 0 0,0 0 1 0 0,0-1-1 0 0,0 1 1 0 0,0-1-1 0 0,1 0 1 0 0,-1 0-1 0 0,4 2 1 0 0,7 2 0 0 0,-1 0 0 0 0,0-2 0 0 0,1 1 1 0 0,0-2-1 0 0,0 0 0 0 0,0 0 0 0 0,0-2 0 0 0,1 1 1 0 0,-1-2-1 0 0,1 0 0 0 0,-1-1 0 0 0,0 0 0 0 0,0-1 1 0 0,1 0-1 0 0,-1-2 0 0 0,-1 1 0 0 0,1-2 0 0 0,0 0 1 0 0,15-8-1 0 0,-6 1-8 0 0,-1-1 0 0 0,0-1 0 0 0,-1-1 0 0 0,0-1 1 0 0,-1 0-1 0 0,-1-2 0 0 0,-1 0 0 0 0,0-1 0 0 0,27-41 0 0 0,17-39 32 0 0,-57 89-40 0 0,0 0 0 0 0,-1 0 0 0 0,0 0 0 0 0,0-1 0 0 0,-1 1 0 0 0,-1-1 0 0 0,0 0 0 0 0,1-17 0 0 0,-3 26 3 0 0,0 0-1 0 0,0 1 1 0 0,0-1 0 0 0,0 0-1 0 0,-1 0 1 0 0,1 0-1 0 0,-1 0 1 0 0,1 1 0 0 0,-1-1-1 0 0,0 0 1 0 0,0 1-1 0 0,0-1 1 0 0,0 0 0 0 0,0 1-1 0 0,0-1 1 0 0,0 1-1 0 0,0-1 1 0 0,0 1 0 0 0,-1 0-1 0 0,1-1 1 0 0,-3-1-1 0 0,1 2 1 0 0,0-1-1 0 0,0 1 1 0 0,0 0-1 0 0,0 0 1 0 0,0 0-1 0 0,-1 0 1 0 0,1 0-1 0 0,0 1 1 0 0,0-1-1 0 0,-1 1 1 0 0,1 0-1 0 0,-4 0 1 0 0,3 0 0 0 0,0 1 0 0 0,-1-1 1 0 0,1 1-1 0 0,0-1 1 0 0,0 1-1 0 0,0 1 0 0 0,0-1 1 0 0,0 1-1 0 0,0-1 1 0 0,1 1-1 0 0,-1 0 0 0 0,0 0 1 0 0,1 1-1 0 0,-1-1 0 0 0,1 1 1 0 0,0 0-1 0 0,0 0 1 0 0,0 0-1 0 0,0 0 0 0 0,1 0 1 0 0,-5 6-1 0 0,7-7 4 0 0,-1-1 0 0 0,0 1 0 0 0,1-1-1 0 0,-1 1 1 0 0,1-1 0 0 0,0 1 0 0 0,-1-1-1 0 0,1 1 1 0 0,0-1 0 0 0,0 1 0 0 0,0-1 0 0 0,0 1-1 0 0,0-1 1 0 0,0 1 0 0 0,1-1 0 0 0,-1 1-1 0 0,0-1 1 0 0,1 1 0 0 0,-1-1 0 0 0,1 1 0 0 0,0-1-1 0 0,-1 0 1 0 0,1 1 0 0 0,0-1 0 0 0,0 0 0 0 0,0 0-1 0 0,0 1 1 0 0,1 0 0 0 0,2 1 5 0 0,-1 0-1 0 0,1-1 1 0 0,0 1 0 0 0,0-1-1 0 0,0 0 1 0 0,0 0 0 0 0,0 0-1 0 0,0-1 1 0 0,6 2 0 0 0,4 0 0 0 0,-1 0 0 0 0,1-2 1 0 0,0 1-1 0 0,-1-1 1 0 0,1-1-1 0 0,0-1 0 0 0,0 0 1 0 0,-1-1-1 0 0,1 0 1 0 0,0-1-1 0 0,-1 0 0 0 0,0-1 1 0 0,0-1-1 0 0,23-11 1 0 0,0 0-51 0 0,-1-2 1 0 0,44-30-1 0 0,-77 46 8 0 0,-2 5-8 0 0,-1 0 40 0 0,1-1 1 0 0,-1 1-1 0 0,0 0 0 0 0,0-1 1 0 0,0 1-1 0 0,0-1 0 0 0,0 1 1 0 0,0-1-1 0 0,-1 0 0 0 0,-2 3 1 0 0,-23 28-13 0 0,14-19 20 0 0,-15 20 5 0 0,1 1-1 0 0,2 1 0 0 0,2 1 1 0 0,1 1-1 0 0,-28 69 0 0 0,48-103 3 0 0,1-1-1 0 0,0 0 1 0 0,0 0-1 0 0,0 0 1 0 0,0 1-1 0 0,1-1 1 0 0,-1 0-1 0 0,1 1 1 0 0,0-1-1 0 0,0 0 1 0 0,0 1-1 0 0,1-1 1 0 0,-1 0-1 0 0,1 1 1 0 0,0-1-1 0 0,0 0 1 0 0,2 6-1 0 0,-1-6-3 0 0,0 0-1 0 0,0 0 0 0 0,1-1 0 0 0,-1 1 1 0 0,1-1-1 0 0,-1 0 0 0 0,1 1 1 0 0,0-1-1 0 0,0 0 0 0 0,0-1 0 0 0,0 1 1 0 0,0 0-1 0 0,0-1 0 0 0,0 0 0 0 0,1 0 1 0 0,5 1-1 0 0,7 2-462 0 0,-1-1 0 0 0,2-1-1 0 0,-1 0 1 0 0,0-2 0 0 0,0 0 0 0 0,0 0 0 0 0,16-4-1 0 0,-10 1-2122 0 0,0-2-1 0 0,29-9 0 0 0,-4-4-3799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298 693 2864 0 0,'-2'-2'2283'0'0,"-6"-6"534"0"0,7 6-2365 0 0,0 1 0 0 0,0 0 0 0 0,0-1 1 0 0,0 1-1 0 0,-1 0 0 0 0,1 0 0 0 0,0 0 0 0 0,-1 0 0 0 0,1 0 0 0 0,-1 0 0 0 0,1 0 0 0 0,-1 1 0 0 0,-1-2 1 0 0,2 3-396 0 0,-1-1 0 0 0,1 1 0 0 0,0-1 0 0 0,0 1 0 0 0,-1-1 0 0 0,1 1 0 0 0,0-1 1 0 0,0 1-1 0 0,0 0 0 0 0,0 0 0 0 0,0 0 0 0 0,0-1 0 0 0,0 1 0 0 0,0 0 0 0 0,0 0 1 0 0,0 1-1 0 0,1-1 0 0 0,-1 0 0 0 0,0 0 0 0 0,1 0 0 0 0,-1 0 0 0 0,0 2 0 0 0,-14 25 209 0 0,1 1-1 0 0,1 0 1 0 0,-10 34-1 0 0,20-54-236 0 0,1-1 0 0 0,0 1-1 0 0,0 0 1 0 0,0 0 0 0 0,1 0 0 0 0,1 0 0 0 0,-1 0 0 0 0,1 0-1 0 0,2 10 1 0 0,-1-15-13 0 0,-1-1 0 0 0,1 1 1 0 0,0-1-1 0 0,1 1 0 0 0,-1-1 0 0 0,0 0 0 0 0,1 0 0 0 0,0 0 0 0 0,0 0 0 0 0,0 0 1 0 0,0 0-1 0 0,0 0 0 0 0,1 0 0 0 0,-1-1 0 0 0,1 0 0 0 0,0 1 0 0 0,-1-1 0 0 0,1 0 0 0 0,0 0 1 0 0,0 0-1 0 0,1-1 0 0 0,-1 1 0 0 0,0-1 0 0 0,0 1 0 0 0,8 0 0 0 0,-6 0 9 0 0,1-1 0 0 0,0 0 0 0 0,-1-1 0 0 0,1 1 1 0 0,0-1-1 0 0,0 0 0 0 0,-1 0 0 0 0,1-1 0 0 0,0 0 0 0 0,0 0 0 0 0,-1 0 0 0 0,1-1 0 0 0,-1 0 0 0 0,8-3 0 0 0,-6 1 2 0 0,0 0 1 0 0,0 0-1 0 0,0-1 0 0 0,0 0 1 0 0,-1-1-1 0 0,0 1 0 0 0,0-1 0 0 0,0 0 1 0 0,6-9-1 0 0,-5 4-15 0 0,0 0 1 0 0,0 0-1 0 0,-1-1 0 0 0,-1 0 1 0 0,0 0-1 0 0,0 0 0 0 0,-1-1 0 0 0,-1 1 1 0 0,0-1-1 0 0,-1 0 0 0 0,0 0 1 0 0,0-22-1 0 0,-2 30-16 0 0,0 0 0 0 0,-1 0 0 0 0,1 1 0 0 0,-1-1 1 0 0,0 0-1 0 0,-1 1 0 0 0,1-1 0 0 0,-1 1 0 0 0,0 0 0 0 0,0-1 0 0 0,0 1 0 0 0,0 0 0 0 0,-4-4 0 0 0,4 5 1 0 0,-1 1-1 0 0,1 0 0 0 0,0 0 1 0 0,-1 0-1 0 0,1 1 0 0 0,-1-1 0 0 0,0 0 1 0 0,0 1-1 0 0,0 0 0 0 0,1 0 1 0 0,-1 0-1 0 0,0 0 0 0 0,0 0 0 0 0,0 0 1 0 0,-1 1-1 0 0,1 0 0 0 0,0-1 0 0 0,0 1 1 0 0,0 0-1 0 0,-5 1 0 0 0,-8 1-11 0 0,0 1-1 0 0,1 1 1 0 0,-1 0-1 0 0,1 1 0 0 0,0 1 1 0 0,0 0-1 0 0,1 1 1 0 0,0 0-1 0 0,0 1 1 0 0,1 1-1 0 0,0 0 0 0 0,0 1 1 0 0,-16 17-1 0 0,26-24 11 0 0,1 1 0 0 0,-1-1 0 0 0,1 0 0 0 0,0 1 0 0 0,0 0-1 0 0,-1 3 1 0 0,3-6 5 0 0,0 0-1 0 0,-1-1 1 0 0,1 1-1 0 0,0 0 1 0 0,0-1-1 0 0,0 1 1 0 0,0 0 0 0 0,1-1-1 0 0,-1 1 1 0 0,0-1-1 0 0,0 1 1 0 0,0 0-1 0 0,0-1 1 0 0,1 1-1 0 0,-1-1 1 0 0,0 1-1 0 0,1 0 1 0 0,-1-1-1 0 0,0 1 1 0 0,1-1-1 0 0,-1 1 1 0 0,1-1 0 0 0,-1 1-1 0 0,1-1 1 0 0,-1 0-1 0 0,1 1 1 0 0,-1-1-1 0 0,1 1 1 0 0,-1-1-1 0 0,2 0 1 0 0,16 8-2 0 0,-6-7-2 0 0,0 0 1 0 0,0-1-1 0 0,0 0 0 0 0,0-1 0 0 0,21-4 0 0 0,60-20-61 0 0,-81 22 47 0 0,36-12-27 0 0,0-3 0 0 0,-1-1 0 0 0,-1-2 0 0 0,-1-3 0 0 0,-1-1 0 0 0,-1-2 0 0 0,-2-2 0 0 0,0-2 0 0 0,-2-1 0 0 0,-2-2 0 0 0,-1-2 0 0 0,-2-2 0 0 0,-1 0 0 0 0,-2-3 0 0 0,45-77 0 0 0,-74 115 41 0 0,52-102-27 0 0,-47 89 27 0 0,0 0 0 0 0,-2 0 1 0 0,0 0-1 0 0,5-33 1 0 0,-10 48 1 0 0,1 0 0 0 0,-1 0 0 0 0,0 0 0 0 0,0 0 0 0 0,0 0 0 0 0,0 0 0 0 0,0 0 0 0 0,0 0 0 0 0,0 0 0 0 0,0 0 0 0 0,0 0 0 0 0,0 0 0 0 0,-1 0 0 0 0,1 0-1 0 0,0 0 1 0 0,-1 0 0 0 0,1 0 0 0 0,-1 0 0 0 0,1 0 0 0 0,-1 0 0 0 0,1 0 0 0 0,-1 1 0 0 0,0-1 0 0 0,1 0 0 0 0,-2-1 0 0 0,1 2 2 0 0,0 0-1 0 0,0 0 1 0 0,0-1-1 0 0,-1 1 1 0 0,1 0-1 0 0,0 0 0 0 0,0 0 1 0 0,0 0-1 0 0,0 0 1 0 0,-1 1-1 0 0,1-1 1 0 0,0 0-1 0 0,0 0 1 0 0,0 1-1 0 0,0-1 1 0 0,0 1-1 0 0,-2 0 1 0 0,-6 4 1 0 0,1 0 0 0 0,0 1 0 0 0,0-1 1 0 0,-7 8-1 0 0,-21 23 73 0 0,2 0 1 0 0,1 3-1 0 0,2 0 1 0 0,2 2-1 0 0,-28 51 1 0 0,9 0 346 0 0,-55 144 0 0 0,-12 140 934 0 0,34 10-53 0 0,44-203-907 0 0,10-52-199 0 0,-43 196 186 0 0,-25-9-27 0 0,89-299-49 0 0,-2 0-1 0 0,0-1 1 0 0,-1 0-1 0 0,-1-1 1 0 0,-12 18-1 0 0,19-32-164 0 0,0 1-1 0 0,0-1 1 0 0,0 0-1 0 0,0 1 1 0 0,-1-2-1 0 0,0 1 1 0 0,0 0-1 0 0,1-1 1 0 0,-1 1 0 0 0,-1-1-1 0 0,1 0 1 0 0,-5 1-1 0 0,6-2-68 0 0,-1-1 1 0 0,1 1-1 0 0,-1-1 0 0 0,0 0 0 0 0,1 0 1 0 0,-1 0-1 0 0,0 0 0 0 0,1-1 0 0 0,-1 1 0 0 0,0-1 1 0 0,1 0-1 0 0,-1 0 0 0 0,1 0 0 0 0,-1-1 0 0 0,1 1 1 0 0,0-1-1 0 0,-4-3 0 0 0,1 1-22 0 0,0 0 1 0 0,0-1-1 0 0,0 0 0 0 0,1-1 0 0 0,0 1 1 0 0,0-1-1 0 0,1 0 0 0 0,-1 0 0 0 0,1 0 0 0 0,1-1 1 0 0,-1 0-1 0 0,1 1 0 0 0,0-1 0 0 0,1 0 1 0 0,-1 0-1 0 0,1-1 0 0 0,0-6 0 0 0,-2-5-6 0 0,2 0 0 0 0,1 0 0 0 0,0 0-1 0 0,1 1 1 0 0,4-32 0 0 0,4 10-43 0 0,1 1 0 0 0,1 1 0 0 0,2 0 0 0 0,2 0 0 0 0,2 2 0 0 0,1 0 0 0 0,2 0 0 0 0,1 2 0 0 0,34-45 0 0 0,-14 28-7 0 0,3 2 0 0 0,1 1-1 0 0,2 3 1 0 0,3 1-1 0 0,55-37 1 0 0,-38 34-509 0 0,3 4 0 0 0,86-40 1 0 0,-97 57-3344 0 0,93-29 1 0 0,-134 50 2484 0 0,16-5-1896 0 0,-12 3-2305 0 0,-10 4-767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55 2584 0 0,'15'-22'8634'0'0,"1"0"-3006"0"0,-15 20-4973 0 0,0 2-613 0 0,-1 0 0 0 0,0 0 0 0 0,0 0 0 0 0,0-1 0 0 0,0 1 0 0 0,1 0 0 0 0,-1 0 0 0 0,0 0-1 0 0,0 0 1 0 0,0 0 0 0 0,0-1 0 0 0,0 1 0 0 0,1 0 0 0 0,-1 0 0 0 0,0 0 0 0 0,0-1 0 0 0,0 1 0 0 0,0 0 0 0 0,0 0 0 0 0,0-1 0 0 0,0 1 0 0 0,0 0 0 0 0,0 0 0 0 0,0 0 0 0 0,0-1 0 0 0,0 1 0 0 0,0 0-1 0 0,0 0 1 0 0,0-1 0 0 0,0 1 0 0 0,0 0 0 0 0,0 0 0 0 0,0 0 0 0 0,0-1 0 0 0,0 1 0 0 0,0 0 0 0 0,-1 0 0 0 0,1 0 0 0 0,0-1 0 0 0,0 1 0 0 0,0 0 0 0 0,0 0 0 0 0,0 0 0 0 0,-1-1 0 0 0,1 1 0 0 0,0 0-1 0 0,-52 17 161 0 0,-78 36-1 0 0,83-33-148 0 0,27-11-41 0 0,10-6-29 0 0,1 1 1 0 0,0 0-1 0 0,0 1 1 0 0,-9 6-1 0 0,17-11 17 0 0,0 1-1 0 0,0-1 1 0 0,0 1-1 0 0,0-1 1 0 0,0 1-1 0 0,1 0 0 0 0,-1-1 1 0 0,0 1-1 0 0,1 0 1 0 0,-1-1-1 0 0,0 1 1 0 0,1 0-1 0 0,-1 0 1 0 0,1 0-1 0 0,-1 0 1 0 0,1 0-1 0 0,-1 0 1 0 0,1 0-1 0 0,0 0 1 0 0,-1-1-1 0 0,1 1 1 0 0,0 0-1 0 0,0 0 1 0 0,0 0-1 0 0,0 0 0 0 0,0 0 1 0 0,0 0-1 0 0,0 1 1 0 0,0-1-1 0 0,0 0 1 0 0,0-1-1 0 0,1 1 1 0 0,-1 0-1 0 0,0 0 1 0 0,1 0-1 0 0,0 2 1 0 0,1 0 0 0 0,0 0 1 0 0,1 0 0 0 0,-1-1-1 0 0,1 1 1 0 0,0-1-1 0 0,0 1 1 0 0,3 1 0 0 0,-2-1-12 0 0,5 5 0 0 0,11 8 0 0 0,30 33 1 0 0,-45-44 13 0 0,0 1 0 0 0,-1-1-1 0 0,0 1 1 0 0,0 0 0 0 0,-1 1-1 0 0,1-1 1 0 0,-1 0 0 0 0,-1 1-1 0 0,1 0 1 0 0,-1 0 0 0 0,1 8-1 0 0,-3-11 39 0 0,0 0-1 0 0,0-1 1 0 0,0 1-1 0 0,-1 0 1 0 0,0 0-1 0 0,1 0 1 0 0,-1-1-1 0 0,-1 1 1 0 0,1-1-1 0 0,-1 1 1 0 0,1-1-1 0 0,-1 1 1 0 0,0-1-1 0 0,0 0 1 0 0,0 1-1 0 0,-1-1 1 0 0,1-1-1 0 0,-1 1 1 0 0,0 0-1 0 0,0-1 1 0 0,0 1-1 0 0,0-1 1 0 0,-5 4-1 0 0,-6 2 135 0 0,0 1 0 0 0,-1-2 0 0 0,0 0 0 0 0,-17 6 0 0 0,7-5 40 0 0,0-1 0 0 0,-44 7 0 0 0,56-12-125 0 0,-1-1 0 0 0,0 0 0 0 0,0-1 1 0 0,0 0-1 0 0,0-1 0 0 0,-24-6 0 0 0,35 6-102 0 0,-1 1-1 0 0,1-2 1 0 0,0 1 0 0 0,0 0 0 0 0,0-1-1 0 0,0 1 1 0 0,0-1 0 0 0,0 0 0 0 0,0 0-1 0 0,0 0 1 0 0,-4-4 0 0 0,7 5-56 0 0,-1-1 0 0 0,0 1 0 0 0,1 0 0 0 0,-1 0 1 0 0,1 0-1 0 0,-1 0 0 0 0,1-1 0 0 0,0 1 0 0 0,0 0 0 0 0,-1 0 0 0 0,1-1 0 0 0,0 1 1 0 0,0 0-1 0 0,0 0 0 0 0,0-1 0 0 0,0 1 0 0 0,0 0 0 0 0,1 0 0 0 0,-1-1 0 0 0,0 1 1 0 0,1 0-1 0 0,-1 0 0 0 0,1 0 0 0 0,-1-1 0 0 0,1 1 0 0 0,0 0 0 0 0,-1 0 0 0 0,1 0 1 0 0,0 0-1 0 0,0 0 0 0 0,0 0 0 0 0,-1 0 0 0 0,1 0 0 0 0,0 1 0 0 0,2-2 1 0 0,6-6-1422 0 0,1 0 0 0 0,1 1 1 0 0,-1 0-1 0 0,1 0 1 0 0,1 2-1 0 0,-1-1 1 0 0,20-6-1 0 0,-3 2-4563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6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61 490 392 0 0,'41'-41'9596'0'0,"-39"39"-9084"0"0,8-1 669 0 0,-10 10-992 0 0,-1 1-1 0 0,0-1 0 0 0,0 1 1 0 0,-1-1-1 0 0,0 0 1 0 0,0 0-1 0 0,-1 0 1 0 0,-5 11-1 0 0,-3 10 277 0 0,-11 32 227 0 0,9-30-510 0 0,2 1 0 0 0,2 0 0 0 0,0 1-1 0 0,2 0 1 0 0,-2 34 0 0 0,8-62-162 0 0,1 0-1 0 0,0 0 1 0 0,0 0 0 0 0,1 0 0 0 0,-1 0 0 0 0,1 0-1 0 0,0 0 1 0 0,0 0 0 0 0,0 0 0 0 0,0-1 0 0 0,1 1-1 0 0,0 0 1 0 0,0-1 0 0 0,0 1 0 0 0,0-1 0 0 0,0 1-1 0 0,1-1 1 0 0,-1 0 0 0 0,1 0 0 0 0,0 0 0 0 0,0 0-1 0 0,4 2 1 0 0,-3-2 2 0 0,0-1 1 0 0,0 0-1 0 0,1 0 0 0 0,-1-1 1 0 0,0 1-1 0 0,1-1 0 0 0,-1 0 0 0 0,1-1 1 0 0,0 1-1 0 0,-1-1 0 0 0,1 1 0 0 0,0-1 1 0 0,-1-1-1 0 0,1 1 0 0 0,-1-1 0 0 0,1 0 1 0 0,-1 0-1 0 0,1 0 0 0 0,4-2 1 0 0,0-1 2 0 0,0 0 0 0 0,0-1 1 0 0,-1 0-1 0 0,0 0 1 0 0,0-1-1 0 0,0 0 1 0 0,-1 0-1 0 0,0-1 1 0 0,0 0-1 0 0,-1 0 0 0 0,0 0 1 0 0,0-1-1 0 0,0 0 1 0 0,7-16-1 0 0,3-8 36 0 0,-3 0 0 0 0,18-56 0 0 0,-24 63 50 0 0,0-1 0 0 0,4-35 1 0 0,-10 53-89 0 0,0 0 1 0 0,-1 0 0 0 0,0 0-1 0 0,0 0 1 0 0,-1 0 0 0 0,0 0 0 0 0,0 0-1 0 0,-1 0 1 0 0,0 0 0 0 0,0 1 0 0 0,-7-15-1 0 0,8 20-22 0 0,0 0 0 0 0,0 0-1 0 0,0 0 1 0 0,0 1 0 0 0,-1-1-1 0 0,1 0 1 0 0,-1 1 0 0 0,1-1-1 0 0,-1 1 1 0 0,0 0-1 0 0,1-1 1 0 0,-1 1 0 0 0,0 0-1 0 0,0 0 1 0 0,0 0 0 0 0,0 0-1 0 0,0 1 1 0 0,0-1 0 0 0,-2 0-1 0 0,0 1 3 0 0,1-1-1 0 0,0 1 0 0 0,0 0 0 0 0,-1 1 0 0 0,1-1 1 0 0,0 1-1 0 0,-1-1 0 0 0,1 1 0 0 0,0 0 0 0 0,0 0 1 0 0,-4 2-1 0 0,-4 3-4 0 0,0 0 0 0 0,0 1 1 0 0,1 0-1 0 0,0 1 0 0 0,-13 12 1 0 0,1 1 9 0 0,1 1 0 0 0,1 1 1 0 0,-21 31-1 0 0,32-40-2 0 0,0 1 0 0 0,1 0-1 0 0,1 0 1 0 0,0 0 0 0 0,1 1 0 0 0,0 0-1 0 0,-4 23 1 0 0,10-36 1 0 0,-1 0-1 0 0,1 0 1 0 0,-1 0-1 0 0,1 0 1 0 0,0 1-1 0 0,0-1 1 0 0,0 0 0 0 0,1 0-1 0 0,-1 0 1 0 0,1 0-1 0 0,0 0 1 0 0,0 0-1 0 0,0 0 1 0 0,0 0 0 0 0,0 0-1 0 0,1-1 1 0 0,-1 1-1 0 0,1 0 1 0 0,-1-1 0 0 0,4 4-1 0 0,-2-4 0 0 0,0 1-1 0 0,1 0 1 0 0,-1-1 0 0 0,1 0 0 0 0,-1 0-1 0 0,1 0 1 0 0,0 0 0 0 0,0-1-1 0 0,0 0 1 0 0,0 1 0 0 0,0-1-1 0 0,0-1 1 0 0,0 1 0 0 0,8 0-1 0 0,5-1-32 0 0,0 0 1 0 0,0-2-1 0 0,1 0 0 0 0,-1 0 0 0 0,-1-2 0 0 0,28-9 1 0 0,-14 3-229 0 0,0-2 0 0 0,46-27 0 0 0,-42 18-55 0 0,-1-2 0 0 0,-2 0 1 0 0,55-55-1 0 0,67-97-349 0 0,-93 90 1019 0 0,-4-3 0 0 0,73-151-1 0 0,-121 225-126 0 0,-11 25-123 0 0,-11 24-9 0 0,-73 155 125 0 0,36-82-120 0 0,-69 208 1 0 0,115-301-75 0 0,2 0 1 0 0,-1 1-1 0 0,2-1 1 0 0,0 1-1 0 0,1 23 1 0 0,1-34-22 0 0,0-1-1 0 0,0 0 1 0 0,1 0 0 0 0,0 0 0 0 0,0 0 0 0 0,0 0 0 0 0,0 0 0 0 0,1 0 0 0 0,-1 0 0 0 0,1-1 0 0 0,0 1 0 0 0,0-1-1 0 0,0 1 1 0 0,1-1 0 0 0,-1 0 0 0 0,1 1 0 0 0,0-1 0 0 0,0-1 0 0 0,0 1 0 0 0,0 0 0 0 0,1-1 0 0 0,-1 1 0 0 0,0-1-1 0 0,1 0 1 0 0,7 3 0 0 0,-3-2-1 0 0,1 0-1 0 0,0-1 0 0 0,1 0 0 0 0,-1 0 1 0 0,0-1-1 0 0,1 0 0 0 0,-1-1 0 0 0,0 0 1 0 0,1 0-1 0 0,17-4 0 0 0,-13 1-69 0 0,0-1 1 0 0,0 0-1 0 0,0-1 0 0 0,-1-1 0 0 0,0 0 0 0 0,18-12 1 0 0,-4 0-71 0 0,-1-2 1 0 0,-1 0 0 0 0,-1-2 0 0 0,-1-1-1 0 0,32-40 1 0 0,-16 11 873 0 0,32-59 0 0 0,-69 106-600 0 0,-9 10-112 0 0,-11 17-30 0 0,7-5 11 0 0,-67 118 17 0 0,71-119-13 0 0,0 0 0 0 0,0 0 0 0 0,2 0 1 0 0,0 1-1 0 0,1 0 0 0 0,-4 33 1 0 0,8-47-17 0 0,0 0 1 0 0,0 1-1 0 0,0-1 1 0 0,0 0-1 0 0,0 0 1 0 0,0 0-1 0 0,1 0 1 0 0,0 1-1 0 0,-1-1 1 0 0,1 0-1 0 0,0 0 1 0 0,1 0-1 0 0,-1-1 1 0 0,0 1-1 0 0,1 0 1 0 0,0 0-1 0 0,-1-1 1 0 0,1 1-1 0 0,0-1 1 0 0,0 1-1 0 0,1-1 1 0 0,-1 0-1 0 0,0 0 1 0 0,1 0-1 0 0,-1 0 1 0 0,1-1-1 0 0,0 1 1 0 0,0 0-1 0 0,-1-1 1 0 0,1 0-1 0 0,0 0 1 0 0,0 0 0 0 0,0 0-1 0 0,1 0 1 0 0,-1-1-1 0 0,3 1 1 0 0,2 0-92 0 0,0-1 1 0 0,0 0-1 0 0,0 0 0 0 0,0-1 1 0 0,0 0-1 0 0,-1-1 1 0 0,1 1-1 0 0,0-1 1 0 0,0-1-1 0 0,-1 0 1 0 0,0 0-1 0 0,0 0 1 0 0,11-7-1 0 0,1-4-57 0 0,-1 0 0 0 0,-1-1 0 0 0,0-1 0 0 0,-1 0-1 0 0,-1-1 1 0 0,16-23 0 0 0,68-121 571 0 0,-54 81 1020 0 0,-42 77-1365 0 0,-2 4-26 0 0,-5 14-5 0 0,-10 30-46 0 0,10-34 14 0 0,-11 34 16 0 0,8-29-10 0 0,1 0 0 0 0,1 1 0 0 0,0-1 0 0 0,1 1-1 0 0,1 0 1 0 0,1 0 0 0 0,0 1 0 0 0,1 16-1 0 0,1-30-9 0 0,1-1-1 0 0,0 0 0 0 0,-1 1 0 0 0,1-1 1 0 0,0 0-1 0 0,1 0 0 0 0,-1 0 1 0 0,1 1-1 0 0,-1-1 0 0 0,1-1 0 0 0,0 1 1 0 0,0 0-1 0 0,0 0 0 0 0,5 4 1 0 0,-3-3-8 0 0,1-1 0 0 0,0 1 0 0 0,0-1 1 0 0,0 0-1 0 0,0-1 0 0 0,0 1 0 0 0,0-1 1 0 0,8 2-1 0 0,-2-1-258 0 0,0 0 0 0 0,0-1-1 0 0,1-1 1 0 0,-1 0 0 0 0,1 0 0 0 0,-1-1 0 0 0,0-1 0 0 0,18-2 0 0 0,-15-1-418 0 0,1 0-1 0 0,-1-1 1 0 0,0-1 0 0 0,-1 0 0 0 0,1-1-1 0 0,-1 0 1 0 0,0-1 0 0 0,-1 0 0 0 0,0-1-1 0 0,0-1 1 0 0,-1 0 0 0 0,0 0 0 0 0,-1-1-1 0 0,14-18 1 0 0,10-16-3195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199 436 2068 0 0,'18'-94'5968'0'0,"11"-175"0"0"0,-28 256-5463 0 0,-1 0-1 0 0,0 0 1 0 0,-3-19 0 0 0,2 31-323 0 0,-2 2-42 0 0,0 0-121 0 0,0 1 0 0 0,0 0-1 0 0,0 0 1 0 0,1 0 0 0 0,-1 0-1 0 0,1 0 1 0 0,-1 1-1 0 0,1-1 1 0 0,0 1 0 0 0,0-1-1 0 0,0 1 1 0 0,0 0-1 0 0,0 0 1 0 0,-2 5 0 0 0,-19 51 99 0 0,19-47-95 0 0,-83 311 1272 0 0,29 8-261 0 0,55-308-1042 0 0,-9 57 271 0 0,-2 100 1 0 0,13-157-315 0 0,2 1 1 0 0,0-1-1 0 0,2 0 1 0 0,1 1-1 0 0,0-1 1 0 0,2-1-1 0 0,0 1 1 0 0,2-1 0 0 0,10 22-1 0 0,-10-30-435 0 0,0 0 1 0 0,1-1-1 0 0,0 0 0 0 0,1 0 0 0 0,1-1 1 0 0,0 0-1 0 0,16 13 0 0 0,-17-18-746 0 0,0 1-1 0 0,1-1 0 0 0,-1-1 1 0 0,2 0-1 0 0,20 9 0 0 0,1-5-4190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48 242 288 0 0,'46'-171'13890'0'0,"-30"101"-9354"0"0,-17 70-4511 0 0,-1 1-1 0 0,1 0 1 0 0,-1 0 0 0 0,1-1-1 0 0,0 1 1 0 0,-1 0-1 0 0,1 0 1 0 0,0 0-1 0 0,0 1 1 0 0,0-1-1 0 0,0 0 1 0 0,0 0-1 0 0,0 0 1 0 0,0 1 0 0 0,0-1-1 0 0,-1 2 1 0 0,-12 24 102 0 0,-4 13 108 0 0,-21 73 1 0 0,34-93-583 0 0,1 0 0 0 0,0 0 0 0 0,2 0 0 0 0,0 0-1 0 0,2 0 1 0 0,1 21 0 0 0,-1-37-195 0 0,1 0-1 0 0,-1 0 1 0 0,1 0 0 0 0,0 0-1 0 0,0 0 1 0 0,1-1-1 0 0,-1 1 1 0 0,1 0 0 0 0,0-1-1 0 0,0 1 1 0 0,0-1-1 0 0,0 0 1 0 0,0 0 0 0 0,1 1-1 0 0,0-2 1 0 0,-1 1-1 0 0,1 0 1 0 0,6 4 0 0 0,6 0-4049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1 440 956 0 0,'22'-35'5290'0'0,"0"-1"0"0"0,31-76 0 0 0,-52 110-4967 0 0,2 14-52 0 0,-8 11-211 0 0,1 0 0 0 0,1 0 1 0 0,1 1-1 0 0,2-1 1 0 0,2 34-1 0 0,-1-50-35 0 0,0 0-1 0 0,1 1 1 0 0,0-1-1 0 0,0 0 1 0 0,1 0-1 0 0,-1 0 1 0 0,2-1 0 0 0,-1 1-1 0 0,6 7 1 0 0,-6-10-1 0 0,0 0 1 0 0,1 0 0 0 0,0 0 0 0 0,0-1 0 0 0,0 1 0 0 0,0-1 0 0 0,0 0-1 0 0,1 0 1 0 0,-1-1 0 0 0,1 1 0 0 0,0-1 0 0 0,0 0 0 0 0,0 0 0 0 0,7 1-1 0 0,-9-2 3 0 0,1-1 0 0 0,-1 0-1 0 0,1 0 1 0 0,-1 0-1 0 0,1 0 1 0 0,-1 0 0 0 0,1-1-1 0 0,-1 0 1 0 0,1 0-1 0 0,-1 0 1 0 0,0 0 0 0 0,1 0-1 0 0,-1 0 1 0 0,0-1-1 0 0,0 0 1 0 0,0 1 0 0 0,4-5-1 0 0,2 0 41 0 0,-1-1 0 0 0,0-1 0 0 0,0 0-1 0 0,7-9 1 0 0,-3 2-24 0 0,-1-1 1 0 0,-1 0-1 0 0,0-1 0 0 0,-1 0 1 0 0,-1 0-1 0 0,-1-1 0 0 0,0 0 0 0 0,-1-1 1 0 0,-1 0-1 0 0,-1 1 0 0 0,-1-1 1 0 0,0-1-1 0 0,-2 1 0 0 0,0 0 1 0 0,-1 0-1 0 0,-1-1 0 0 0,-3-20 0 0 0,0 29-39 0 0,0 1 0 0 0,0-1-1 0 0,-1 1 1 0 0,-1 0-1 0 0,0 0 1 0 0,0 0-1 0 0,0 1 1 0 0,-1 0-1 0 0,-1 0 1 0 0,-9-9-1 0 0,-12-15-96 0 0,28 32 91 0 0,2 0 4 0 0,1 1-1 0 0,0-1 1 0 0,-1 1 0 0 0,1-1 0 0 0,0 1 0 0 0,0 0 0 0 0,0 0 0 0 0,-1 0-1 0 0,1 0 1 0 0,0 0 0 0 0,0 1 0 0 0,-1-1 0 0 0,1 0 0 0 0,0 1-1 0 0,2 1 1 0 0,-2-2-1 0 0,19 6-8 0 0,0 0 0 0 0,0 2 0 0 0,0 0 0 0 0,-1 1 0 0 0,-1 1 0 0 0,1 1 0 0 0,-2 1 0 0 0,34 27 0 0 0,-39-28 6 0 0,0 1-1 0 0,0 1 1 0 0,-2 0-1 0 0,1 1 1 0 0,-2 0-1 0 0,0 1 0 0 0,0 0 1 0 0,-2 0-1 0 0,0 1 1 0 0,0 0-1 0 0,7 25 0 0 0,-13-33 166 0 0,-1 0-1 0 0,1 1 0 0 0,-1-1 0 0 0,-1 1 1 0 0,0 0-1 0 0,0-1 0 0 0,0 1 0 0 0,-1-1 1 0 0,-1 1-1 0 0,1-1 0 0 0,-1 1 0 0 0,-1-1 1 0 0,0 0-1 0 0,0 0 0 0 0,0 0 0 0 0,-1-1 1 0 0,0 1-1 0 0,-1-1 0 0 0,-7 10 0 0 0,12-16-101 0 0,0 0 0 0 0,-1 0 0 0 0,1-1-1 0 0,-1 1 1 0 0,1 0 0 0 0,-1-1-1 0 0,1 1 1 0 0,-1 0 0 0 0,0-1-1 0 0,1 1 1 0 0,-1-1 0 0 0,0 1 0 0 0,1-1-1 0 0,-1 1 1 0 0,0-1 0 0 0,0 1-1 0 0,0-1 1 0 0,1 0 0 0 0,-1 1 0 0 0,0-1-1 0 0,0 0 1 0 0,0 0 0 0 0,0 0-1 0 0,1 0 1 0 0,-1 1 0 0 0,0-1-1 0 0,0 0 1 0 0,0-1 0 0 0,0 1 0 0 0,0 0-1 0 0,0 0 1 0 0,1 0 0 0 0,-1 0-1 0 0,0-1 1 0 0,0 1 0 0 0,-1-1-1 0 0,1 0-42 0 0,0 0 0 0 0,0 0 0 0 0,0 0-1 0 0,0 0 1 0 0,0 0 0 0 0,1 0 0 0 0,-1-1-1 0 0,0 1 1 0 0,1 0 0 0 0,-1 0 0 0 0,1-1-1 0 0,-1 1 1 0 0,1 0 0 0 0,-1-1 0 0 0,1 1 0 0 0,0 0-1 0 0,0-1 1 0 0,0 1 0 0 0,0 0 0 0 0,0-1-1 0 0,0-1 1 0 0,3-11 11 0 0,0 0 0 0 0,1 1-1 0 0,1-1 1 0 0,0 1 0 0 0,0 0 0 0 0,2 0 0 0 0,-1 1 0 0 0,15-19-1 0 0,3-1-95 0 0,49-52-1 0 0,-69 81 67 0 0,24-26-48 0 0,42-33-1 0 0,-62 55 17 0 0,0 1 0 0 0,1 0-1 0 0,0 0 1 0 0,1 1-1 0 0,-1 0 1 0 0,1 1 0 0 0,0 0-1 0 0,0 1 1 0 0,0 0-1 0 0,14-2 1 0 0,-20 4 33 0 0,0 0 0 0 0,-1 1 0 0 0,1 0 0 0 0,0 0 1 0 0,0 0-1 0 0,0 1 0 0 0,-1-1 0 0 0,1 1 0 0 0,0 0 0 0 0,0 0 0 0 0,-1 0 0 0 0,1 0 1 0 0,-1 1-1 0 0,1-1 0 0 0,-1 1 0 0 0,0 0 0 0 0,1 0 0 0 0,-1 1 0 0 0,0-1 0 0 0,0 0 1 0 0,-1 1-1 0 0,1 0 0 0 0,0 0 0 0 0,-1-1 0 0 0,0 2 0 0 0,1-1 0 0 0,-1 0 0 0 0,-1 0 1 0 0,4 7-1 0 0,-3-3-21 0 0,1 0 0 0 0,-1 1 1 0 0,-1-1-1 0 0,1 1 1 0 0,-2-1-1 0 0,1 1 0 0 0,-1 0 1 0 0,0-1-1 0 0,0 1 1 0 0,-1 0-1 0 0,0-1 0 0 0,0 1 1 0 0,-4 11-1 0 0,-14 32-2663 0 0,4-11-1545 0 0,3-1-5786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206 149 1776 0 0,'29'-35'5578'0'0,"34"-55"-1"0"0,-63 89-5536 0 0,1 0 0 0 0,-1 1 0 0 0,1-1 0 0 0,-1 1-1 0 0,0-1 1 0 0,0 0 0 0 0,1 1 0 0 0,-1-1 0 0 0,0 0 0 0 0,0 1 0 0 0,0-1-1 0 0,0 0 1 0 0,0 1 0 0 0,0-1 0 0 0,0 0 0 0 0,0 1 0 0 0,0-1 0 0 0,0 0-1 0 0,0 1 1 0 0,0-1 0 0 0,-1 0 0 0 0,1 1 0 0 0,0-1 0 0 0,0 1 0 0 0,-1-1-1 0 0,1 0 1 0 0,0 1 0 0 0,-1-1 0 0 0,1 1 0 0 0,0-1 0 0 0,-1 0 0 0 0,0 0 188 0 0,0 1-226 0 0,1 0 1 0 0,0 0-1 0 0,0 0 0 0 0,0 1 1 0 0,-1-1-1 0 0,1 0 1 0 0,0 0-1 0 0,0 0 0 0 0,-1 0 1 0 0,1 0-1 0 0,0 0 0 0 0,0 0 1 0 0,-1 0-1 0 0,1 0 1 0 0,0 0-1 0 0,0 0 0 0 0,-1 0 1 0 0,1 0-1 0 0,0 0 0 0 0,0 0 1 0 0,-1 0-1 0 0,1 0 1 0 0,0 0-1 0 0,0 0 0 0 0,-1 0 1 0 0,1 0-1 0 0,0 0 0 0 0,0 0 1 0 0,0 0-1 0 0,-1-1 1 0 0,1 1-2 0 0,-1 0 1 0 0,1 0-1 0 0,0-1 1 0 0,-1 1-1 0 0,1 0 1 0 0,-1 0 0 0 0,1 0-1 0 0,0 0 1 0 0,-1 0-1 0 0,1 0 1 0 0,0 0-1 0 0,-1 0 1 0 0,1 0 0 0 0,-1 0-1 0 0,1 0 1 0 0,0 0-1 0 0,-1 0 1 0 0,1 0-1 0 0,-1 0 1 0 0,1 0 0 0 0,0 0-1 0 0,-1 0 1 0 0,1 1-1 0 0,0-1 1 0 0,-1 0 0 0 0,1 0-1 0 0,-1 1 1 0 0,-1 2 9 0 0,-1-1 1 0 0,1 1-1 0 0,0 0 0 0 0,0 0 1 0 0,0 0-1 0 0,0 0 1 0 0,0 1-1 0 0,1-1 1 0 0,-1 1-1 0 0,1-1 0 0 0,0 1 1 0 0,0-1-1 0 0,1 1 1 0 0,-1-1-1 0 0,1 1 1 0 0,-1 0-1 0 0,1-1 0 0 0,1 6 1 0 0,0 12 168 0 0,1-1 0 0 0,5 23 0 0 0,-3-22 69 0 0,1 8 263 0 0,7 49 1323 0 0,-11-71-1314 0 0,-1 1 1 0 0,0 0-1 0 0,0 0 0 0 0,-1-1 0 0 0,0 1 1 0 0,0 0-1 0 0,-4 11 0 0 0,3-16-411 0 0,0 0-1 0 0,0 0 0 0 0,0 0 0 0 0,0 0 1 0 0,0 0-1 0 0,-1 0 0 0 0,1-1 0 0 0,-1 1 1 0 0,0-1-1 0 0,0 0 0 0 0,0 0 0 0 0,0 0 1 0 0,0 0-1 0 0,0 0 0 0 0,-1-1 0 0 0,1 1 1 0 0,0-1-1 0 0,-1 0 0 0 0,1 0 0 0 0,-7 1 1 0 0,0 0-54 0 0,0-1 1 0 0,0 0 0 0 0,-1 0 0 0 0,1-1-1 0 0,0 0 1 0 0,-12-2 0 0 0,14 1-524 0 0,1-1 1 0 0,-1 1-1 0 0,0-2 1 0 0,1 1-1 0 0,-1-1 0 0 0,1 0 1 0 0,0-1-1 0 0,0 1 1 0 0,-9-7-1 0 0,12 7-545 0 0,0 0 1 0 0,1-1-1 0 0,-1 0 0 0 0,0 0 1 0 0,1 0-1 0 0,0 0 0 0 0,0 0 1 0 0,0 0-1 0 0,-3-8 0 0 0,-2-8-6743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24 115 2140 0 0,'0'-15'2224'0'0,"0"2"-483"0"0,0 2-125 0 0,0 1-236 0 0,0 0 476 0 0,0-5-972 0 0,0 1-1116 0 0,-5 2-1076 0 0,-5 2-2900 0 0,1 5 519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3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3044 0 0,'-145'12'15352'0'0,"152"-12"-15086"0"0,0 0 0 0 0,0 0-1 0 0,0 1 1 0 0,8 2 0 0 0,9 0-100 0 0,34 2-243 0 0,172 14-2754 0 0,-75-11-4520 0 0,-78-6 123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23 2176 0 0,'2'-11'6261'0'0,"2"-1"3353"0"0,-9 28-6471 0 0,-10 30-1763 0 0,-38 83 220 0 0,-8 18-2446 0 0,54-124-1372 0 0,1 1 1 0 0,-5 30-1 0 0,10-50 1317 0 0,0 7-537 0 0,3-3-4884 0 0,2 4 712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2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60 1956 0 0,'36'-59'15812'0'0,"-35"59"-15616"0"0,-1 0 1 0 0,1 0 0 0 0,0 0 0 0 0,-1 0 0 0 0,1 0 0 0 0,0 0 0 0 0,-1 1 0 0 0,1-1-1 0 0,0 0 1 0 0,-1 0 0 0 0,1 1 0 0 0,0-1 0 0 0,-1 0 0 0 0,1 1 0 0 0,-1-1 0 0 0,1 1-1 0 0,0 0 1 0 0,1 18 1271 0 0,-2 1 0 0 0,0-1 0 0 0,-1 0 0 0 0,-6 35 0 0 0,-25 80-417 0 0,9-44-550 0 0,20-79-358 0 0,-6 34-1655 0 0,1-5-4374 0 0,23-42-7585 0 0,-12 1 12413 0 0,7-5-4957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52 143 2544 0 0,'17'-35'5565'0'0,"3"1"0"0"0,24-33-1 0 0,-44 67-5451 0 0,1-1 0 0 0,-1 1 0 0 0,0 0 0 0 0,0-1 0 0 0,0 1 0 0 0,1 0 0 0 0,-1-1 0 0 0,0 1 0 0 0,0 0 0 0 0,1-1 0 0 0,-1 1 0 0 0,0 0 0 0 0,1-1 0 0 0,-1 1 0 0 0,0 0 0 0 0,1 0 0 0 0,-1 0 0 0 0,0-1 0 0 0,1 1 0 0 0,-1 0 0 0 0,0 0 0 0 0,1 0 0 0 0,-1 0 0 0 0,1 0 0 0 0,-1 0 0 0 0,0 0 0 0 0,1 0 0 0 0,-1 0 0 0 0,1 0 0 0 0,0 0-1 0 0,4 10 1688 0 0,-4 19 61 0 0,-10 12-894 0 0,-1 1 1 0 0,-2-2-1 0 0,-30 68 0 0 0,13-34-786 0 0,14-33-882 0 0,-14 35-7048 0 0,26-63 2847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1912 0 0,'3'-63'9953'0'0,"-3"62"-9856"0"0,0 1-1 0 0,0 0 1 0 0,0 0-1 0 0,0-1 1 0 0,0 1-1 0 0,0 0 1 0 0,0-1-1 0 0,0 1 1 0 0,0 0-1 0 0,0-1 1 0 0,0 1 0 0 0,0 0-1 0 0,0 0 1 0 0,0-1-1 0 0,0 1 1 0 0,0 0-1 0 0,1-1 1 0 0,-1 1-1 0 0,0 0 1 0 0,0 0-1 0 0,0-1 1 0 0,0 1-1 0 0,1 0 1 0 0,-1 0 0 0 0,0-1-1 0 0,0 1 1 0 0,1 0-1 0 0,-1 0 1 0 0,0 0-1 0 0,0 0 1 0 0,1-1-1 0 0,-1 1 1 0 0,0 0-1 0 0,0 0 1 0 0,1 0-1 0 0,-1 0 1 0 0,0 0-1 0 0,1 0 1 0 0,-1 0 0 0 0,0 0-1 0 0,1 0 1 0 0,14 7 1328 0 0,13 17-211 0 0,0 6-358 0 0,-1 2 0 0 0,-1 1-1 0 0,39 66 1 0 0,-31-36-386 0 0,38 95-1 0 0,-57-117-380 0 0,-1 2 0 0 0,-2 0-1 0 0,-1 0 1 0 0,-3 1 0 0 0,4 72 0 0 0,-11-80-104 0 0,-1 0 1 0 0,-2 0 0 0 0,-2-1 0 0 0,-1 1-1 0 0,-2-1 1 0 0,-1 0 0 0 0,-19 50-1 0 0,10-43-884 0 0,-36 64 0 0 0,24-59-2964 0 0,-5-5-4509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6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55 448 0 0,'0'0'2159'0'0,"0"-12"4369"0"0,0 11-6325 0 0,0 0 0 0 0,0 0 0 0 0,0 0 1 0 0,1 0-1 0 0,-1 1 0 0 0,0-1 0 0 0,0 0 1 0 0,1 0-1 0 0,-1 0 0 0 0,1 1 0 0 0,-1-1 0 0 0,1 0 1 0 0,-1 0-1 0 0,1 1 0 0 0,-1-1 0 0 0,1 0 0 0 0,0 1 1 0 0,-1-1-1 0 0,1 1 0 0 0,0-1 0 0 0,-1 1 1 0 0,1-1-1 0 0,0 1 0 0 0,0-1 0 0 0,0 1 0 0 0,-1 0 1 0 0,1-1-1 0 0,0 1 0 0 0,0 0 0 0 0,0 0 0 0 0,0 0 1 0 0,0 0-1 0 0,1 0 0 0 0,36-5 1514 0 0,-31 5-1577 0 0,343-18 2156 0 0,-348 17-2288 0 0,0 1 0 0 0,0 0-1 0 0,1 0 1 0 0,-1 0 0 0 0,0 0 0 0 0,0 1-1 0 0,1-1 1 0 0,-1 0 0 0 0,0 1 0 0 0,0 0-1 0 0,0-1 1 0 0,4 3 0 0 0,-5-2 21 0 0,0-1 0 0 0,0 1 0 0 0,-1 0 1 0 0,1 0-1 0 0,0-1 0 0 0,0 1 0 0 0,0 0 0 0 0,-1 0 1 0 0,1 0-1 0 0,-1 0 0 0 0,1 0 0 0 0,-1 0 1 0 0,1 0-1 0 0,-1 0 0 0 0,1 0 0 0 0,-1 1 0 0 0,0-1 1 0 0,1 1-1 0 0,-1 4 118 0 0,0 0-1 0 0,-1 0 1 0 0,0 0 0 0 0,0 1 0 0 0,0-1-1 0 0,0-1 1 0 0,-3 8 0 0 0,2-8-103 0 0,-163 614 5053 0 0,159-592-4915 0 0,-2 0 0 0 0,-15 35 0 0 0,20-55-78 0 0,-1 1 0 0 0,1-1 0 0 0,-1 0 0 0 0,-1 0 0 0 0,0-1 0 0 0,1 1 0 0 0,-2-1 0 0 0,1 0 0 0 0,-1 0-1 0 0,0-1 1 0 0,0 0 0 0 0,-13 9 0 0 0,12-11-58 0 0,-1 0 1 0 0,0-1-1 0 0,0 0 0 0 0,0 0 0 0 0,0 0 0 0 0,0-1 0 0 0,-1 0 0 0 0,1-1 0 0 0,0 0 0 0 0,0 0 0 0 0,-1-1 1 0 0,-12-2-1 0 0,-7-3-37 0 0,0-1 1 0 0,-33-13 0 0 0,34 10-161 0 0,1-2-1 0 0,1 0 1 0 0,0-2 0 0 0,-36-26-1 0 0,60 40-22 0 0,0-1-1 0 0,0 0 0 0 0,1 1 1 0 0,-1-1-1 0 0,0 0 0 0 0,0 0 0 0 0,1 1 1 0 0,-1-1-1 0 0,1 0 0 0 0,-1 0 1 0 0,1 0-1 0 0,-1 0 0 0 0,1 0 1 0 0,-1 0-1 0 0,1 0 0 0 0,0 0 0 0 0,-1 0 1 0 0,1 0-1 0 0,0 0 0 0 0,0 0 1 0 0,0 0-1 0 0,0 0 0 0 0,0 0 1 0 0,0 0-1 0 0,0 0 0 0 0,0 0 1 0 0,0 0-1 0 0,1 0 0 0 0,-1 0 0 0 0,0 0 1 0 0,1 0-1 0 0,-1 0 0 0 0,1 0 1 0 0,-1 0-1 0 0,1 0 0 0 0,-1 0 1 0 0,1 1-1 0 0,0-1 0 0 0,-1 0 0 0 0,1 0 1 0 0,0 1-1 0 0,1-2 0 0 0,3-4-2072 0 0,1 1 0 0 0,0 1 0 0 0,0-1 0 0 0,9-4-1 0 0,-13 8 1162 0 0,9-6-5613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0 178 288 0 0,'5'-10'7062'0'0,"-3"7"-6157"0"0,0 0-1 0 0,1-1 1 0 0,0 1 0 0 0,0 0-1 0 0,-1 0 1 0 0,2 0 0 0 0,2-2-1 0 0,30-15 2077 0 0,-12 12-2924 0 0,35-9-1 0 0,-18 6 635 0 0,25-7-421 0 0,84-12 0 0 0,69 3-2020 0 0,-161 21 479 0 0,-56 6 1282 0 0,17-2 493 0 0,-17 2-245 0 0,-1-1-1 0 0,1 1 0 0 0,-1 0 1 0 0,1 0-1 0 0,-1 0 0 0 0,1 0 1 0 0,0 0-1 0 0,-1 0 0 0 0,1 0 1 0 0,-1 1-1 0 0,1-1 0 0 0,-1 0 1 0 0,1 1-1 0 0,-1-1 1 0 0,3 2-1 0 0,-4 6 407 0 0,-1-1 0 0 0,0 1 0 0 0,0-1 0 0 0,-1 0-1 0 0,0 0 1 0 0,0 0 0 0 0,-1 0 0 0 0,0 0 0 0 0,-5 9 0 0 0,-5 13 520 0 0,1 3-276 0 0,-20 62 481 0 0,30-85-1337 0 0,0 1 0 0 0,0-1 0 0 0,1 1 1 0 0,1 0-1 0 0,-1-1 0 0 0,1 1 0 0 0,1 0 0 0 0,1 9 0 0 0,-1-17-204 0 0,-1-1 0 0 0,0 1 0 0 0,1-1 0 0 0,-1 1 0 0 0,1-1 0 0 0,0 1 0 0 0,0-1 0 0 0,-1 0-1 0 0,1 1 1 0 0,0-1 0 0 0,0 0 0 0 0,0 1 0 0 0,0-1 0 0 0,0 0 0 0 0,1 0 0 0 0,-1 0 0 0 0,0 0 0 0 0,0 0 0 0 0,1 0 0 0 0,-1-1 0 0 0,0 1 0 0 0,1 0 0 0 0,-1-1 0 0 0,1 1 0 0 0,-1-1 0 0 0,1 1 0 0 0,0-1 0 0 0,-1 0 0 0 0,1 1 0 0 0,-1-1-1 0 0,1 0 1 0 0,-1 0 0 0 0,1 0 0 0 0,0-1 0 0 0,1 1 0 0 0,1-1-611 0 0,1 1 0 0 0,-1-1 0 0 0,0 0 0 0 0,1-1 0 0 0,-1 1-1 0 0,0-1 1 0 0,0 0 0 0 0,0 0 0 0 0,0 0 0 0 0,0 0 0 0 0,4-5 0 0 0,7-7-4838 0 0,3-4-2964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87 179 2248 0 0,'-3'-19'3151'0'0,"1"0"0"0"0,-10-30 1 0 0,5 28-1322 0 0,0 1 1 0 0,-11-20 0 0 0,18 39-1872 0 0,-1 0 0 0 0,1 1-1 0 0,-1-1 1 0 0,1 0 0 0 0,-1 1 0 0 0,1-1 0 0 0,-1 1 0 0 0,1-1 0 0 0,-1 1 0 0 0,1-1 0 0 0,-1 1 0 0 0,0-1 0 0 0,1 1 0 0 0,-1 0 0 0 0,0-1 0 0 0,1 1 0 0 0,-1 0 0 0 0,0 0 0 0 0,0-1 0 0 0,1 1 0 0 0,-1 0 0 0 0,0 0 0 0 0,0 0 0 0 0,1 0 0 0 0,-1 0 0 0 0,0 0 0 0 0,0 0 0 0 0,0 0-1 0 0,1 0 1 0 0,-1 0 0 0 0,0 1 0 0 0,0-1 0 0 0,1 0 0 0 0,-1 0 0 0 0,0 1 0 0 0,1-1 0 0 0,-1 0 0 0 0,0 1 0 0 0,1-1 0 0 0,-1 1 0 0 0,1-1 0 0 0,-1 1 0 0 0,0-1 0 0 0,1 1 0 0 0,-1 0 0 0 0,1-1 0 0 0,0 1 0 0 0,-1-1 0 0 0,1 1 0 0 0,-1 0 0 0 0,1 0 0 0 0,0-1 0 0 0,0 1 0 0 0,-1 0-1 0 0,1-1 1 0 0,0 1 0 0 0,0 1 0 0 0,-1 2-437 0 0,-3 17-5102 0 0,4-10-771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 1644 0 0,'8'46'10145'0'0,"-2"2"-4057"0"0,-5-21-4377 0 0,-1 0 1 0 0,0 0-1 0 0,-7 35 0 0 0,5-49-1280 0 0,-1 0 1 0 0,-1 0-1 0 0,0 0 0 0 0,-1-1 0 0 0,-9 17 0 0 0,14-28-422 0 0,0-1 0 0 0,0 1 0 0 0,-1-1-1 0 0,1 0 1 0 0,0 1 0 0 0,0-1 0 0 0,0 1 0 0 0,0-1-1 0 0,-1 0 1 0 0,1 1 0 0 0,0-1 0 0 0,0 0 0 0 0,-1 1-1 0 0,1-1 1 0 0,0 0 0 0 0,-1 0 0 0 0,1 1 0 0 0,0-1-1 0 0,0 0 1 0 0,-1 0 0 0 0,1 0 0 0 0,-1 1 0 0 0,1-1-1 0 0,0 0 1 0 0,-1 0 0 0 0,1 0 0 0 0,-1 0 0 0 0,1 0-1 0 0,0 0 1 0 0,-1 0 0 0 0,1 0 0 0 0,-1 0 0 0 0,1 0-1 0 0,0 0 1 0 0,-1 0 0 0 0,1 0 0 0 0,-1 0 0 0 0,1 0-1 0 0,0 0 1 0 0,-1 0 0 0 0,1 0 0 0 0,0 0 0 0 0,-1-1-1 0 0,0 1 1 0 0,1-1-5 0 0,-1 1 0 0 0,1-1-1 0 0,-1 0 1 0 0,0 0 0 0 0,1 1 0 0 0,-1-1 0 0 0,1 0-1 0 0,0 0 1 0 0,-1 0 0 0 0,1 0 0 0 0,0 1 0 0 0,-1-1-1 0 0,1 0 1 0 0,0 0 0 0 0,0-2 0 0 0,0-4-17 0 0,1 0-1 0 0,0 0 1 0 0,1 0 0 0 0,0 1 0 0 0,0-1-1 0 0,0 0 1 0 0,5-8 0 0 0,25-44-71 0 0,-17 35 12 0 0,2 1 1 0 0,0 0-1 0 0,1 1 0 0 0,2 0 1 0 0,31-26-1 0 0,-43 41 59 0 0,0 0 1 0 0,1 1-1 0 0,0 0 0 0 0,0 0 1 0 0,0 1-1 0 0,1 0 0 0 0,0 1 1 0 0,0 0-1 0 0,0 1 0 0 0,0 0 1 0 0,1 0-1 0 0,-1 1 0 0 0,1 0 0 0 0,0 1 1 0 0,-1 0-1 0 0,1 1 0 0 0,18 2 1 0 0,-25-2 25 0 0,0 1-1 0 0,0 0 1 0 0,-1 0 0 0 0,1 0 0 0 0,-1 0-1 0 0,1 1 1 0 0,-1-1 0 0 0,1 1 0 0 0,-1 0 0 0 0,0 0-1 0 0,0 0 1 0 0,0 1 0 0 0,0-1 0 0 0,0 1 0 0 0,0-1-1 0 0,-1 1 1 0 0,1 0 0 0 0,-1 0 0 0 0,0 0-1 0 0,0 0 1 0 0,0 1 0 0 0,2 4 0 0 0,-2-1 6 0 0,0 0 1 0 0,0-1-1 0 0,-1 1 1 0 0,0 0-1 0 0,0-1 0 0 0,-1 1 1 0 0,0 0-1 0 0,0 0 1 0 0,-1 0-1 0 0,0-1 1 0 0,-2 13-1 0 0,-5 10 221 0 0,5-17-949 0 0,-1 1-1 0 0,2 0 1 0 0,0 0-1 0 0,0 0 1 0 0,1 16-1 0 0,1-25 256 0 0,0 0 1 0 0,1-1-1 0 0,0 1 0 0 0,0-1 0 0 0,0 1 1 0 0,0-1-1 0 0,0 1 0 0 0,0-1 1 0 0,1 0-1 0 0,0 0 0 0 0,0 0 1 0 0,0 0-1 0 0,0 0 0 0 0,0 0 0 0 0,0 0 1 0 0,1 0-1 0 0,-1-1 0 0 0,1 0 1 0 0,0 1-1 0 0,0-1 0 0 0,0 0 1 0 0,0 0-1 0 0,6 2 0 0 0,11 4-3720 0 0,3-3-1787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246 850 2216 0 0,'19'-23'3948'0'0,"18"-29"0"0"0,-31 42-2879 0 0,0 0 0 0 0,-1 0 0 0 0,0 0 0 0 0,-1-1 0 0 0,0 1-1 0 0,3-14 1 0 0,-7 22-904 0 0,1 0 0 0 0,-1 1 0 0 0,0-1 0 0 0,1 1 1 0 0,-1-1-1 0 0,0 0 0 0 0,0 1 0 0 0,0-1 0 0 0,-1 1 0 0 0,1-1 0 0 0,0 0 0 0 0,-1 1 0 0 0,1-1 0 0 0,-1 1 0 0 0,1-1 0 0 0,-1 1 0 0 0,-1-3 0 0 0,1 3-83 0 0,1 1-1 0 0,-1-1 0 0 0,0 0 1 0 0,0 1-1 0 0,0-1 1 0 0,0 1-1 0 0,-1-1 1 0 0,1 1-1 0 0,0 0 0 0 0,0-1 1 0 0,0 1-1 0 0,0 0 1 0 0,0 0-1 0 0,0 0 0 0 0,-1 0 1 0 0,1 0-1 0 0,0 0 1 0 0,0 0-1 0 0,0 0 0 0 0,0 0 1 0 0,0 0-1 0 0,-1 1 1 0 0,1-1-1 0 0,0 0 1 0 0,0 1-1 0 0,-1 0 0 0 0,-10 4 257 0 0,0 0 0 0 0,1 1 0 0 0,0 0 0 0 0,0 1-1 0 0,1 0 1 0 0,0 1 0 0 0,0 0 0 0 0,-9 10-1 0 0,-68 81 1029 0 0,74-84-1163 0 0,-5 8 41 0 0,1 0 1 0 0,-19 32 0 0 0,32-48-203 0 0,0-1 0 0 0,1 1 1 0 0,0 1-1 0 0,0-1 0 0 0,1 1 1 0 0,0-1-1 0 0,0 1 0 0 0,0-1 0 0 0,1 1 1 0 0,0 0-1 0 0,1 0 0 0 0,0 0 1 0 0,1 11-1 0 0,0-17-40 0 0,-1 0-1 0 0,1 0 1 0 0,0 1 0 0 0,0-1-1 0 0,0 0 1 0 0,0 0 0 0 0,0 0 0 0 0,0 0-1 0 0,0 0 1 0 0,1 0 0 0 0,-1 0-1 0 0,1-1 1 0 0,-1 1 0 0 0,1-1-1 0 0,0 1 1 0 0,0-1 0 0 0,-1 1 0 0 0,1-1-1 0 0,0 0 1 0 0,0 0 0 0 0,1 0-1 0 0,-1 0 1 0 0,0 0 0 0 0,0 0-1 0 0,0-1 1 0 0,1 1 0 0 0,-1-1-1 0 0,0 1 1 0 0,1-1 0 0 0,-1 0 0 0 0,0 0-1 0 0,1 0 1 0 0,3-1 0 0 0,2 1-65 0 0,0-1 0 0 0,0-1 0 0 0,1 0 0 0 0,-2 0 0 0 0,1 0 0 0 0,0-1 0 0 0,0 0 0 0 0,10-6 0 0 0,2-4-189 0 0,-1-1 0 0 0,0-1 1 0 0,-1 0-1 0 0,-1-2 0 0 0,0 0 1 0 0,20-27-1 0 0,76-124-1175 0 0,-69 89 1012 0 0,-3-2 0 0 0,32-91 1 0 0,38-180-105 0 0,-86 265 365 0 0,-39 106 569 0 0,-40 83 1101 0 0,-61 159 0 0 0,90-190-1306 0 0,3 1 0 0 0,3 2 0 0 0,-13 96 0 0 0,30-149-521 0 0,1 0-1 0 0,0 1 1 0 0,2-1 0 0 0,5 36 0 0 0,-4-43-1001 0 0,2 0 0 0 0,9 25 0 0 0,-9-28-554 0 0,1-1 0 0 0,1 1-1 0 0,0-1 1 0 0,7 9-1 0 0,6 2-8275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311 127 112 0 0,'0'0'2071'0'0,"11"-17"4862"0"0,-10 14-6349 0 0,1-1 0 0 0,-1 1 0 0 0,0-1 0 0 0,0 0 1 0 0,-1 1-1 0 0,1-1 0 0 0,-1 0 0 0 0,1 0 1 0 0,-1 0-1 0 0,-1 1 0 0 0,1-1 0 0 0,-1-6 0 0 0,0 7-500 0 0,0 0-1 0 0,0 0 0 0 0,-1 0 1 0 0,1 0-1 0 0,-1 0 0 0 0,1 0 0 0 0,-1 1 1 0 0,0-1-1 0 0,0 1 0 0 0,0-1 1 0 0,0 1-1 0 0,0 0 0 0 0,-1 0 0 0 0,1 0 1 0 0,-1 0-1 0 0,1 0 0 0 0,-1 0 0 0 0,0 1 1 0 0,0-1-1 0 0,0 1 0 0 0,0 0 1 0 0,0 0-1 0 0,0 0 0 0 0,-5-1 0 0 0,3 1-59 0 0,1 1 0 0 0,-1-1-1 0 0,1 1 1 0 0,-1 0-1 0 0,1 0 1 0 0,-1 1-1 0 0,1-1 1 0 0,-1 1 0 0 0,1 0-1 0 0,0 0 1 0 0,-1 0-1 0 0,-7 4 1 0 0,5-1 4 0 0,0 0 0 0 0,0 0 0 0 0,0 1 1 0 0,1 0-1 0 0,-1 0 0 0 0,-8 10 0 0 0,2 0 24 0 0,1 0-1 0 0,0 1 1 0 0,1 1-1 0 0,1-1 1 0 0,-9 21-1 0 0,5-8 10 0 0,2 0 1 0 0,2 1-1 0 0,0 0 0 0 0,-6 37 1 0 0,14-55-41 0 0,0 0-1 0 0,1 0 1 0 0,0 1 0 0 0,0-1 0 0 0,2 1 0 0 0,0-1 0 0 0,0 0-1 0 0,1 0 1 0 0,0 1 0 0 0,1-1 0 0 0,0 0 0 0 0,1-1-1 0 0,9 18 1 0 0,-12-27-15 0 0,0 0 0 0 0,0 0-1 0 0,0 0 1 0 0,0 0 0 0 0,0 0 0 0 0,1-1-1 0 0,-1 1 1 0 0,1 0 0 0 0,-1-1 0 0 0,1 1-1 0 0,0-1 1 0 0,0 0 0 0 0,0 0-1 0 0,-1 1 1 0 0,1-1 0 0 0,0 0 0 0 0,0 0-1 0 0,1-1 1 0 0,-1 1 0 0 0,0 0 0 0 0,0-1-1 0 0,0 1 1 0 0,0-1 0 0 0,1 0 0 0 0,-1 0-1 0 0,0 0 1 0 0,0 0 0 0 0,0 0-1 0 0,1 0 1 0 0,-1 0 0 0 0,0-1 0 0 0,0 1-1 0 0,0-1 1 0 0,4-1 0 0 0,-1-1-2 0 0,0 1 0 0 0,0-1 0 0 0,0 0 1 0 0,0-1-1 0 0,0 1 0 0 0,-1-1 0 0 0,0 0 0 0 0,0 0 0 0 0,0 0 0 0 0,0-1 1 0 0,0 0-1 0 0,2-5 0 0 0,5-11-8 0 0,-1-2 0 0 0,-1 0 0 0 0,-1 0 0 0 0,-1 0 0 0 0,6-33-1 0 0,12-40-79 0 0,-19 76 22 0 0,-5 18 260 0 0,2 3 6 0 0,-1 0-145 0 0,-1 1 0 0 0,1-1 1 0 0,0 1-1 0 0,0 0 1 0 0,-1-1-1 0 0,1 1 0 0 0,-1 0 1 0 0,0 0-1 0 0,1 0 1 0 0,-1 0-1 0 0,0 0 0 0 0,0 0 1 0 0,0 0-1 0 0,-1 1 1 0 0,1-1-1 0 0,0 3 0 0 0,10 49 288 0 0,-6-29-206 0 0,-2-10-133 0 0,1-1 0 0 0,0 0 0 0 0,1 1 1 0 0,0-2-1 0 0,12 22 0 0 0,-13-30-456 0 0,0 0 0 0 0,-1 0 1 0 0,2 0-1 0 0,-1 0 0 0 0,1 0 0 0 0,6 5 0 0 0,-6-7-583 0 0,-1 0-1 0 0,1 0 0 0 0,0 0 0 0 0,0-1 0 0 0,-1 0 0 0 0,2 0 0 0 0,-1 0 0 0 0,9 1 0 0 0,3-1-6377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93 792 0 0,'-13'-83'10057'0'0,"12"83"-9978"0"0,1 0 0 0 0,0 0 0 0 0,0-1 0 0 0,0 1 1 0 0,0 0-1 0 0,0 0 0 0 0,0-1 0 0 0,-1 1 0 0 0,1 0 0 0 0,0 0 0 0 0,0-1 0 0 0,0 1 0 0 0,0 0 1 0 0,0 0-1 0 0,0-1 0 0 0,0 1 0 0 0,0 0 0 0 0,0-1 0 0 0,0 1 0 0 0,0 0 0 0 0,0 0 0 0 0,1-1 0 0 0,-1 1 1 0 0,0 0-1 0 0,0 0 0 0 0,0-1 0 0 0,0 1 0 0 0,0 0 0 0 0,0 0 0 0 0,1-1 0 0 0,-1 1 0 0 0,0 0 1 0 0,0 0-1 0 0,0 0 0 0 0,1 0 0 0 0,-1-1 0 0 0,0 1 0 0 0,0 0 0 0 0,0 0 0 0 0,1 0 0 0 0,-1 0 1 0 0,0 0-1 0 0,0-1 0 0 0,1 1 0 0 0,-1 0 0 0 0,0 0 0 0 0,1 0 0 0 0,-1 0 0 0 0,0 0 0 0 0,0 0 1 0 0,1 0-1 0 0,-1 0 0 0 0,0 0 0 0 0,0 0 0 0 0,1 0 0 0 0,-1 0 0 0 0,0 0 0 0 0,1 0 0 0 0,-1 1 1 0 0,0-1-1 0 0,0 0 0 0 0,1 0 0 0 0,-1 0 0 0 0,0 0 0 0 0,0 1 0 0 0,16 10 2123 0 0,5 18-809 0 0,-1 0 1 0 0,-1 2 0 0 0,-2 0-1 0 0,-1 1 1 0 0,16 46 0 0 0,-14-24-575 0 0,-2 1 1 0 0,14 92-1 0 0,-25-98-602 0 0,-2 1 0 0 0,-1 1 1 0 0,-4-1-1 0 0,-1 0 0 0 0,-12 61 0 0 0,-70 242-4183 0 0,81-337 2619 0 0,-8 28-2746 0 0,12-16-4739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371 260 1124 0 0,'0'0'3746'0'0,"-2"1"-2234"0"0,-1 0-917 0 0,1 1 1 0 0,-1 0-1 0 0,1 0 0 0 0,0 0 1 0 0,-1 1-1 0 0,1-1 0 0 0,0 0 1 0 0,0 1-1 0 0,1-1 0 0 0,-1 1 1 0 0,0 0-1 0 0,1 0 1 0 0,-2 4-1 0 0,-13 43 5940 0 0,12-39-4526 0 0,4-9-1651 0 0,-1 0-1 0 0,1 0 1 0 0,-1 0-1 0 0,0-1 1 0 0,0 1-1 0 0,1 0 1 0 0,-1-1-1 0 0,0 1 0 0 0,-3 2 1 0 0,4-4-269 0 0,0 1 0 0 0,0-1 0 0 0,-1 0-1 0 0,1 0 1 0 0,0 1 0 0 0,-1-1 0 0 0,1 0 0 0 0,-1 0 0 0 0,1 0 0 0 0,0 1 0 0 0,-1-1 0 0 0,1 0 0 0 0,-1 0 0 0 0,1 0 0 0 0,0 0-1 0 0,-1 0 1 0 0,1 0 0 0 0,-1 0 0 0 0,1 0 0 0 0,-1 0 0 0 0,1 0 0 0 0,0 0 0 0 0,-1 0 0 0 0,1 0 0 0 0,-1 0 0 0 0,0 0-1 0 0,0-2-23 0 0,0 1-1 0 0,-1 0 1 0 0,1 0-1 0 0,0 0 0 0 0,0-1 1 0 0,-1 1-1 0 0,1 0 1 0 0,0-1-1 0 0,1 1 0 0 0,-1-1 1 0 0,0 1-1 0 0,0-1 0 0 0,1 0 1 0 0,-1 1-1 0 0,0-1 1 0 0,1 0-1 0 0,-1-2 0 0 0,0-7-36 0 0,0 1 0 0 0,0-1-1 0 0,1 1 1 0 0,0-1 0 0 0,1 0-1 0 0,3-18 1 0 0,2 0-97 0 0,12-32 0 0 0,-10 40 3 0 0,-1 1 0 0 0,22-38-1 0 0,-26 53 51 0 0,0-1 0 0 0,1 1 0 0 0,-1 0 0 0 0,1 0 0 0 0,0 0 0 0 0,0 1 0 0 0,1-1 0 0 0,0 1 0 0 0,-1 0 0 0 0,1 1 0 0 0,0-1 0 0 0,1 1 0 0 0,-1 0-1 0 0,11-5 1 0 0,-14 8 19 0 0,1-1 0 0 0,-1 1-1 0 0,1 0 1 0 0,-1 0 0 0 0,0 0-1 0 0,1 0 1 0 0,-1 0 0 0 0,1 0-1 0 0,-1 0 1 0 0,0 1 0 0 0,1-1-1 0 0,-1 1 1 0 0,0 0 0 0 0,0 0-1 0 0,1 0 1 0 0,-1 0 0 0 0,0 0 0 0 0,0 0-1 0 0,0 1 1 0 0,0-1 0 0 0,0 1-1 0 0,0-1 1 0 0,-1 1 0 0 0,1 0-1 0 0,0-1 1 0 0,-1 1 0 0 0,1 0-1 0 0,-1 0 1 0 0,0 0 0 0 0,2 3-1 0 0,0 2 14 0 0,1 0 0 0 0,-1 1 0 0 0,0-1 0 0 0,0 1-1 0 0,-1 0 1 0 0,0-1 0 0 0,1 14 0 0 0,-1 7-32 0 0,-2 1 0 0 0,0 0 0 0 0,-2 0 0 0 0,-1-1 0 0 0,-2 1 1 0 0,-1-1-1 0 0,-1 0 0 0 0,-1 0 0 0 0,-1-1 0 0 0,-2 0 0 0 0,0-1 0 0 0,-2 0 1 0 0,-22 33-1 0 0,29-51 21 0 0,0 0 1 0 0,0 0 0 0 0,-1 0-1 0 0,0 0 1 0 0,-1-1 0 0 0,1-1 0 0 0,-1 1-1 0 0,-1-1 1 0 0,1 0 0 0 0,-1-1-1 0 0,0 0 1 0 0,-1-1 0 0 0,1 1-1 0 0,-1-2 1 0 0,1 1 0 0 0,-1-2-1 0 0,0 1 1 0 0,0-1 0 0 0,-1-1-1 0 0,1 0 1 0 0,0 0 0 0 0,0-1-1 0 0,-1 0 1 0 0,-13-2 0 0 0,-5-2 129 0 0,0 0 0 0 0,-38-12 0 0 0,42 7-3559 0 0,2-1-3721 0 0,27 11 6526 0 0,-1 0 0 0 0,1-1 0 0 0,-1 0 0 0 0,1 0 0 0 0,0 0 0 0 0,-1 0 0 0 0,1 0 1 0 0,5-2-1 0 0,6 0-4206 0 0,5-3-2353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323 138 2188 0 0,'25'-49'4961'0'0,"-14"27"-362"0"0,27-40 0 0 0,-38 62-4508 0 0,0 0 0 0 0,0-1 0 0 0,0 1 1 0 0,1 0-1 0 0,-1-1 0 0 0,0 1 0 0 0,0 0 0 0 0,1 0 1 0 0,-1-1-1 0 0,0 1 0 0 0,0 0 0 0 0,1 0 0 0 0,-1-1 1 0 0,0 1-1 0 0,1 0 0 0 0,-1 0 0 0 0,0 0 0 0 0,1 0 0 0 0,-1-1 1 0 0,0 1-1 0 0,1 0 0 0 0,-1 0 0 0 0,1 0 0 0 0,-1 0 1 0 0,0 0-1 0 0,1 0 0 0 0,-1 0 0 0 0,0 0 0 0 0,1 0 1 0 0,-1 0-1 0 0,1 0 0 0 0,-1 1 0 0 0,9 9 1225 0 0,-1 17 298 0 0,-4 5 196 0 0,-2 1-1 0 0,-3 55 1 0 0,-14 67 680 0 0,7-90-1811 0 0,-87 497 494 0 0,9-71-463 0 0,76-372-710 0 0,9-104 0 0 0,2 1 0 0 0,0 0 0 0 0,0-1 0 0 0,2 1 0 0 0,6 22 0 0 0,-9-35 0 0 0,1 1 0 0 0,1-1 0 0 0,-1 0 0 0 0,0 1 0 0 0,1-1 0 0 0,0 0 0 0 0,0 0 0 0 0,0 0 0 0 0,0 0 0 0 0,0 0 0 0 0,0-1 0 0 0,1 1 0 0 0,0 0 0 0 0,-1-1 0 0 0,1 0 0 0 0,0 0 0 0 0,0 0 0 0 0,0 0 0 0 0,0 0 0 0 0,1-1 0 0 0,-1 1 0 0 0,0-1 0 0 0,1 0 0 0 0,-1 0 0 0 0,1 0 0 0 0,-1 0 0 0 0,1-1 0 0 0,-1 1 0 0 0,1-1 0 0 0,-1 0 0 0 0,1 0 0 0 0,0 0 0 0 0,6-2 0 0 0,-1 0 0 0 0,1 0 0 0 0,-1-1 0 0 0,1 0 0 0 0,-1-1 0 0 0,0 0 0 0 0,-1-1 0 0 0,1 1 0 0 0,-1-2 0 0 0,1 1 0 0 0,-2-1 0 0 0,10-9 0 0 0,-8 7 0 0 0,-1-1 0 0 0,-1 0 0 0 0,1-1 0 0 0,-2 0 0 0 0,1 0 0 0 0,-1 0 0 0 0,-1-1 0 0 0,0 0 0 0 0,0 0 0 0 0,-1 0 0 0 0,-1 0 0 0 0,0-1 0 0 0,0 0 0 0 0,-1 1 0 0 0,-1-1 0 0 0,0 0 0 0 0,0 0 0 0 0,-1 0 0 0 0,-1 0 0 0 0,0 0 0 0 0,-1 0 0 0 0,-3-13 0 0 0,0 4 0 0 0,-2 0 0 0 0,0 1 0 0 0,-1-1 0 0 0,-1 2 0 0 0,-1-1 0 0 0,0 1 0 0 0,-2 1 0 0 0,0 0 0 0 0,-1 0 0 0 0,-1 2 0 0 0,-22-23 0 0 0,-8 3 0 0 0,-1 2 0 0 0,-96-57 0 0 0,30 22 0 0 0,108 67-96 0 0,0 1 0 0 0,1-1 1 0 0,-1 0-1 0 0,1 0 0 0 0,0 0 0 0 0,0 0 1 0 0,0 0-1 0 0,0-1 0 0 0,0 1 0 0 0,0 0 1 0 0,0-1-1 0 0,-1-4 0 0 0,2 6 13 0 0,1-1 1 0 0,0 0-1 0 0,0 0 0 0 0,0 0 0 0 0,0 0 1 0 0,0 0-1 0 0,0 1 0 0 0,0-1 0 0 0,0 0 1 0 0,1 0-1 0 0,-1 0 0 0 0,1 1 0 0 0,-1-1 1 0 0,1 0-1 0 0,0 1 0 0 0,0-1 0 0 0,0 0 0 0 0,0 1 1 0 0,0-1-1 0 0,0 1 0 0 0,2-3 0 0 0,8-9-905 0 0,1 1 0 0 0,0 0 0 0 0,1 1-1 0 0,0 0 1 0 0,21-12 0 0 0,76-40-3996 0 0,-15 14-3086 0 0,-48 25-244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6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80 1840 0 0,'74'-79'15686'0'0,"-79"103"-12750"0"0,-68 168 4302 0 0,-10 30-3998 0 0,83-220-3227 0 0,-12 35 514 0 0,-11 61 1 0 0,22-87-470 0 0,-1 0 1 0 0,1 0-1 0 0,1 1 1 0 0,0-1 0 0 0,1 0-1 0 0,0 0 1 0 0,0 0-1 0 0,2 1 1 0 0,-1-2 0 0 0,6 15-1 0 0,-7-22-54 0 0,0 0-1 0 0,0 1 0 0 0,1-1 0 0 0,0 0 0 0 0,-1 0 0 0 0,1 0 1 0 0,0-1-1 0 0,1 1 0 0 0,-1 0 0 0 0,0-1 0 0 0,1 0 1 0 0,-1 1-1 0 0,1-1 0 0 0,0 0 0 0 0,0 0 0 0 0,0 0 1 0 0,0-1-1 0 0,0 1 0 0 0,0-1 0 0 0,0 0 0 0 0,0 1 0 0 0,6 0 1 0 0,-2-2 0 0 0,0 1 0 0 0,1-1 0 0 0,-1-1 0 0 0,0 1 0 0 0,0-1 0 0 0,0-1 1 0 0,0 1-1 0 0,0-1 0 0 0,13-5 0 0 0,-1-2-4 0 0,-1 0 0 0 0,1 0 0 0 0,-2-2 0 0 0,1-1 0 0 0,-1 0 0 0 0,-1-1 0 0 0,0 0 0 0 0,-1-1 0 0 0,19-23 0 0 0,-19 17 0 0 0,1 0 0 0 0,-2 0 0 0 0,-1-1 0 0 0,-1-1 0 0 0,0 0 0 0 0,-2-1 0 0 0,11-35 0 0 0,-17 45 0 0 0,-1-1 0 0 0,-1 1 0 0 0,0 0 0 0 0,-1-1 0 0 0,-1 1 0 0 0,0-1 0 0 0,-1 1 0 0 0,0-1 0 0 0,-1 1 0 0 0,0-1 0 0 0,-1 1 0 0 0,-1 0 0 0 0,0 0 0 0 0,-10-20 0 0 0,9 22 0 0 0,-1 1 0 0 0,0 0 0 0 0,0 1 0 0 0,-1-1 0 0 0,0 1 0 0 0,-1 1 0 0 0,0-1 0 0 0,0 1 0 0 0,-1 1 0 0 0,0-1 0 0 0,0 2 0 0 0,-1-1 0 0 0,1 1 0 0 0,-1 1 0 0 0,-1-1 0 0 0,1 2 0 0 0,-18-6 0 0 0,24 9-314 0 0,0 0 1 0 0,1 0-1 0 0,-1 0 0 0 0,0 1 0 0 0,1-1 1 0 0,-1 1-1 0 0,0 0 0 0 0,1 0 1 0 0,-1 1-1 0 0,0-1 0 0 0,0 1 0 0 0,1 0 1 0 0,-1-1-1 0 0,1 2 0 0 0,-1-1 1 0 0,1 0-1 0 0,-1 1 0 0 0,1-1 0 0 0,0 1 1 0 0,0 0-1 0 0,-1 0 0 0 0,2 1 1 0 0,-7 4-1 0 0,6-3-186 0 0,0 0 0 0 0,0 1-1 0 0,0-1 1 0 0,0 1 0 0 0,1-1 0 0 0,0 1 0 0 0,0 0 0 0 0,0 0 0 0 0,0 0-1 0 0,1 0 1 0 0,0 1 0 0 0,0-1 0 0 0,0 0 0 0 0,1 0 0 0 0,0 1 0 0 0,0 6 0 0 0,4 19-6673 0 0,-1-14 14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29 2076 0 0,'0'-10'1952'0'0,"-1"-7"7153"0"0,0 17-9008 0 0,1 0 1 0 0,0 0 0 0 0,-1 0 0 0 0,1-1-1 0 0,-1 1 1 0 0,1 0 0 0 0,0 0 0 0 0,-1 0-1 0 0,1 0 1 0 0,0 0 0 0 0,-1 0 0 0 0,1 0-1 0 0,-1 0 1 0 0,1 0 0 0 0,0 0 0 0 0,-1 0-1 0 0,1 0 1 0 0,-1 0 0 0 0,1 0 0 0 0,0 0-1 0 0,-1 0 1 0 0,1 0 0 0 0,0 1 0 0 0,-1-1-1 0 0,1 0 1 0 0,0 0 0 0 0,-1 0 0 0 0,1 1-1 0 0,0-1 1 0 0,-1 0 0 0 0,1 0 0 0 0,0 1-1 0 0,0-1 1 0 0,-1 0 0 0 0,1 1 0 0 0,0-1 0 0 0,-6 5 62 0 0,1 1 0 0 0,1-1 1 0 0,-1 1-1 0 0,1 0 1 0 0,0 0-1 0 0,0 0 1 0 0,-5 12-1 0 0,-1 2-1 0 0,-11 16-134 0 0,-26 60 0 0 0,41-80-925 0 0,0 0 0 0 0,-4 25 0 0 0,9-32-396 0 0,-1 1 0 0 0,1 0 0 0 0,1-1 0 0 0,0 1 0 0 0,2 13-1 0 0,2-5-4064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0 946 1984 0 0,'8'-2'1140'0'0,"-1"-1"0"0"0,1 1 0 0 0,-1 0 1 0 0,1 1-1 0 0,0 0 0 0 0,0 0 0 0 0,0 1 0 0 0,-1 0 0 0 0,1 0 0 0 0,0 1 0 0 0,0 0 0 0 0,14 3 1 0 0,-13-2-965 0 0,1 0 1 0 0,0-1 0 0 0,-1-1 0 0 0,1 1 0 0 0,0-2 0 0 0,-1 1 0 0 0,1-1 0 0 0,0-1 0 0 0,-1 0 0 0 0,0 0 0 0 0,1-1 0 0 0,-1 0 0 0 0,0 0 0 0 0,0-1 0 0 0,10-6 0 0 0,5-4-140 0 0,-1 0 1 0 0,0-1-1 0 0,-1-2 1 0 0,26-24-1 0 0,-16 7-24 0 0,0 0-1 0 0,-3-2 0 0 0,-1-2 0 0 0,-1 0 0 0 0,31-64 0 0 0,86-219-11 0 0,-124 272 5 0 0,-1-2 1 0 0,-12 30-57 0 0,1 0 0 0 0,1 1 0 0 0,15-27-1 0 0,-22 45 45 0 0,-2 5 29 0 0,1 4 103 0 0,0 1-1 0 0,-1 0 1 0 0,1 0 0 0 0,-2-1-1 0 0,1 1 1 0 0,-1 0 0 0 0,-2 7-1 0 0,-16 60 758 0 0,9-42-605 0 0,-46 156 586 0 0,-25 103-638 0 0,78-273-852 0 0,0 0 0 0 0,0 25 1 0 0,8-2-2765 0 0,-4-38 2377 0 0,0 0 0 0 0,0 0 0 0 0,1 0 1 0 0,0 0-1 0 0,-1 0 0 0 0,1-1 0 0 0,4 6 1 0 0,4 3-6198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128 208 408 0 0,'-16'-16'2607'0'0,"0"1"0"0"0,-1 0 0 0 0,0 2 0 0 0,-31-19 0 0 0,36 28-1170 0 0,10 10-52 0 0,3-5-1307 0 0,0 1 0 0 0,-1-1 0 0 0,1 0 0 0 0,0 1-1 0 0,0-1 1 0 0,0 0 0 0 0,0 0 0 0 0,0 1 0 0 0,1-1 0 0 0,-1 0 0 0 0,2 1 0 0 0,12 6 16 0 0,-1-1-1 0 0,1-1 1 0 0,0 0 0 0 0,0-1-1 0 0,1-1 1 0 0,-1 0 0 0 0,1-1-1 0 0,20 1 1 0 0,2-1-39 0 0,1-3 0 0 0,51-5 0 0 0,-79 4-54 0 0,0-1-1 0 0,-1 0 1 0 0,1-1-1 0 0,0 0 1 0 0,-1-1-1 0 0,0 0 1 0 0,0 0-1 0 0,0-1 1 0 0,-1 0-1 0 0,15-11 1 0 0,-8 3-6 0 0,-1-1 1 0 0,0 0-1 0 0,-1-1 1 0 0,21-29-1 0 0,-9 15-160 0 0,-25 28 140 0 0,-3 25 234 0 0,-1-1-1 0 0,0 0 1 0 0,-14 43 0 0 0,5-21 178 0 0,-23 106 707 0 0,-49 192 514 0 0,61-261-638 0 0,22-80-715 0 0,10-26-179 0 0,5-1-55 0 0,1 0 0 0 0,2 1 0 0 0,0 0 0 0 0,22-23 0 0 0,-30 38-36 0 0,-1 1 1 0 0,1 0-1 0 0,1 0 1 0 0,-1 0-1 0 0,2 1 1 0 0,-1 1-1 0 0,1 0 1 0 0,-1 0 0 0 0,2 1-1 0 0,-1 0 1 0 0,0 1-1 0 0,18-4 1 0 0,-25 7 10 0 0,-1 1 1 0 0,1-1-1 0 0,-1 1 1 0 0,1 0-1 0 0,0 0 1 0 0,-1 0-1 0 0,1 0 1 0 0,-1 1-1 0 0,1-1 1 0 0,-1 1-1 0 0,1 0 1 0 0,-1 0-1 0 0,1 0 1 0 0,-1 1-1 0 0,0-1 1 0 0,0 1-1 0 0,0 0 1 0 0,0 0-1 0 0,0 0 1 0 0,4 3-1 0 0,-4-1 10 0 0,1 0-1 0 0,-1 1 1 0 0,1 0 0 0 0,-1-1-1 0 0,-1 1 1 0 0,1 0 0 0 0,-1 0-1 0 0,1 0 1 0 0,-2 1 0 0 0,1-1-1 0 0,0 1 1 0 0,0 6 0 0 0,0 7 62 0 0,-1 1 0 0 0,0-1 0 0 0,-1 1 1 0 0,-2-1-1 0 0,-4 27 0 0 0,2-22-29 0 0,2 1 0 0 0,0 36 0 0 0,2-59-33 0 0,0 0 0 0 0,1 0 0 0 0,-1 0 0 0 0,0 0 0 0 0,1 0 0 0 0,-1 0-1 0 0,1 0 1 0 0,-1 0 0 0 0,1-1 0 0 0,0 1 0 0 0,0 0 0 0 0,0 0 0 0 0,0-1 0 0 0,0 1 0 0 0,0 0 0 0 0,0-1 0 0 0,1 1 0 0 0,-1-1 0 0 0,1 0 0 0 0,2 3 0 0 0,-1-3-1 0 0,0 0 0 0 0,-1 1 1 0 0,1-1-1 0 0,0-1 0 0 0,0 1 1 0 0,0 0-1 0 0,0-1 0 0 0,0 0 0 0 0,0 1 1 0 0,0-1-1 0 0,-1 0 0 0 0,6-1 1 0 0,4-1-1 0 0,0-1 1 0 0,0 0-1 0 0,0 0 1 0 0,-1-1-1 0 0,19-10 1 0 0,-5 0 2 0 0,-1-1 0 0 0,-1-2 1 0 0,0 0-1 0 0,-1-1 0 0 0,-1-2 1 0 0,0 0-1 0 0,-2-1 1 0 0,0-1-1 0 0,-2 0 0 0 0,0-2 1 0 0,-2 0-1 0 0,-1-1 0 0 0,16-35 1 0 0,-26 51-13 0 0,-1 0 1 0 0,0 0 0 0 0,0-1-1 0 0,-1 1 1 0 0,0 0-1 0 0,0-1 1 0 0,-1-12 0 0 0,-1 21-1 0 0,0 1 1 0 0,0-1-1 0 0,0 1 1 0 0,0-1 0 0 0,0 1-1 0 0,0-1 1 0 0,0 1 0 0 0,0-1-1 0 0,0 1 1 0 0,-1-1-1 0 0,1 1 1 0 0,0-1 0 0 0,0 1-1 0 0,0-1 1 0 0,-1 1-1 0 0,1-1 1 0 0,0 1 0 0 0,-1-1-1 0 0,1 1 1 0 0,0 0 0 0 0,-1-1-1 0 0,1 1 1 0 0,-1 0-1 0 0,1-1 1 0 0,-1 1 0 0 0,1 0-1 0 0,-1-1 1 0 0,1 1 0 0 0,-1 0-1 0 0,1 0 1 0 0,-1 0-1 0 0,1-1 1 0 0,-1 1 0 0 0,1 0-1 0 0,-1 0 1 0 0,1 0 0 0 0,-1 0-1 0 0,1 0 1 0 0,-1 0-1 0 0,1 0 1 0 0,-1 0 0 0 0,1 0-1 0 0,-1 0 1 0 0,1 1-1 0 0,-1-1 1 0 0,0 0 0 0 0,-22 10-52 0 0,13-2 194 0 0,0 1-1 0 0,0 0 0 0 0,1 0 0 0 0,1 1 1 0 0,-1 0-1 0 0,2 1 0 0 0,-1 0 1 0 0,-7 15-1 0 0,8-11 15 0 0,0 0 0 0 0,0 1-1 0 0,2 0 1 0 0,0 0 0 0 0,-5 33 0 0 0,9-45-128 0 0,0 0 1 0 0,1 0 0 0 0,0 0-1 0 0,0 0 1 0 0,0 1 0 0 0,0-1-1 0 0,1 0 1 0 0,-1 0 0 0 0,1 0-1 0 0,0 0 1 0 0,1 0 0 0 0,-1 0-1 0 0,1 0 1 0 0,-1 0 0 0 0,1 0-1 0 0,0 0 1 0 0,5 6 0 0 0,-3-6-38 0 0,0-1 1 0 0,0 1 0 0 0,0-1-1 0 0,1 0 1 0 0,-1 0-1 0 0,1 0 1 0 0,0 0 0 0 0,0-1-1 0 0,0 0 1 0 0,0 0-1 0 0,0 0 1 0 0,7 1 0 0 0,7 0-711 0 0,1-1 1 0 0,0 0-1 0 0,0-1 1 0 0,0-1-1 0 0,0-1 1 0 0,26-5-1 0 0,-18 1-2068 0 0,38-11-1 0 0,-6-6-3685 0 0,-22 6-260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29 444 1636 0 0,'0'0'1782'0'0,"-15"5"2668"0"0,4-3 3001 0 0,11-2-7379 0 0,0 0 1 0 0,0 0-1 0 0,0 0 0 0 0,0 0 1 0 0,1 0-1 0 0,-1 0 1 0 0,0 0-1 0 0,0-1 0 0 0,0 1 1 0 0,0 0-1 0 0,0 0 1 0 0,0 0-1 0 0,0 0 0 0 0,0 0 1 0 0,0-1-1 0 0,0 1 1 0 0,0 0-1 0 0,0 0 0 0 0,0 0 1 0 0,0 0-1 0 0,0 0 1 0 0,0 0-1 0 0,0-1 1 0 0,0 1-1 0 0,0 0 0 0 0,0 0 1 0 0,0 0-1 0 0,0 0 1 0 0,-1 0-1 0 0,1 0 0 0 0,0-1 1 0 0,0 1-1 0 0,0 0 1 0 0,0 0-1 0 0,0 0 0 0 0,0 0 1 0 0,0 0-1 0 0,0 0 1 0 0,0 0-1 0 0,-1 0 0 0 0,1 0 1 0 0,0 0-1 0 0,0-1 1 0 0,0 1-1 0 0,0 0 0 0 0,0 0 1 0 0,0 0-1 0 0,0 0 1 0 0,-1 0-1 0 0,1 0 1 0 0,0 0-1 0 0,0 0 0 0 0,0 0 1 0 0,0 0-1 0 0,0 0 1 0 0,-1 0-1 0 0,1 0 0 0 0,0 0 1 0 0,18-15 930 0 0,25-14-944 0 0,38-23 59 0 0,-2-3 1 0 0,-3-3 0 0 0,73-72 0 0 0,-139 121-115 0 0,0-1-1 0 0,-1 0 1 0 0,0 0 0 0 0,-1 0 0 0 0,0-1-1 0 0,10-19 1 0 0,-18 30-6 0 0,1-1 1 0 0,-1 1-1 0 0,0 0 1 0 0,0-1-1 0 0,1 1 1 0 0,-1-1-1 0 0,0 1 1 0 0,0 0-1 0 0,0-1 1 0 0,0 1-1 0 0,1-1 1 0 0,-1 1-1 0 0,0 0 1 0 0,0-1-1 0 0,0 1 1 0 0,0-1-1 0 0,0 1 1 0 0,0 0-1 0 0,0-1 1 0 0,0 1-1 0 0,0-1 1 0 0,0 1-1 0 0,0 0 1 0 0,-1-1-1 0 0,1 1 1 0 0,0-1-1 0 0,0 1 1 0 0,0 0-1 0 0,0-1 1 0 0,-1 1-1 0 0,1 0 1 0 0,0-1-1 0 0,0 1 1 0 0,-1 0-1 0 0,1-1 1 0 0,0 1-1 0 0,-1 0 1 0 0,1-1-1 0 0,0 1 1 0 0,-1 0-1 0 0,1 0 1 0 0,0 0-1 0 0,-1-1 1 0 0,1 1-1 0 0,-1 0 0 0 0,1 0 1 0 0,0 0-1 0 0,-1 0 1 0 0,1 0-1 0 0,-1 0 1 0 0,1-1-1 0 0,0 1 1 0 0,-1 0-1 0 0,1 0 1 0 0,-1 1-1 0 0,1-1 1 0 0,0 0-1 0 0,-1 0 1 0 0,1 0-1 0 0,-1 0 1 0 0,0 0-1 0 0,-21 7-29 0 0,15-4 24 0 0,1 1-1 0 0,0 0 0 0 0,1 0 1 0 0,-1 1-1 0 0,1-1 1 0 0,-1 1-1 0 0,1 0 0 0 0,1 1 1 0 0,-1-1-1 0 0,1 1 0 0 0,0 0 1 0 0,0 0-1 0 0,0 0 1 0 0,1 1-1 0 0,0-1 0 0 0,1 1 1 0 0,-1 0-1 0 0,1-1 0 0 0,0 1 1 0 0,1 0-1 0 0,0 0 1 0 0,-1 8-1 0 0,3-8 12 0 0,-1-1 1 0 0,1 0-1 0 0,0 0 1 0 0,0 0-1 0 0,1 0 1 0 0,0 0-1 0 0,0 0 0 0 0,0 0 1 0 0,1 0-1 0 0,5 9 1 0 0,4 2-13 0 0,27 31 0 0 0,-30-38 44 0 0,0 0 0 0 0,0 1-1 0 0,-1 0 1 0 0,0 1 0 0 0,-1-1 0 0 0,7 18 0 0 0,-13-27 83 0 0,0 1 0 0 0,0 0 0 0 0,0-1 0 0 0,0 1 0 0 0,-1 0 0 0 0,0-1 0 0 0,1 1 0 0 0,-1 0 0 0 0,0 0 0 0 0,0 0 0 0 0,0-1 0 0 0,-1 1 0 0 0,1 0 0 0 0,-1 0 0 0 0,0-1 0 0 0,1 1 0 0 0,-1 0 0 0 0,0-1 0 0 0,-2 3 0 0 0,1-1 21 0 0,-1-1 1 0 0,1 0-1 0 0,-1 0 1 0 0,0 0-1 0 0,0 0 0 0 0,0-1 1 0 0,0 1-1 0 0,-1-1 1 0 0,1 0-1 0 0,-1 0 0 0 0,-6 3 1 0 0,-4 0 72 0 0,0-1 0 0 0,0 0 0 0 0,0-1 1 0 0,0 0-1 0 0,-1-1 0 0 0,-15 0 0 0 0,3-2-104 0 0,0-1-1 0 0,-1-1 1 0 0,1-2 0 0 0,0 0-1 0 0,-27-9 1 0 0,47 11-246 0 0,-15-6-496 0 0,21 8 536 0 0,1-1 0 0 0,-1 1-1 0 0,1 0 1 0 0,-1-1 0 0 0,1 1-1 0 0,-1 0 1 0 0,1-1 0 0 0,-1 1 0 0 0,1-1-1 0 0,0 1 1 0 0,-1 0 0 0 0,1-1-1 0 0,0 1 1 0 0,-1-1 0 0 0,1 1-1 0 0,0-1 1 0 0,0 1 0 0 0,0-1-1 0 0,-1 0 1 0 0,1 1 0 0 0,0-1 0 0 0,0 1-1 0 0,0-1 1 0 0,0 1 0 0 0,0-1-1 0 0,0 1 1 0 0,0-1 0 0 0,0 0-1 0 0,0 1 1 0 0,0-1 0 0 0,0 1-1 0 0,1-2 1 0 0,1 0-312 0 0,0 0 0 0 0,0 0-1 0 0,0 0 1 0 0,0 1 0 0 0,0-1-1 0 0,0 0 1 0 0,1 1 0 0 0,-1 0-1 0 0,1-1 1 0 0,-1 1 0 0 0,1 0 0 0 0,0 0-1 0 0,-1 0 1 0 0,4 0 0 0 0,4-3-1195 0 0,27-11-5040 0 0,-20 7 69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146 101 2344 0 0,'10'-13'2668'0'0,"0"-1"-1"0"0,-2 0 0 0 0,0-1 0 0 0,8-19 1 0 0,-9 24-827 0 0,-1 14 588 0 0,-3 20-145 0 0,-6 17-925 0 0,-2 97 234 0 0,5-122-1513 0 0,1 0-1 0 0,1 0 0 0 0,1 0 1 0 0,0-1-1 0 0,1 1 1 0 0,8 21-1 0 0,-10-33-83 0 0,-1 0 1 0 0,1 0-1 0 0,0-1 0 0 0,0 1 0 0 0,1-1 1 0 0,-1 1-1 0 0,1-1 0 0 0,0 0 0 0 0,-1 0 1 0 0,1 0-1 0 0,1 0 0 0 0,-1-1 0 0 0,0 1 1 0 0,1-1-1 0 0,-1 0 0 0 0,1 0 0 0 0,0 0 1 0 0,-1 0-1 0 0,1-1 0 0 0,0 1 0 0 0,0-1 1 0 0,0 0-1 0 0,0 0 0 0 0,1-1 0 0 0,-1 1 1 0 0,0-1-1 0 0,0 0 0 0 0,0 0 1 0 0,0 0-1 0 0,0-1 0 0 0,1 1 0 0 0,-1-1 1 0 0,0 0-1 0 0,0 0 0 0 0,0-1 0 0 0,0 1 1 0 0,-1-1-1 0 0,1 0 0 0 0,0 0 0 0 0,-1 0 1 0 0,1 0-1 0 0,-1 0 0 0 0,6-6 0 0 0,1-1-8 0 0,-1-1-1 0 0,0 1 1 0 0,0-1-1 0 0,-1-1 1 0 0,-1 0-1 0 0,10-16 1 0 0,29-75 38 0 0,-12 24-177 0 0,-33 77 115 0 0,-1 1-111 0 0,1 1 144 0 0,0-1-1 0 0,-1 0 0 0 0,1 1 1 0 0,0-1-1 0 0,-1 0 0 0 0,1 1 1 0 0,-1-1-1 0 0,1 1 0 0 0,-1-1 1 0 0,1 0-1 0 0,-1 1 0 0 0,1-1 1 0 0,-1 1-1 0 0,1 0 0 0 0,-1-1 1 0 0,0 1-1 0 0,1-1 0 0 0,-1 1 1 0 0,0 0-1 0 0,0-1 0 0 0,1 1 1 0 0,-1 0-1 0 0,0-1 0 0 0,0 1 1 0 0,0 0-1 0 0,0-1 0 0 0,0 1 0 0 0,0 0 1 0 0,0 1-1 0 0,0 22-5 0 0,-8 37 570 0 0,-4-1 0 0 0,-18 61 0 0 0,9-44-97 0 0,19-69-401 0 0,-88 323 1820 0 0,67-263-1652 0 0,-2-2-1 0 0,-61 114 1 0 0,80-169-146 0 0,-1-2 0 0 0,1 1-1 0 0,-2 0 1 0 0,1-1 0 0 0,-1-1-1 0 0,-1 1 1 0 0,1-1-1 0 0,-2-1 1 0 0,-9 8 0 0 0,15-13-37 0 0,1 0 0 0 0,-1 0 1 0 0,1 0-1 0 0,-1-1 0 0 0,1 1 1 0 0,-1-1-1 0 0,0 0 0 0 0,0 0 1 0 0,0 0-1 0 0,0-1 0 0 0,0 1 1 0 0,1-1-1 0 0,-1 0 0 0 0,0 0 1 0 0,0 0-1 0 0,0-1 0 0 0,0 1 1 0 0,0-1-1 0 0,0 0 1 0 0,0 0-1 0 0,1-1 0 0 0,-1 1 1 0 0,0-1-1 0 0,1 1 0 0 0,-1-1 1 0 0,1 0-1 0 0,0-1 0 0 0,-1 1 1 0 0,1 0-1 0 0,-4-5 0 0 0,3 3-29 0 0,0 0 0 0 0,0-1 0 0 0,0 0 0 0 0,0 0 0 0 0,1 0-1 0 0,0 0 1 0 0,0-1 0 0 0,0 1 0 0 0,0-1 0 0 0,1 1 0 0 0,0-1 0 0 0,-2-10-1 0 0,3 6-70 0 0,0 1-1 0 0,0 0 0 0 0,1-1 1 0 0,0 1-1 0 0,1-1 0 0 0,0 1 1 0 0,4-15-1 0 0,3-2-607 0 0,1-1 1 0 0,1 2 0 0 0,1-1-1 0 0,24-38 1 0 0,-9 23-1238 0 0,1 2 1 0 0,2 1 0 0 0,41-43 0 0 0,48-35-9446 0 0,-90 89 3952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0 119 804 0 0,'64'-109'16116'0'0,"-64"108"-16048"0"0,0 1 0 0 0,0 0 0 0 0,0-1 0 0 0,0 1 0 0 0,1-1 0 0 0,-1 1 0 0 0,0-1 0 0 0,0 1 0 0 0,1 0 0 0 0,-1-1 0 0 0,0 1 0 0 0,0-1 0 0 0,1 1 0 0 0,-1 0-1 0 0,1-1 1 0 0,-1 1 0 0 0,0 0 0 0 0,1 0 0 0 0,-1-1 0 0 0,0 1 0 0 0,1 0 0 0 0,-1 0 0 0 0,1-1 0 0 0,-1 1 0 0 0,1 0 0 0 0,-1 0 0 0 0,1 0 0 0 0,-1 0 0 0 0,1 0 0 0 0,-1 0 0 0 0,1 0 0 0 0,-1 0 0 0 0,0 0 0 0 0,1 0 0 0 0,-1 0-1 0 0,1 0 1 0 0,-1 0 0 0 0,1 0 0 0 0,-1 0 0 0 0,1 0 0 0 0,-1 1 0 0 0,1-1 0 0 0,-1 0 0 0 0,0 0 0 0 0,1 1 0 0 0,0-1 0 0 0,0 1 106 0 0,0 0 1 0 0,0 1-1 0 0,0-1 1 0 0,0 0-1 0 0,0 0 1 0 0,0 1-1 0 0,0-1 1 0 0,0 1-1 0 0,-1-1 1 0 0,1 1-1 0 0,-1-1 1 0 0,2 3-1 0 0,1 20 497 0 0,0-1 0 0 0,-1 1 0 0 0,-1 0-1 0 0,-2 0 1 0 0,0 0 0 0 0,-5 25 0 0 0,-35 143 84 0 0,34-166-512 0 0,2-12-95 0 0,5-14-149 0 0,0 1 0 0 0,0-1 0 0 0,0 0 0 0 0,0 0 0 0 0,0 0 0 0 0,0 0 0 0 0,0 0 0 0 0,0 0 0 0 0,0 0 0 0 0,-1 0 0 0 0,1 0 0 0 0,0 0 0 0 0,0 0-1 0 0,0 0 1 0 0,0 0 0 0 0,0 0 0 0 0,0 0 0 0 0,0 0 0 0 0,0 0 0 0 0,0 1 0 0 0,0-1 0 0 0,0 0 0 0 0,0 0 0 0 0,0 0 0 0 0,-1 0 0 0 0,1 0 0 0 0,0 0 0 0 0,0 0 0 0 0,0 0 0 0 0,0 0 0 0 0,0 0 0 0 0,0 0 0 0 0,0 0 0 0 0,0 0 0 0 0,0 0 0 0 0,0 0 0 0 0,0 0 0 0 0,0 0 0 0 0,-1-1 0 0 0,1 1 0 0 0,0 0 0 0 0,0 0 0 0 0,0 0 0 0 0,0 0 0 0 0,0 0 0 0 0,0 0 0 0 0,0 0 0 0 0,0 0 0 0 0,0 0 0 0 0,0 0 0 0 0,0 0 0 0 0,0 0 0 0 0,0 0 0 0 0,0 0 0 0 0,0 0 0 0 0,0 0 0 0 0,0-1 0 0 0,0 1 0 0 0,0 0 0 0 0,0 0 0 0 0,0 0 0 0 0,-1 0 0 0 0,1 0 0 0 0,0 0 0 0 0,0 0 0 0 0,0 0 0 0 0,0-2-26 0 0,0-1 0 0 0,0 1 0 0 0,0 0 0 0 0,0 0 0 0 0,0 0 0 0 0,0-1 1 0 0,0 1-1 0 0,2-4 0 0 0,3-12-32 0 0,2 0 1 0 0,0 1 0 0 0,1-1-1 0 0,1 2 1 0 0,1-1-1 0 0,0 1 1 0 0,1 1-1 0 0,20-23 1 0 0,-9 15 25 0 0,0 2 1 0 0,2 0-1 0 0,0 2 0 0 0,38-24 0 0 0,-44 33-26 0 0,2 0 0 0 0,26-8-1 0 0,-45 17 58 0 0,3 0-9 0 0,-1 0 0 0 0,0 1 0 0 0,0-1 0 0 0,0 1 0 0 0,0-1 0 0 0,0 1 0 0 0,0 0 0 0 0,1 0 1 0 0,-1 1-1 0 0,0-1 0 0 0,0 1 0 0 0,0-1 0 0 0,4 2 0 0 0,6 1-3551 0 0,0-2-5160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31 526 36 0 0,'0'0'4323'0'0,"-19"20"3802"0"0,17-14-7018 0 0,0-3-214 0 0,1 1-1 0 0,-1-1 1 0 0,1 1 0 0 0,0 0-1 0 0,0 0 1 0 0,1-1-1 0 0,-1 9 1759 0 0,3-13-2424 0 0,3 0-95 0 0,0 0 0 0 0,0-1 0 0 0,0 1 0 0 0,0-1 0 0 0,0-1 0 0 0,0 1 1 0 0,-1-1-1 0 0,7-4 0 0 0,39-32-19 0 0,-26 20-12 0 0,115-85 27 0 0,92-74-33 0 0,10-24 58 0 0,-234 197-159 0 0,15-13-159 0 0,-22 18 162 0 0,0 0 0 0 0,0 0 0 0 0,0 0 0 0 0,0 0 0 0 0,0 0 0 0 0,0 0 0 0 0,0 0-1 0 0,0 0 1 0 0,0 0 0 0 0,0 0 0 0 0,0 0 0 0 0,0 0 0 0 0,1 0 0 0 0,-1 0 0 0 0,0 0 0 0 0,0 0 0 0 0,0 0 0 0 0,0 0 0 0 0,0 0 0 0 0,0 0 0 0 0,0 0-1 0 0,0 0 1 0 0,0 0 0 0 0,-13 13 6 0 0,-85 76-203 0 0,62-58 160 0 0,2 1 0 0 0,-56 66 0 0 0,89-97 42 0 0,0 0 0 0 0,0 0 0 0 0,1 0 1 0 0,-1 0-1 0 0,0 0 0 0 0,1 0 0 0 0,-1 0 1 0 0,1 0-1 0 0,-1 0 0 0 0,1 0 1 0 0,0 0-1 0 0,-1 0 0 0 0,1 1 0 0 0,0-1 1 0 0,0 0-1 0 0,0 0 0 0 0,0 0 0 0 0,0 1 1 0 0,0-1-1 0 0,0 0 0 0 0,0 0 1 0 0,1 0-1 0 0,-1 0 0 0 0,1 2 0 0 0,0-1 0 0 0,0 0-1 0 0,0-1 1 0 0,1 1-1 0 0,-1 0 1 0 0,1-1-1 0 0,-1 1 1 0 0,1-1-1 0 0,0 0 0 0 0,-1 1 1 0 0,1-1-1 0 0,0 0 1 0 0,3 1-1 0 0,6 3-4 0 0,0-1 0 0 0,0-1-1 0 0,20 5 1 0 0,-29-8 3 0 0,16 4-21 0 0,-1 0 0 0 0,19 7 0 0 0,-31-9 16 0 0,-1 0 1 0 0,1 0-1 0 0,-1 0 1 0 0,0 1-1 0 0,0-1 1 0 0,0 1-1 0 0,0 0 0 0 0,0 0 1 0 0,-1 0-1 0 0,1 1 1 0 0,-1-1-1 0 0,5 7 1 0 0,-7-8 58 0 0,0 0 1 0 0,0 0-1 0 0,-1 0 1 0 0,1 0-1 0 0,0 1 1 0 0,-1-1 0 0 0,0 0-1 0 0,1 0 1 0 0,-1 1-1 0 0,0-1 1 0 0,0 0 0 0 0,0 0-1 0 0,0 1 1 0 0,-1-1-1 0 0,1 0 1 0 0,-1 0 0 0 0,1 0-1 0 0,-1 0 1 0 0,0 1-1 0 0,0-1 1 0 0,0 0 0 0 0,0 0-1 0 0,-2 2 1 0 0,-3 5 344 0 0,0 0-1 0 0,-1-1 1 0 0,-12 12 0 0 0,12-12-86 0 0,0-2-40 0 0,0 0 1 0 0,0 0 0 0 0,-1 0-1 0 0,1-1 1 0 0,-1-1 0 0 0,0 1-1 0 0,-15 5 1 0 0,1-2 600 0 0,-43 9 1 0 0,49-14-741 0 0,0 0 1 0 0,0-1-1 0 0,0-1 1 0 0,0-1-1 0 0,-1 0 1 0 0,-20-4-1 0 0,27 2-67 0 0,0 0-1 0 0,0 0 0 0 0,0-1 1 0 0,1 0-1 0 0,0-1 0 0 0,-1 0 0 0 0,1 0 1 0 0,0-1-1 0 0,1-1 0 0 0,-1 1 1 0 0,-9-9-1 0 0,17 13-194 0 0,-1-1 1 0 0,0 1-1 0 0,1-1 1 0 0,-1 1-1 0 0,1-1 1 0 0,0 0-1 0 0,-1 1 1 0 0,1-1-1 0 0,0 0 1 0 0,0 0-1 0 0,0 0 1 0 0,0 0-1 0 0,0 0 1 0 0,1 0-1 0 0,-1 0 1 0 0,1 0-1 0 0,-1 0 1 0 0,1 0-1 0 0,0 0 0 0 0,-1 0 1 0 0,1 0-1 0 0,0-3 1 0 0,1 2-325 0 0,0 1 0 0 0,0-1 0 0 0,0 0 0 0 0,1 1 0 0 0,-1-1 0 0 0,1 1 0 0 0,-1-1 0 0 0,1 1 0 0 0,0 0 0 0 0,0 0 0 0 0,0 0 0 0 0,0 0 0 0 0,0 0-1 0 0,3-2 1 0 0,9-5-2146 0 0,0 0 1 0 0,1 1-1 0 0,-1 1 0 0 0,23-7 0 0 0,-18 6-5062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259 118 776 0 0,'-4'-33'4718'0'0,"-2"-51"11241"0"0,5 85-15746 0 0,0 0 0 0 0,0 0 1 0 0,0 1-1 0 0,0-1 1 0 0,0 1-1 0 0,0-1 0 0 0,1 1 1 0 0,-1-1-1 0 0,0 1 1 0 0,1-1-1 0 0,-1 3 0 0 0,0-1 236 0 0,-48 140 4615 0 0,-16 75-2651 0 0,39-130-1702 0 0,-67 283-594 0 0,93-368-117 0 0,-2 5 0 0 0,1 0 0 0 0,0 0 0 0 0,0 0 0 0 0,2 12 0 0 0,-1-18 0 0 0,0 0 0 0 0,0-1 0 0 0,0 1 0 0 0,1 0 0 0 0,-1 0 0 0 0,1 0 0 0 0,0-1 0 0 0,-1 1 0 0 0,1 0 0 0 0,0-1 0 0 0,0 1 0 0 0,0-1 0 0 0,0 1 0 0 0,0-1 0 0 0,1 1 0 0 0,-1-1 0 0 0,0 0 0 0 0,0 1 0 0 0,1-1 0 0 0,-1 0 0 0 0,1 0 0 0 0,0 0 0 0 0,-1 0 0 0 0,1-1 0 0 0,2 2 0 0 0,11 1 0 0 0,-4-3-623 0 0,-1 0 0 0 0,1-1 0 0 0,-1-1 0 0 0,1 0 0 0 0,-1 0 0 0 0,0-1 0 0 0,0 0-1 0 0,0-1 1 0 0,0 0 0 0 0,-1 0 0 0 0,10-7 0 0 0,1 0-1132 0 0,-1-2 0 0 0,0-1 0 0 0,-1 0-1 0 0,19-19 1 0 0,-30 25-124 0 0,1 0-1 0 0,-2-1 1 0 0,8-10 0 0 0,0-3-4714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118 112 2296 0 0,'-110'-61'15565'0'0,"109"61"-15520"0"0,1 0 1 0 0,0-1-1 0 0,-1 1 1 0 0,1 0-1 0 0,-1 0 1 0 0,1 0-1 0 0,0-1 0 0 0,-1 1 1 0 0,1 0-1 0 0,0 0 1 0 0,-1-1-1 0 0,1 1 0 0 0,0 0 1 0 0,-1-1-1 0 0,1 1 1 0 0,0 0-1 0 0,0-1 1 0 0,0 1-1 0 0,-1 0 0 0 0,1-1 1 0 0,0 1-1 0 0,0-1 1 0 0,0 1-1 0 0,0 0 1 0 0,0-1-1 0 0,-1 1 0 0 0,1-1 1 0 0,0 1-1 0 0,0-1 1 0 0,0 1-1 0 0,0 0 0 0 0,0-2 1 0 0,12-7 486 0 0,20-2-287 0 0,27 3-1549 0 0,96-3 0 0 0,-10 15-9068 0 0,-118-2 5619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2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 1332 0 0,'-27'51'9516'0'0,"17"-29"-5620"0"0,-12 37 0 0 0,21-56-3724 0 0,0 1 0 0 0,0-1 0 0 0,0 1 0 0 0,0-1 1 0 0,1 1-1 0 0,0-1 0 0 0,0 1 0 0 0,0-1 0 0 0,0 1 1 0 0,0-1-1 0 0,2 4 0 0 0,-2-5-141 0 0,1 0 0 0 0,0-1 0 0 0,-1 1 0 0 0,1 0 0 0 0,0-1 0 0 0,0 1 0 0 0,0-1 0 0 0,1 0 0 0 0,-1 1 0 0 0,0-1-1 0 0,0 0 1 0 0,1 0 0 0 0,-1 1 0 0 0,1-1 0 0 0,-1 0 0 0 0,1-1 0 0 0,-1 1 0 0 0,1 0 0 0 0,0 0 0 0 0,-1-1 0 0 0,1 1 0 0 0,3 0 0 0 0,4 1-2 0 0,0 0 0 0 0,0-1-1 0 0,0 0 1 0 0,0-1 0 0 0,1 0 0 0 0,-1 0-1 0 0,0-1 1 0 0,0 0 0 0 0,0-1 0 0 0,0 0-1 0 0,0 0 1 0 0,0-1 0 0 0,-1 0 0 0 0,1-1 0 0 0,11-6-1 0 0,-15 7-34 0 0,-1 1 0 0 0,1-1 0 0 0,-1 0 0 0 0,0-1 0 0 0,0 1 0 0 0,0-1 0 0 0,0 0 0 0 0,-1 0 0 0 0,0 0 0 0 0,0 0 0 0 0,0-1 0 0 0,0 1 0 0 0,0-1 0 0 0,-1 0 0 0 0,0 1 0 0 0,0-1 0 0 0,-1 0 0 0 0,1 0 0 0 0,-1-1 0 0 0,0 1 0 0 0,0 0 0 0 0,-1 0-1 0 0,1-1 1 0 0,-1 1 0 0 0,0 0 0 0 0,-1 0 0 0 0,1-1 0 0 0,-3-6 0 0 0,3 9-1 0 0,-1-1 0 0 0,-1 1 0 0 0,1 0 0 0 0,0-1 0 0 0,-1 1 0 0 0,0 0-1 0 0,0 0 1 0 0,-2-4 0 0 0,3 6 3 0 0,0 0-1 0 0,0 0 0 0 0,0-1 1 0 0,0 1-1 0 0,-1 0 1 0 0,1 0-1 0 0,0 0 0 0 0,0 0 1 0 0,-1 1-1 0 0,1-1 1 0 0,-1 0-1 0 0,1 0 0 0 0,-1 1 1 0 0,1-1-1 0 0,-1 1 1 0 0,1-1-1 0 0,-1 1 0 0 0,0 0 1 0 0,1 0-1 0 0,-1 0 1 0 0,1 0-1 0 0,-3 0 0 0 0,-6 2 62 0 0,1 0 0 0 0,0 1 0 0 0,0 0 0 0 0,0 1 0 0 0,0 0 0 0 0,1 0 0 0 0,-1 1 0 0 0,1 0 0 0 0,0 1 0 0 0,1 0 0 0 0,-11 9-1 0 0,-10 12 653 0 0,-35 45 0 0 0,63-72-706 0 0,-12 15 133 0 0,1 1 1 0 0,0 0 0 0 0,1 1-1 0 0,1 0 1 0 0,0 0 0 0 0,-7 24-1 0 0,13-34-107 0 0,1 0-1 0 0,0 1 1 0 0,0-1-1 0 0,0 1 0 0 0,1-1 1 0 0,0 1-1 0 0,1 0 1 0 0,0-1-1 0 0,0 1 1 0 0,1 0-1 0 0,-1-1 1 0 0,2 1-1 0 0,-1 0 0 0 0,1-1 1 0 0,0 0-1 0 0,1 1 1 0 0,0-1-1 0 0,5 9 1 0 0,-4-10-174 0 0,1 0 0 0 0,0 0 0 0 0,1 0-1 0 0,0-1 1 0 0,0 0 0 0 0,0 0 0 0 0,0-1 0 0 0,1 0 0 0 0,-1 0 0 0 0,1 0 0 0 0,0-1 0 0 0,0 0 0 0 0,1 0 0 0 0,-1-1 0 0 0,1 0 0 0 0,8 1 0 0 0,7 1-1071 0 0,0-1 0 0 0,-1-1 1 0 0,1-1-1 0 0,30-3 0 0 0,-31 0-2327 0 0,38-10 1 0 0,-18 2-3558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144 169 424 0 0,'-2'-13'1727'0'0,"1"1"-1"0"0,-2-1 1 0 0,1 1 0 0 0,-2 0-1 0 0,0 0 1 0 0,0 0 0 0 0,-9-17-1 0 0,12 27-989 0 0,-13 7 671 0 0,11-2-1223 0 0,1-1 0 0 0,0 1 1 0 0,0-1-1 0 0,0 1 0 0 0,0 0 0 0 0,1 0 0 0 0,-1 0 0 0 0,1 0 1 0 0,-1 0-1 0 0,1 0 0 0 0,0 0 0 0 0,0 0 0 0 0,1 1 0 0 0,-1-1 0 0 0,0 6 1 0 0,-2 6 385 0 0,-9 34 1330 0 0,-9 97 0 0 0,8-48-1103 0 0,12-88-666 0 0,1-8-107 0 0,0 0 0 0 0,0 0 0 0 0,-1-1 1 0 0,1 1-1 0 0,0 0 0 0 0,-1 0 0 0 0,1 0 1 0 0,-1 0-1 0 0,0-1 0 0 0,0 1 0 0 0,0 0 1 0 0,0-1-1 0 0,0 1 0 0 0,0 0 0 0 0,-1 1 1 0 0,1-2 55 0 0,-1-3-33 0 0,1-1-51 0 0,0 0-1 0 0,-1 0 1 0 0,2-1-1 0 0,-1 1 1 0 0,0 0-1 0 0,0 0 1 0 0,1-1-1 0 0,0 1 1 0 0,0 0 0 0 0,0-1-1 0 0,0 1 1 0 0,0 0-1 0 0,1-1 1 0 0,-1 1-1 0 0,1 0 1 0 0,1-4-1 0 0,3-10-12 0 0,12-30 0 0 0,-9 31 14 0 0,0-1 1 0 0,1 1-1 0 0,1 1 0 0 0,1-1 0 0 0,0 2 0 0 0,18-20 0 0 0,-19 24-13 0 0,1 1-1 0 0,-1 0 1 0 0,1 0-1 0 0,1 1 1 0 0,0 0-1 0 0,0 1 1 0 0,0 1-1 0 0,1 0 1 0 0,14-5-1 0 0,-23 10 8 0 0,-1 0-1 0 0,1 0 0 0 0,-1 0 0 0 0,1 0 0 0 0,0 1 1 0 0,0-1-1 0 0,-1 1 0 0 0,1 0 0 0 0,0 0 1 0 0,0 0-1 0 0,-1 1 0 0 0,1-1 0 0 0,0 1 1 0 0,-1 0-1 0 0,1 0 0 0 0,-1 0 0 0 0,1 0 0 0 0,-1 1 1 0 0,1 0-1 0 0,-1-1 0 0 0,0 1 0 0 0,0 0 1 0 0,0 1-1 0 0,0-1 0 0 0,0 0 0 0 0,0 1 1 0 0,0 0-1 0 0,-1 0 0 0 0,3 3 0 0 0,-1 1 15 0 0,-1-1 0 0 0,1 1 0 0 0,-1-1 0 0 0,-1 1 0 0 0,1 0 0 0 0,-1 0 0 0 0,0 0 0 0 0,-1 0 0 0 0,0 1 0 0 0,0-1 0 0 0,-1 0 1 0 0,1 1-1 0 0,-1-1 0 0 0,-2 8 0 0 0,-2 9 340 0 0,-1-1 0 0 0,-1-1 0 0 0,-2 1 0 0 0,0-1 0 0 0,-1 0 0 0 0,-1 0 0 0 0,-20 31 1 0 0,24-47 223 0 0,5-11-201 0 0,6-12-240 0 0,15-21-22 0 0,2 1 0 0 0,39-49 0 0 0,62-59 5 0 0,-38 58-114 0 0,-72 76-28 0 0,0 1-1 0 0,0 0 1 0 0,1 1 0 0 0,0 0-1 0 0,17-7 1 0 0,-29 15 25 0 0,-1 1 1 0 0,0-1-1 0 0,0 1 0 0 0,0-1 1 0 0,0 1-1 0 0,1 0 0 0 0,-1 0 0 0 0,0 0 1 0 0,0 0-1 0 0,1 0 0 0 0,-1 0 1 0 0,0 0-1 0 0,0 0 0 0 0,0 0 1 0 0,1 0-1 0 0,-1 1 0 0 0,0-1 1 0 0,0 0-1 0 0,0 1 0 0 0,0-1 1 0 0,1 1-1 0 0,-1 0 0 0 0,0-1 0 0 0,0 1 1 0 0,0 0-1 0 0,0-1 0 0 0,0 1 1 0 0,-1 0-1 0 0,1 0 0 0 0,0 0 1 0 0,0 0-1 0 0,0 0 0 0 0,-1 0 1 0 0,1 0-1 0 0,-1 0 0 0 0,1 0 0 0 0,-1 0 1 0 0,1 1-1 0 0,-1-1 0 0 0,1 2 1 0 0,1 3 37 0 0,-1-1 0 0 0,1 1 1 0 0,-2-1-1 0 0,1 1 0 0 0,0 0 0 0 0,-1-1 1 0 0,0 8-1 0 0,-6 21 538 0 0,-14 52-1 0 0,13-61-547 0 0,1 1-1 0 0,1-1 0 0 0,-3 50 1 0 0,7-74-117 0 0,1-1 0 0 0,0 1 0 0 0,0 0 0 0 0,0 0 1 0 0,0 0-1 0 0,1-1 0 0 0,-1 1 0 0 0,0 0 0 0 0,0 0 1 0 0,0-1-1 0 0,1 1 0 0 0,-1 0 0 0 0,0 0 0 0 0,1-1 0 0 0,-1 1 1 0 0,0 0-1 0 0,1-1 0 0 0,-1 1 0 0 0,1-1 0 0 0,-1 1 1 0 0,1 0-1 0 0,0-1 0 0 0,-1 1 0 0 0,1-1 0 0 0,-1 0 1 0 0,1 1-1 0 0,0-1 0 0 0,0 1 0 0 0,1 0-175 0 0,0-1 1 0 0,0 0-1 0 0,0 0 0 0 0,0 0 0 0 0,0 0 1 0 0,0 0-1 0 0,-1 0 0 0 0,1 0 1 0 0,0 0-1 0 0,0-1 0 0 0,3 0 1 0 0,3-2-1106 0 0,1-1 0 0 0,-1 1 1 0 0,14-9-1 0 0,59-46-8312 0 0,-44 30 3075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205 356 1508 0 0,'-5'-2'1150'0'0,"0"1"1"0"0,0-1-1 0 0,-1 1 1 0 0,1 0-1 0 0,-1 1 0 0 0,1-1 1 0 0,-8 1-1 0 0,4 1-1 0 0,0 1-1 0 0,0 0 1 0 0,-17 5-1 0 0,24-6-808 0 0,-5 5 479 0 0,6-1-174 0 0,8-4-208 0 0,5-5-394 0 0,0 0 1 0 0,0 0 0 0 0,-1-1-1 0 0,0 0 1 0 0,0-1-1 0 0,0 0 1 0 0,-1-1 0 0 0,0 0-1 0 0,0-1 1 0 0,0 0 0 0 0,-1 0-1 0 0,-1-1 1 0 0,1 0 0 0 0,-1-1-1 0 0,13-21 1 0 0,-11 14-43 0 0,0-1 0 0 0,-1 0 0 0 0,-1-1 0 0 0,-1 0 0 0 0,-1 0 0 0 0,0 0 0 0 0,-1-1 0 0 0,-1 0 0 0 0,1-25 0 0 0,-5 44-3 0 0,1 0 0 0 0,-1-1 0 0 0,0 1 0 0 0,0 0 0 0 0,0 0 0 0 0,0 0 1 0 0,0 0-1 0 0,0-1 0 0 0,0 1 0 0 0,0 0 0 0 0,0 0 0 0 0,-1 0 0 0 0,1 0 1 0 0,0-1-1 0 0,-1 1 0 0 0,1 0 0 0 0,-1 0 0 0 0,1 0 0 0 0,-1 0 0 0 0,0 0 1 0 0,1 0-1 0 0,-2-1 0 0 0,1 2-2 0 0,0 0 1 0 0,0 0-1 0 0,0 0 1 0 0,0 0-1 0 0,1 0 1 0 0,-1 0 0 0 0,0 0-1 0 0,0 0 1 0 0,0 0-1 0 0,0 0 1 0 0,0 1-1 0 0,1-1 1 0 0,-1 0-1 0 0,0 1 1 0 0,0-1-1 0 0,0 0 1 0 0,1 1 0 0 0,-1-1-1 0 0,0 1 1 0 0,1-1-1 0 0,-2 2 1 0 0,-4 3-15 0 0,0 1 1 0 0,1-1-1 0 0,0 1 1 0 0,0 0-1 0 0,-6 9 1 0 0,-23 49 655 0 0,-43 112 1 0 0,-6 75 747 0 0,-2 107-396 0 0,85-358-986 0 0,0 1-1 0 0,0-1 1 0 0,-1 0 0 0 0,1 1 0 0 0,0-1 0 0 0,0 0 0 0 0,0 1 0 0 0,0-1 0 0 0,0 0 0 0 0,0 1-1 0 0,0-1 1 0 0,0 0 0 0 0,0 1 0 0 0,0-1 0 0 0,0 1 0 0 0,0-1 0 0 0,0 0 0 0 0,0 1-1 0 0,0-1 1 0 0,0 0 0 0 0,0 1 0 0 0,0-1 0 0 0,1 0 0 0 0,-1 1 0 0 0,0-1 0 0 0,0 0 0 0 0,0 1-1 0 0,0-1 1 0 0,1 0 0 0 0,-1 1 0 0 0,9-8 33 0 0,12-21-27 0 0,-20 26-1 0 0,41-58-23 0 0,3 2 0 0 0,56-58 0 0 0,-70 86-13 0 0,1 1-1 0 0,1 1 1 0 0,2 2 0 0 0,71-42 0 0 0,-95 63 6 0 0,1 1 1 0 0,-1-1-1 0 0,1 2 1 0 0,13-3 0 0 0,-23 5 37 0 0,0 0 0 0 0,0 1 0 0 0,0 0 0 0 0,1-1 0 0 0,-1 1 0 0 0,0 0 0 0 0,0 0 0 0 0,0 0 0 0 0,1 0 0 0 0,-1 0 0 0 0,0 1-1 0 0,0-1 1 0 0,0 1 0 0 0,0-1 0 0 0,0 1 0 0 0,0 0 0 0 0,0 0 0 0 0,0 0 0 0 0,0 0 0 0 0,0 0 0 0 0,0 0 0 0 0,-1 1 0 0 0,1-1 0 0 0,0 1 0 0 0,-1-1 0 0 0,1 1 0 0 0,-1-1 0 0 0,0 1 0 0 0,1 0 0 0 0,-1 0 0 0 0,0 0 0 0 0,0 0 0 0 0,0-1 0 0 0,0 1 0 0 0,0 1 0 0 0,-1-1 0 0 0,2 3 0 0 0,-1 3 81 0 0,1 0 0 0 0,-1 0 0 0 0,-1 1 0 0 0,1-1 0 0 0,-1 0 0 0 0,-1 1 0 0 0,1-1 0 0 0,-3 9 0 0 0,-4 12 19 0 0,-12 28 0 0 0,12-39-250 0 0,2-1-1 0 0,-1 1 0 0 0,2 0 1 0 0,0 0-1 0 0,-1 29 1 0 0,5-45-29 0 0,0 0 1 0 0,0 1 0 0 0,0-1 0 0 0,0 0-1 0 0,0 0 1 0 0,1 1 0 0 0,-1-1-1 0 0,1 0 1 0 0,0 0 0 0 0,-1 0-1 0 0,1 0 1 0 0,0 0 0 0 0,0 0-1 0 0,1 0 1 0 0,-1 0 0 0 0,0 0 0 0 0,0 0-1 0 0,1-1 1 0 0,-1 1 0 0 0,1 0-1 0 0,0-1 1 0 0,-1 0 0 0 0,1 1-1 0 0,0-1 1 0 0,0 0 0 0 0,0 0 0 0 0,0 0-1 0 0,0 0 1 0 0,0 0 0 0 0,0 0-1 0 0,0-1 1 0 0,1 1 0 0 0,-1-1-1 0 0,0 1 1 0 0,0-1 0 0 0,0 0-1 0 0,1 0 1 0 0,-1 0 0 0 0,3 0 0 0 0,5-1-559 0 0,1 0 1 0 0,-1 0-1 0 0,0-1 1 0 0,0-1-1 0 0,0 1 1 0 0,0-2-1 0 0,12-5 1 0 0,4-4 207 0 0,0-1-1 0 0,-1-1 1 0 0,-1-1 0 0 0,0-1 0 0 0,34-34 0 0 0,-38 32 1211 0 0,-2-1 1 0 0,0 0-1 0 0,-1-2 1 0 0,-2 0-1 0 0,0-1 1 0 0,14-30-1 0 0,-26 47-256 0 0,0 0 0 0 0,0-1 0 0 0,-1 1 0 0 0,0-1 0 0 0,0 0 0 0 0,-1 1 0 0 0,0-1 0 0 0,0-8 0 0 0,-1 14-396 0 0,0 0 0 0 0,0 1 0 0 0,0-1 0 0 0,0 0 0 0 0,-1 1 0 0 0,1-1 0 0 0,0 1 0 0 0,0-1 0 0 0,-1 0 0 0 0,1 1 0 0 0,0-1 0 0 0,-1 1 0 0 0,1-1 0 0 0,-1 1 0 0 0,1-1 0 0 0,0 1 0 0 0,-1-1 0 0 0,1 1 0 0 0,-1-1 0 0 0,0 1 0 0 0,1 0 0 0 0,-1-1 0 0 0,1 1 0 0 0,-1 0 0 0 0,1-1-1 0 0,-1 1 1 0 0,0 0 0 0 0,1 0 0 0 0,-1 0 0 0 0,0 0 0 0 0,1-1 0 0 0,-1 1 0 0 0,-1 0 0 0 0,-20 2 785 0 0,8 5-527 0 0,-1 0 1 0 0,1 1 0 0 0,0 0 0 0 0,1 1 0 0 0,0 1-1 0 0,0 0 1 0 0,-21 23 0 0 0,13-10-93 0 0,0 2 1 0 0,2 0-1 0 0,-18 30 1 0 0,29-41-143 0 0,1 0 0 0 0,0 0 0 0 0,-10 28 0 0 0,16-39-61 0 0,0 1 0 0 0,0-1 0 0 0,0 1 0 0 0,0 0 0 0 0,1 0 0 0 0,-1 0 0 0 0,1-1 0 0 0,0 1 0 0 0,0 0 0 0 0,0 0 0 0 0,0 0 0 0 0,1 0 0 0 0,0-1 0 0 0,0 1 0 0 0,0 0 1 0 0,0-1-1 0 0,0 1 0 0 0,1-1 0 0 0,0 1 0 0 0,0-1 0 0 0,2 5 0 0 0,-1-6-53 0 0,-1 0 1 0 0,0 0 0 0 0,1 0-1 0 0,-1 0 1 0 0,1 0 0 0 0,-1-1-1 0 0,1 1 1 0 0,0-1 0 0 0,0 0-1 0 0,0 0 1 0 0,-1 0 0 0 0,1 0-1 0 0,0 0 1 0 0,0-1 0 0 0,1 1-1 0 0,-1-1 1 0 0,0 0-1 0 0,0 0 1 0 0,0 0 0 0 0,0 0-1 0 0,0-1 1 0 0,0 1 0 0 0,0-1-1 0 0,5-1 1 0 0,1-1-148 0 0,1-1-1 0 0,-1 0 1 0 0,-1 0-1 0 0,1-1 1 0 0,-1 0 0 0 0,13-10-1 0 0,-6 2 32 0 0,0 0 0 0 0,-1-1-1 0 0,0-1 1 0 0,13-19 0 0 0,42-70-89 0 0,-13 18 622 0 0,-55 84 221 0 0,0 14-124 0 0,-1-8-391 0 0,0-1 0 0 0,1 0 0 0 0,-2 0 0 0 0,1 0 0 0 0,0 1 0 0 0,-1-1 0 0 0,1 0 0 0 0,-2 3 0 0 0,-24 63 550 0 0,14-41-777 0 0,0 2 1 0 0,3 0 0 0 0,-12 59 0 0 0,20-86-193 0 0,1 1 0 0 0,0-1 1 0 0,0 0-1 0 0,0 1 0 0 0,0-1 0 0 0,1 1 1 0 0,-1-1-1 0 0,1 0 0 0 0,0 0 0 0 0,0 1 0 0 0,3 5 1 0 0,-3-7-39 0 0,0-1 1 0 0,0 1 0 0 0,0-1-1 0 0,0 0 1 0 0,0 1 0 0 0,0-1-1 0 0,1 0 1 0 0,-1 0-1 0 0,0 0 1 0 0,1 0 0 0 0,-1 0-1 0 0,1 0 1 0 0,-1 0 0 0 0,1 0-1 0 0,0 0 1 0 0,-1-1 0 0 0,1 1-1 0 0,0-1 1 0 0,0 1 0 0 0,-1-1-1 0 0,1 0 1 0 0,0 0-1 0 0,3 0 1 0 0,9-1-5266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256 166 2128 0 0,'132'-154'13057'0'0,"-129"145"-11844"0"0,-8 7-88 0 0,-11 5-512 0 0,2 3-399 0 0,0 1 0 0 0,0 1 0 0 0,0 0-1 0 0,1 1 1 0 0,1 0 0 0 0,-1 1 0 0 0,2 0-1 0 0,-1 1 1 0 0,-18 23 0 0 0,28-31-201 0 0,0-1-1 0 0,0 1 1 0 0,0 0 0 0 0,0-1-1 0 0,0 1 1 0 0,1 0 0 0 0,-1 0 0 0 0,1 0-1 0 0,0 1 1 0 0,0-1 0 0 0,0 0-1 0 0,0 0 1 0 0,1 1 0 0 0,-1-1-1 0 0,1 0 1 0 0,0 1 0 0 0,0-1 0 0 0,0 0-1 0 0,0 1 1 0 0,1-1 0 0 0,-1 0-1 0 0,1 0 1 0 0,0 1 0 0 0,0-1 0 0 0,0 0-1 0 0,0 0 1 0 0,4 6 0 0 0,1 0-4 0 0,1 0 0 0 0,0-1 0 0 0,1 0 0 0 0,-1 0 0 0 0,2 0 0 0 0,-1-1 0 0 0,11 7 0 0 0,-7-5 216 0 0,0 1 0 0 0,0 1 0 0 0,-1 0 0 0 0,0 1 0 0 0,-1 0 0 0 0,16 23 0 0 0,-26-34-139 0 0,1 0 0 0 0,-1 0 1 0 0,0 1-1 0 0,1-1 0 0 0,-1 0 1 0 0,0 0-1 0 0,0 0 0 0 0,0 0 1 0 0,0 1-1 0 0,0-1 0 0 0,0 0 1 0 0,0 0-1 0 0,0 0 0 0 0,0 1 0 0 0,0-1 1 0 0,-1 0-1 0 0,1 0 0 0 0,0 0 1 0 0,-1 0-1 0 0,1 0 0 0 0,-2 2 1 0 0,-16 19 878 0 0,10-17-849 0 0,0 1 0 0 0,0-2 0 0 0,0 1 0 0 0,-1-1 0 0 0,0 0 0 0 0,0-1 0 0 0,0 0 0 0 0,0-1 0 0 0,0 0 0 0 0,-14 2 0 0 0,2-2-147 0 0,1-1 0 0 0,-1 0 1 0 0,-36-5-1 0 0,46 3-410 0 0,0-1-1 0 0,0-1 0 0 0,1 0 1 0 0,-1 0-1 0 0,1-1 0 0 0,0 0 0 0 0,-16-9 1 0 0,24 11 93 0 0,0 1 1 0 0,-1-1 0 0 0,1 0 0 0 0,0 0 0 0 0,0 0 0 0 0,0 0-1 0 0,0 0 1 0 0,0 0 0 0 0,1 0 0 0 0,-1-1 0 0 0,1 1-1 0 0,-1-1 1 0 0,1 1 0 0 0,-2-5 0 0 0,3 5-140 0 0,0-1 1 0 0,-1 1-1 0 0,1-1 0 0 0,0 0 1 0 0,0 1-1 0 0,1-1 0 0 0,-1 1 1 0 0,0-1-1 0 0,1 1 0 0 0,0-1 1 0 0,-1 1-1 0 0,1-1 1 0 0,0 1-1 0 0,0 0 0 0 0,1-1 1 0 0,-1 1-1 0 0,0 0 0 0 0,4-4 1 0 0,8-10-5417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88 792 0 0,'-9'-26'4127'0'0,"8"22"-3444"0"0,-1 0 0 0 0,0-1 0 0 0,1 1 0 0 0,0 0 0 0 0,0-1 0 0 0,0 1 0 0 0,1-1 0 0 0,-1 1-1 0 0,1-5 1 0 0,0 8-597 0 0,1 0-1 0 0,-1 1 1 0 0,0-1-1 0 0,0 0 1 0 0,1 1-1 0 0,-1-1 1 0 0,1 0-1 0 0,-1 1 0 0 0,1-1 1 0 0,-1 0-1 0 0,1 1 1 0 0,-1-1-1 0 0,1 1 1 0 0,-1-1-1 0 0,1 1 1 0 0,-1-1-1 0 0,1 1 1 0 0,0 0-1 0 0,-1-1 0 0 0,1 1 1 0 0,0 0-1 0 0,-1-1 1 0 0,1 1-1 0 0,0 0 1 0 0,0 0-1 0 0,-1 0 1 0 0,1-1-1 0 0,0 1 1 0 0,0 0-1 0 0,0 0 0 0 0,25 1 1232 0 0,-25-1-1237 0 0,6 2 172 0 0,0 0-1 0 0,0 0 1 0 0,0 0-1 0 0,0 1 1 0 0,-1 0-1 0 0,1 0 1 0 0,-1 1 0 0 0,0-1-1 0 0,0 1 1 0 0,0 1-1 0 0,0-1 1 0 0,-1 1-1 0 0,1 0 1 0 0,5 9-1 0 0,-2-4-83 0 0,-1 0 0 0 0,-1 0 0 0 0,0 1 0 0 0,0 1 0 0 0,-1-1 0 0 0,-1 1 0 0 0,6 16 0 0 0,-8-16-108 0 0,-1-1 1 0 0,0 0-1 0 0,-1 1 0 0 0,0-1 0 0 0,-1 0 0 0 0,0 1 0 0 0,-1-1 1 0 0,0 1-1 0 0,-1-1 0 0 0,0 0 0 0 0,-1 1 0 0 0,-4 10 0 0 0,5-14-34 0 0,-1 0-1 0 0,0 0 1 0 0,-1-1-1 0 0,0 1 1 0 0,0-1-1 0 0,-1 0 1 0 0,0 0-1 0 0,0 0 0 0 0,0-1 1 0 0,-1 0-1 0 0,0 0 1 0 0,0 0-1 0 0,-1-1 1 0 0,0 0-1 0 0,0 0 1 0 0,-13 7-1 0 0,19-11-23 0 0,0-1 0 0 0,-1 1 0 0 0,1 0 0 0 0,-1-1-1 0 0,1 0 1 0 0,0 1 0 0 0,-1-1 0 0 0,1 0 0 0 0,-1 1 0 0 0,1-1 0 0 0,-1 0 0 0 0,1 0 0 0 0,0 0-1 0 0,-1 0 1 0 0,1-1 0 0 0,-1 1 0 0 0,1 0 0 0 0,-1-1 0 0 0,1 1 0 0 0,0-1 0 0 0,-1 1 0 0 0,1-1-1 0 0,0 1 1 0 0,-1-1 0 0 0,1 0 0 0 0,0 0 0 0 0,0 0 0 0 0,0 0 0 0 0,0 0 0 0 0,0 0 0 0 0,0 0-1 0 0,0 0 1 0 0,0 0 0 0 0,0 0 0 0 0,0 0 0 0 0,0-1 0 0 0,1 1 0 0 0,-1 0 0 0 0,1-1 0 0 0,-1 1-1 0 0,0-3 1 0 0,-1-3-1 0 0,1 1-1 0 0,-1-1 0 0 0,1 0 0 0 0,1 1 0 0 0,-1-1 0 0 0,1 0 1 0 0,1-10-1 0 0,2 2-7 0 0,0-1-1 0 0,1 0 1 0 0,1 1 0 0 0,0 0 0 0 0,1 0 0 0 0,1 1 0 0 0,0-1-1 0 0,1 1 1 0 0,1 1 0 0 0,9-13 0 0 0,-7 12-13 0 0,0 1 0 0 0,1 0 0 0 0,1 0-1 0 0,0 2 1 0 0,0-1 0 0 0,1 2 0 0 0,0 0 0 0 0,32-16 0 0 0,-40 23 12 0 0,1 0 0 0 0,0 1 0 0 0,0 0 0 0 0,-1 0 0 0 0,1 0 0 0 0,0 1 0 0 0,1 0 0 0 0,-1 1 0 0 0,0-1 0 0 0,0 1 1 0 0,11 2-1 0 0,-15-2 9 0 0,0 1-1 0 0,0 0 1 0 0,0 0 0 0 0,0 0 0 0 0,-1 0 0 0 0,1 0 0 0 0,0 1 0 0 0,0-1 0 0 0,-1 1 0 0 0,1 0 0 0 0,-1 0 0 0 0,1 0 0 0 0,-1 0 0 0 0,0 0 0 0 0,0 0 0 0 0,0 1-1 0 0,0-1 1 0 0,0 1 0 0 0,-1-1 0 0 0,1 1 0 0 0,-1 0 0 0 0,1 0 0 0 0,-1-1 0 0 0,0 1 0 0 0,0 0 0 0 0,0 0 0 0 0,-1 0 0 0 0,1 5 0 0 0,0 2 7 0 0,0 0 1 0 0,-1-1-1 0 0,0 1 1 0 0,0 0-1 0 0,-1 0 1 0 0,-1-1-1 0 0,-4 16 1 0 0,-27 67 169 0 0,23-67-551 0 0,0 1 1 0 0,-5 26-1 0 0,14-49 92 0 0,0 1-1 0 0,1-1 1 0 0,-1 0-1 0 0,1 0 0 0 0,0 0 1 0 0,0 1-1 0 0,0-1 1 0 0,0 0-1 0 0,1 0 1 0 0,-1 0-1 0 0,1 0 1 0 0,0 1-1 0 0,0-1 1 0 0,2 4-1 0 0,-2-6-52 0 0,0 1 1 0 0,0-1-1 0 0,0 0 0 0 0,1 0 1 0 0,-1 0-1 0 0,0 1 0 0 0,1-1 1 0 0,-1-1-1 0 0,1 1 0 0 0,-1 0 1 0 0,1 0-1 0 0,-1-1 0 0 0,1 1 0 0 0,0 0 1 0 0,-1-1-1 0 0,1 0 0 0 0,0 1 1 0 0,-1-1-1 0 0,1 0 0 0 0,0 0 1 0 0,-1 0-1 0 0,1 0 0 0 0,0 0 1 0 0,-1 0-1 0 0,1-1 0 0 0,0 1 1 0 0,0 0-1 0 0,2-2 0 0 0,14-5-4369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42 234 828 0 0,'12'-18'2614'0'0,"-1"0"0"0"0,-1 0-1 0 0,0-1 1 0 0,-2 0 0 0 0,12-38 0 0 0,-20 55-1195 0 0,-1 2-1327 0 0,0 0-1 0 0,0 0 0 0 0,0 0 1 0 0,0 0-1 0 0,0 1 1 0 0,-1-1-1 0 0,1 0 0 0 0,0 1 1 0 0,0-1-1 0 0,0 0 0 0 0,0 1 1 0 0,0-1-1 0 0,0 1 1 0 0,0 0-1 0 0,0-1 0 0 0,0 1 1 0 0,1 0-1 0 0,-3 1 0 0 0,-9 12 533 0 0,1 1 0 0 0,0 1 0 0 0,0 0 0 0 0,-10 22 0 0 0,17-29-534 0 0,0 0-1 0 0,0 0 0 0 0,1 1 1 0 0,0-1-1 0 0,1 1 0 0 0,0 0 1 0 0,1 0-1 0 0,-1 0 0 0 0,2 0 1 0 0,0 10-1 0 0,0-15-68 0 0,1 0 0 0 0,-1-1 0 0 0,1 1 0 0 0,1-1 0 0 0,-1 1 1 0 0,1-1-1 0 0,-1 1 0 0 0,1-1 0 0 0,0 0 0 0 0,1 0 0 0 0,-1 0 0 0 0,1 0 0 0 0,0 0 0 0 0,0 0 0 0 0,0-1 1 0 0,7 7-1 0 0,-5-7-4 0 0,0 1 0 0 0,1-1 0 0 0,-1 0 1 0 0,1-1-1 0 0,0 1 0 0 0,-1-1 0 0 0,1 0 1 0 0,1 0-1 0 0,-1-1 0 0 0,0 0 0 0 0,9 1 1 0 0,-3-1 11 0 0,0-1 0 0 0,0-1 0 0 0,0 0 1 0 0,0 0-1 0 0,0-1 0 0 0,0-1 0 0 0,-1 0 1 0 0,1 0-1 0 0,-1-1 0 0 0,0-1 0 0 0,0 0 1 0 0,19-12-1 0 0,-21 10-20 0 0,0-1 1 0 0,-1 0-1 0 0,1-1 0 0 0,-2 0 1 0 0,1 0-1 0 0,-1-1 0 0 0,-1 0 1 0 0,0 0-1 0 0,0-1 0 0 0,-1 1 1 0 0,0-1-1 0 0,-1 0 0 0 0,0-1 1 0 0,-1 1-1 0 0,-1-1 1 0 0,3-14-1 0 0,-4 18-12 0 0,-1 0-1 0 0,0 0 1 0 0,0 0-1 0 0,0 0 1 0 0,-1 0 0 0 0,0 0-1 0 0,-1 0 1 0 0,0 0 0 0 0,0 1-1 0 0,-7-16 1 0 0,7 18-1 0 0,-2-1 0 0 0,1 1-1 0 0,-1 0 1 0 0,1 0 0 0 0,-1 0 0 0 0,-1 1 0 0 0,1-1-1 0 0,-1 1 1 0 0,0 0 0 0 0,0 0 0 0 0,0 1-1 0 0,0 0 1 0 0,0-1 0 0 0,-1 2 0 0 0,-8-4 0 0 0,6 3-150 0 0,-1 0 0 0 0,0 1 0 0 0,0 0 1 0 0,1 1-1 0 0,-1 0 0 0 0,0 1 0 0 0,0-1 1 0 0,0 2-1 0 0,0-1 0 0 0,0 1 0 0 0,0 0 1 0 0,-16 5-1 0 0,18-3-388 0 0,1-1 1 0 0,-1 1 0 0 0,0 0-1 0 0,1 0 1 0 0,0 1-1 0 0,0 0 1 0 0,-7 5-1 0 0,9-5-351 0 0,0 0-1 0 0,0-1 1 0 0,0 1-1 0 0,1 1 1 0 0,0-1-1 0 0,0 1 0 0 0,0-1 1 0 0,0 1-1 0 0,1 0 1 0 0,-3 6-1 0 0,2-2-5312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6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385 161 2784 0 0,'12'-11'1887'0'0,"0"-1"0"0"0,-1 0 0 0 0,0 0 0 0 0,-1-1 0 0 0,0-1 0 0 0,-1 0 0 0 0,14-29 0 0 0,-23 42-1819 0 0,1 0 0 0 0,-1 0 1 0 0,1 0-1 0 0,-1 0 0 0 0,0 1 1 0 0,0-1-1 0 0,1 0 0 0 0,-1 0 1 0 0,0 0-1 0 0,0 0 1 0 0,0 0-1 0 0,0 0 0 0 0,0 0 1 0 0,0 0-1 0 0,0 0 0 0 0,0 0 1 0 0,-1 0-1 0 0,1 0 0 0 0,0 1 1 0 0,-1-1-1 0 0,1 0 0 0 0,0 0 1 0 0,-1 0-1 0 0,1 0 1 0 0,-1 0-1 0 0,0 0-34 0 0,-1 0 1 0 0,1 1 0 0 0,0-1-1 0 0,0 1 1 0 0,0-1-1 0 0,0 1 1 0 0,0-1 0 0 0,-1 1-1 0 0,1 0 1 0 0,0-1-1 0 0,0 1 1 0 0,-1 0-1 0 0,1 0 1 0 0,0 0 0 0 0,0 0-1 0 0,-2 0 1 0 0,-5 1 14 0 0,0 1 0 0 0,1 0 0 0 0,-1 0 0 0 0,-13 5 0 0 0,-4 4 20 0 0,1 1 0 0 0,0 1 0 0 0,-27 20 0 0 0,39-24-60 0 0,1 0 0 0 0,0 0-1 0 0,1 1 1 0 0,0 0 0 0 0,0 1-1 0 0,1 1 1 0 0,-14 22 0 0 0,20-29-8 0 0,1-1 0 0 0,0 1 0 0 0,1 0 0 0 0,-1 0 1 0 0,1 0-1 0 0,0 0 0 0 0,0 0 0 0 0,0 0 0 0 0,1 0 0 0 0,0 0 0 0 0,0 0 1 0 0,0 0-1 0 0,0 0 0 0 0,1 0 0 0 0,0 0 0 0 0,0 0 0 0 0,0 0 0 0 0,1 0 1 0 0,0-1-1 0 0,0 1 0 0 0,2 5 0 0 0,7 8-14 0 0,0 0-1 0 0,1-1 1 0 0,27 30-1 0 0,0 1-13 0 0,-37-45-3 0 0,5 5 77 0 0,-2 0 1 0 0,1 0 0 0 0,-1 1 0 0 0,0 0-1 0 0,7 19 1 0 0,-12-26 20 0 0,1 0-1 0 0,-1 0 1 0 0,0 0-1 0 0,1 0 1 0 0,-1 0-1 0 0,0 0 1 0 0,0 0-1 0 0,0 0 1 0 0,-1 0-1 0 0,1 0 1 0 0,0 0-1 0 0,-1 0 1 0 0,1 0-1 0 0,-1 0 1 0 0,0 0-1 0 0,0 0 1 0 0,0 0-1 0 0,0 0 1 0 0,0 0-1 0 0,0-1 1 0 0,0 1-1 0 0,0 0 1 0 0,-1-1-1 0 0,1 1 1 0 0,-1-1-1 0 0,1 1 1 0 0,-1-1-1 0 0,1 0 1 0 0,-1 0-1 0 0,0 0 1 0 0,0 0-1 0 0,0 0 1 0 0,0 0-1 0 0,0 0 1 0 0,0-1-1 0 0,-2 2 0 0 0,-7 1 46 0 0,-1 1-1 0 0,0-1 0 0 0,0-1 0 0 0,0 0 0 0 0,0-1 0 0 0,0 0 1 0 0,-23-2-1 0 0,-87-15 766 0 0,107 13-861 0 0,12 3-231 0 0,-1-1-1 0 0,1 1 0 0 0,-1-1 0 0 0,1 0 1 0 0,-1 0-1 0 0,1 0 0 0 0,0 0 0 0 0,-1-1 1 0 0,1 0-1 0 0,0 1 0 0 0,0-1 1 0 0,0 0-1 0 0,-4-3 0 0 0,7 4 91 0 0,0 0 0 0 0,0 1-1 0 0,0-1 1 0 0,0 1 0 0 0,0-1 0 0 0,0 0-1 0 0,0 1 1 0 0,0-1 0 0 0,0 1-1 0 0,0-1 1 0 0,0 0 0 0 0,1 1 0 0 0,-1-1-1 0 0,0 1 1 0 0,0-1 0 0 0,0 1 0 0 0,1-1-1 0 0,-1 1 1 0 0,0-1 0 0 0,1 1 0 0 0,-1-1-1 0 0,0 1 1 0 0,1-1 0 0 0,-1 1 0 0 0,1-1-1 0 0,-1 1 1 0 0,1 0 0 0 0,-1-1 0 0 0,1 1-1 0 0,15-13-2280 0 0,-15 13 2210 0 0,33-24-6793 0 0,-13 11 388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48 557 964 0 0,'17'-18'3220'0'0,"-9"11"-1287"0"0,-1-1 0 0 0,-1 1 0 0 0,0-1 1 0 0,9-15 1938 0 0,-16 28-3390 0 0,0 0 1 0 0,-1 0 0 0 0,1 0-1 0 0,-1 0 1 0 0,-1-1 0 0 0,1 1-1 0 0,0-1 1 0 0,-5 6-1 0 0,-4 8 245 0 0,-8 23 353 0 0,-19 57 0 0 0,34-85-1020 0 0,0-1 1 0 0,1 1-1 0 0,1 0 0 0 0,0 0 1 0 0,1 0-1 0 0,0 0 0 0 0,1 0 1 0 0,0 0-1 0 0,4 18 0 0 0,-4-26-56 0 0,1-1 0 0 0,1 0 0 0 0,-1 0 1 0 0,1 0-1 0 0,0 0 0 0 0,0 0 0 0 0,0 0 0 0 0,0 0 0 0 0,1-1 0 0 0,-1 1 0 0 0,1-1 0 0 0,0 1 1 0 0,0-1-1 0 0,0 0 0 0 0,0 0 0 0 0,1-1 0 0 0,-1 1 0 0 0,7 3 0 0 0,-7-5-49 0 0,0 0 1 0 0,0 0-1 0 0,0 0 0 0 0,0 0 0 0 0,0-1 0 0 0,0 1 0 0 0,0-1 1 0 0,0 0-1 0 0,0 1 0 0 0,0-2 0 0 0,1 1 0 0 0,-1 0 1 0 0,0-1-1 0 0,0 1 0 0 0,0-1 0 0 0,0 0 0 0 0,0 0 1 0 0,0 0-1 0 0,0 0 0 0 0,0-1 0 0 0,-1 1 0 0 0,1-1 0 0 0,0 1 1 0 0,-1-1-1 0 0,1 0 0 0 0,-1 0 0 0 0,3-3 0 0 0,1-2-41 0 0,1-1-1 0 0,-1 0 1 0 0,0-1-1 0 0,-1 1 1 0 0,0-1-1 0 0,0 0 1 0 0,-1 0-1 0 0,0-1 0 0 0,-1 1 1 0 0,0-1-1 0 0,0 0 1 0 0,2-19-1 0 0,-2 0 5 0 0,0 1 0 0 0,-3-1 0 0 0,-3-39 0 0 0,2 50 42 0 0,-2 0 0 0 0,0 0 0 0 0,-9-25 0 0 0,11 37 30 0 0,-1 0 1 0 0,0 0-1 0 0,-1 1 0 0 0,1 0 1 0 0,-1-1-1 0 0,-1 1 0 0 0,1 0 0 0 0,0 0 1 0 0,-1 0-1 0 0,0 1 0 0 0,0-1 1 0 0,-1 1-1 0 0,1 0 0 0 0,-7-4 1 0 0,9 7 3 0 0,0 0 0 0 0,-1 0 1 0 0,1 0-1 0 0,0 0 0 0 0,-1 0 1 0 0,1 0-1 0 0,-1 1 0 0 0,1-1 1 0 0,-1 1-1 0 0,1-1 0 0 0,-1 1 1 0 0,1 0-1 0 0,-1 0 0 0 0,1 0 1 0 0,-1 1-1 0 0,1-1 0 0 0,-1 1 1 0 0,-3 0-1 0 0,2 1 1 0 0,1-1-1 0 0,0 1 1 0 0,0 0 0 0 0,0 0-1 0 0,0 0 1 0 0,0 1-1 0 0,0-1 1 0 0,0 1 0 0 0,1-1-1 0 0,-1 1 1 0 0,-3 5 0 0 0,3-3 5 0 0,0 0 0 0 0,0 1 0 0 0,0-1-1 0 0,0 0 1 0 0,1 1 0 0 0,0 0 0 0 0,0-1 0 0 0,1 1 0 0 0,0 0 0 0 0,0 0 0 0 0,0 0 0 0 0,1 0 0 0 0,-1 0 0 0 0,1 0 0 0 0,2 10 0 0 0,-1-11 3 0 0,1 0 0 0 0,-1 0 0 0 0,1 0 0 0 0,1 0 0 0 0,-1 0 0 0 0,1 0 0 0 0,-1-1 0 0 0,1 1 0 0 0,1-1 0 0 0,-1 1 0 0 0,1-1 0 0 0,-1 0 0 0 0,10 6 0 0 0,-7-5-54 0 0,2-1-1 0 0,-1 1 1 0 0,0-2 0 0 0,1 1 0 0 0,0-1 0 0 0,-1 0-1 0 0,1 0 1 0 0,12 1 0 0 0,0-1-169 0 0,0-1 0 0 0,0-1 1 0 0,1 0-1 0 0,-1-2 0 0 0,0 0 0 0 0,36-8 0 0 0,-35 4 105 0 0,0-1 0 0 0,-1-1 0 0 0,1 0-1 0 0,-1-2 1 0 0,-1 0 0 0 0,0-2 0 0 0,0 0 0 0 0,-1-1-1 0 0,0 0 1 0 0,-1-2 0 0 0,-1 0 0 0 0,0-1-1 0 0,22-27 1 0 0,-13 9 106 0 0,-1-1 0 0 0,-1-1 0 0 0,-3-1 1 0 0,0-1-1 0 0,-3-1 0 0 0,16-47 0 0 0,5-41 1606 0 0,-26 81-636 0 0,-11 44-947 0 0,-1 1 1 0 0,0 0-1 0 0,0 0 0 0 0,0-1 0 0 0,1 1 0 0 0,-1 0 1 0 0,0-1-1 0 0,0 1 0 0 0,0 0 0 0 0,0 0 1 0 0,0-1-1 0 0,0 1 0 0 0,0 0 0 0 0,0-1 0 0 0,0 1 1 0 0,0 0-1 0 0,0-1 0 0 0,0 1 0 0 0,0 0 1 0 0,0-1-1 0 0,0 1 0 0 0,0 0 0 0 0,0 0 0 0 0,0-1 1 0 0,0 1-1 0 0,0 0 0 0 0,0-1 0 0 0,0 1 1 0 0,-1 0-1 0 0,1-1 0 0 0,0 1 0 0 0,0 0 0 0 0,0 0 1 0 0,-1 0-1 0 0,1-1 0 0 0,-10 8 273 0 0,-12 18 266 0 0,4 8-110 0 0,1 1-1 0 0,1 0 1 0 0,-17 61-1 0 0,15-31-89 0 0,-11 83-1 0 0,24-117-305 0 0,2 1 1 0 0,1 0-1 0 0,1 0 0 0 0,2 0 0 0 0,1 0 1 0 0,6 33-1 0 0,-6-56-102 0 0,0 1 0 0 0,1-1 1 0 0,0 0-1 0 0,0 0 0 0 0,1-1 0 0 0,0 1 1 0 0,0-1-1 0 0,1 1 0 0 0,-1-1 0 0 0,2-1 1 0 0,-1 1-1 0 0,1-1 0 0 0,0 0 0 0 0,0 0 0 0 0,1-1 1 0 0,8 7-1 0 0,-9-9-119 0 0,0 0 1 0 0,-1 0-1 0 0,1 0 1 0 0,0-1 0 0 0,0 0-1 0 0,0 0 1 0 0,1-1-1 0 0,-1 1 1 0 0,0-1-1 0 0,1-1 1 0 0,-1 1-1 0 0,0-1 1 0 0,1 0-1 0 0,-1 0 1 0 0,1-1-1 0 0,-1 0 1 0 0,0 0-1 0 0,1-1 1 0 0,-1 1-1 0 0,0-1 1 0 0,0-1-1 0 0,7-3 1 0 0,-3 0 34 0 0,1-1 1 0 0,-1 0 0 0 0,0 0-1 0 0,0-1 1 0 0,-1-1 0 0 0,0 0-1 0 0,0 0 1 0 0,-1 0-1 0 0,0-1 1 0 0,9-16 0 0 0,4-12 825 0 0,28-67 0 0 0,-38 79 155 0 0,-5 13-20 0 0,-1 0-1 0 0,7-25 1 0 0,-12 36-562 0 0,-11 26 86 0 0,3-5-256 0 0,0 1-1 0 0,2-1 1 0 0,-9 40-1 0 0,14-50-85 0 0,-1 0-1 0 0,1 1 1 0 0,1-1-1 0 0,0 1 1 0 0,0-1-1 0 0,1 1 0 0 0,0-1 1 0 0,0 0-1 0 0,1 1 1 0 0,6 16-1 0 0,-6-22-57 0 0,0 0 0 0 0,0-1 0 0 0,0 1 0 0 0,1-1 0 0 0,-1 0 0 0 0,1 0 0 0 0,0 0 0 0 0,0 0 0 0 0,0 0 0 0 0,0 0 0 0 0,1-1 0 0 0,-1 1 0 0 0,1-1 0 0 0,-1 0-1 0 0,1 0 1 0 0,0-1 0 0 0,0 1 0 0 0,-1-1 0 0 0,1 0 0 0 0,1 0 0 0 0,-1 0 0 0 0,0 0 0 0 0,0-1 0 0 0,0 1 0 0 0,7-1 0 0 0,-2-1-258 0 0,1 1 0 0 0,0-2 0 0 0,-1 1 0 0 0,1-1 0 0 0,-1 0 1 0 0,1-1-1 0 0,-1 0 0 0 0,0-1 0 0 0,17-9 0 0 0,-10 2 102 0 0,0-1 0 0 0,0 0-1 0 0,-1-1 1 0 0,0-1 0 0 0,-1 0 0 0 0,-1-1-1 0 0,-1-1 1 0 0,12-18 0 0 0,11-22 1067 0 0,29-65 0 0 0,-52 101 136 0 0,-12 30 702 0 0,-15 40 1194 0 0,13-42-2749 0 0,-14 42 1098 0 0,3-12-730 0 0,2 0-1 0 0,-11 74 1 0 0,21-109-578 0 0,1-1-1 0 0,-1 1 1 0 0,1 0-1 0 0,0 0 1 0 0,0-1-1 0 0,0 1 1 0 0,0 0-1 0 0,1 0 1 0 0,-1-1-1 0 0,1 1 1 0 0,0 0-1 0 0,0-1 1 0 0,0 1-1 0 0,0-1 1 0 0,0 1-1 0 0,0-1 1 0 0,0 1-1 0 0,1-1 1 0 0,0 0-1 0 0,-1 0 1 0 0,1 0-1 0 0,0 0 1 0 0,0 0 0 0 0,0 0-1 0 0,0 0 1 0 0,0 0-1 0 0,1-1 1 0 0,-1 1-1 0 0,0-1 1 0 0,1 0-1 0 0,-1 0 1 0 0,1 0-1 0 0,-1 0 1 0 0,1 0-1 0 0,0 0 1 0 0,-1-1-1 0 0,6 1 1 0 0,0 0-593 0 0,1-1 1 0 0,0 0-1 0 0,-1 0 0 0 0,1-1 1 0 0,0 0-1 0 0,-1-1 1 0 0,1 0-1 0 0,-1 0 0 0 0,0-1 1 0 0,16-7-1 0 0,-11 3-976 0 0,0 0 1 0 0,0-1-1 0 0,0-1 0 0 0,20-18 0 0 0,-2-4-4409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157 277 628 0 0,'40'-275'17376'0'0,"-40"273"-16080"0"0,0 6-984 0 0,0 0-1 0 0,-1 0 0 0 0,1 0 0 0 0,-1 0 1 0 0,0 0-1 0 0,-2 4 0 0 0,-2 12 407 0 0,-45 257 4277 0 0,-46 135-2937 0 0,87-375-1923 0 0,2-9-141 0 0,-12 58-1068 0 0,17-75 321 0 0,0 1-1 0 0,2 0 1 0 0,-1-1 0 0 0,1 1-1 0 0,3 15 1 0 0,-3-24 342 0 0,1 0 0 0 0,0 0 0 0 0,-1 0 1 0 0,2-1-1 0 0,-1 1 0 0 0,0 0 0 0 0,0 0 1 0 0,1-1-1 0 0,-1 1 0 0 0,1 0 0 0 0,0-1 0 0 0,0 0 1 0 0,0 1-1 0 0,0-1 0 0 0,0 0 0 0 0,1 0 1 0 0,-1 0-1 0 0,1-1 0 0 0,-1 1 0 0 0,1 0 0 0 0,-1-1 1 0 0,1 0-1 0 0,0 1 0 0 0,0-1 0 0 0,0 0 0 0 0,0-1 1 0 0,0 1-1 0 0,0 0 0 0 0,0-1 0 0 0,0 0 1 0 0,0 1-1 0 0,0-1 0 0 0,0-1 0 0 0,0 1 0 0 0,0 0 1 0 0,0-1-1 0 0,0 1 0 0 0,0-1 0 0 0,0 0 0 0 0,0 0 1 0 0,4-2-1 0 0,10-5-3717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3888 0 0,'171'-258'13890'0'0,"-146"216"-9576"0"0,-24 42-4222 0 0,-1 1 0 0 0,1-1 0 0 0,-1 0 0 0 0,1 0 0 0 0,-1 1-1 0 0,1-1 1 0 0,-1 0 0 0 0,0 0 0 0 0,1 1 0 0 0,-1-1 0 0 0,0 1 0 0 0,1-1 0 0 0,-1 0 0 0 0,0 1 0 0 0,1-1-1 0 0,-1 1 1 0 0,0-1 0 0 0,0 0 0 0 0,1 1 0 0 0,-1-1 0 0 0,0 1 0 0 0,0-1 0 0 0,0 1 0 0 0,0 0 0 0 0,-10 46 1562 0 0,-20 49 0 0 0,18-62-2178 0 0,1 1 0 0 0,2 0 1 0 0,-8 64-1 0 0,17-97 159 0 0,0 1 0 0 0,0-1 1 0 0,0 1-1 0 0,1-1 0 0 0,-1 1 0 0 0,0-1 1 0 0,1 1-1 0 0,0-1 0 0 0,0 1 0 0 0,-1-1 1 0 0,1 0-1 0 0,1 1 0 0 0,-1-1 0 0 0,0 0 0 0 0,0 0 1 0 0,1 0-1 0 0,2 3 0 0 0,-3-4-293 0 0,0 0 1 0 0,1 0-1 0 0,0 1 0 0 0,-1-1 0 0 0,1 0 0 0 0,-1 0 1 0 0,1 0-1 0 0,0-1 0 0 0,0 1 0 0 0,0 0 1 0 0,-1-1-1 0 0,1 1 0 0 0,3 0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7 213 60 0 0,'16'-41'6853'0'0,"-9"23"-965"0"0,17-34 1521 0 0,-25 71-6278 0 0,-1 0 0 0 0,-1-1 0 0 0,-1 1 0 0 0,-7 19 0 0 0,-5 25-391 0 0,15-59-702 0 0,-1 8 73 0 0,0 1-1 0 0,0-1 1 0 0,1 1-1 0 0,1 16 1 0 0,0-27-98 0 0,0 1 0 0 0,0 0 0 0 0,1 0 0 0 0,-1-1 0 0 0,1 1 0 0 0,0 0 0 0 0,0-1 0 0 0,0 1 0 0 0,0-1 0 0 0,0 1 0 0 0,0-1 0 0 0,1 0 0 0 0,-1 1 0 0 0,1-1 0 0 0,-1 0 0 0 0,1 0 1 0 0,0 0-1 0 0,0 0 0 0 0,0 0 0 0 0,0-1 0 0 0,1 1 0 0 0,-1 0 0 0 0,0-1 0 0 0,1 0 0 0 0,-1 1 0 0 0,3 0 0 0 0,3 0-9 0 0,0 0 0 0 0,-1 0 1 0 0,1 0-1 0 0,0-1 0 0 0,0 0 0 0 0,0-1 0 0 0,1 0 1 0 0,-1 0-1 0 0,0 0 0 0 0,0-1 0 0 0,0-1 1 0 0,15-4-1 0 0,-12 3-29 0 0,-1-2 0 0 0,0 1-1 0 0,0-1 1 0 0,0-1 0 0 0,-1 0 0 0 0,0 0 0 0 0,0-1-1 0 0,15-14 1 0 0,-14 11-4 0 0,-1 0-1 0 0,-1 0 0 0 0,0-1 1 0 0,0 0-1 0 0,-1 0 1 0 0,-1-1-1 0 0,1 0 0 0 0,-2 0 1 0 0,0 0-1 0 0,0-1 1 0 0,-1 1-1 0 0,-1-1 1 0 0,0 0-1 0 0,-1-1 0 0 0,0 1 1 0 0,-1-19-1 0 0,-1 27 14 0 0,0-1-1 0 0,-1 0 1 0 0,0 0-1 0 0,-1 0 1 0 0,1 1-1 0 0,-1-1 1 0 0,0 1-1 0 0,-1-1 1 0 0,1 1-1 0 0,-1 0 1 0 0,0 0-1 0 0,0 0 1 0 0,0 0-1 0 0,-1 0 1 0 0,0 1-1 0 0,0 0 1 0 0,0-1-1 0 0,0 2 1 0 0,-1-1-1 0 0,0 0 1 0 0,0 1-1 0 0,0 0 1 0 0,0 0-1 0 0,-7-3 1 0 0,4 3 15 0 0,0 0-1 0 0,-1 0 1 0 0,0 1-1 0 0,0 0 1 0 0,1 0-1 0 0,-1 1 1 0 0,0 1-1 0 0,0-1 1 0 0,0 1-1 0 0,0 1 1 0 0,0 0 0 0 0,0 0-1 0 0,0 0 1 0 0,0 1-1 0 0,-9 4 1 0 0,7-2-66 0 0,1 1 0 0 0,0 0 0 0 0,0 0 0 0 0,0 1 0 0 0,0 0 1 0 0,-15 15-1 0 0,21-18-324 0 0,0 1 1 0 0,0-1 0 0 0,1 1-1 0 0,-1 0 1 0 0,1 1 0 0 0,0-1 0 0 0,0 1-1 0 0,1-1 1 0 0,-1 1 0 0 0,1 0-1 0 0,0 0 1 0 0,1 0 0 0 0,-1 0-1 0 0,1 0 1 0 0,0 0 0 0 0,-1 10-1 0 0,2-12-94 0 0,1-1-1 0 0,-1 1 0 0 0,1-1 0 0 0,0 1 0 0 0,-1-1 1 0 0,1 1-1 0 0,0-1 0 0 0,1 0 0 0 0,-1 0 1 0 0,0 1-1 0 0,1-1 0 0 0,-1 0 0 0 0,1 0 0 0 0,0 0 1 0 0,-1-1-1 0 0,1 1 0 0 0,0 0 0 0 0,0-1 0 0 0,0 1 1 0 0,5 1-1 0 0,9 8-6243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84 0 0,'18'-22'3926'0'0,"37"-45"7477"0"0,-54 67-11294 0 0,-1-1 0 0 0,1 1 0 0 0,-1-1 0 0 0,1 1 0 0 0,-1-1 0 0 0,1 1 0 0 0,-1-1 0 0 0,1 1 0 0 0,-1 0 0 0 0,1-1 0 0 0,-1 1-1 0 0,1 0 1 0 0,0-1 0 0 0,-1 1 0 0 0,1 0 0 0 0,0 0 0 0 0,-1-1 0 0 0,1 1 0 0 0,0 0 0 0 0,-1 0 0 0 0,1 0 0 0 0,0 0 0 0 0,0 0 0 0 0,-1 0 0 0 0,1 0 0 0 0,0 0 0 0 0,-1 0 0 0 0,2 1 0 0 0,-1 0 28 0 0,0-1-1 0 0,0 1 0 0 0,0 0 1 0 0,-1 0-1 0 0,1 0 1 0 0,0 0-1 0 0,0 0 1 0 0,-1 0-1 0 0,1 0 1 0 0,0 0-1 0 0,-1 0 1 0 0,1 0-1 0 0,-1 0 1 0 0,1 2-1 0 0,1 5 443 0 0,0-1 1 0 0,-1 0-1 0 0,1 14 0 0 0,-2-4-34 0 0,0 1-1 0 0,-1-1 1 0 0,-2 1-1 0 0,1-1 1 0 0,-7 19-1 0 0,-15 42 317 0 0,12-40-508 0 0,9-27-176 0 0,-1 0 1 0 0,0-1-1 0 0,-11 20 1 0 0,14-29-49 0 0,1-1-128 0 0,-1 0-1 0 0,1 0 1 0 0,0 0 0 0 0,-1 0 0 0 0,1 0 0 0 0,-1 0 0 0 0,1-1 0 0 0,0 1 0 0 0,-1 0 0 0 0,1 0 0 0 0,0 0 0 0 0,0-1 0 0 0,-1 1 0 0 0,1 0 0 0 0,0 0 0 0 0,-1-1 0 0 0,1 1 0 0 0,0 0 0 0 0,0-1 0 0 0,0 1 0 0 0,-1 0 0 0 0,1-1 0 0 0,0 1 0 0 0,0 0-1 0 0,0-1 1 0 0,0 1 0 0 0,0 0 0 0 0,-1-1 0 0 0,1 1 0 0 0,0-1 0 0 0,0 1 0 0 0,0 0 0 0 0,0-1 0 0 0,0 1 0 0 0,0 0 0 0 0,0-1 0 0 0,0 1 0 0 0,1-1 0 0 0,-1 1 0 0 0,0 0 0 0 0,0-1 0 0 0,0 1 0 0 0,1-1 0 0 0,6-20 0 0 0,-6 17 0 0 0,11-23-24 0 0,0 0 0 0 0,2 0-1 0 0,1 2 1 0 0,2 0 0 0 0,0 0-1 0 0,22-23 1 0 0,-25 32-12 0 0,1 1 0 0 0,0 1-1 0 0,1 0 1 0 0,1 1 0 0 0,0 1 0 0 0,0 0 0 0 0,1 2-1 0 0,1 0 1 0 0,28-11 0 0 0,-37 18 4 0 0,-1 0 1 0 0,0 1-1 0 0,1 0 0 0 0,0 1 1 0 0,-1 0-1 0 0,1 1 1 0 0,0 0-1 0 0,-1 0 0 0 0,1 1 1 0 0,18 3-1 0 0,-25-3 66 0 0,0 0 0 0 0,0 0 1 0 0,0 0-1 0 0,0 0 0 0 0,0 0 0 0 0,0 1 0 0 0,-1-1 0 0 0,1 1 0 0 0,0 0 0 0 0,-1 0 0 0 0,1 0 0 0 0,-1 0 0 0 0,0 0 0 0 0,1 1 1 0 0,-1-1-1 0 0,0 1 0 0 0,-1-1 0 0 0,1 1 0 0 0,0 0 0 0 0,-1 0 0 0 0,1 0 0 0 0,-1-1 0 0 0,0 2 0 0 0,0-1 0 0 0,0 0 0 0 0,0 0 0 0 0,-1 0 1 0 0,1 0-1 0 0,-1 0 0 0 0,0 1 0 0 0,0-1 0 0 0,0 0 0 0 0,0 0 0 0 0,-1 0 0 0 0,1 0 0 0 0,-2 5 0 0 0,-4 15 487 0 0,-1-1 1 0 0,0 1-1 0 0,-2-1 0 0 0,-1-1 0 0 0,-14 23 0 0 0,9-15-80 0 0,-22 56-1 0 0,37-84-449 0 0,-1 0-1 0 0,0 1 1 0 0,1-1 0 0 0,-1 0 0 0 0,1 1-1 0 0,0-1 1 0 0,-1 1 0 0 0,1-1-1 0 0,0 1 1 0 0,0-1 0 0 0,0 1 0 0 0,0-1-1 0 0,0 1 1 0 0,0-1 0 0 0,1 1-1 0 0,-1-1 1 0 0,0 1 0 0 0,1-1 0 0 0,-1 0-1 0 0,1 1 1 0 0,-1-1 0 0 0,1 1 0 0 0,0-1-1 0 0,0 0 1 0 0,0 0 0 0 0,-1 1-1 0 0,1-1 1 0 0,0 0 0 0 0,0 0 0 0 0,1 0-1 0 0,-1 0 1 0 0,0 0 0 0 0,0 0-1 0 0,0-1 1 0 0,1 1 0 0 0,-1 0 0 0 0,0 0-1 0 0,1-1 1 0 0,-1 1 0 0 0,1-1-1 0 0,-1 0 1 0 0,3 1 0 0 0,2 0-288 0 0,1 0 1 0 0,0 0-1 0 0,-1-1 1 0 0,1 0-1 0 0,12-1 1 0 0,-18 1 180 0 0,10-2-699 0 0,0 0 1 0 0,0-1-1 0 0,0 0 0 0 0,0-1 1 0 0,0 0-1 0 0,-1 0 1 0 0,17-11-1 0 0,-12 6-1491 0 0,1-2-1 0 0,-1 0 1 0 0,23-23 0 0 0,-21 14-2648 0 0,0-2-2479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78 2212 0 0,'-154'-47'12960'0'0,"68"20"-6879"0"0,84 26-5824 0 0,-2-2 1049 0 0,-3 3-4647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2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3304 0 0,'-59'7'4243'0'0,"23"-4"516"0"0,-43 10 1 0 0,79-13-4685 0 0,0 0 0 0 0,-1 0 0 0 0,1 0 1 0 0,0 0-1 0 0,-1 0 0 0 0,1 1 1 0 0,0-1-1 0 0,-1 0 0 0 0,1 0 0 0 0,0 0 1 0 0,-1 0-1 0 0,1 0 0 0 0,0 0 0 0 0,-1 0 1 0 0,1 1-1 0 0,0-1 0 0 0,-1 0 1 0 0,1 0-1 0 0,0 1 0 0 0,0-1 0 0 0,-1 0 1 0 0,1 0-1 0 0,0 1 0 0 0,0-1 1 0 0,0 0-1 0 0,-1 0 0 0 0,1 1 0 0 0,0 0 1 0 0,8 4 521 0 0,21 1-253 0 0,285 21-1479 0 0,-104-21-8239 0 0,-141-4 2097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303 120 696 0 0,'1'-20'4452'0'0,"-1"15"-3411"0"0,0-1 0 0 0,0 0 1 0 0,0 1-1 0 0,-1-1 1 0 0,-1-8-1 0 0,1 11-858 0 0,0 1-1 0 0,0-1 1 0 0,-1 0 0 0 0,1 1-1 0 0,-1-1 1 0 0,0 0-1 0 0,0 1 1 0 0,1 0 0 0 0,-1-1-1 0 0,-1 1 1 0 0,1 0-1 0 0,0 0 1 0 0,-5-2 0 0 0,4 1-99 0 0,-1 0 1 0 0,1 1 0 0 0,-1 0 0 0 0,0 0 0 0 0,0 0 0 0 0,0 0-1 0 0,0 1 1 0 0,-1 0 0 0 0,1 0 0 0 0,0 0 0 0 0,-1 0 0 0 0,1 0-1 0 0,0 1 1 0 0,-1 0 0 0 0,1 0 0 0 0,-9 1 0 0 0,7 1-55 0 0,-1 0 0 0 0,1 0 1 0 0,0 0-1 0 0,0 1 1 0 0,0 0-1 0 0,0 0 0 0 0,0 0 1 0 0,1 1-1 0 0,-1 0 0 0 0,-6 5 1 0 0,0 3-43 0 0,0 1 1 0 0,1 0-1 0 0,0 1 1 0 0,1 0-1 0 0,0 0 1 0 0,1 1-1 0 0,-13 30 1 0 0,17-34 15 0 0,1 1 0 0 0,0 0 0 0 0,1 0-1 0 0,0 0 1 0 0,1 0 0 0 0,0 1 0 0 0,1-1 0 0 0,0 20 0 0 0,1-28 4 0 0,1 0 1 0 0,-1-1-1 0 0,1 1 0 0 0,0 0 1 0 0,0 0-1 0 0,0 0 0 0 0,0-1 1 0 0,1 1-1 0 0,0-1 0 0 0,-1 1 1 0 0,1-1-1 0 0,1 0 0 0 0,-1 1 0 0 0,0-1 1 0 0,1 0-1 0 0,-1 0 0 0 0,1-1 1 0 0,0 1-1 0 0,0-1 0 0 0,0 1 1 0 0,0-1-1 0 0,1 0 0 0 0,-1 0 1 0 0,1 0-1 0 0,-1-1 0 0 0,1 1 1 0 0,-1-1-1 0 0,1 0 0 0 0,0 0 1 0 0,0 0-1 0 0,5 1 0 0 0,-2-1 0 0 0,-1-1 0 0 0,1 1 1 0 0,0-1-1 0 0,0 0 0 0 0,0-1 0 0 0,0 1 0 0 0,0-1 1 0 0,0-1-1 0 0,0 1 0 0 0,-1-1 0 0 0,1 0 0 0 0,-1-1 1 0 0,1 0-1 0 0,-1 0 0 0 0,0 0 0 0 0,0-1 0 0 0,0 1 0 0 0,8-9 1 0 0,-4 3 0 0 0,0-1 1 0 0,-2 0 0 0 0,1 0 0 0 0,-1-1-1 0 0,0-1 1 0 0,-1 1 0 0 0,-1-1 0 0 0,9-21-1 0 0,41-118 656 0 0,-56 149-431 0 0,-5 21 709 0 0,5-19-939 0 0,-43 143 1383 0 0,38-120-1358 0 0,1-1 0 0 0,0 1 0 0 0,2 0-1 0 0,1 34 1 0 0,1-53-221 0 0,1 1-1 0 0,-1-1 1 0 0,1 1-1 0 0,0-1 1 0 0,0 0-1 0 0,1 0 0 0 0,-1 1 1 0 0,1-1-1 0 0,0 0 1 0 0,0 0-1 0 0,0 0 1 0 0,1-1-1 0 0,-1 1 1 0 0,1-1-1 0 0,0 1 0 0 0,0-1 1 0 0,0 0-1 0 0,1 0 1 0 0,3 3-1 0 0,-2-3-447 0 0,0 0-1 0 0,0 0 1 0 0,0-1-1 0 0,0 0 1 0 0,0 0-1 0 0,1 0 1 0 0,-1 0 0 0 0,1-1-1 0 0,0 0 1 0 0,-1 0-1 0 0,1 0 1 0 0,0-1-1 0 0,-1 0 1 0 0,9-1 0 0 0,3 0-3057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0 179 952 0 0,'50'-124'11487'0'0,"-50"123"-11402"0"0,1 1-1 0 0,-1-1 1 0 0,0 1-1 0 0,0-1 1 0 0,0 1-1 0 0,0-1 1 0 0,1 0-1 0 0,-1 1 0 0 0,0-1 1 0 0,1 1-1 0 0,-1-1 1 0 0,0 1-1 0 0,1-1 1 0 0,-1 1-1 0 0,0 0 1 0 0,1-1-1 0 0,-1 1 1 0 0,1-1-1 0 0,-1 1 1 0 0,1 0-1 0 0,-1-1 1 0 0,1 1-1 0 0,-1 0 1 0 0,1 0-1 0 0,0-1 1 0 0,-1 1-1 0 0,1 0 1 0 0,-1 0-1 0 0,2 0 1 0 0,-1 0 1 0 0,0 1 0 0 0,0-1 0 0 0,0 1 0 0 0,-1-1 0 0 0,1 1 0 0 0,0-1 0 0 0,0 1 0 0 0,0 0 1 0 0,-1-1-1 0 0,1 1 0 0 0,0 0 0 0 0,-1 0 0 0 0,1 0 0 0 0,0-1 0 0 0,0 3 0 0 0,2 3 247 0 0,0 0-1 0 0,0 0 1 0 0,4 14-1 0 0,-3-2-176 0 0,0-1 0 0 0,-2 1 0 0 0,0 0 0 0 0,0 0 0 0 0,-2 1 0 0 0,0-1 0 0 0,-1 0 0 0 0,-1 0 0 0 0,-1 0 0 0 0,0 0 0 0 0,-2-1-1 0 0,-7 22 1 0 0,5-26-37 0 0,7-13-118 0 0,0 0 0 0 0,0 0 0 0 0,0 0 1 0 0,0 0-1 0 0,0 0 0 0 0,0 0 1 0 0,0 1-1 0 0,0-1 0 0 0,0 0 0 0 0,0 0 1 0 0,0 0-1 0 0,0 0 0 0 0,0 0 1 0 0,-1 0-1 0 0,1 0 0 0 0,0 0 0 0 0,0 0 1 0 0,0 0-1 0 0,0 0 0 0 0,0 0 0 0 0,0 0 1 0 0,0 0-1 0 0,0 0 0 0 0,0 0 1 0 0,-1 0-1 0 0,1 0 0 0 0,0 0 0 0 0,0 0 1 0 0,0 0-1 0 0,0 0 0 0 0,0 0 1 0 0,0 0-1 0 0,0 0 0 0 0,0 0 0 0 0,-1 0 1 0 0,1 0-1 0 0,0 0 0 0 0,0 0 1 0 0,0 0-1 0 0,0 0 0 0 0,0 0 0 0 0,0 0 1 0 0,0 0-1 0 0,0 0 0 0 0,0 0 0 0 0,0 0 1 0 0,0 0-1 0 0,-1-1 0 0 0,1 1 1 0 0,0 0-1 0 0,0 0 0 0 0,0 0 0 0 0,0 0 1 0 0,0-2 0 0 0,0 0 1 0 0,-1 0 0 0 0,1 0-1 0 0,0 1 1 0 0,1-1-1 0 0,-1 0 1 0 0,0 0 0 0 0,0 0-1 0 0,1 0 1 0 0,-1 1 0 0 0,2-3-1 0 0,7-25-20 0 0,2 1 0 0 0,2 0 0 0 0,0 1 0 0 0,2 0 0 0 0,0 1 0 0 0,2 1 0 0 0,1 1 0 0 0,1 0 0 0 0,23-21 0 0 0,-35 39 4 0 0,-1 0 0 0 0,1 1-1 0 0,0 0 1 0 0,0 1 0 0 0,1-1 0 0 0,-1 1 0 0 0,1 1-1 0 0,0 0 1 0 0,0 0 0 0 0,0 0 0 0 0,11-1-1 0 0,-17 3 15 0 0,1 1 1 0 0,0 0-1 0 0,-1 0 0 0 0,1-1 0 0 0,0 2 0 0 0,0-1 0 0 0,-1 0 0 0 0,1 0 0 0 0,0 1 0 0 0,-1 0 0 0 0,1-1 0 0 0,-1 1 0 0 0,1 0 0 0 0,-1 0 0 0 0,1 1 0 0 0,-1-1 0 0 0,1 0 0 0 0,-1 1 0 0 0,0 0 0 0 0,0-1 1 0 0,0 1-1 0 0,0 0 0 0 0,0 0 0 0 0,0 0 0 0 0,-1 0 0 0 0,1 0 0 0 0,0 1 0 0 0,-1-1 0 0 0,0 0 0 0 0,0 1 0 0 0,0-1 0 0 0,0 1 0 0 0,0-1 0 0 0,0 1 0 0 0,0 0 0 0 0,-1-1 0 0 0,1 1 0 0 0,-1 3 0 0 0,1 8 40 0 0,0 1-1 0 0,-1 0 0 0 0,0 0 1 0 0,-2-1-1 0 0,1 1 0 0 0,-7 23 0 0 0,4-23-421 0 0,1 1 0 0 0,1-1 0 0 0,0 1 0 0 0,1 0 0 0 0,2 22 0 0 0,-1-35 126 0 0,1 0 0 0 0,0 0 1 0 0,-1 0-1 0 0,1 0 0 0 0,0-1 0 0 0,1 1 1 0 0,-1 0-1 0 0,0 0 0 0 0,1-1 0 0 0,-1 1 1 0 0,1-1-1 0 0,0 1 0 0 0,0-1 0 0 0,0 0 1 0 0,0 0-1 0 0,0 0 0 0 0,4 3 0 0 0,-2-3-368 0 0,0 1 0 0 0,1-1-1 0 0,-1 0 1 0 0,1 0 0 0 0,-1 0-1 0 0,1-1 1 0 0,-1 1 0 0 0,1-1 0 0 0,0 0-1 0 0,5 0 1 0 0,9 0-3062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181 575 1012 0 0,'5'-11'1264'0'0,"0"0"0"0"0,0-1-1 0 0,-1 1 1 0 0,-1-1 0 0 0,0 0 0 0 0,0 0 0 0 0,-2 0-1 0 0,1 0 1 0 0,-1 0 0 0 0,-1 0 0 0 0,-1-19-1 0 0,1 30-1203 0 0,-1 0 0 0 0,1 1-1 0 0,0-1 1 0 0,0 0 0 0 0,0 0-1 0 0,0 0 1 0 0,-1 1 0 0 0,1-1-1 0 0,0 0 1 0 0,-1 0 0 0 0,1 1-1 0 0,0-1 1 0 0,-1 0 0 0 0,1 1-1 0 0,-1-1 1 0 0,1 0 0 0 0,-1 1-1 0 0,0-1 1 0 0,1 1 0 0 0,-1-1-1 0 0,1 1 1 0 0,-1-1-1 0 0,0 1 1 0 0,0-1 0 0 0,1 1-1 0 0,-2-1 1 0 0,0 1 6 0 0,1 0 0 0 0,0 0 0 0 0,-1 1 0 0 0,1-1 0 0 0,0 0 1 0 0,0 0-1 0 0,-1 1 0 0 0,1-1 0 0 0,0 1 0 0 0,0-1 0 0 0,0 1 0 0 0,-1-1 0 0 0,1 1 0 0 0,-2 2 0 0 0,-4 3 180 0 0,-1 0-1 0 0,1 1 0 0 0,-8 11 1 0 0,14-17-207 0 0,-23 29 733 0 0,-34 53 0 0 0,48-66-640 0 0,0 2 0 0 0,1 0-1 0 0,1 0 1 0 0,-10 34 0 0 0,17-50-118 0 0,0 0-1 0 0,1-1 1 0 0,0 1 0 0 0,-1 0 0 0 0,1 0 0 0 0,0-1 0 0 0,0 1 0 0 0,1 0-1 0 0,-1-1 1 0 0,1 1 0 0 0,-1 0 0 0 0,1 0 0 0 0,1 3 0 0 0,-1-5-21 0 0,0 0 0 0 0,0 1 0 0 0,0-1-1 0 0,0 0 1 0 0,0 1 0 0 0,0-1 0 0 0,0 0 0 0 0,0 0 0 0 0,0 0 0 0 0,1 0 0 0 0,-1 0 0 0 0,1 0 0 0 0,-1-1 0 0 0,0 1 0 0 0,1 0 0 0 0,-1-1 0 0 0,1 1 0 0 0,0-1 0 0 0,-1 1 0 0 0,1-1 0 0 0,-1 0 0 0 0,1 0 0 0 0,0 1 0 0 0,-1-1 0 0 0,1 0-1 0 0,0-1 1 0 0,1 1 0 0 0,7-1-121 0 0,0 0 0 0 0,0-1 0 0 0,0 0 0 0 0,0-1 0 0 0,0 0 0 0 0,-1 0-1 0 0,1-1 1 0 0,-1 0 0 0 0,17-11 0 0 0,-13 5-72 0 0,0 0-1 0 0,0 0 1 0 0,-1-1-1 0 0,-1-1 1 0 0,17-21 0 0 0,-4-1-64 0 0,-2-2 1 0 0,-1 0-1 0 0,-1-1 1 0 0,14-43-1 0 0,-2-5 169 0 0,-5-1-1 0 0,20-102 0 0 0,-43 157 232 0 0,-4 30-130 0 0,0 1 0 0 0,0 0 0 0 0,0 0 0 0 0,0-1 0 0 0,0 1 0 0 0,0 0 0 0 0,0 0 0 0 0,0-1 0 0 0,0 1 0 0 0,0 0 0 0 0,0 0 0 0 0,-1-1 1 0 0,1 1-1 0 0,0 0 0 0 0,0 0 0 0 0,0 0 0 0 0,0-1 0 0 0,0 1 0 0 0,0 0 0 0 0,-1 0 0 0 0,1 0 0 0 0,0-1 0 0 0,0 1 0 0 0,0 0 0 0 0,0 0 0 0 0,-1 0 0 0 0,1 0 0 0 0,0 0 0 0 0,0-1 0 0 0,0 1 0 0 0,-1 0 1 0 0,-10 8 114 0 0,6 0-43 0 0,1 0 1 0 0,-1 0-1 0 0,1 0 0 0 0,1 0 0 0 0,-1 1 0 0 0,1-1 0 0 0,1 1 0 0 0,-3 14 0 0 0,1-6 47 0 0,3-12-98 0 0,-46 216 750 0 0,43-190-759 0 0,1-1 0 0 0,2 1 1 0 0,1 0-1 0 0,1-1 0 0 0,7 43 0 0 0,-5-62-292 0 0,0 0-1 0 0,0 0 0 0 0,1 0 0 0 0,0-1 1 0 0,1 1-1 0 0,0-1 0 0 0,1-1 1 0 0,0 1-1 0 0,0-1 0 0 0,1 0 1 0 0,0 0-1 0 0,13 12 0 0 0,-5-8-984 0 0,0-1 0 0 0,0-1 0 0 0,1 0 0 0 0,1-1-1 0 0,0-1 1 0 0,29 12 0 0 0,4-2-4055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0 176 260 0 0,'96'-169'17369'0'0,"-96"169"-17293"0"0,0 0 1 0 0,0-1-1 0 0,1 1 1 0 0,-1 0-1 0 0,0-1 0 0 0,0 1 1 0 0,0 0-1 0 0,0-1 1 0 0,1 1-1 0 0,-1 0 0 0 0,0-1 1 0 0,0 1-1 0 0,0 0 1 0 0,1 0-1 0 0,-1-1 0 0 0,0 1 1 0 0,1 0-1 0 0,-1 0 1 0 0,0-1-1 0 0,1 1 1 0 0,-1 0-1 0 0,0 0 0 0 0,1 0 1 0 0,-1 0-1 0 0,0-1 1 0 0,1 1-1 0 0,-1 0 0 0 0,0 0 1 0 0,1 0-1 0 0,-1 0 1 0 0,1 0-1 0 0,-1 0 0 0 0,0 0 1 0 0,1 0-1 0 0,0 0 1 0 0,5 13 1305 0 0,-2 21 23 0 0,-7 9-67 0 0,-1-1 0 0 0,-17 73 0 0 0,12-73-2096 0 0,1 0 1 0 0,-3 74-1 0 0,11-113-147 0 0,0 0 0 0 0,0 1-1 0 0,1-1 1 0 0,-1 1 0 0 0,1-1-1 0 0,0 1 1 0 0,-1-1-1 0 0,2 0 1 0 0,-1 1 0 0 0,3 4-1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2456 0 0,'4'-157'10371'0'0,"-3"110"-10629"0"0,-5 57-4973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11 3004 0 0,'4'-8'12330'0'0,"-4"8"-12243"0"0,0 0-1 0 0,0 0 1 0 0,0 0-1 0 0,-1 0 1 0 0,1 0-1 0 0,0 0 1 0 0,0 0-1 0 0,0-1 1 0 0,0 1-1 0 0,0 0 1 0 0,0 0-1 0 0,0 0 1 0 0,0 0 0 0 0,0 0-1 0 0,0 0 1 0 0,1 0-1 0 0,-1-1 1 0 0,0 1 259 0 0,0 0-260 0 0,-17 6 1759 0 0,-19 15-503 0 0,28-16-1209 0 0,1 1 1 0 0,0 0 0 0 0,0 0-1 0 0,1 0 1 0 0,0 1 0 0 0,0 0-1 0 0,0 1 1 0 0,1-1 0 0 0,0 1-1 0 0,1 0 1 0 0,0 0 0 0 0,0 0-1 0 0,-4 13 1 0 0,7-18-122 0 0,1 0 1 0 0,-1-1-1 0 0,1 1 0 0 0,0 0 0 0 0,0 0 0 0 0,0-1 1 0 0,0 1-1 0 0,1 0 0 0 0,-1 0 0 0 0,1-1 1 0 0,-1 1-1 0 0,1 0 0 0 0,0-1 0 0 0,0 1 1 0 0,0-1-1 0 0,0 1 0 0 0,1-1 0 0 0,-1 1 1 0 0,3 2-1 0 0,1 0-6 0 0,0 1 0 0 0,0-2 0 0 0,1 1 0 0 0,-1 0 0 0 0,9 4 0 0 0,-3-2 12 0 0,60 37-70 0 0,-18-14 66 0 0,-51-29 31 0 0,0 0 1 0 0,0 0 0 0 0,-1 0-1 0 0,1 1 1 0 0,0-1 0 0 0,0 0 0 0 0,-1 1-1 0 0,1-1 1 0 0,-1 1 0 0 0,1-1-1 0 0,-1 1 1 0 0,0 0 0 0 0,0-1-1 0 0,1 3 1 0 0,1 1 268 0 0,-3-5-271 0 0,0 1-1 0 0,1-1 1 0 0,-1 1 0 0 0,0-1-1 0 0,0 1 1 0 0,0-1 0 0 0,0 1-1 0 0,0-1 1 0 0,0 1 0 0 0,0-1-1 0 0,0 1 1 0 0,0-1-1 0 0,0 1 1 0 0,0-1 0 0 0,0 1-1 0 0,0-1 1 0 0,0 1 0 0 0,-1-1-1 0 0,1 1 1 0 0,0-1-1 0 0,0 1 1 0 0,0-1 0 0 0,-1 1-1 0 0,1-1 1 0 0,0 0 0 0 0,-1 1-1 0 0,1-1 1 0 0,0 1 0 0 0,-1-1-1 0 0,1 0 1 0 0,0 1-1 0 0,-2-1 1 0 0,-12 10 501 0 0,13-10-531 0 0,-7 4 122 0 0,0 0-1 0 0,-1-1 1 0 0,1-1-1 0 0,-1 1 1 0 0,0-1-1 0 0,0-1 1 0 0,-11 1-1 0 0,-64-1 160 0 0,69-2-504 0 0,0 0 0 0 0,0-1-1 0 0,1-1 1 0 0,-23-7 0 0 0,28 7-738 0 0,1 0 0 0 0,0-1 0 0 0,-11-6 0 0 0,14 7-446 0 0,0-1-1 0 0,0 0 1 0 0,0 0-1 0 0,1 0 1 0 0,-7-8 0 0 0,5-3-9969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4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52 764 1524 0 0,'-14'-2'5692'0'0,"-9"2"-579"0"0,21 0-4046 0 0,-9 19 2753 0 0,11-18-3749 0 0,0 0 0 0 0,-1 0 1 0 0,1 0-1 0 0,0 0 0 0 0,0 0 1 0 0,0 0-1 0 0,0 1 0 0 0,0-1 1 0 0,0 0-1 0 0,0 0 0 0 0,0 0 1 0 0,0 0-1 0 0,0 0 0 0 0,1 0 1 0 0,-1 0-1 0 0,0 0 1 0 0,1 1-1 0 0,-1-1 0 0 0,1 0 1 0 0,-1 0-1 0 0,1-1 0 0 0,0 1 1 0 0,-1 0-1 0 0,1 0 0 0 0,0 0 1 0 0,0 0-1 0 0,1 0 0 0 0,0 0-23 0 0,0 0 0 0 0,0 0 0 0 0,0 0-1 0 0,0-1 1 0 0,0 1 0 0 0,0-1 0 0 0,0 0 0 0 0,0 0-1 0 0,1 1 1 0 0,-1-1 0 0 0,0-1 0 0 0,0 1 0 0 0,3 0-1 0 0,7-3-4 0 0,-1 1-1 0 0,1-2 1 0 0,-1 1 0 0 0,13-7-1 0 0,-7 1-22 0 0,0-1-1 0 0,0-1 1 0 0,-1 0 0 0 0,-1-1-1 0 0,0-1 1 0 0,0 0-1 0 0,-1-1 1 0 0,-1 0 0 0 0,-1-1-1 0 0,0-1 1 0 0,-1 0 0 0 0,10-18-1 0 0,5-14-27 0 0,-3-1-1 0 0,-2-1 0 0 0,17-58 1 0 0,-10 4-88 0 0,20-136 0 0 0,-47 235 12 0 0,-3 4 37 0 0,-4 12 55 0 0,-7 18 327 0 0,-60 266 3508 0 0,41-163-2918 0 0,-1 23-316 0 0,29-130-545 0 0,1 1 1 0 0,1-1 0 0 0,2 1-1 0 0,2 29 1 0 0,-1-49-220 0 0,0 0 0 0 0,0 0 1 0 0,1 0-1 0 0,0 0 0 0 0,0 0 1 0 0,0 0-1 0 0,1-1 0 0 0,0 1 1 0 0,0-1-1 0 0,0 0 0 0 0,1 0 1 0 0,0 0-1 0 0,6 6 0 0 0,-8-8-301 0 0,1-1 0 0 0,0 1-1 0 0,0-1 1 0 0,1 0 0 0 0,-1 0 0 0 0,0 0-1 0 0,1-1 1 0 0,-1 1 0 0 0,8 1 0 0 0,-8-2-323 0 0,1 0 0 0 0,-1-1 0 0 0,1 0 0 0 0,-1 0 0 0 0,1 0 0 0 0,-1 0 0 0 0,1 0 0 0 0,-1-1 0 0 0,1 1 0 0 0,-1-1 0 0 0,7-2 0 0 0,5-5-6777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141 323 2608 0 0,'-10'-3'1080'0'0,"0"1"0"0"0,-1 1 0 0 0,1 0 0 0 0,-1 0 0 0 0,0 1 0 0 0,1 0 0 0 0,-1 1 0 0 0,1 0 0 0 0,-1 1 0 0 0,-15 4 0 0 0,26-6-1038 0 0,-1 0-1 0 0,1 0 1 0 0,-1 1-1 0 0,1-1 1 0 0,-1 0-1 0 0,1 0 1 0 0,0 1-1 0 0,-1-1 1 0 0,1 0-1 0 0,-1 0 1 0 0,1 1-1 0 0,-1-1 1 0 0,1 0-1 0 0,0 1 1 0 0,-1-1-1 0 0,1 1 1 0 0,0-1-1 0 0,-1 1 1 0 0,1-1-1 0 0,0 0 1 0 0,0 1-1 0 0,-1-1 1 0 0,1 1-1 0 0,0-1 1 0 0,0 1 0 0 0,0-1-1 0 0,0 1 1 0 0,0-1-1 0 0,0 1 1 0 0,0-1-1 0 0,0 1 1 0 0,0 0-1 0 0,0-1 1 0 0,0 1-1 0 0,0-1 1 0 0,0 1-1 0 0,0-1 1 0 0,0 1-1 0 0,1 1-4 0 0,-1-1-1 0 0,1 0 1 0 0,-1-1-1 0 0,1 1 0 0 0,-1 0 1 0 0,1 0-1 0 0,0 0 1 0 0,0 0-1 0 0,-1 0 0 0 0,1-1 1 0 0,0 1-1 0 0,0 0 1 0 0,0 0-1 0 0,1 0 1 0 0,10 4 98 0 0,1-1 1 0 0,0-1-1 0 0,0 0 1 0 0,0 0-1 0 0,19 0 1 0 0,70-1 55 0 0,-60-3-99 0 0,-37 1-79 0 0,39 0-143 0 0,1-1-1 0 0,66-11 0 0 0,-99 10 54 0 0,-1-1 1 0 0,1 0-1 0 0,-1 0 0 0 0,0-1 1 0 0,0 0-1 0 0,-1-1 0 0 0,1-1 1 0 0,-1 1-1 0 0,0-1 1 0 0,0-1-1 0 0,-1 0 0 0 0,0-1 1 0 0,0 1-1 0 0,14-18 0 0 0,-17 15 15 0 0,0 0-1 0 0,0 0 0 0 0,-2-1 0 0 0,8-20 0 0 0,-11 28 35 0 0,-12 9 56 0 0,8-3 2 0 0,1 1 0 0 0,0 0 0 0 0,-1 0 0 0 0,1 0 0 0 0,1 0 1 0 0,-1 0-1 0 0,0 0 0 0 0,1 0 0 0 0,-1 8 0 0 0,-3 5 123 0 0,-29 99 1871 0 0,-22 133-1 0 0,19-69-901 0 0,31-156-1030 0 0,-7 36 350 0 0,9-42 45 0 0,4-15-146 0 0,1-6 76 0 0,8-24-430 0 0,2 0 0 0 0,1 1 0 0 0,1 1 0 0 0,2 0 0 0 0,0 0 1 0 0,1 2-1 0 0,1 0 0 0 0,2 1 0 0 0,27-26 0 0 0,-31 34-10 0 0,0 1-1 0 0,21-13 1 0 0,-29 21 9 0 0,0 1 1 0 0,1 0-1 0 0,-1 0 1 0 0,1 1 0 0 0,-1 0-1 0 0,1 0 1 0 0,16-3-1 0 0,-22 6 12 0 0,1 0-1 0 0,-1-1 1 0 0,1 1-1 0 0,-1 0 1 0 0,1 0 0 0 0,-1 0-1 0 0,1 1 1 0 0,-1-1-1 0 0,1 1 1 0 0,-1-1 0 0 0,1 1-1 0 0,-1 0 1 0 0,0 0-1 0 0,1 0 1 0 0,-1 0 0 0 0,0 0-1 0 0,0 1 1 0 0,0-1-1 0 0,3 3 1 0 0,-2-1 1 0 0,-1-1 1 0 0,0 1-1 0 0,0 0 0 0 0,-1 0 1 0 0,1 0-1 0 0,0 0 0 0 0,-1 0 1 0 0,0 1-1 0 0,0-1 0 0 0,0 0 1 0 0,0 1-1 0 0,0 5 1 0 0,0 7-5 0 0,0 1 1 0 0,-2 0 0 0 0,0 0 0 0 0,-5 25 0 0 0,5-37-2 0 0,-9 53 13 0 0,3-25-17 0 0,2 0 1 0 0,-2 45 0 0 0,7-76 14 0 0,0-1 0 0 0,1 1 0 0 0,-1-1-1 0 0,0 0 1 0 0,0 1 0 0 0,1-1 0 0 0,-1 0 0 0 0,1 0-1 0 0,-1 1 1 0 0,1-1 0 0 0,0 0 0 0 0,-1 0 0 0 0,1 0 0 0 0,0 0-1 0 0,0 0 1 0 0,0 0 0 0 0,0 0 0 0 0,0 0 0 0 0,0 0 0 0 0,0 0-1 0 0,0 0 1 0 0,0 0 0 0 0,0-1 0 0 0,1 1 0 0 0,-1-1-1 0 0,0 1 1 0 0,0-1 0 0 0,1 1 0 0 0,-1-1 0 0 0,0 1 0 0 0,1-1-1 0 0,2 0 1 0 0,2 1 3 0 0,0-1-1 0 0,0 1 0 0 0,0-1 1 0 0,0-1-1 0 0,0 1 0 0 0,8-3 1 0 0,0 0-74 0 0,-1-1 0 0 0,1-1 0 0 0,-1 0 1 0 0,0-1-1 0 0,-1 0 0 0 0,0-1 0 0 0,0-1 1 0 0,0 0-1 0 0,-1 0 0 0 0,0-1 0 0 0,10-11 0 0 0,-9 8 28 0 0,0-2-1 0 0,0 0 1 0 0,-2 0-1 0 0,1-1 1 0 0,-2 0-1 0 0,0-1 1 0 0,-1 0-1 0 0,7-21 1 0 0,-9 23 27 0 0,-5 11 1 0 0,1-1 0 0 0,0 0 0 0 0,-1 0 0 0 0,0 0 0 0 0,0 0 0 0 0,0 0 0 0 0,-1 0 0 0 0,1 0 0 0 0,-1 0 0 0 0,0 0 0 0 0,0 0 0 0 0,0 0 0 0 0,-2-6 0 0 0,2 10 9 0 0,0 0 0 0 0,0 0 0 0 0,-1-1 0 0 0,1 1 0 0 0,0 0 0 0 0,-1 0 0 0 0,1 0 0 0 0,0 0-1 0 0,-1 0 1 0 0,1-1 0 0 0,0 1 0 0 0,-1 0 0 0 0,1 0 0 0 0,0 0 0 0 0,-1 0 0 0 0,1 0 0 0 0,0 0 0 0 0,-1 0 0 0 0,1 0 0 0 0,0 0 0 0 0,-1 0 0 0 0,1 0 0 0 0,-1 1 0 0 0,1-1-1 0 0,0 0 1 0 0,-1 0 0 0 0,1 0 0 0 0,0 0 0 0 0,0 0 0 0 0,-1 1 0 0 0,-11 5-21 0 0,2 5 22 0 0,0 1 0 0 0,1 0 0 0 0,1 0 0 0 0,0 1 0 0 0,1 0 0 0 0,-10 22-1 0 0,5-4-8 0 0,-15 61 0 0 0,25-85 9 0 0,0 1 0 0 0,1-1-1 0 0,0 0 1 0 0,1 1 0 0 0,-1-1 0 0 0,1 0-1 0 0,1 1 1 0 0,-1-1 0 0 0,1 0 0 0 0,2 8-1 0 0,-2-12 6 0 0,1 0-1 0 0,-1 0 1 0 0,0 0-1 0 0,1 0 1 0 0,0 0-1 0 0,0 0 1 0 0,0 0 0 0 0,0-1-1 0 0,0 1 1 0 0,0-1-1 0 0,1 0 1 0 0,-1 1-1 0 0,1-1 1 0 0,-1 0-1 0 0,1-1 1 0 0,0 1-1 0 0,0 0 1 0 0,0-1-1 0 0,0 1 1 0 0,0-1-1 0 0,0 0 1 0 0,1 0-1 0 0,5 1 1 0 0,1-1-10 0 0,1 1 0 0 0,-1-1 0 0 0,1-1 0 0 0,-1 0 0 0 0,1-1 0 0 0,-1 1 0 0 0,1-2 0 0 0,-1 0 0 0 0,0 0 0 0 0,0-1 1 0 0,0 0-1 0 0,0-1 0 0 0,0 0 0 0 0,-1 0 0 0 0,1-1 0 0 0,-1-1 0 0 0,13-9 0 0 0,-11 6 2 0 0,0 0-1 0 0,0-1 1 0 0,-1 0 0 0 0,0-1 0 0 0,-1 0 0 0 0,0-1-1 0 0,-1 0 1 0 0,-1 0 0 0 0,1 0 0 0 0,-2-1 0 0 0,0 0 0 0 0,6-18-1 0 0,-11 28 2 0 0,8-28-3 0 0,10-49 0 0 0,-18 72-1 0 0,0 0 0 0 0,0 0 0 0 0,0 0-1 0 0,-1-1 1 0 0,-1 1 0 0 0,1 0 0 0 0,-1 0 0 0 0,-1 0 0 0 0,1 0 0 0 0,-2 0-1 0 0,-4-14 1 0 0,5 19 0 0 0,0 0-1 0 0,0-1 1 0 0,0 1-1 0 0,-1 0 1 0 0,1 0-1 0 0,-6-5 1 0 0,7 7 2 0 0,0 0 0 0 0,0 0 0 0 0,0 1 1 0 0,0-1-1 0 0,0 0 0 0 0,0 1 0 0 0,-1-1 0 0 0,1 1 1 0 0,0-1-1 0 0,0 1 0 0 0,0-1 0 0 0,-1 1 0 0 0,1 0 0 0 0,0 0 1 0 0,-1-1-1 0 0,1 1 0 0 0,0 0 0 0 0,0 0 0 0 0,-1 0 0 0 0,1 0 1 0 0,0 1-1 0 0,-1-1 0 0 0,1 0 0 0 0,0 1 0 0 0,0-1 0 0 0,0 0 1 0 0,-1 1-1 0 0,1-1 0 0 0,0 1 0 0 0,-2 1 0 0 0,1 0 0 0 0,-1 0 0 0 0,1 0 0 0 0,-1 0 1 0 0,1 0-1 0 0,0 1 0 0 0,0-1 0 0 0,0 1 0 0 0,-3 4 0 0 0,4-5 5 0 0,0 1 0 0 0,0-1 0 0 0,0 1 0 0 0,1-1 0 0 0,-1 1 0 0 0,1-1 0 0 0,-1 1-1 0 0,1-1 1 0 0,0 1 0 0 0,0-1 0 0 0,0 1 0 0 0,0 0 0 0 0,0-1 0 0 0,1 1 0 0 0,-1-1 0 0 0,1 1 0 0 0,-1-1 0 0 0,1 1 0 0 0,0-1 0 0 0,0 1 0 0 0,0-1 0 0 0,1 0-1 0 0,-1 0 1 0 0,0 0 0 0 0,1 1 0 0 0,0-1 0 0 0,-1 0 0 0 0,1-1 0 0 0,0 1 0 0 0,2 2 0 0 0,1 1 6 0 0,1-1-1 0 0,0 1 1 0 0,0-1-1 0 0,0 0 1 0 0,0-1 0 0 0,1 0-1 0 0,0 0 1 0 0,-1 0 0 0 0,13 3-1 0 0,2-2-144 0 0,1 0 1 0 0,-1-1-1 0 0,1-1 0 0 0,37-2 0 0 0,-44-1 52 0 0,0-1-1 0 0,0-1 1 0 0,-1 0 0 0 0,1-1-1 0 0,-1 0 1 0 0,0-1 0 0 0,25-13-1 0 0,-35 16 85 0 0,0 0-1 0 0,0 0 1 0 0,0-1 0 0 0,0 1-1 0 0,-1-1 1 0 0,1 0 0 0 0,-1 0-1 0 0,4-4 1 0 0,-6 5-4 0 0,-2-1 5 0 0,1 3 1 0 0,0-1 0 0 0,0 1 0 0 0,0 0 1 0 0,0 0-1 0 0,0 0 0 0 0,0-1 0 0 0,0 1 1 0 0,0 0-1 0 0,0 0 0 0 0,0 0 0 0 0,0-1 0 0 0,0 1 1 0 0,0 0-1 0 0,0 0 0 0 0,0 0 0 0 0,0-1 1 0 0,0 1-1 0 0,0 0 0 0 0,0 0 0 0 0,0 0 0 0 0,-1 0 1 0 0,1-1-1 0 0,0 1 0 0 0,0 0 0 0 0,0 0 1 0 0,0 0-1 0 0,0 0 0 0 0,-1 0 0 0 0,1-1 0 0 0,0 1 1 0 0,0 0-1 0 0,0 0 0 0 0,0 0 0 0 0,-1 0 1 0 0,1 0-1 0 0,0 0 0 0 0,0 0 0 0 0,0 0 0 0 0,-1 0 1 0 0,1 0-1 0 0,0 0 0 0 0,0 0 0 0 0,-1 0 1 0 0,-8 4 71 0 0,0 0 1 0 0,0 0 0 0 0,0 1-1 0 0,1 1 1 0 0,-1 0 0 0 0,1 0-1 0 0,1 0 1 0 0,-1 1 0 0 0,1 0-1 0 0,0 0 1 0 0,-7 12 0 0 0,0-1 84 0 0,2 0 1 0 0,0 1-1 0 0,1 0 1 0 0,-11 27-1 0 0,19-37-139 0 0,-1 0 1 0 0,1 0-1 0 0,0 0 0 0 0,1 1 1 0 0,0-1-1 0 0,1 1 0 0 0,0 11 1 0 0,1-17-11 0 0,0 0 1 0 0,0 0 0 0 0,1 0-1 0 0,0 0 1 0 0,0 0 0 0 0,0-1 0 0 0,0 1-1 0 0,0 0 1 0 0,1 0 0 0 0,0-1-1 0 0,0 1 1 0 0,0-1 0 0 0,0 0-1 0 0,0 1 1 0 0,1-1 0 0 0,-1 0 0 0 0,1 0-1 0 0,0 0 1 0 0,6 4 0 0 0,-1-2-23 0 0,0 0 1 0 0,0-1 0 0 0,0 0 0 0 0,1 0 0 0 0,-1-1-1 0 0,1 0 1 0 0,0-1 0 0 0,0 0 0 0 0,0 0 0 0 0,1-1-1 0 0,-1 0 1 0 0,0 0 0 0 0,11-2 0 0 0,1 0-165 0 0,0-1 0 0 0,0-1-1 0 0,0-1 1 0 0,33-11 0 0 0,-42 11 122 0 0,1-1-1 0 0,-1-1 1 0 0,-1 0 0 0 0,1-1-1 0 0,-1 0 1 0 0,0 0-1 0 0,-1-1 1 0 0,1-1-1 0 0,-2 0 1 0 0,1 0 0 0 0,9-14-1 0 0,-7 7 45 0 0,-1 0 0 0 0,0 0-1 0 0,-2-1 1 0 0,0-1 0 0 0,0 1-1 0 0,10-38 1 0 0,-13 27 123 0 0,-5 26-104 0 0,-1 0 1 0 0,0 0-1 0 0,1 0 0 0 0,-1 0 1 0 0,0 0-1 0 0,0 1 1 0 0,0-1-1 0 0,0 0 0 0 0,-1 0 1 0 0,1 0-1 0 0,-1 0 0 0 0,0-3 1 0 0,0 4-4 0 0,1 0 0 0 0,-1 0 0 0 0,0 0 1 0 0,0 1-1 0 0,1-1 0 0 0,-1 0 0 0 0,0 0 1 0 0,0 1-1 0 0,0-1 0 0 0,0 1 1 0 0,1-1-1 0 0,-1 1 0 0 0,0-1 0 0 0,0 1 1 0 0,0 0-1 0 0,0-1 0 0 0,0 1 0 0 0,0 0 1 0 0,0 0-1 0 0,-1-1 0 0 0,1 1 1 0 0,0 0-1 0 0,0 0 0 0 0,0 0 0 0 0,0 1 1 0 0,0-1-1 0 0,0 0 0 0 0,0 0 0 0 0,0 0 1 0 0,0 1-1 0 0,0-1 0 0 0,0 1 1 0 0,0-1-1 0 0,0 1 0 0 0,0-1 0 0 0,0 1 1 0 0,1-1-1 0 0,-1 1 0 0 0,0 0 0 0 0,0-1 1 0 0,0 1-1 0 0,0 1 0 0 0,-2 0 20 0 0,-6 5 41 0 0,1 1-1 0 0,0 0 1 0 0,1 0 0 0 0,0 0-1 0 0,0 1 1 0 0,0 0 0 0 0,1 0 0 0 0,1 1-1 0 0,0-1 1 0 0,-5 12 0 0 0,4-4-13 0 0,0-1 0 0 0,1 1 0 0 0,1 0 0 0 0,0 0 1 0 0,-2 30-1 0 0,6-44-45 0 0,0 0 0 0 0,0 0 0 0 0,0 1 0 0 0,0-1 1 0 0,1 0-1 0 0,-1 0 0 0 0,1 0 0 0 0,0 0 0 0 0,0 0 1 0 0,0 0-1 0 0,0 0 0 0 0,1 0 0 0 0,-1 0 0 0 0,1 0 0 0 0,-1-1 1 0 0,1 1-1 0 0,2 2 0 0 0,0-2-1 0 0,-1 1 1 0 0,1-1-1 0 0,0-1 0 0 0,0 1 0 0 0,0 0 1 0 0,0-1-1 0 0,1 0 0 0 0,-1 0 0 0 0,1 0 1 0 0,5 1-1 0 0,7 1-86 0 0,1-1 0 0 0,0-1-1 0 0,0 0 1 0 0,33-2 0 0 0,-30 0-162 0 0,0-2 0 0 0,0 0-1 0 0,0-2 1 0 0,0 0 0 0 0,0-1 0 0 0,-1-1-1 0 0,0-1 1 0 0,-1-1 0 0 0,1-1 0 0 0,-1 0 0 0 0,-1-2-1 0 0,0 0 1 0 0,-1-1 0 0 0,0-1 0 0 0,0 0 0 0 0,-1-1-1 0 0,-1-1 1 0 0,-1 0 0 0 0,0-1 0 0 0,23-35 0 0 0,-8 3 65 0 0,-3-1 1 0 0,-1-1 0 0 0,-3-1-1 0 0,30-103 1 0 0,-27 55 969 0 0,22-182 0 0 0,-39 218-125 0 0,-8 62-42 0 0,-3 10 83 0 0,-35 164 2031 0 0,11-44-1187 0 0,-88 308 2736 0 0,13-60-1536 0 0,26 3-1327 0 0,65-309-1272 0 0,4-34-41 0 0,1 1 0 0 0,0 75-1 0 0,6-110-103 0 0,0-1-1 0 0,0 1 1 0 0,1 0-1 0 0,-1-1 1 0 0,0 1 0 0 0,1-1-1 0 0,0 1 1 0 0,0-1-1 0 0,0 1 1 0 0,0-1-1 0 0,0 0 1 0 0,0 1-1 0 0,1-1 1 0 0,-1 0-1 0 0,1 0 1 0 0,-1 0-1 0 0,1 0 1 0 0,0 0-1 0 0,3 2 1 0 0,-2-2-5 0 0,0 0 0 0 0,0-1 0 0 0,0 1 0 0 0,1-1 0 0 0,-1 0 0 0 0,1 0 0 0 0,-1 0 0 0 0,0-1 0 0 0,1 1 0 0 0,-1-1 0 0 0,1 1 0 0 0,6-2 0 0 0,2 0-17 0 0,-1-1 0 0 0,1 0 0 0 0,-1-1 0 0 0,1 0 0 0 0,-1 0 0 0 0,0-2 1 0 0,17-8-1 0 0,-14 5-40 0 0,-1 0 1 0 0,0 0 0 0 0,-1-1-1 0 0,0-1 1 0 0,0 0 0 0 0,-1-1 0 0 0,0 0-1 0 0,-1-1 1 0 0,-1 0 0 0 0,1 0-1 0 0,-2-1 1 0 0,0-1 0 0 0,-1 1-1 0 0,0-1 1 0 0,-1 0 0 0 0,0 0 0 0 0,-1-1-1 0 0,-1 0 1 0 0,0 0 0 0 0,-1 0-1 0 0,-1 0 1 0 0,0-1 0 0 0,-1 1-1 0 0,-2-22 1 0 0,0 18 26 0 0,-1-1 0 0 0,-1 1 0 0 0,-1 0 0 0 0,-1 0-1 0 0,0 0 1 0 0,-2 1 0 0 0,0 0 0 0 0,-1 0 0 0 0,-13-22 0 0 0,7 19 19 0 0,-1 0 1 0 0,-1 1-1 0 0,0 0 1 0 0,-2 2-1 0 0,0 0 1 0 0,-35-26-1 0 0,-10 0 11 0 0,37 27-410 0 0,1-1 1 0 0,-30-28-1 0 0,54 45 285 0 0,0 1 0 0 0,1-1 0 0 0,-1 0 0 0 0,0 1 0 0 0,1-1 0 0 0,-1 0 0 0 0,1 1 0 0 0,0-1 0 0 0,-1 0 0 0 0,1 0 0 0 0,-1 0 0 0 0,1 1 0 0 0,0-1 0 0 0,0 0 0 0 0,-1 0 0 0 0,1 0 0 0 0,0 0 0 0 0,0 1 0 0 0,0-1 0 0 0,0 0 0 0 0,0 0 0 0 0,0 0 0 0 0,0 0 0 0 0,1-1 0 0 0,-1 0-114 0 0,1 1 0 0 0,0-1 1 0 0,0 1-1 0 0,0-1 0 0 0,0 1 0 0 0,0 0 0 0 0,0-1 1 0 0,0 1-1 0 0,0 0 0 0 0,1 0 0 0 0,2-2 1 0 0,5-3-871 0 0,0 0 0 0 0,1 1 1 0 0,13-5-1 0 0,-12 6 259 0 0,170-79-10596 0 0,-146 65 6717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99 1156 0 0,'1'-1'238'0'0,"16"-46"6412"0"0,-16 44-6126 0 0,-1 0-1 0 0,1-1 0 0 0,-1 1 1 0 0,0-1-1 0 0,0 1 0 0 0,0-1 1 0 0,-1 1-1 0 0,1-1 1 0 0,-1 1-1 0 0,0 0 0 0 0,-1-6 1 0 0,1 8-451 0 0,1 1 0 0 0,-1 0 0 0 0,1-1 0 0 0,0 1 0 0 0,-1 0 0 0 0,1-1 0 0 0,-1 1 1 0 0,1 0-1 0 0,-1-1 0 0 0,1 1 0 0 0,-1 0 0 0 0,1 0 0 0 0,-1 0 0 0 0,1-1 0 0 0,-1 1 1 0 0,0 0-1 0 0,1 0 0 0 0,-1 0 0 0 0,1 0 0 0 0,-1 0 0 0 0,1 0 0 0 0,-1 0 0 0 0,0 0 1 0 0,1 0-1 0 0,-1 0 0 0 0,1 1 0 0 0,-1-1 0 0 0,1 0 0 0 0,-1 0 0 0 0,1 0 0 0 0,-1 1 1 0 0,1-1-1 0 0,-1 0 0 0 0,0 1 0 0 0,-17 9 1107 0 0,11-3-834 0 0,-1 1 1 0 0,1 0-1 0 0,0 0 0 0 0,0 0 1 0 0,1 1-1 0 0,0 0 1 0 0,1 1-1 0 0,0-1 1 0 0,-4 13-1 0 0,4-11-275 0 0,1 0-1 0 0,1 0 1 0 0,0 1-1 0 0,0-1 1 0 0,1 1-1 0 0,0 0 1 0 0,1 0-1 0 0,1 0 1 0 0,0-1-1 0 0,1 1 1 0 0,0 0-1 0 0,0 0 1 0 0,5 17-1 0 0,-3-23-58 0 0,-1-1-1 0 0,1 1 1 0 0,0-1 0 0 0,0 1-1 0 0,1-1 1 0 0,0 0-1 0 0,0 0 1 0 0,0 0-1 0 0,0-1 1 0 0,1 0-1 0 0,0 0 1 0 0,-1 0-1 0 0,2 0 1 0 0,-1-1-1 0 0,0 1 1 0 0,1-1-1 0 0,-1-1 1 0 0,1 1 0 0 0,0-1-1 0 0,0 0 1 0 0,0 0-1 0 0,0-1 1 0 0,0 0-1 0 0,0 0 1 0 0,1 0-1 0 0,-1-1 1 0 0,12 0-1 0 0,-11 0 3 0 0,-1-1-1 0 0,1 1 1 0 0,-1-1-1 0 0,1 0 1 0 0,-1-1-1 0 0,0 1 1 0 0,0-1-1 0 0,0-1 1 0 0,0 1-1 0 0,0-1 1 0 0,0 0-1 0 0,0 0 1 0 0,-1-1-1 0 0,1 0 1 0 0,-1 0-1 0 0,0 0 1 0 0,-1 0-1 0 0,1-1 1 0 0,-1 0-1 0 0,0 0 1 0 0,0 0-1 0 0,0-1 1 0 0,0 1-1 0 0,-1-1 1 0 0,0 0-1 0 0,4-11 1 0 0,-4 6-28 0 0,0-1 0 0 0,-1 1-1 0 0,0-1 1 0 0,0 0 0 0 0,-2 0 0 0 0,1 0 0 0 0,-1 0 0 0 0,-1 0 0 0 0,0 0 0 0 0,-4-14-1 0 0,3 20 9 0 0,1 0-1 0 0,-2 1 0 0 0,1-1 0 0 0,-1 0 1 0 0,1 1-1 0 0,-2-1 0 0 0,1 1 0 0 0,0 0 1 0 0,-1 0-1 0 0,0 0 0 0 0,0 1 0 0 0,-1-1 1 0 0,1 1-1 0 0,-1 0 0 0 0,0 0 0 0 0,0 1 1 0 0,0 0-1 0 0,-1 0 0 0 0,1 0 0 0 0,-1 0 1 0 0,-8-2-1 0 0,7 3 21 0 0,0 1 1 0 0,0 0 0 0 0,0 0-1 0 0,0 0 1 0 0,0 1-1 0 0,0 0 1 0 0,-1 1 0 0 0,1-1-1 0 0,0 2 1 0 0,0-1-1 0 0,0 1 1 0 0,0 0-1 0 0,1 0 1 0 0,-1 0 0 0 0,0 1-1 0 0,1 1 1 0 0,0-1-1 0 0,-1 1 1 0 0,-6 5 0 0 0,8-5-202 0 0,0-1 1 0 0,0 1-1 0 0,1 0 1 0 0,0 0 0 0 0,0 0-1 0 0,0 0 1 0 0,0 1-1 0 0,0 0 1 0 0,1 0 0 0 0,0 0-1 0 0,0 0 1 0 0,1 0-1 0 0,-1 0 1 0 0,1 1 0 0 0,0 0-1 0 0,0-1 1 0 0,1 1-1 0 0,0 0 1 0 0,0 0 0 0 0,0-1-1 0 0,1 1 1 0 0,0 0-1 0 0,1 12 1 0 0,0-14-390 0 0,1 1 1 0 0,-1-1-1 0 0,1 1 0 0 0,0-1 1 0 0,1 0-1 0 0,-1 0 0 0 0,1 0 0 0 0,0 0 1 0 0,0 0-1 0 0,0-1 0 0 0,0 1 1 0 0,1-1-1 0 0,-1 0 0 0 0,1 0 1 0 0,0 0-1 0 0,0 0 0 0 0,0-1 0 0 0,8 4 1 0 0,8 3-4800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7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1556 0 0,'80'-163'12829'0'0,"-80"161"-12686"0"0,1 0-1 0 0,0 0 1 0 0,0-1-1 0 0,1 1 1 0 0,-1 1-1 0 0,0-1 1 0 0,1 0-1 0 0,-1 0 0 0 0,1 0 1 0 0,0 1-1 0 0,-1-1 1 0 0,1 1-1 0 0,0-1 1 0 0,0 1-1 0 0,0 0 1 0 0,0 0-1 0 0,0-1 1 0 0,0 2-1 0 0,0-1 1 0 0,1 0-1 0 0,-1 0 0 0 0,0 1 1 0 0,0-1-1 0 0,1 1 1 0 0,2-1-1 0 0,-1 2 41 0 0,-1-1 0 0 0,1 1 0 0 0,0 0-1 0 0,-1 0 1 0 0,1 1 0 0 0,-1-1 0 0 0,1 1 0 0 0,-1-1-1 0 0,0 1 1 0 0,1 0 0 0 0,-1 0 0 0 0,0 1 0 0 0,0-1-1 0 0,-1 1 1 0 0,4 3 0 0 0,4 5 296 0 0,0 1 0 0 0,-1-1 0 0 0,0 2 0 0 0,-1 0 0 0 0,-1 0 0 0 0,0 0 0 0 0,-1 1 0 0 0,8 24 0 0 0,-9-25-181 0 0,-2 0 0 0 0,0 0 0 0 0,-1 0 0 0 0,0 1 0 0 0,-1-1 0 0 0,0 1 0 0 0,-1 0 0 0 0,-1-1 0 0 0,-3 24 0 0 0,3-31-205 0 0,-1-1 0 0 0,1 0 1 0 0,-1 0-1 0 0,0 1 1 0 0,-1-1-1 0 0,1-1 1 0 0,-1 1-1 0 0,0 0 1 0 0,0-1-1 0 0,0 1 0 0 0,-1-1 1 0 0,1 0-1 0 0,-1 0 1 0 0,0 0-1 0 0,-1-1 1 0 0,1 1-1 0 0,0-1 1 0 0,-1 0-1 0 0,-6 3 0 0 0,9-5-24 0 0,1-1-65 0 0,1 0-1 0 0,-1 0 1 0 0,1 0-1 0 0,-1-1 1 0 0,1 1 0 0 0,-1 0-1 0 0,0 0 1 0 0,1 0-1 0 0,-1-1 1 0 0,1 1 0 0 0,-1 0-1 0 0,1 0 1 0 0,-1-1-1 0 0,1 1 1 0 0,-1 0-1 0 0,1-1 1 0 0,0 1 0 0 0,-1-1-1 0 0,1 1 1 0 0,-1-1-1 0 0,1 1 1 0 0,0 0-1 0 0,0-1 1 0 0,-1 0 0 0 0,1 1-1 0 0,0-1 1 0 0,0 1-1 0 0,-1-1 1 0 0,1 1 0 0 0,0-1-1 0 0,0 1 1 0 0,0-1-1 0 0,0 0 1 0 0,0 1-1 0 0,0-1 1 0 0,0 1 0 0 0,0-1-1 0 0,0 0 1 0 0,4-21 85 0 0,1 12-93 0 0,-1 0 0 0 0,2 1 0 0 0,0-1 0 0 0,0 1-1 0 0,0 1 1 0 0,1-1 0 0 0,0 1 0 0 0,1 0 0 0 0,0 1 0 0 0,0 0 0 0 0,1 0 0 0 0,0 1 0 0 0,0 0 0 0 0,0 0 0 0 0,1 1 0 0 0,-1 1 0 0 0,1-1 0 0 0,12-2-1 0 0,-12 4-13 0 0,1 0-1 0 0,0 1 1 0 0,0 1-1 0 0,-1 0 0 0 0,1 0 1 0 0,20 2-1 0 0,67 13-156 0 0,-45-5 39 0 0,-38-7 40 0 0,-1 1-7 0 0,0-1 0 0 0,1-1-1 0 0,-1-1 1 0 0,18 0 0 0 0,-28-1 92 0 0,0 1 0 0 0,-1-1 0 0 0,1 0 0 0 0,0 0 0 0 0,-1 0-1 0 0,1 0 1 0 0,-1-1 0 0 0,0 1 0 0 0,1-1 0 0 0,-1 0 0 0 0,0 0 0 0 0,0 0 0 0 0,0 0 0 0 0,0-1 0 0 0,0 1 0 0 0,-1-1-1 0 0,1 1 1 0 0,-1-1 0 0 0,0 0 0 0 0,0 0 0 0 0,4-6 0 0 0,-3 0-16 0 0,0 1-1 0 0,0 0 1 0 0,0-1 0 0 0,-1 0 0 0 0,-1 1-1 0 0,1-1 1 0 0,-1-13 0 0 0,0 17 15 0 0,-1 0 0 0 0,0 0 0 0 0,-1 0 0 0 0,1 0 0 0 0,-1 0 0 0 0,0 0 0 0 0,0 0 0 0 0,0 1 0 0 0,-1-1 0 0 0,0 0 0 0 0,0 1 0 0 0,0-1 1 0 0,0 1-1 0 0,-6-8 0 0 0,7 11 4 0 0,-1-1 1 0 0,1 0-1 0 0,-1 1 1 0 0,0 0-1 0 0,0-1 1 0 0,1 1 0 0 0,-1 0-1 0 0,0 0 1 0 0,0 0-1 0 0,0 0 1 0 0,0 0-1 0 0,0 1 1 0 0,0-1 0 0 0,0 1-1 0 0,0-1 1 0 0,-1 1-1 0 0,-2-1 1 0 0,1 2 7 0 0,0-1 0 0 0,0 1 0 0 0,1-1 0 0 0,-1 1 0 0 0,0 0 0 0 0,1 0 0 0 0,-1 1 0 0 0,1-1 0 0 0,-6 4 0 0 0,-1 1 48 0 0,-1 1 1 0 0,1 1-1 0 0,0 0 1 0 0,1 1-1 0 0,-9 9 1 0 0,3 0 135 0 0,0-1 0 0 0,-23 40-1 0 0,31-47-129 0 0,2 1-1 0 0,0 0 1 0 0,0 0-1 0 0,1 1 1 0 0,0-1-1 0 0,1 1 1 0 0,-2 17-1 0 0,4-25-34 0 0,1-1-1 0 0,0 1 0 0 0,0-1 0 0 0,0 1 1 0 0,0 0-1 0 0,1-1 0 0 0,-1 1 0 0 0,1-1 1 0 0,0 0-1 0 0,0 1 0 0 0,0-1 0 0 0,1 0 1 0 0,-1 1-1 0 0,1-1 0 0 0,0 0 0 0 0,0 0 0 0 0,3 4 1 0 0,-1-3 13 0 0,0 0 1 0 0,0-1-1 0 0,0 0 1 0 0,1 1-1 0 0,-1-2 1 0 0,1 1 0 0 0,0 0-1 0 0,-1-1 1 0 0,1 0-1 0 0,8 3 1 0 0,3-2-192 0 0,0 1 0 0 0,0-2 0 0 0,0 0 0 0 0,1-1 0 0 0,-1 0 0 0 0,28-4 0 0 0,-27 1-930 0 0,0-1-1 0 0,0-1 1 0 0,0 0-1 0 0,-1-1 1 0 0,25-12-1 0 0,-28 11-1478 0 0,-1 0 1 0 0,-1-1-1 0 0,1-1 0 0 0,13-11 1 0 0,-13 6-5063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83 1052 0 0,'12'-45'7434'0'0,"-2"7"1381"0"0,-9 53-6119 0 0,-64 222 4106 0 0,15-67-9362 0 0,43-136-3455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10 114 2456 0 0,'0'-18'2080'0'0,"0"1"-279"0"0,-1 1-233 0 0,-1 1-212 0 0,-1 3-300 0 0,3 2-216 0 0,0 0 308 0 0,-4-5-160 0 0,8 23-2648 0 0,2 1 144 0 0,-4 1-1684 0 0,3 2-1313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2584 0 0,'1'14'5089'0'0,"1"-5"-4014"0"0,1 1 0 0 0,0-1 1 0 0,1 0-1 0 0,0 0 0 0 0,0 0 0 0 0,1-1 1 0 0,6 9-1 0 0,-5-7-592 0 0,0 0 0 0 0,0 1-1 0 0,-1-1 1 0 0,0 1 0 0 0,4 16 0 0 0,-7-18-370 0 0,-2-1 1 0 0,1 1-1 0 0,-1 0 0 0 0,0-1 1 0 0,-1 1-1 0 0,0 0 1 0 0,0-1-1 0 0,-1 0 0 0 0,0 1 1 0 0,-1-1-1 0 0,0 0 1 0 0,0 0-1 0 0,0 0 0 0 0,-1 0 1 0 0,0-1-1 0 0,-1 1 1 0 0,0-1-1 0 0,0 0 0 0 0,0-1 1 0 0,-12 11-1 0 0,17-16-107 0 0,-1 0 0 0 0,1-1-1 0 0,-1 1 1 0 0,0-1 0 0 0,1 1 0 0 0,-1-1-1 0 0,0 1 1 0 0,0-1 0 0 0,1 0-1 0 0,-1 1 1 0 0,0-1 0 0 0,0 0-1 0 0,1 0 1 0 0,-1 1 0 0 0,0-1-1 0 0,0 0 1 0 0,0 0 0 0 0,0 0 0 0 0,1 0-1 0 0,-1 0 1 0 0,0 0 0 0 0,0 0-1 0 0,0 0 1 0 0,0 0 0 0 0,1-1-1 0 0,-2 1 1 0 0,1-1-4 0 0,0 1 1 0 0,1 0 0 0 0,0-1 0 0 0,-1 1 0 0 0,1-1 0 0 0,0 1 0 0 0,0-1 0 0 0,-1 1 0 0 0,1-1 0 0 0,0 1 0 0 0,0 0-1 0 0,0-1 1 0 0,0 0 0 0 0,-1 1 0 0 0,1-1 0 0 0,0 1 0 0 0,0-1 0 0 0,0 1 0 0 0,0-1 0 0 0,0 1 0 0 0,0-1 0 0 0,1 1 0 0 0,-1-1 0 0 0,0 1 0 0 0,0-1 0 0 0,0 0 0 0 0,4-14 34 0 0,4-5-38 0 0,1-1-1 0 0,0 1 1 0 0,2 1-1 0 0,0 0 1 0 0,26-33-1 0 0,-16 27-50 0 0,1 1 0 0 0,1 0-1 0 0,34-26 1 0 0,-46 42 25 0 0,-1 1 0 0 0,1 0 1 0 0,0 1-1 0 0,0-1 1 0 0,1 2-1 0 0,0 0 1 0 0,18-5-1 0 0,-28 9 29 0 0,0 1 0 0 0,-1-1 0 0 0,1 1-1 0 0,0 0 1 0 0,0-1 0 0 0,-1 1 0 0 0,1 0 0 0 0,0 0 0 0 0,0 0 0 0 0,-1 0 0 0 0,1 1-1 0 0,0-1 1 0 0,-1 0 0 0 0,1 1 0 0 0,0-1 0 0 0,-1 1 0 0 0,1 0 0 0 0,0-1 0 0 0,-1 1-1 0 0,1 0 1 0 0,-1 0 0 0 0,1 0 0 0 0,-1 0 0 0 0,0 0 0 0 0,1 0 0 0 0,-1 1 0 0 0,0-1-1 0 0,0 0 1 0 0,0 1 0 0 0,0-1 0 0 0,0 1 0 0 0,0-1 0 0 0,0 1 0 0 0,0 1 0 0 0,1 2 10 0 0,-1 0 1 0 0,1-1 0 0 0,-1 1 0 0 0,-1 0 0 0 0,1 0 0 0 0,-1 0 0 0 0,0 0 0 0 0,0 0 0 0 0,0 0-1 0 0,-2 9 1 0 0,-19 67 37 0 0,13-55-740 0 0,1 1-1 0 0,-6 50 0 0 0,13-75 424 0 0,0 0 0 0 0,0 1 0 0 0,0-1-1 0 0,0 0 1 0 0,1 1 0 0 0,-1-1 0 0 0,1 0 0 0 0,0 0-1 0 0,-1 1 1 0 0,1-1 0 0 0,0 0 0 0 0,0 0 0 0 0,1 0 0 0 0,-1 0-1 0 0,2 3 1 0 0,-1-4-377 0 0,-1 1 1 0 0,1-1-1 0 0,-1 1 0 0 0,1-1 0 0 0,0 0 0 0 0,-1 0 0 0 0,1 0 1 0 0,0 0-1 0 0,0 0 0 0 0,3 2 0 0 0,6-1-5172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183 127 1700 0 0,'7'-18'2936'0'0,"-1"0"0"0"0,0-1 0 0 0,4-26 0 0 0,-10 43-2819 0 0,1-15 2925 0 0,-1 17-2978 0 0,0 0 0 0 0,0-1 0 0 0,0 1 0 0 0,0-1 0 0 0,0 1 0 0 0,0 0 0 0 0,-1-1 0 0 0,1 1 0 0 0,0-1 0 0 0,0 1 0 0 0,-1 0 0 0 0,1-1 0 0 0,0 1 0 0 0,-1 0 0 0 0,1 0 0 0 0,0-1 0 0 0,0 1 0 0 0,-1 0 0 0 0,1 0 0 0 0,-1-1 0 0 0,1 1 0 0 0,0 0 0 0 0,-1 0 0 0 0,1 0 0 0 0,-1 0 0 0 0,1-1 0 0 0,0 1 0 0 0,-1 0-1 0 0,1 0 1 0 0,-1 0 0 0 0,1 0 0 0 0,-1 0 0 0 0,0 0 0 0 0,-2 2 166 0 0,0-1-1 0 0,0 1 0 0 0,0 0 0 0 0,0 0 0 0 0,0 0 1 0 0,0 0-1 0 0,0 0 0 0 0,1 1 0 0 0,-1-1 0 0 0,1 1 1 0 0,-1 0-1 0 0,1-1 0 0 0,-2 5 0 0 0,0-2 127 0 0,-26 34 1811 0 0,-40 63 1 0 0,61-86-2005 0 0,1-1 1 0 0,1 1-1 0 0,0 1 1 0 0,1-1-1 0 0,0 1 1 0 0,2 0-1 0 0,-5 32 1 0 0,8-45-166 0 0,1 1 0 0 0,0 0 0 0 0,0-1 1 0 0,0 1-1 0 0,1-1 0 0 0,-1 1 0 0 0,1-1 0 0 0,0 1 0 0 0,1-1 1 0 0,-1 1-1 0 0,1-1 0 0 0,0 0 0 0 0,0 0 0 0 0,0 0 0 0 0,0 0 1 0 0,1 0-1 0 0,3 4 0 0 0,-2-4-209 0 0,1 1 0 0 0,1-1 1 0 0,-1 1-1 0 0,0-2 0 0 0,1 1 0 0 0,0 0 0 0 0,0-1 1 0 0,0 0-1 0 0,0-1 0 0 0,11 4 0 0 0,-2-2-411 0 0,-1-1-1 0 0,1 0 1 0 0,1-2-1 0 0,-1 1 1 0 0,0-2 0 0 0,0 0-1 0 0,0-1 1 0 0,0 0-1 0 0,24-6 1 0 0,-24 3 346 0 0,-1-1 0 0 0,0-1 0 0 0,0 0 0 0 0,-1-1 1 0 0,0 0-1 0 0,0-1 0 0 0,0-1 0 0 0,-1 0 0 0 0,-1 0 0 0 0,1-1 0 0 0,-2-1 1 0 0,1 0-1 0 0,11-16 0 0 0,-11 12 553 0 0,-1 0 1 0 0,-1 0-1 0 0,0-1 1 0 0,-2 0 0 0 0,1-1-1 0 0,-2 0 1 0 0,0 0-1 0 0,-1 0 1 0 0,-1-1-1 0 0,4-34 1 0 0,-8 51-230 0 0,0 0 1 0 0,0 0-1 0 0,0 0 0 0 0,0 0 1 0 0,0-1-1 0 0,0 1 0 0 0,0 0 1 0 0,0 0-1 0 0,-1 0 0 0 0,1 0 1 0 0,0-1-1 0 0,-1 1 0 0 0,1 0 1 0 0,-1 0-1 0 0,0-1 1 0 0,1 2-16 0 0,0-1 0 0 0,-1 1 1 0 0,1 0-1 0 0,0 0 1 0 0,-1-1-1 0 0,1 1 1 0 0,-1 0-1 0 0,1 0 1 0 0,0 0-1 0 0,-1 0 1 0 0,1-1-1 0 0,-1 1 1 0 0,1 0-1 0 0,-1 0 1 0 0,1 0-1 0 0,0 0 1 0 0,-1 0-1 0 0,1 0 1 0 0,-1 0-1 0 0,1 0 1 0 0,-1 0-1 0 0,1 0 0 0 0,0 0 1 0 0,-1 1-1 0 0,1-1 1 0 0,-1 0-1 0 0,-2 2 115 0 0,0-1 1 0 0,1 1-1 0 0,-1-1 0 0 0,1 1 0 0 0,0 0 0 0 0,0 0 0 0 0,-1 0 0 0 0,1 0 0 0 0,-3 5 0 0 0,-4 7 228 0 0,0 0 0 0 0,1 1 0 0 0,0 0 0 0 0,2 1-1 0 0,-10 30 1 0 0,13-37-293 0 0,1 0 0 0 0,0 1 0 0 0,1-1-1 0 0,0 1 1 0 0,0 0 0 0 0,1-1 0 0 0,0 1-1 0 0,1 0 1 0 0,0-1 0 0 0,0 1 0 0 0,4 13 0 0 0,-3-18-65 0 0,0-1 1 0 0,0 0 0 0 0,1 1 0 0 0,-1-1 0 0 0,1 0-1 0 0,0-1 1 0 0,0 1 0 0 0,0 0 0 0 0,1-1 0 0 0,-1 0 0 0 0,1 1-1 0 0,0-1 1 0 0,0-1 0 0 0,0 1 0 0 0,0-1 0 0 0,0 1-1 0 0,0-1 1 0 0,1 0 0 0 0,-1-1 0 0 0,1 1 0 0 0,0-1-1 0 0,-1 0 1 0 0,1 0 0 0 0,0 0 0 0 0,7-1 0 0 0,-5 1-22 0 0,0-1 1 0 0,1 0-1 0 0,-1-1 1 0 0,0 0-1 0 0,0 0 1 0 0,1 0 0 0 0,-1-1-1 0 0,0 0 1 0 0,0-1-1 0 0,-1 1 1 0 0,1-1-1 0 0,-1-1 1 0 0,1 1-1 0 0,-1-1 1 0 0,0 0-1 0 0,6-6 1 0 0,-4 2-42 0 0,0-2-1 0 0,-1 1 1 0 0,0-1 0 0 0,0 0 0 0 0,-1 0-1 0 0,-1-1 1 0 0,0 0 0 0 0,0 0-1 0 0,-1 0 1 0 0,0 0 0 0 0,-1-1 0 0 0,-1 0-1 0 0,2-15 1 0 0,-2 14 16 0 0,-1 0-1 0 0,0 0 1 0 0,-1 0 0 0 0,-1 0 0 0 0,0-1-1 0 0,-1 1 1 0 0,0 0 0 0 0,-1 1-1 0 0,0-1 1 0 0,-1 0 0 0 0,-11-22 0 0 0,13 31 17 0 0,-1 0 1 0 0,1 0 0 0 0,-1 0-1 0 0,0 0 1 0 0,0 1 0 0 0,0-1-1 0 0,0 1 1 0 0,-1 0 0 0 0,1 0-1 0 0,-1 0 1 0 0,0 0 0 0 0,0 1-1 0 0,0 0 1 0 0,0 0 0 0 0,0 0-1 0 0,-1 0 1 0 0,-6-2 0 0 0,4 3 1 0 0,1 0 0 0 0,-1 0 0 0 0,0 1 0 0 0,1 0 0 0 0,-1 0 0 0 0,1 1 1 0 0,-1-1-1 0 0,1 1 0 0 0,-1 1 0 0 0,1-1 0 0 0,-10 5 0 0 0,7-3 3 0 0,1 0 0 0 0,0 1-1 0 0,1 0 1 0 0,-1 0 0 0 0,1 1 0 0 0,0 0-1 0 0,0 0 1 0 0,0 1 0 0 0,1 0 0 0 0,-1 0-1 0 0,2 1 1 0 0,-1-1 0 0 0,1 1 0 0 0,0 1-1 0 0,0-1 1 0 0,1 0 0 0 0,0 1 0 0 0,0 0-1 0 0,-3 10 1 0 0,7-16-22 0 0,-1 1 1 0 0,0-1-1 0 0,1 1 0 0 0,0 0 0 0 0,0 0 0 0 0,0-1 0 0 0,0 1 0 0 0,0 0 1 0 0,0-1-1 0 0,1 1 0 0 0,-1 0 0 0 0,1-1 0 0 0,0 1 0 0 0,0-1 1 0 0,0 1-1 0 0,0-1 0 0 0,0 1 0 0 0,2 1 0 0 0,-1-1-98 0 0,1 0 0 0 0,0 0 0 0 0,-1 0-1 0 0,1-1 1 0 0,0 0 0 0 0,0 1 0 0 0,0-1 0 0 0,1 0 0 0 0,-1 0 0 0 0,0-1-1 0 0,6 3 1 0 0,4 0-342 0 0,1-1 0 0 0,-1 0-1 0 0,1-1 1 0 0,0 0-1 0 0,25-1 1 0 0,-18-2 125 0 0,0 0-1 0 0,0-2 0 0 0,0-1 1 0 0,-1-1-1 0 0,1 0 1 0 0,-1-1-1 0 0,0-2 1 0 0,19-9-1 0 0,21-15 51 0 0,63-43-1 0 0,-117 72 305 0 0,-4 1 21 0 0,0 1 0 0 0,0-1 1 0 0,0 1-1 0 0,0 0 0 0 0,1 0 1 0 0,-1 0-1 0 0,0 0 0 0 0,0 0 0 0 0,1 0 1 0 0,-1 1-1 0 0,1-1 0 0 0,-1 1 1 0 0,1-1-1 0 0,-1 1 0 0 0,1 0 0 0 0,-1 0 1 0 0,1 0-1 0 0,-1 1 0 0 0,1-1 1 0 0,-1 0-1 0 0,5 2 0 0 0,-5 0 58 0 0,0 0 1 0 0,0-1-1 0 0,0 1 0 0 0,0 0 0 0 0,0 0 0 0 0,-1 0 1 0 0,1 0-1 0 0,-1 0 0 0 0,1 0 0 0 0,-1 1 1 0 0,0-1-1 0 0,1 0 0 0 0,-1 1 0 0 0,-1-1 0 0 0,1 1 1 0 0,0 0-1 0 0,-1-1 0 0 0,1 1 0 0 0,-1-1 0 0 0,1 6 1 0 0,-1 10 134 0 0,1 1 1 0 0,-2-1 0 0 0,-1 0-1 0 0,0 1 1 0 0,-1-1 0 0 0,-1 0-1 0 0,0-1 1 0 0,-2 1 0 0 0,0-1 0 0 0,-1 0-1 0 0,0 0 1 0 0,-2-1 0 0 0,0 0-1 0 0,0 0 1 0 0,-15 16 0 0 0,23-30-207 0 0,0-1 0 0 0,0 1 0 0 0,0-1 0 0 0,-1 0 0 0 0,1 1 0 0 0,0-1 0 0 0,-1 0 0 0 0,1 0 0 0 0,-1 0 0 0 0,-2 1 0 0 0,4-2-17 0 0,0 0 1 0 0,0 0-1 0 0,-1 0 1 0 0,1 0-1 0 0,0 0 1 0 0,0 0-1 0 0,-1 0 0 0 0,1 0 1 0 0,0 0-1 0 0,0 0 1 0 0,0 0-1 0 0,-1 0 1 0 0,1 0-1 0 0,0 0 0 0 0,0 0 1 0 0,-1 0-1 0 0,1 0 1 0 0,0-1-1 0 0,0 1 1 0 0,0 0-1 0 0,0 0 1 0 0,-1 0-1 0 0,1 0 0 0 0,0 0 1 0 0,0-1-1 0 0,0 1 1 0 0,0 0-1 0 0,-1 0 1 0 0,1 0-1 0 0,0-1 1 0 0,0 1-1 0 0,0 0 0 0 0,0 0 1 0 0,0 0-1 0 0,0-1 1 0 0,0 1-1 0 0,0 0 1 0 0,0 0-1 0 0,0-1 0 0 0,0 1 1 0 0,0 0-1 0 0,-1-4 3 0 0,1 1-1 0 0,1 0 0 0 0,-1-1 1 0 0,0 1-1 0 0,1 0 0 0 0,-1-1 1 0 0,1 1-1 0 0,2-5 0 0 0,8-20 4 0 0,2 0 0 0 0,1 1 0 0 0,1 0 0 0 0,1 1 0 0 0,2 1 0 0 0,0 0 0 0 0,2 2 0 0 0,0 0-1 0 0,2 1 1 0 0,0 1 0 0 0,2 1 0 0 0,26-17 0 0 0,-44 33-25 0 0,1 0 0 0 0,0 0 1 0 0,0 1-1 0 0,0 0 0 0 0,1 1 0 0 0,-1-1 0 0 0,1 1 1 0 0,0 1-1 0 0,-1 0 0 0 0,10-1 0 0 0,-14 2 22 0 0,-1 0 1 0 0,1 0-1 0 0,0 0 0 0 0,-1 0 1 0 0,1 1-1 0 0,0-1 1 0 0,-1 1-1 0 0,1 0 0 0 0,0 0 1 0 0,-1 0-1 0 0,1 0 0 0 0,-1 0 1 0 0,0 0-1 0 0,1 1 0 0 0,-1-1 1 0 0,0 1-1 0 0,0 0 0 0 0,0 0 1 0 0,0-1-1 0 0,0 1 0 0 0,0 0 1 0 0,-1 1-1 0 0,1-1 0 0 0,-1 0 1 0 0,1 0-1 0 0,-1 1 0 0 0,0-1 1 0 0,0 1-1 0 0,0-1 0 0 0,0 1 1 0 0,0 0-1 0 0,0 2 0 0 0,1 3 60 0 0,-1 1-1 0 0,0-1 1 0 0,-1 1-1 0 0,0-1 1 0 0,0 1-1 0 0,-1-1 1 0 0,0 0-1 0 0,0 1 1 0 0,-1-1-1 0 0,-5 16 1 0 0,-4 4-11 0 0,-27 47 0 0 0,3-3-1554 0 0,32-67 1097 0 0,-4 16-2599 0 0,7-21 2910 0 0,0 0 1 0 0,0 1-1 0 0,0-1 0 0 0,0 1 1 0 0,0-1-1 0 0,0 1 1 0 0,0-1-1 0 0,0 0 0 0 0,0 1 1 0 0,0-1-1 0 0,0 1 0 0 0,0-1 1 0 0,0 1-1 0 0,1-1 0 0 0,-1 0 1 0 0,0 1-1 0 0,0-1 0 0 0,1 1 1 0 0,-1-1-1 0 0,0 0 0 0 0,0 1 1 0 0,1-1-1 0 0,-1 0 0 0 0,0 0 1 0 0,1 1-1 0 0,-1-1 0 0 0,0 0 1 0 0,1 0-1 0 0,-1 1 0 0 0,1-1 1 0 0,-1 0-1 0 0,0 0 0 0 0,1 0 1 0 0,-1 0-1 0 0,1 1 0 0 0,-1-1 1 0 0,1 0-1 0 0,-1 0 0 0 0,0 0 1 0 0,1 0-1 0 0,-1 0 0 0 0,1 0 1 0 0,-1 0-1 0 0,1 0 0 0 0,6-1-783 0 0,-1 0-1 0 0,0 0 1 0 0,0 0-1 0 0,0 0 0 0 0,1-1 1 0 0,-1 0-1 0 0,-1-1 1 0 0,8-3-1 0 0,9-5-2845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39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161 212 640 0 0,'18'-23'2427'0'0,"-2"0"1"0"0,0 0-1 0 0,-2-2 0 0 0,-1 0 0 0 0,18-47 0 0 0,-30 71-2364 0 0,-1 0 0 0 0,0 1 0 0 0,0-1 0 0 0,1 1 0 0 0,-1-1 0 0 0,0 0 0 0 0,0 1 0 0 0,0-1 0 0 0,0 0 0 0 0,0 1 0 0 0,0-1 0 0 0,0 0 0 0 0,0 1 0 0 0,0-1 0 0 0,0 0 0 0 0,0 1 0 0 0,0-1-1 0 0,-1 0 1 0 0,1 1 0 0 0,0-1 0 0 0,0 1 0 0 0,-1-1 0 0 0,1 0 0 0 0,0 1 0 0 0,-1-1 0 0 0,1 1 0 0 0,-1-2 0 0 0,0 2-5 0 0,0 0 1 0 0,0-1-1 0 0,0 1 0 0 0,0 0 1 0 0,0 0-1 0 0,0 0 1 0 0,0-1-1 0 0,0 1 0 0 0,0 0 1 0 0,0 0-1 0 0,0 1 0 0 0,0-1 1 0 0,0 0-1 0 0,0 0 0 0 0,-2 1 1 0 0,-3 1 143 0 0,-1 0 1 0 0,1 1-1 0 0,0 0 0 0 0,-8 4 1 0 0,7-2-119 0 0,0 0 0 0 0,1 0 0 0 0,-1 1 0 0 0,1-1 0 0 0,0 2 0 0 0,0-1 1 0 0,1 0-1 0 0,-1 1 0 0 0,2 0 0 0 0,-7 11 0 0 0,9-14-72 0 0,0 0 0 0 0,1 1 0 0 0,-1-1 0 0 0,1 1 0 0 0,0-1 0 0 0,0 1 0 0 0,0 0 0 0 0,1-1 0 0 0,0 1-1 0 0,0 0 1 0 0,0-1 0 0 0,0 1 0 0 0,1-1 0 0 0,-1 1 0 0 0,1 0 0 0 0,1-1 0 0 0,-1 1 0 0 0,0-1 0 0 0,1 0 0 0 0,3 6 0 0 0,11 18-30 0 0,28 34 0 0 0,-30-44 288 0 0,0 1 0 0 0,-2 0 1 0 0,0 0-1 0 0,14 36 0 0 0,-25-54-106 0 0,0 1 1 0 0,0 0-1 0 0,-1 0 1 0 0,1 0-1 0 0,-1 0 1 0 0,1 0-1 0 0,-1-1 1 0 0,0 1-1 0 0,0 0 0 0 0,0 0 1 0 0,0 0-1 0 0,0 0 1 0 0,0 0-1 0 0,-1 0 1 0 0,1 0-1 0 0,-1 0 1 0 0,1 0-1 0 0,-1-1 1 0 0,0 1-1 0 0,1 0 1 0 0,-1 0-1 0 0,0-1 1 0 0,-2 3-1 0 0,1-2-42 0 0,0 0 0 0 0,-1 0-1 0 0,1 0 1 0 0,-1 0-1 0 0,0 0 1 0 0,1-1 0 0 0,-1 1-1 0 0,0-1 1 0 0,0 0 0 0 0,0 0-1 0 0,0 0 1 0 0,-6 1-1 0 0,-6 1 37 0 0,0-2 0 0 0,0 0 0 0 0,0 0 0 0 0,-26-4 0 0 0,27 2-183 0 0,-2 0-151 0 0,0 0 0 0 0,0-2 0 0 0,1 0 0 0 0,-28-8 0 0 0,42 10 16 0 0,1 1 0 0 0,-1 0 0 0 0,0 0 0 0 0,1 0 0 0 0,-1-1 0 0 0,1 1 0 0 0,-1 0 0 0 0,0-1 0 0 0,1 1 0 0 0,-1 0 0 0 0,1-1 0 0 0,-1 1 0 0 0,1-1 0 0 0,-1 1 0 0 0,1-1 0 0 0,0 1 0 0 0,-1-1 0 0 0,1 1 0 0 0,-1-1 0 0 0,1 0 0 0 0,0 1 0 0 0,0-1 0 0 0,-1 1 0 0 0,1-1 0 0 0,0 0 0 0 0,0 1 0 0 0,0-1 0 0 0,0 0 0 0 0,-1 1 0 0 0,1-1 0 0 0,0 0 0 0 0,0 1 0 0 0,1-1 0 0 0,-1 0 0 0 0,0 1 0 0 0,0-1 0 0 0,0 0 0 0 0,0 1 0 0 0,0-1 0 0 0,1 0 0 0 0,-1 1 0 0 0,0-1 0 0 0,1 1 0 0 0,-1-1 0 0 0,0 1 0 0 0,1-1 0 0 0,-1 0 0 0 0,1 0 0 0 0,3-3-1457 0 0,0 0 0 0 0,0 1 1 0 0,0-1-1 0 0,7-4 1 0 0,-8 6 279 0 0,13-9-5815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63 328 0 0,'10'-62'19857'0'0,"-11"64"-18659"0"0,-4 6-261 0 0,2 0 0 0 0,-1 0 0 0 0,1 1 0 0 0,0 0 0 0 0,-2 13 0 0 0,-7 53 2422 0 0,7-45-2508 0 0,4-21-698 0 0,-9 53 532 0 0,-2 94 0 0 0,12-153-876 0 0,0 0 1 0 0,1 0 0 0 0,-1 1 0 0 0,1-1 0 0 0,0 0-1 0 0,-1 0 1 0 0,3 4 0 0 0,-2-6-90 0 0,0 1-1 0 0,-1-1 1 0 0,1 0 0 0 0,0 1 0 0 0,0-1 0 0 0,-1 0-1 0 0,1 0 1 0 0,0 0 0 0 0,0 0 0 0 0,0 0-1 0 0,1 0 1 0 0,-1 0 0 0 0,0 0 0 0 0,0 0-1 0 0,0-1 1 0 0,1 1 0 0 0,-1 0 0 0 0,0-1-1 0 0,1 1 1 0 0,1 0 0 0 0,21-3-3982 0 0,-20 1 3143 0 0,0 0 0 0 0,0 0 0 0 0,-1 0 0 0 0,1-1 0 0 0,0 0 0 0 0,-1 0 0 0 0,0 0 0 0 0,1 0 0 0 0,3-3 0 0 0,7-7-6356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141 108 592 0 0,'-4'-14'2440'0'0,"-1"0"0"0"0,-8-16-1 0 0,12 26-2111 0 0,-1 1-1 0 0,0-1 0 0 0,0 1 1 0 0,0 0-1 0 0,0-1 0 0 0,0 1 1 0 0,-1 0-1 0 0,0 0 0 0 0,1 1 1 0 0,-1-1-1 0 0,0 0 0 0 0,0 1 0 0 0,-4-3 1 0 0,5 5-299 0 0,0-1 1 0 0,0 0-1 0 0,0 0 0 0 0,0 1 1 0 0,0 0-1 0 0,0-1 0 0 0,0 1 1 0 0,1 0-1 0 0,-1 0 0 0 0,0 0 1 0 0,0 0-1 0 0,0 0 0 0 0,0 0 1 0 0,0 1-1 0 0,0-1 0 0 0,0 0 1 0 0,-3 2-1 0 0,1 1-676 0 0,0-1 0 0 0,1 0 0 0 0,-1 1 0 0 0,1 0 1 0 0,0 0-1 0 0,-4 4 0 0 0,0 0-1492 0 0,-1 3-1812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42 1720 0 0,'9'-12'6652'0'0,"0"-16"1426"0"0,-8 26-7431 0 0,-5 2-60 0 0,-5 2-258 0 0,0-1 0 0 0,0 2-1 0 0,0-1 1 0 0,0 1 0 0 0,0 0 0 0 0,1 1 0 0 0,-1 0 0 0 0,-13 9 0 0 0,11-5-181 0 0,0 0-1 0 0,0 0 1 0 0,1 1-1 0 0,0 0 1 0 0,-15 19-1 0 0,23-26-138 0 0,1 0 1 0 0,-1 0-1 0 0,1 0 0 0 0,0 1 0 0 0,-1-1 0 0 0,1 0 0 0 0,0 0 1 0 0,0 1-1 0 0,0-1 0 0 0,1 1 0 0 0,-1-1 0 0 0,0 0 0 0 0,1 1 0 0 0,0 0 1 0 0,0-1-1 0 0,-1 1 0 0 0,2-1 0 0 0,-1 1 0 0 0,0-1 0 0 0,0 1 1 0 0,1-1-1 0 0,-1 1 0 0 0,1-1 0 0 0,0 0 0 0 0,0 1 0 0 0,0-1 1 0 0,0 0-1 0 0,0 1 0 0 0,0-1 0 0 0,1 0 0 0 0,-1 0 0 0 0,1 0 0 0 0,-1 0 1 0 0,1 0-1 0 0,0 0 0 0 0,0-1 0 0 0,0 1 0 0 0,0-1 0 0 0,0 1 1 0 0,2 0-1 0 0,18 10-5 0 0,-1-1 0 0 0,38 14 0 0 0,-42-20-15 0 0,-1 2 1 0 0,1 0 0 0 0,-1 1-1 0 0,-1 0 1 0 0,0 1-1 0 0,19 15 1 0 0,-33-23 102 0 0,1 0 0 0 0,-1 0 0 0 0,0 0 0 0 0,0 0 0 0 0,0 0 0 0 0,0 0 0 0 0,0 1 0 0 0,0-1 0 0 0,0 0 0 0 0,-1 0 0 0 0,1 1 0 0 0,0-1 0 0 0,-1 1 0 0 0,1-1 0 0 0,-1 0 0 0 0,1 1 0 0 0,-1-1 0 0 0,1 1 0 0 0,-1-1 0 0 0,0 1 0 0 0,0-1 0 0 0,0 1 0 0 0,0-1 0 0 0,0 1 0 0 0,0-1 0 0 0,-1 3 0 0 0,0-2 54 0 0,0 0 1 0 0,-1 0-1 0 0,1 0 0 0 0,-1 0 0 0 0,1 0 1 0 0,-1 0-1 0 0,1 0 0 0 0,-1-1 1 0 0,0 1-1 0 0,0 0 0 0 0,0-1 0 0 0,0 0 1 0 0,0 1-1 0 0,0-1 0 0 0,-5 1 0 0 0,-12 6 213 0 0,-1-2-1 0 0,0-1 1 0 0,-1 0-1 0 0,1-2 1 0 0,-1 0-1 0 0,-31 0 1 0 0,-9 1 6 0 0,55-3-652 0 0,-1-1 0 0 0,1 0 0 0 0,0 0 0 0 0,0 0 0 0 0,0-1 0 0 0,-1 0 0 0 0,1 0 0 0 0,-10-4 0 0 0,15 5 103 0 0,1-1-1 0 0,-1 1 1 0 0,0 0 0 0 0,1 0 0 0 0,-1-1-1 0 0,1 1 1 0 0,-1 0 0 0 0,0-1 0 0 0,1 1-1 0 0,-1 0 1 0 0,1-1 0 0 0,-1 1 0 0 0,1-1-1 0 0,-1 1 1 0 0,1-1 0 0 0,0 1 0 0 0,-1-1-1 0 0,1 1 1 0 0,0-1 0 0 0,-1 0 0 0 0,1 1-1 0 0,0-1 1 0 0,0 1 0 0 0,-1-1 0 0 0,1 0-1 0 0,0 1 1 0 0,0-1 0 0 0,0 0 0 0 0,0 1-1 0 0,0-1 1 0 0,0 0 0 0 0,0 1 0 0 0,0-1-1 0 0,0 0 1 0 0,0 1 0 0 0,0-1 0 0 0,1 1-1 0 0,-1-1 1 0 0,0 0 0 0 0,0 1 0 0 0,1-1-1 0 0,-1 1 1 0 0,0-1 0 0 0,1 0 0 0 0,-1 1-1 0 0,1-1 1 0 0,21-26-7111 0 0,-21 26 6140 0 0,17-17-6291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55 2176 0 0,'3'-9'1927'0'0,"6"-18"3269"0"0,-4 8 2921 0 0,-20 34-5110 0 0,0 21-792 0 0,1 2-1 0 0,2 0 0 0 0,-12 63 1 0 0,14-55-1189 0 0,-83 309 1083 0 0,58-226-1758 0 0,27-100-351 0 0,1 1 0 0 0,-5 53 0 0 0,12-80-132 0 0,-1-1 0 0 0,1 1 0 0 0,0-1 0 0 0,0 1 0 0 0,0-1 0 0 0,1 1 0 0 0,-1-1-1 0 0,1 1 1 0 0,-1-1 0 0 0,1 1 0 0 0,0-1 0 0 0,0 1 0 0 0,0-1 0 0 0,0 0 0 0 0,0 0 0 0 0,0 1 0 0 0,1-1 0 0 0,-1 0 0 0 0,1 0 0 0 0,-1 0 0 0 0,1 0-1 0 0,0-1 1 0 0,0 1 0 0 0,0 0 0 0 0,0-1 0 0 0,0 0 0 0 0,0 1 0 0 0,0-1 0 0 0,1 0 0 0 0,-1 0 0 0 0,0 0 0 0 0,1 0 0 0 0,-1 0 0 0 0,1-1 0 0 0,-1 1 0 0 0,1-1-1 0 0,3 1 1 0 0,1-1-334 0 0,0 0 0 0 0,1 0 0 0 0,-1-1-1 0 0,0 0 1 0 0,0 0 0 0 0,0-1-1 0 0,0 0 1 0 0,0 0 0 0 0,0 0 0 0 0,0-1-1 0 0,-1 0 1 0 0,8-5 0 0 0,-2 0-1548 0 0,0-1 0 0 0,0 0 0 0 0,-1-1 0 0 0,0 0 0 0 0,13-16 0 0 0,-6 2-5185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93 1872 0 0,'-183'-82'16806'0'0,"181"81"-16284"0"0,5 0-338 0 0,4-1-245 0 0,-1 0-1 0 0,1 0 0 0 0,0 1 1 0 0,0 0-1 0 0,0 1 0 0 0,0-1 1 0 0,12 2-1 0 0,60 8-2430 0 0,-55-6 1411 0 0,90 14-6704 0 0,-70-10 2656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1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248 170 788 0 0,'-24'13'4658'0'0,"14"-8"-2705"0"0,0 0 1 0 0,1 0-1 0 0,0 1 1 0 0,0 0-1 0 0,0 0 1 0 0,-15 16-1 0 0,24-22-1900 0 0,0 1 0 0 0,-1-1 0 0 0,1 1 0 0 0,0-1 0 0 0,-1 1 0 0 0,1-1 0 0 0,0 1 0 0 0,-1-1-1 0 0,1 1 1 0 0,0 0 0 0 0,0-1 0 0 0,0 1 0 0 0,-1-1 0 0 0,1 1 0 0 0,0-1 0 0 0,0 1 0 0 0,0 0-1 0 0,0-1 1 0 0,0 1 0 0 0,0-1 0 0 0,0 1 0 0 0,0 0 0 0 0,1-1 0 0 0,-1 1 0 0 0,0-1 0 0 0,0 1 0 0 0,0 0-1 0 0,1-1 1 0 0,-1 1 0 0 0,0-1 0 0 0,1 1 0 0 0,-1-1 0 0 0,0 1 0 0 0,1-1 0 0 0,-1 1 0 0 0,1-1-1 0 0,-1 0 1 0 0,0 1 0 0 0,1-1 0 0 0,-1 1 0 0 0,1-1 0 0 0,-1 0 0 0 0,1 0 0 0 0,0 1 0 0 0,-1-1-1 0 0,1 0 1 0 0,0 1 0 0 0,28 8 459 0 0,-27-9-466 0 0,7 2 5 0 0,0-1 0 0 0,0 0 0 0 0,0 0 0 0 0,0-1 0 0 0,-1 0 0 0 0,1-1 0 0 0,0 1 0 0 0,0-2 0 0 0,0 1 0 0 0,0-1 0 0 0,-1-1 0 0 0,1 0 0 0 0,-1 0 0 0 0,0 0 0 0 0,0-1 0 0 0,15-10-1 0 0,-17 10-57 0 0,-1 0 0 0 0,0-1-1 0 0,0 0 1 0 0,0 0-1 0 0,0 0 1 0 0,-1-1-1 0 0,0 1 1 0 0,0-1-1 0 0,0 0 1 0 0,-1 0-1 0 0,1-1 1 0 0,-2 1 0 0 0,1-1-1 0 0,-1 1 1 0 0,0-1-1 0 0,0 0 1 0 0,-1 0-1 0 0,0 0 1 0 0,0 0-1 0 0,0 0 1 0 0,-2-11-1 0 0,1 14 0 0 0,0-1-1 0 0,0 1 0 0 0,-1 0 0 0 0,0 0 0 0 0,0 0 1 0 0,0 0-1 0 0,0 0 0 0 0,-1 0 0 0 0,0 0 1 0 0,1 0-1 0 0,-1 0 0 0 0,-1 1 0 0 0,1-1 0 0 0,0 1 1 0 0,-1-1-1 0 0,0 1 0 0 0,0 0 0 0 0,-5-4 0 0 0,4 4 3 0 0,0 1 0 0 0,-1-1-1 0 0,1 1 1 0 0,-1 0 0 0 0,0 0 0 0 0,0 1-1 0 0,1-1 1 0 0,-1 1 0 0 0,0 0-1 0 0,0 1 1 0 0,0-1 0 0 0,0 1-1 0 0,-1 0 1 0 0,1 0 0 0 0,-7 2-1 0 0,-2 0 2 0 0,0 1-1 0 0,1 0 0 0 0,-1 1 0 0 0,1 1 0 0 0,0 0 0 0 0,0 1 0 0 0,1 1 0 0 0,0-1 0 0 0,-19 15 0 0 0,15-8 11 0 0,0 0-1 0 0,2 0 1 0 0,-1 1-1 0 0,2 1 1 0 0,0 1-1 0 0,-13 18 0 0 0,22-28 9 0 0,1 1-1 0 0,-1-1 0 0 0,1 1 0 0 0,0 0 0 0 0,0-1 0 0 0,1 1 0 0 0,0 0 0 0 0,0 1 0 0 0,1-1 1 0 0,-1 15-1 0 0,2-18-38 0 0,0 1-1 0 0,0-1 1 0 0,1 1 0 0 0,0 0 0 0 0,0-1-1 0 0,0 1 1 0 0,1-1 0 0 0,-1 0 0 0 0,1 1 0 0 0,0-1-1 0 0,0 0 1 0 0,0 0 0 0 0,1 0 0 0 0,0 0 0 0 0,0-1-1 0 0,0 1 1 0 0,0-1 0 0 0,4 4 0 0 0,3 1-649 0 0,0 0 1 0 0,0-1 0 0 0,1 0-1 0 0,0-1 1 0 0,1 0 0 0 0,-1 0-1 0 0,23 6 1 0 0,-17-7-2114 0 0,1-1-1 0 0,30 3 1 0 0,-21-5-3307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0 845 1528 0 0,'11'-24'2324'0'0,"1"-4"919"0"0,1 1 0 0 0,28-43 0 0 0,-40 70-3183 0 0,-1-1 0 0 0,0 1 0 0 0,1-1 0 0 0,-1 0 0 0 0,1 1 0 0 0,-1-1 0 0 0,0 1 0 0 0,1-1 1 0 0,0 1-1 0 0,-1 0 0 0 0,1-1 0 0 0,-1 1 0 0 0,1-1 0 0 0,-1 1 0 0 0,1 0 0 0 0,0-1 0 0 0,-1 1 1 0 0,1 0-1 0 0,0 0 0 0 0,-1 0 0 0 0,1-1 0 0 0,0 1 0 0 0,-1 0 0 0 0,1 0 0 0 0,0 0 0 0 0,0 0 1 0 0,-1 0-1 0 0,1 0 0 0 0,1 1 0 0 0,-1-1 38 0 0,0 1 0 0 0,0 0 0 0 0,1 0 0 0 0,-1 0 0 0 0,0 0 0 0 0,0 0 0 0 0,0 0 0 0 0,0 0 0 0 0,0 0 0 0 0,0 0 0 0 0,0 0 0 0 0,-1 1 0 0 0,2 1-1 0 0,1 4 326 0 0,1 0 0 0 0,-2 0 0 0 0,1 0 0 0 0,1 9 0 0 0,-1-2-62 0 0,-1 1-1 0 0,-1-1 0 0 0,0 1 0 0 0,-1-1 0 0 0,-1 1 0 0 0,0-1 1 0 0,-1 1-1 0 0,-4 18 0 0 0,3-24-283 0 0,1 0 1 0 0,-2 0-1 0 0,1 0 1 0 0,-1 0-1 0 0,0 0 0 0 0,-1-1 1 0 0,0 0-1 0 0,0 0 1 0 0,-1 0-1 0 0,0 0 0 0 0,0-1 1 0 0,-1 0-1 0 0,-10 8 0 0 0,15-14-65 0 0,1 0-1 0 0,-1 0 1 0 0,0 0-1 0 0,0 0 1 0 0,1-1-1 0 0,-1 1 1 0 0,0-1-1 0 0,0 1 1 0 0,0-1-1 0 0,0 0 1 0 0,0 1-1 0 0,0-1 1 0 0,-3 0-1 0 0,4 0-15 0 0,0-1 6 0 0,1 1-1 0 0,-1 0 1 0 0,0-1-1 0 0,1 1 1 0 0,-1 0-1 0 0,1-1 1 0 0,-1 1-1 0 0,1-1 1 0 0,-1 1-1 0 0,1-1 1 0 0,0 1-1 0 0,-1-1 1 0 0,1 1 0 0 0,-1-1-1 0 0,1 1 1 0 0,0-1-1 0 0,0 0 1 0 0,-1 1-1 0 0,1-1 1 0 0,0 1-1 0 0,0-1 1 0 0,0 0-1 0 0,0 1 1 0 0,0-1-1 0 0,-1 0 1 0 0,1 1-1 0 0,0-1 1 0 0,1 0-1 0 0,-1 1 1 0 0,0-1-1 0 0,0 0 1 0 0,0 1-1 0 0,1-2 1 0 0,2-21 11 0 0,4 3-31 0 0,1 0 0 0 0,1 0-1 0 0,1 1 1 0 0,1 0-1 0 0,14-20 1 0 0,71-81-86 0 0,-96 120 104 0 0,26-30-49 0 0,42-37 0 0 0,-60 61 28 0 0,-1-1 0 0 0,1 1 0 0 0,1 1 1 0 0,-1-1-1 0 0,1 1 0 0 0,0 1 0 0 0,0 0 0 0 0,1 0 0 0 0,-1 1 0 0 0,1 0 1 0 0,10-1-1 0 0,-18 3 18 0 0,1 1 1 0 0,0 0-1 0 0,-1 0 1 0 0,1 0-1 0 0,-1 0 1 0 0,1 0-1 0 0,0 0 1 0 0,-1 1-1 0 0,1 0 1 0 0,-1-1-1 0 0,1 1 1 0 0,-1 0-1 0 0,1 0 1 0 0,-1 0-1 0 0,0 1 1 0 0,1-1 0 0 0,-1 0-1 0 0,3 3 1 0 0,-3-1 5 0 0,1 0 1 0 0,0 0-1 0 0,-1 0 0 0 0,0 1 1 0 0,0-1-1 0 0,0 0 1 0 0,0 1-1 0 0,0 0 1 0 0,-1-1-1 0 0,3 9 1 0 0,-2 1 63 0 0,1 1 0 0 0,-2 0-1 0 0,0 0 1 0 0,0 0 0 0 0,-3 21 0 0 0,-2-6 81 0 0,-8 34-1 0 0,7-40-87 0 0,0 0 0 0 0,2 0 0 0 0,-1 25 0 0 0,4-46-155 0 0,0 0 1 0 0,0 0-1 0 0,0 0 0 0 0,1 0 1 0 0,-1 0-1 0 0,1 0 0 0 0,-1-1 0 0 0,1 1 1 0 0,0 0-1 0 0,0 0 0 0 0,0 0 0 0 0,0 0 1 0 0,0-1-1 0 0,0 1 0 0 0,0 0 0 0 0,0-1 1 0 0,1 1-1 0 0,-1-1 0 0 0,1 0 1 0 0,-1 1-1 0 0,1-1 0 0 0,-1 0 0 0 0,1 0 1 0 0,0 0-1 0 0,0 0 0 0 0,0 0 0 0 0,-1 0 1 0 0,1-1-1 0 0,0 1 0 0 0,0-1 1 0 0,0 1-1 0 0,0-1 0 0 0,0 0 0 0 0,3 1 1 0 0,4-3-368 0 0,-1 0 1 0 0,1 0 0 0 0,-1-1 0 0 0,1 0 0 0 0,-1 0-1 0 0,0-1 1 0 0,0 0 0 0 0,-1-1 0 0 0,1 1 0 0 0,-1-2-1 0 0,0 1 1 0 0,0-1 0 0 0,-1 0 0 0 0,8-8 0 0 0,14-17-560 0 0,40-60 1 0 0,-59 78 900 0 0,41-59 101 0 0,-5-1-1 0 0,-2-3 0 0 0,-4-1 0 0 0,36-99 0 0 0,-64 146 932 0 0,-1 0-1 0 0,-1-1 1 0 0,-2 0-1 0 0,-2 0 1 0 0,0-1-1 0 0,0-63 1 0 0,-5 94-849 0 0,0 0 1 0 0,0 0 0 0 0,0-1 0 0 0,0 1-1 0 0,0 0 1 0 0,0 0 0 0 0,0-1 0 0 0,-1 1-1 0 0,1 0 1 0 0,0 0 0 0 0,-1-1-1 0 0,1 1 1 0 0,-1 0 0 0 0,1 0 0 0 0,-1 0-1 0 0,0 0 1 0 0,1-1 0 0 0,-1 1 0 0 0,0 0-1 0 0,0 0 1 0 0,0 1 0 0 0,1-1 0 0 0,-1 0-1 0 0,0 0 1 0 0,0 0 0 0 0,-1 1 0 0 0,1-1-1 0 0,0 0 1 0 0,0 1 0 0 0,0-1-1 0 0,0 1 1 0 0,0-1 0 0 0,-3 0 0 0 0,2 2 55 0 0,-1-1 1 0 0,1 0 0 0 0,-1 1-1 0 0,1-1 1 0 0,0 1 0 0 0,-1 0 0 0 0,1 0-1 0 0,0 0 1 0 0,0 0 0 0 0,0 0-1 0 0,-1 0 1 0 0,1 1 0 0 0,0-1 0 0 0,1 1-1 0 0,-1-1 1 0 0,0 1 0 0 0,-2 2-1 0 0,-6 8 407 0 0,1 0 0 0 0,0 1 0 0 0,0 0-1 0 0,1 1 1 0 0,1 0 0 0 0,-8 21 0 0 0,-26 93 2213 0 0,38-116-2455 0 0,-96 479 3771 0 0,96-470-4038 0 0,0-3-17 0 0,0-5 0 0 0,1 1 0 0 0,1 0 0 0 0,0 0 0 0 0,1 25 0 0 0,0-35 0 0 0,1-1 0 0 0,-1 0 0 0 0,1 0 0 0 0,0 0 0 0 0,0 0 0 0 0,0 1 0 0 0,1-1 0 0 0,-1-1 0 0 0,1 1 0 0 0,-1 0 0 0 0,1 0 0 0 0,0 0 0 0 0,0-1 0 0 0,0 1 0 0 0,0-1 0 0 0,1 0 0 0 0,-1 0 0 0 0,1 0 0 0 0,-1 0 0 0 0,1 0 0 0 0,0 0 0 0 0,0 0 0 0 0,0-1 0 0 0,0 0 0 0 0,5 2 0 0 0,1 0-507 0 0,0-1-1 0 0,1-1 1 0 0,-1 0 0 0 0,1 0 0 0 0,-1-1-1 0 0,1 0 1 0 0,-1-1 0 0 0,1 0-1 0 0,-1 0 1 0 0,0-1 0 0 0,16-5-1 0 0,-6 1-936 0 0,0-1 0 0 0,0-1-1 0 0,0-1 1 0 0,23-15 0 0 0,-30 16-1143 0 0,-1-1 0 0 0,0 1 1 0 0,19-20-1 0 0,-11 6-4120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99 788 0 0,'-18'-8'2765'0'0,"5"3"-914"0"0,1 0 1 0 0,1-1-1 0 0,-1-1 0 0 0,1 0 1 0 0,0 0-1 0 0,-14-13 0 0 0,25 20-1810 0 0,0-1-1 0 0,-1 1 0 0 0,1-1 1 0 0,0 1-1 0 0,0 0 0 0 0,0-1 1 0 0,0 1-1 0 0,0 0 1 0 0,0-1-1 0 0,-1 1 0 0 0,1-1 1 0 0,0 1-1 0 0,0-1 1 0 0,0 1-1 0 0,0 0 0 0 0,0-1 1 0 0,1 1-1 0 0,-1-1 0 0 0,0 1 1 0 0,0 0-1 0 0,0-1 1 0 0,0 1-1 0 0,0 0 0 0 0,1-1 1 0 0,-1 1-1 0 0,0-1 1 0 0,0 1-1 0 0,0 0 0 0 0,1-1 1 0 0,-1 1-1 0 0,0 0 0 0 0,1 0 1 0 0,-1-1-1 0 0,0 1 1 0 0,0 0-1 0 0,1 0 0 0 0,-1-1 1 0 0,1 1-1 0 0,-1 0 1 0 0,0 0-1 0 0,1 0 0 0 0,13-8 288 0 0,-1 5-224 0 0,1 0 1 0 0,-1 1-1 0 0,1 0 0 0 0,-1 1 1 0 0,1 0-1 0 0,24 3 1 0 0,-15-1-224 0 0,112 5-2263 0 0,-45 1-2046 0 0,-46-4 577 0 0,2 1-2232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5657 0 0,'0'0'7136'0'0,"17"0"-147"0"0,-4-6-4377 0 0,-3 3-956 0 0,2 0-676 0 0,7-1-1952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70 2536 0 0,'-30'-70'19992'0'0,"28"73"-18682"0"0,-3 10-211 0 0,1 0 1 0 0,0 1-1 0 0,1 0 1 0 0,-2 27 0 0 0,-4 12-16 0 0,-73 274 1258 0 0,-35 188-2542 0 0,113-489-485 0 0,-5 44-2346 0 0,8-61 1952 0 0,1 0-1 0 0,0-1 0 0 0,1 1 0 0 0,0 0 1 0 0,3 14-1 0 0,-3-22 455 0 0,5 14-1387 0 0,22-7-15315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64 185 276 0 0,'41'-71'7246'0'0,"27"-39"4840"0"0,-68 110-12048 0 0,0 0-1 0 0,0 0 1 0 0,0 0-1 0 0,0 0 0 0 0,0-1 1 0 0,0 1-1 0 0,0 0 0 0 0,0 0 1 0 0,0 0-1 0 0,1 0 0 0 0,-1 0 1 0 0,0-1-1 0 0,0 1 0 0 0,0 0 1 0 0,0 0-1 0 0,0 0 0 0 0,0 0 1 0 0,0 0-1 0 0,0 0 0 0 0,0-1 1 0 0,1 1-1 0 0,-1 0 0 0 0,0 0 1 0 0,0 0-1 0 0,0 0 1 0 0,0 0-1 0 0,0 0 0 0 0,1 0 1 0 0,-1 0-1 0 0,0 0 0 0 0,0 0 1 0 0,0 0-1 0 0,0 0 0 0 0,0 0 1 0 0,1 0-1 0 0,-1 0 0 0 0,0 0 1 0 0,0 0-1 0 0,0 0 0 0 0,0 0 1 0 0,0 0-1 0 0,1 0 0 0 0,-1 0 1 0 0,0 0-1 0 0,0 0 0 0 0,0 0 1 0 0,0 0-1 0 0,0 0 1 0 0,1 0-1 0 0,-1 0 0 0 0,0 0 1 0 0,0 0-1 0 0,0 1 0 0 0,0-1 1 0 0,0 0-1 0 0,0 0 0 0 0,0 0 1 0 0,1 0-1 0 0,-1 0 0 0 0,0 0 1 0 0,0 1-1 0 0,0-1 0 0 0,1 16 1319 0 0,-5 20 181 0 0,-77 279 2521 0 0,20-86-3387 0 0,48-190-463 0 0,9-28-36 0 0,1 0 1 0 0,-1 0-1 0 0,-1 13 0 0 0,5-25-168 0 0,-1 1 0 0 0,1-1-1 0 0,-1 1 1 0 0,1-1 0 0 0,-1 0 0 0 0,1 1 0 0 0,0-1-1 0 0,-1 0 1 0 0,1 1 0 0 0,0-1 0 0 0,0 0-1 0 0,-1 1 1 0 0,1-1 0 0 0,0 0 0 0 0,0 0 0 0 0,0 1-1 0 0,0-1 1 0 0,0 0 0 0 0,0 0 0 0 0,0 1-1 0 0,0-3 1 0 0,1-17 38 0 0,6-38-236 0 0,4 0-1 0 0,33-108 0 0 0,-30 123 124 0 0,2 0-1 0 0,2 0 0 0 0,1 2 1 0 0,3 0-1 0 0,29-43 0 0 0,-29 60 50 0 0,-20 23 12 0 0,-1-1 1 0 0,0 1-1 0 0,1 0 1 0 0,0 0-1 0 0,-1 0 1 0 0,1 0-1 0 0,0 0 1 0 0,-1 1-1 0 0,1-1 1 0 0,0 0-1 0 0,0 1 1 0 0,-1-1-1 0 0,1 1 0 0 0,0 0 1 0 0,0-1-1 0 0,0 1 1 0 0,2 0-1 0 0,0 1 16 0 0,0 0 0 0 0,0 0 0 0 0,0 0-1 0 0,0 1 1 0 0,-1-1 0 0 0,1 1-1 0 0,0 0 1 0 0,-1 0 0 0 0,0 0 0 0 0,1 0-1 0 0,-1 0 1 0 0,0 1 0 0 0,0 0-1 0 0,0-1 1 0 0,2 5 0 0 0,1 0 18 0 0,-1 0 0 0 0,-1 0 0 0 0,0 1 0 0 0,0-1 0 0 0,0 1 0 0 0,4 14 0 0 0,-1 6 85 0 0,0 0 1 0 0,-2 1-1 0 0,1 36 0 0 0,0 162 643 0 0,-5-127-2339 0 0,3 0-5763 0 0,-4-79-2035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102 279 712 0 0,'-12'-8'2785'0'0,"-1"0"91"0"0,1 0 0 0 0,0-1 1 0 0,1 0-1 0 0,0 0 0 0 0,-18-21 1 0 0,29 29-2838 0 0,-1 0 1 0 0,1 0 0 0 0,0 1 0 0 0,0-1-1 0 0,0 0 1 0 0,0 1 0 0 0,0-1 0 0 0,0 0-1 0 0,0 0 1 0 0,0 1 0 0 0,0-1 0 0 0,0 0-1 0 0,0 0 1 0 0,0 1 0 0 0,0-1 0 0 0,1 0-1 0 0,-1 1 1 0 0,0-1 0 0 0,1 0 0 0 0,-1 0-1 0 0,0 1 1 0 0,1-1 0 0 0,-1 1 0 0 0,1-1-1 0 0,-1 1 1 0 0,2-2 0 0 0,13-13 305 0 0,8 1-789 0 0,1 0 0 0 0,1 1 0 0 0,51-19-1 0 0,-13 7-2075 0 0,18-15-5117 0 0,-40 16-198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40 2912 0 0,'1'-3'2588'0'0,"17"-33"9648"0"0,-19 39-11672 0 0,1 0 0 0 0,0 0 0 0 0,-1 0-1 0 0,1 0 1 0 0,1 0 0 0 0,-1 0 0 0 0,1 4-1 0 0,0 9 1007 0 0,-14 150 668 0 0,-8-1 0 0 0,-7-1-1 0 0,-69 227 1 0 0,88-359-5264 0 0,-8 45 0 0 0,17-66 1306 0 0,0-11 1288 0 0,1 1 0 0 0,-1 0-1 0 0,0-1 1 0 0,1 1 0 0 0,-1 0 0 0 0,0-1 0 0 0,1 1 0 0 0,-1-1-1 0 0,1 1 1 0 0,-1-1 0 0 0,1 1 0 0 0,-1-1 0 0 0,1 1 0 0 0,0-1 0 0 0,-1 1-1 0 0,1-1 1 0 0,-1 0 0 0 0,1 1 0 0 0,0-1 0 0 0,-1 0 0 0 0,1 0 0 0 0,0 1-1 0 0,0-1 1 0 0,-1 0 0 0 0,1 0 0 0 0,0 0 0 0 0,-1 0 0 0 0,1 0 0 0 0,1 0-1 0 0,13-2-9193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1008 0 0,'31'-41'8938'0'0,"6"-10"2086"0"0,-13 24-7694 0 0,-21 25-3221 0 0,0-1 1 0 0,0 1-1 0 0,0 1 1 0 0,0-1-1 0 0,1 0 1 0 0,-1 1-1 0 0,0-1 1 0 0,1 1-1 0 0,6-1 1 0 0,37-6 147 0 0,-30 6-144 0 0,35-5-81 0 0,-1 3-1 0 0,74 3 1 0 0,-49 6-3523 0 0,-3 1-5051 0 0,-67-5 3921 0 0,10 2-2181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2228 0 0,'-87'41'7910'0'0,"-30"15"4150"0"0,116-56-11952 0 0,1 0-1 0 0,-1 0 0 0 0,1 1 1 0 0,-1-1-1 0 0,1 0 1 0 0,-1 0-1 0 0,1 0 1 0 0,0 1-1 0 0,-1-1 1 0 0,1 0-1 0 0,-1 1 1 0 0,1-1-1 0 0,-1 0 1 0 0,1 1-1 0 0,0-1 1 0 0,-1 0-1 0 0,1 1 1 0 0,0-1-1 0 0,0 1 1 0 0,-1-1-1 0 0,1 1 1 0 0,0-1-1 0 0,0 1 1 0 0,-1-1-1 0 0,1 1 1 0 0,0-1-1 0 0,0 1 1 0 0,0-1-1 0 0,0 1 1 0 0,0-1-1 0 0,0 1 1 0 0,0-1-1 0 0,0 1 1 0 0,0-1-1 0 0,0 1 1 0 0,0-1-1 0 0,0 1 1 0 0,0-1-1 0 0,0 1 1 0 0,1-1-1 0 0,-1 1 1 0 0,0-1-1 0 0,0 1 1 0 0,1-1-1 0 0,-1 1 1 0 0,0-1-1 0 0,0 0 1 0 0,1 1-1 0 0,-1-1 1 0 0,0 1-1 0 0,1-1 1 0 0,-1 0-1 0 0,1 1 1 0 0,-1-1-1 0 0,1 0 1 0 0,-1 0-1 0 0,0 1 0 0 0,1-1 1 0 0,-1 0-1 0 0,1 0 1 0 0,0 1-1 0 0,3 1 86 0 0,-1-1 0 0 0,1 1 0 0 0,0 0 0 0 0,0-1 0 0 0,8 2-1 0 0,231 14 2572 0 0,1-23-4607 0 0,-214 4-683 0 0,33-6-1 0 0,-19-4-2407 0 0,-36 8 2601 0 0,0 1 0 0 0,0-1 0 0 0,10-6 0 0 0,-1-3-6884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3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81 452 0 0,'-6'-14'3926'0'0,"0"1"0"0"0,-1 1 0 0 0,0-1-1 0 0,-12-14 1 0 0,18 26-3350 0 0,-2 2 515 0 0,2-1-1041 0 0,1-1 0 0 0,0 1 0 0 0,-1 0 1 0 0,1 0-1 0 0,-1 0 0 0 0,1 0 0 0 0,-1 0 0 0 0,1 0 1 0 0,0 1-1 0 0,-1-1 0 0 0,1 0 0 0 0,-1 0 0 0 0,1 0 1 0 0,0 0-1 0 0,-1 0 0 0 0,1 0 0 0 0,0 1 0 0 0,-1-1 0 0 0,1 0 1 0 0,-1 0-1 0 0,1 1 0 0 0,0-1 0 0 0,0 0 0 0 0,-1 1 1 0 0,1-1-1 0 0,-16 35 1377 0 0,2 0 1 0 0,2 0-1 0 0,-14 65 0 0 0,13-51-1012 0 0,-165 486 348 0 0,172-520-854 0 0,-5 13-742 0 0,-16 51-3035 0 0,24-69 1715 0 0,1 1 0 0 0,-2 21 0 0 0,4-16-4135 0 0,5-3-3709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135 147 2656 0 0,'29'-81'14624'0'0,"-44"100"-12611"0"0,-2 11-660 0 0,1 1-1 0 0,-22 63 0 0 0,-10 70 240 0 0,43-143-1438 0 0,-15 71 281 0 0,18-79-378 0 0,0-1-1 0 0,2 0 1 0 0,-1 1-1 0 0,1-1 1 0 0,3 19-1 0 0,-2-29-37 0 0,-1 0-1 0 0,0 0 1 0 0,1 0-1 0 0,-1 0 1 0 0,1 0-1 0 0,-1 0 1 0 0,1 0-1 0 0,0 0 1 0 0,0 0-1 0 0,0 0 0 0 0,0 0 1 0 0,1 0-1 0 0,-1-1 1 0 0,0 1-1 0 0,1 0 1 0 0,-1-1-1 0 0,1 1 1 0 0,-1-1-1 0 0,1 0 1 0 0,0 1-1 0 0,0-1 1 0 0,-1 0-1 0 0,1 0 1 0 0,0 0-1 0 0,0 0 0 0 0,0-1 1 0 0,0 1-1 0 0,0 0 1 0 0,0-1-1 0 0,0 0 1 0 0,1 1-1 0 0,-1-1 1 0 0,0 0-1 0 0,0 0 1 0 0,0 0-1 0 0,0 0 1 0 0,0 0-1 0 0,1-1 1 0 0,3 0-1 0 0,3-2 29 0 0,1 0 0 0 0,0 0 0 0 0,-1-1 0 0 0,0 0 0 0 0,0-1 0 0 0,0 0 0 0 0,11-8 0 0 0,-2-1-7 0 0,-1-1 0 0 0,0-1 0 0 0,-2 0 0 0 0,21-27-1 0 0,-10 7-45 0 0,29-51-1 0 0,-41 60 0 0 0,0 0-1 0 0,-2-1 1 0 0,17-56-1 0 0,-25 72 7 0 0,-2 0 0 0 0,1 0-1 0 0,-2-1 1 0 0,0 1-1 0 0,0 0 1 0 0,-1 0 0 0 0,0-1-1 0 0,-1 1 1 0 0,-1 0-1 0 0,0 0 1 0 0,-1 0 0 0 0,-6-19-1 0 0,8 28 4 0 0,0 1-1 0 0,0-1 0 0 0,0 1 1 0 0,-1-1-1 0 0,1 1 1 0 0,-1 0-1 0 0,0-1 1 0 0,0 1-1 0 0,0 0 0 0 0,0 0 1 0 0,0 0-1 0 0,0 0 1 0 0,0 1-1 0 0,-1-1 1 0 0,1 0-1 0 0,0 1 0 0 0,-1 0 1 0 0,-3-2-1 0 0,2 2-102 0 0,1 0 0 0 0,-1 1-1 0 0,0-1 1 0 0,0 1 0 0 0,0 0-1 0 0,0 0 1 0 0,0 0 0 0 0,0 0 0 0 0,0 1-1 0 0,0-1 1 0 0,-7 3 0 0 0,1 1-546 0 0,-1 0 1 0 0,1 1 0 0 0,-1 0-1 0 0,1 1 1 0 0,1 0 0 0 0,-1 0-1 0 0,1 1 1 0 0,-11 10 0 0 0,-13 20-3115 0 0,13-10-2195 0 0,4-5-2041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0:33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3456 0 0,'3'1'697'0'0,"8"0"1763"0"0,0 1 0 0 0,0 1 0 0 0,0 0 0 0 0,-1 0 0 0 0,20 10 0 0 0,-29-13-2355 0 0,0 1-1 0 0,-1 0 1 0 0,1-1-1 0 0,-1 1 1 0 0,1 0-1 0 0,-1 0 1 0 0,1 0-1 0 0,-1-1 1 0 0,1 1-1 0 0,-1 0 1 0 0,0 0-1 0 0,0 0 1 0 0,1 0-1 0 0,-1 0 1 0 0,0-1-1 0 0,0 1 1 0 0,0 0-1 0 0,0 0 1 0 0,0 0-1 0 0,0 0 1 0 0,0 0-1 0 0,0 0 1 0 0,0 0-1 0 0,-1 1 1 0 0,-6 20 909 0 0,-2-3-671 0 0,-1-1 0 0 0,-1-1 0 0 0,-1 0 0 0 0,-16 20 0 0 0,-62 60-346 0 0,55-62-593 0 0,-53 55-3369 0 0,25-37-4032 0 0,26-26-1293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12 556 0 0,'0'0'2998'0'0,"9"-5"-593"0"0,42 0-2311 0 0,96 3 0 0 0,-124 4-96 0 0,24 3 2 0 0,-21-4-2 0 0,-24 0 1 0 0,1-1 4 0 0,9 1 6 0 0,16-1 237 0 0,-25 0-7 0 0,-3 0-237 0 0,0 0 0 0 0,0-1 0 0 0,0 1 0 0 0,0 0 0 0 0,0-1 0 0 0,-1 1 1 0 0,1 0-1 0 0,0 0 0 0 0,0-1 0 0 0,0 1 0 0 0,0 0 0 0 0,0 0 0 0 0,0-1 0 0 0,-1 1 1 0 0,1 0-1 0 0,0 0 0 0 0,0-1 0 0 0,0 1 0 0 0,-1 0 0 0 0,1 0 0 0 0,0 0 1 0 0,0-1-1 0 0,0 1 0 0 0,-1 0 0 0 0,1 0 0 0 0,0 0 0 0 0,-1 0 0 0 0,1 0 0 0 0,0 0 1 0 0,0 0-1 0 0,-1-1 0 0 0,1 1 0 0 0,0 0 0 0 0,-1 0 0 0 0,1 0 0 0 0,0 0 1 0 0,0 0-1 0 0,-1 0 0 0 0,1 0 0 0 0,-1 0 0 0 0,-18 5 54 0 0,13-2-88 0 0,0 0-1 0 0,0 0 1 0 0,1 1 0 0 0,-7 4 0 0 0,7-4-475 0 0,0 1 1 0 0,0-1-1 0 0,1 1 1 0 0,-1 0-1 0 0,-6 11 1 0 0,10-14-672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80 36 0 0,'0'0'5943'0'0,"-5"-2"-5756"0"0,5 2-165 0 0,0 0 0 0 0,0 0 0 0 0,0 0 0 0 0,0 0 0 0 0,0 0 0 0 0,0 0 0 0 0,0 0 0 0 0,0 0 0 0 0,0 0 0 0 0,0 0 0 0 0,0 0 0 0 0,0 0 0 0 0,0 0 0 0 0,0 0 0 0 0,0-1 0 0 0,0 1 0 0 0,0 0 0 0 0,0 0 0 0 0,0 0 0 0 0,0 0 0 0 0,0 0 0 0 0,0 0 0 0 0,0 0 0 0 0,0 0-1 0 0,0 0 1 0 0,0 0 0 0 0,0 0 0 0 0,0 0 0 0 0,0 0 0 0 0,0 0 0 0 0,0 0 0 0 0,0 0 0 0 0,0 0 0 0 0,0 0 0 0 0,0-1 0 0 0,0 1 0 0 0,-1 0 0 0 0,1 0 0 0 0,0 0 0 0 0,0 0 0 0 0,0 0 0 0 0,0 0 0 0 0,0 0 0 0 0,0 0 0 0 0,0 0 0 0 0,0 0 0 0 0,0 0 0 0 0,385-52 794 0 0,-346 47-809 0 0,31-8 32 0 0,-68 12-17 0 0,10-1-4 0 0,0-1 132 0 0,-12 3-195 0 0,0 0 1 0 0,0 0 0 0 0,1 1-1 0 0,-1-1 1 0 0,0 0 0 0 0,0 0-1 0 0,0 0 1 0 0,0 0 0 0 0,1 0-1 0 0,-1 0 1 0 0,0 0-1 0 0,0 0 1 0 0,0 0 0 0 0,0 1-1 0 0,1-1 1 0 0,-1 0 0 0 0,0 0-1 0 0,0 0 1 0 0,0 0 0 0 0,0 1-1 0 0,0-1 1 0 0,0 0 0 0 0,0 0-1 0 0,1 0 1 0 0,-1 0-1 0 0,0 1 1 0 0,0-1 0 0 0,0 0-1 0 0,0 0 1 0 0,0 0 0 0 0,0 1-1 0 0,0-1 1 0 0,0 0 0 0 0,0 0-1 0 0,0 0 1 0 0,0 1-1 0 0,0-1 1 0 0,0 0 0 0 0,0 0-1 0 0,0 0 1 0 0,-1 1 0 0 0,1-1-1 0 0,0 0 1 0 0,0 0 0 0 0,-2 3-1791 0 0,-6 1-203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1 592 636 0 0,'22'-13'11480'0'0,"-8"7"-7177"0"0,-14 6-4256 0 0,0 0 1 0 0,0 0 0 0 0,0-1 0 0 0,1 1-1 0 0,-1 0 1 0 0,0 0 0 0 0,0 0 0 0 0,0 0-1 0 0,1-1 1 0 0,-1 1 0 0 0,0 0 0 0 0,0 0-1 0 0,1 0 1 0 0,-1 0 0 0 0,0 0 0 0 0,1 0-1 0 0,-1 0 1 0 0,0 0 0 0 0,0 0 0 0 0,1 0-1 0 0,-1 0 1 0 0,0 0 0 0 0,0 0 0 0 0,1 0-1 0 0,-1 0 1 0 0,0 0 0 0 0,0 0 0 0 0,1 0-1 0 0,-1 0 1 0 0,0 0 0 0 0,1 1 0 0 0,-1-1-1 0 0,0 0 1 0 0,0 0 0 0 0,0 0 0 0 0,1 0-1 0 0,-1 0 1 0 0,0 1 0 0 0,0-1 0 0 0,0 0-1 0 0,1 0 1 0 0,-1 0 0 0 0,0 1-1 0 0,0-1 1 0 0,0 0 0 0 0,0 0 0 0 0,0 1-1 0 0,0-1 1 0 0,1 0 0 0 0,-1 0 0 0 0,0 1-1 0 0,0-1 1 0 0,0 0 0 0 0,0 1 0 0 0,0-1-1 0 0,0 0 1 0 0,0 0 0 0 0,0 1 0 0 0,0-1-1 0 0,0 1 1 0 0,-8 32 575 0 0,3 0 1 0 0,0 1-1 0 0,1 63 0 0 0,4-96-588 0 0,0-1 0 0 0,0 0 0 0 0,0 1 0 0 0,0-1 0 0 0,0 0 0 0 0,0 1 0 0 0,0-1 0 0 0,0 0 0 0 0,1 0 0 0 0,-1 1 0 0 0,0-1 0 0 0,0 0 0 0 0,0 1 0 0 0,0-1 0 0 0,0 0 0 0 0,0 0 0 0 0,1 1 0 0 0,-1-1 0 0 0,0 0 0 0 0,0 0 0 0 0,1 1 0 0 0,-1-1 1 0 0,0 0-1 0 0,0 0 0 0 0,0 0 0 0 0,1 0 0 0 0,-1 1 0 0 0,0-1 0 0 0,1 0 0 0 0,-1 0 0 0 0,0 0 0 0 0,0 0 0 0 0,1 0 0 0 0,-1 0 0 0 0,0 0 0 0 0,1 0 0 0 0,-1 0 0 0 0,0 0 0 0 0,1 0 0 0 0,-1 0 0 0 0,0 0 0 0 0,1 0 0 0 0,-1 0 0 0 0,14-4 468 0 0,-13 3-490 0 0,194-98 1203 0 0,-93 44-1051 0 0,-52 29-129 0 0,423-210 59 0 0,16 39-1220 0 0,-127 92-1353 0 0,-119 52-4172 0 0,-216 48 4318 0 0,-12 4-3155 0 0,-1-1 570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 2360 0 0,'-10'3'1611'0'0,"-1"-1"0"0"0,1 0-1 0 0,-1 0 1 0 0,1-1 0 0 0,-1-1-1 0 0,1 0 1 0 0,-1 0 0 0 0,0-1-1 0 0,1 0 1 0 0,-11-3 0 0 0,18 3-894 0 0,-40-4 2300 0 0,40 5-2908 0 0,-9 162 1346 0 0,6-110-892 0 0,1 94 0 0 0,5-144-528 0 0,0 1-1 0 0,1 0 0 0 0,-1-1 0 0 0,0 1 0 0 0,1-1 0 0 0,0 1 0 0 0,0-1 1 0 0,0 0-1 0 0,0 1 0 0 0,0-1 0 0 0,0 0 0 0 0,0 1 0 0 0,1-1 0 0 0,-1 0 0 0 0,1 0 1 0 0,0 0-1 0 0,-1 0 0 0 0,1 0 0 0 0,0-1 0 0 0,0 1 0 0 0,0-1 0 0 0,0 1 1 0 0,1-1-1 0 0,-1 0 0 0 0,0 1 0 0 0,1-1 0 0 0,-1 0 0 0 0,0-1 0 0 0,1 1 0 0 0,-1 0 1 0 0,4 0-1 0 0,8 0 18 0 0,0 1 0 0 0,-1-2 1 0 0,1 0-1 0 0,24-3 1 0 0,-25 2-29 0 0,535-81-603 0 0,-309 41-823 0 0,243-40-3637 0 0,-160 22-3345 0 0,-101 14-1689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41 896 0 0,'0'0'1332'0'0,"2"-11"420"0"0,0 2-263 0 0,-1-1-641 0 0,1 0-384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69 1280 0 0,'0'0'1504'0'0,"-5"-16"-420"0"0,2 8-200 0 0,-2 1-224 0 0,-2 0-123 0 0,-2 0-213 0 0,3 1-192 0 0,-5-3-1020 0 0,3 1-2225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50 1680 0 0,'0'0'2426'0'0,"-2"-20"2397"0"0,2 13-4717 0 0,0 5 64 0 0,-2-9-61 0 0,2 8-1064 0 0,8 2-390 0 0,-1 1 787 0 0,4-2 39 0 0,-8 2-144 0 0,0 0-321 0 0,8-3-192 0 0,-8 3 466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3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30 828 0 0,'0'0'2538'0'0,"12"-25"4180"0"0,-11 21-8087 0 0,0 9-1411 0 0,-1-5 2689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55 2380 0 0,'0'-7'2132'0'0,"1"3"-1171"0"0,-1 1 1 0 0,0-1-1 0 0,0 0 1 0 0,0 1-1 0 0,-1-1 1 0 0,-1-6-1 0 0,2 9-770 0 0,0 0 0 0 0,-1 1 0 0 0,1-1 0 0 0,-1 0 0 0 0,1 0 0 0 0,-1 0 0 0 0,1 0 0 0 0,-1 1-1 0 0,0-1 1 0 0,1 0 0 0 0,-1 0 0 0 0,0 1 0 0 0,0-1 0 0 0,1 1 0 0 0,-1-1 0 0 0,0 1 0 0 0,0-1 0 0 0,0 1-1 0 0,0-1 1 0 0,0 1 0 0 0,0 0 0 0 0,0-1 0 0 0,0 1 0 0 0,1 0 0 0 0,-1 0 0 0 0,0 0 0 0 0,0 0 0 0 0,0 0-1 0 0,0 0 1 0 0,0 0 0 0 0,0 0 0 0 0,0 0 0 0 0,-2 1 0 0 0,-7 1 219 0 0,-1 1 1 0 0,1 0-1 0 0,0 1 0 0 0,0 0 1 0 0,0 1-1 0 0,0 0 0 0 0,1 0 1 0 0,0 1-1 0 0,0 1 0 0 0,0-1 1 0 0,-10 12-1 0 0,-15 15 594 0 0,-37 47 0 0 0,57-63-743 0 0,-49 60 613 0 0,-63 99 0 0 0,101-135-733 0 0,1 1-1 0 0,2 1 1 0 0,2 2 0 0 0,-21 69 0 0 0,38-103-188 0 0,0 0 1 0 0,1 0 0 0 0,0 0-1 0 0,1 0 1 0 0,0 0-1 0 0,1 0 1 0 0,0 1-1 0 0,1-1 1 0 0,0 0 0 0 0,1 0-1 0 0,4 17 1 0 0,-3-20-258 0 0,1 0 0 0 0,-1 0 0 0 0,2 0-1 0 0,-1 0 1 0 0,1 0 0 0 0,0-1 0 0 0,0 0 0 0 0,1 0 0 0 0,0-1 0 0 0,0 0 0 0 0,1 1 0 0 0,-1-2 0 0 0,1 1-1 0 0,16 8 1 0 0,-10-6-939 0 0,1-1-1 0 0,0-1 0 0 0,29 9 0 0 0,19-2-6094 0 0,-24-9-204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380 194 1172 0 0,'3'-14'1950'0'0,"0"0"0"0"0,-1 0 0 0 0,-1 0 0 0 0,-1-22 0 0 0,0 30-1411 0 0,0 0 0 0 0,-1 1 0 0 0,0-1-1 0 0,0 0 1 0 0,-1 0 0 0 0,0 0-1 0 0,0 1 1 0 0,0-1 0 0 0,-1 1 0 0 0,1 0-1 0 0,-1-1 1 0 0,0 1 0 0 0,-6-7-1 0 0,7 11-399 0 0,0-1 1 0 0,1 1-1 0 0,-1-1 0 0 0,0 1 0 0 0,0 0 0 0 0,0-1 0 0 0,-1 1 0 0 0,1 0 0 0 0,0 0 0 0 0,0 1 1 0 0,0-1-1 0 0,-1 0 0 0 0,1 1 0 0 0,0-1 0 0 0,-1 1 0 0 0,1 0 0 0 0,-1 0 0 0 0,1 0 0 0 0,0 0 0 0 0,-1 0 1 0 0,1 0-1 0 0,0 1 0 0 0,-1-1 0 0 0,1 1 0 0 0,-3 0 0 0 0,-6 3 386 0 0,0 1-1 0 0,0 0 1 0 0,-18 11 0 0 0,25-14-431 0 0,-13 10 295 0 0,0 0 0 0 0,0 0 1 0 0,2 2-1 0 0,-23 23 0 0 0,11-7-11 0 0,-31 46 1 0 0,51-65-320 0 0,1 0 0 0 0,-1 0 0 0 0,-6 18 0 0 0,11-24-43 0 0,0 0 0 0 0,1 0-1 0 0,0 0 1 0 0,0 0 0 0 0,0 0 0 0 0,0 0 0 0 0,1 0 0 0 0,0 0 0 0 0,0 0-1 0 0,0 0 1 0 0,2 8 0 0 0,-1-10-52 0 0,0 1 0 0 0,1-1 0 0 0,-1 0 0 0 0,1 1 0 0 0,0-1 0 0 0,0 0 0 0 0,0 0 0 0 0,0 0 0 0 0,1 0 0 0 0,-1-1 0 0 0,1 1 0 0 0,0-1 0 0 0,0 1 0 0 0,0-1 0 0 0,0 0 0 0 0,0 0 0 0 0,0 0 0 0 0,1-1 0 0 0,-1 1 0 0 0,0-1 0 0 0,7 2 0 0 0,-3-1-195 0 0,0 0 0 0 0,0-1-1 0 0,1 0 1 0 0,-1 0 0 0 0,1 0 0 0 0,-1-1 0 0 0,1 0-1 0 0,-1-1 1 0 0,13-1 0 0 0,-12-1 104 0 0,1 0 1 0 0,-1 0-1 0 0,1-1 1 0 0,-1 0-1 0 0,0-1 1 0 0,0 1-1 0 0,-1-2 0 0 0,1 1 1 0 0,-1-1-1 0 0,0 0 1 0 0,-1 0-1 0 0,0-1 1 0 0,0 0-1 0 0,10-14 1 0 0,3-10-6 0 0,-1 0 0 0 0,20-49 1 0 0,-23 48 49 0 0,13-28 309 0 0,-27 58 144 0 0,0 3-322 0 0,-1 0-1 0 0,1-1 1 0 0,-1 1-1 0 0,1 0 1 0 0,-1 0-1 0 0,0-1 1 0 0,1 1-1 0 0,-1 0 1 0 0,0 0-1 0 0,0 0 1 0 0,0-1-1 0 0,0 1 1 0 0,1 0-1 0 0,-1 0 1 0 0,0 0-1 0 0,0 0 1 0 0,-1-1-1 0 0,1 1 1 0 0,0 0-1 0 0,0 0 1 0 0,-1 1-1 0 0,-2 21 578 0 0,-1-6-304 0 0,-4 10-121 0 0,2 0-1 0 0,1 1 0 0 0,1 0 0 0 0,-1 47 0 0 0,5-70-474 0 0,1 0 0 0 0,-1 0-1 0 0,1-1 1 0 0,0 1-1 0 0,1 0 1 0 0,-1-1-1 0 0,1 1 1 0 0,0-1 0 0 0,0 1-1 0 0,1-1 1 0 0,-1 0-1 0 0,1 0 1 0 0,0 0-1 0 0,0 0 1 0 0,0-1 0 0 0,0 1-1 0 0,1-1 1 0 0,-1 0-1 0 0,1 0 1 0 0,0 0-1 0 0,7 4 1 0 0,-2-2-833 0 0,0-1 0 0 0,0 0 0 0 0,0-1 0 0 0,0 0 0 0 0,1-1-1 0 0,-1 1 1 0 0,1-2 0 0 0,0 1 0 0 0,18-1 0 0 0,0-1-4919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246 762 1364 0 0,'12'-19'1927'0'0,"2"-3"625"0"0,-1-1 0 0 0,11-24 0 0 0,-22 42-2030 0 0,0-1 1 0 0,0 1-1 0 0,0-1 0 0 0,0 0 0 0 0,-1 0 1 0 0,0 0-1 0 0,0 0 0 0 0,-1 0 0 0 0,0 0 1 0 0,0 0-1 0 0,0 0 0 0 0,-1 0 1 0 0,1-1-1 0 0,-3-6 0 0 0,2 12-445 0 0,1 1 0 0 0,-1-1-1 0 0,1 0 1 0 0,-1 0 0 0 0,0 1-1 0 0,1-1 1 0 0,-1 0 0 0 0,0 1 0 0 0,1-1-1 0 0,-1 1 1 0 0,0-1 0 0 0,0 1 0 0 0,0-1-1 0 0,1 1 1 0 0,-1 0 0 0 0,0-1 0 0 0,0 1-1 0 0,0 0 1 0 0,0 0 0 0 0,0-1 0 0 0,0 1-1 0 0,0 0 1 0 0,0 0 0 0 0,1 0 0 0 0,-1 0-1 0 0,-2 0 1 0 0,-24 5 846 0 0,14 1-592 0 0,0 0 0 0 0,1 0-1 0 0,-1 1 1 0 0,2 1 0 0 0,-1 0 0 0 0,-11 10 0 0 0,-2 5 266 0 0,-31 35 0 0 0,40-39-380 0 0,0 0-1 0 0,-18 29 1 0 0,31-43-188 0 0,0 0 0 0 0,1 0 1 0 0,-1 0-1 0 0,1 0 1 0 0,0 0-1 0 0,0 1 0 0 0,0-1 1 0 0,1 1-1 0 0,0-1 0 0 0,0 1 1 0 0,0-1-1 0 0,1 1 1 0 0,0 0-1 0 0,0-1 0 0 0,0 1 1 0 0,3 10-1 0 0,-2-13-47 0 0,1 0 1 0 0,-1 0-1 0 0,1 0 0 0 0,0 0 0 0 0,0 0 1 0 0,0-1-1 0 0,0 1 0 0 0,0-1 1 0 0,0 1-1 0 0,1-1 0 0 0,-1 0 0 0 0,1 0 1 0 0,0 0-1 0 0,-1 0 0 0 0,1-1 1 0 0,0 1-1 0 0,0-1 0 0 0,0 0 0 0 0,0 0 1 0 0,1 0-1 0 0,-1 0 0 0 0,0 0 1 0 0,0 0-1 0 0,1-1 0 0 0,-1 0 0 0 0,4 0 1 0 0,1 1-141 0 0,0-1 1 0 0,0 0-1 0 0,0-1 0 0 0,0 0 1 0 0,0 0-1 0 0,-1-1 1 0 0,1 0-1 0 0,0 0 1 0 0,-1-1-1 0 0,8-4 1 0 0,2-3-92 0 0,0-2 0 0 0,-1 0 0 0 0,0 0 0 0 0,-2-2 0 0 0,1 0 0 0 0,-1-1 1 0 0,-1 0-1 0 0,-1-1 0 0 0,15-24 0 0 0,4-12-232 0 0,43-102 0 0 0,-34 47 447 0 0,-4-1 0 0 0,34-180 0 0 0,-63 253 548 0 0,-7 33-211 0 0,-2 4 110 0 0,-8 18 542 0 0,1 1 1 0 0,0 0-1 0 0,-9 35 1 0 0,-11 72 383 0 0,23-99-1098 0 0,5-24-230 0 0,-33 183 1019 0 0,29-152-1425 0 0,2 1 0 0 0,1-1 0 0 0,5 44 0 0 0,-2-68-332 0 0,1-1 1 0 0,0 1 0 0 0,1-1-1 0 0,0 0 1 0 0,1 0-1 0 0,8 18 1 0 0,-7-20-1263 0 0,0-1 0 0 0,1 1-1 0 0,-1-1 1 0 0,13 13 0 0 0,3-3-7340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50 1392 0 0,'3'-14'2163'0'0,"4"-21"20705"0"0,-7 54-21573 0 0,-39 343 3409 0 0,29-284-4359 0 0,6-41-345 0 0,-2 0 0 0 0,-2-1 0 0 0,-1 1 0 0 0,-1-2 0 0 0,-18 39 0 0 0,26-70 0 0 0,0 0 0 0 0,0 1 0 0 0,0-2 0 0 0,-1 1 0 0 0,0 0 0 0 0,0 0 0 0 0,0-1 0 0 0,0 0 0 0 0,0 1 0 0 0,-1-1 0 0 0,1 0 0 0 0,-1-1 0 0 0,0 1 0 0 0,0-1 0 0 0,0 0 0 0 0,0 0 0 0 0,0 0 0 0 0,-1 0 0 0 0,-7 2 0 0 0,7-4 0 0 0,-1 1 0 0 0,1-1 0 0 0,0 0 0 0 0,0 0 0 0 0,0-1 0 0 0,-1 1 0 0 0,1-1 0 0 0,0 0 0 0 0,0 0 0 0 0,0-1 0 0 0,0 0 0 0 0,0 0 0 0 0,0 0 0 0 0,1 0 0 0 0,-1-1 0 0 0,1 0 0 0 0,-6-4 0 0 0,1 0-333 0 0,0 0-1 0 0,1-1 1 0 0,0-1-1 0 0,-14-17 1 0 0,14 15-640 0 0,1 0 1 0 0,1-1-1 0 0,0 0 0 0 0,1 0 1 0 0,0 0-1 0 0,-6-25 1 0 0,7 18-414 0 0,1 0 1 0 0,1-1 0 0 0,1 0-1 0 0,0 1 1 0 0,2-1 0 0 0,0 1-1 0 0,1-1 1 0 0,6-22 0 0 0,3-11-8035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1:5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2760 0 0,'18'-22'2969'0'0,"-1"-1"-1"0"0,0-1 1 0 0,-2-1-1 0 0,15-32 1 0 0,-22 44-1917 0 0,-3 10-3792 0 0,-4 3 2297 0 0,0 1-1 0 0,0 0 0 0 0,-1 0 0 0 0,1 0 1 0 0,0 0-1 0 0,-1-1 0 0 0,1 1 1 0 0,-1 0-1 0 0,1 0 0 0 0,-1 0 0 0 0,0 0 1 0 0,1 0-1 0 0,-1 0 0 0 0,0 0 1 0 0,0 0-1 0 0,1 2 0 0 0,2 8-5524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23 846 2508 0 0,'0'0'2156'0'0,"-22"4"13212"0"0,21-5-14934 0 0,5-7-144 0 0,0 0 0 0 0,1 0 0 0 0,0 1 0 0 0,0-1 0 0 0,1 1 0 0 0,12-12 0 0 0,3-5-65 0 0,246-377 363 0 0,-59 79-606 0 0,-204 314 2 0 0,-3 6 11 0 0,0 1 0 0 0,0-1-1 0 0,0 0 1 0 0,0 0 0 0 0,0 1 0 0 0,1-1 0 0 0,-1 0 0 0 0,1 1 0 0 0,-1-1 0 0 0,1 1 0 0 0,-1 0 0 0 0,1 0 0 0 0,0-1 0 0 0,0 1 0 0 0,2-1 0 0 0,-4 2 25 0 0,1 0-1 0 0,-1-1 1 0 0,1 1-1 0 0,-1-1 0 0 0,1 1 1 0 0,-1 0-1 0 0,1 0 1 0 0,-1-1-1 0 0,1 1 1 0 0,0 0-1 0 0,-1 0 1 0 0,1 0-1 0 0,0 0 1 0 0,-1 0-1 0 0,1-1 1 0 0,0 1-1 0 0,-1 0 1 0 0,1 0-1 0 0,-1 1 1 0 0,1-1-1 0 0,0 0 1 0 0,-1 0-1 0 0,1 0 0 0 0,0 0 1 0 0,-1 1-1 0 0,1-1 1 0 0,-1 0-1 0 0,1 0 1 0 0,-1 1-1 0 0,1-1 1 0 0,-1 0-1 0 0,1 1 1 0 0,-1-1-1 0 0,1 1 1 0 0,1 1 90 0 0,-1 0 0 0 0,0 0 1 0 0,0 0-1 0 0,0 0 0 0 0,0 1 1 0 0,-1-1-1 0 0,1 0 1 0 0,0 0-1 0 0,-1 0 0 0 0,1 3 1 0 0,0 9 593 0 0,-1 0 1 0 0,-1 18-1 0 0,1-32-703 0 0,-60 471 5347 0 0,50-404-5133 0 0,2-9-3386 0 0,-1 87-1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116 144 1860 0 0,'-20'-12'7894'0'0,"-37"-15"-1"0"0,19 9-773 0 0,50 13-6972 0 0,0 1-1 0 0,1 1 1 0 0,0 0 0 0 0,0 1-1 0 0,-1 0 1 0 0,1 1 0 0 0,14 0-1 0 0,24-2-1076 0 0,-39 1 453 0 0,111-17-4948 0 0,-104 14 2469 0 0,0-1 0 0 0,22-8 0 0 0,-6-3-4895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0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48 952 0 0,'-6'-48'13789'0'0,"12"57"-11257"0"0,3 10-978 0 0,0-1 0 0 0,-1 1 0 0 0,-1 1 1 0 0,7 34-1 0 0,-8-31-765 0 0,6 26 105 0 0,-3 0 0 0 0,-1 1 0 0 0,-3 0-1 0 0,-1 73 1 0 0,-6-75-751 0 0,-2 0-1 0 0,-2 0 1 0 0,-2 0-1 0 0,-3 0 1 0 0,-1-1-1 0 0,-2-1 1 0 0,-3 0-1 0 0,-22 45 1 0 0,16-50-260 0 0,-1-2 1 0 0,-2 0-1 0 0,-1-1 1 0 0,-35 35-1 0 0,-21 15-6231 0 0,70-77 3461 0 0,-6 0-8178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94 2700 0 0,'16'-30'5501'0'0,"-7"13"1960"0"0,19-29 2525 0 0,-26 50-8206 0 0,-1-4-1719 0 0,-1 0 0 0 0,0 1 1 0 0,1-1-1 0 0,-1 0 0 0 0,0 0 0 0 0,1 1 0 0 0,-1-1 0 0 0,0 0 0 0 0,0 0 1 0 0,0 1-1 0 0,1-1 0 0 0,-1 0 0 0 0,0 1 0 0 0,0-1 0 0 0,0 0 1 0 0,1 1-1 0 0,-1-1 0 0 0,0 0 0 0 0,0 1 0 0 0,0-1 0 0 0,0 0 1 0 0,0 1-1 0 0,0-1 0 0 0,0 1 0 0 0,0-1 0 0 0,0 1 0 0 0,1 24 603 0 0,-1 0 0 0 0,-6 50 0 0 0,-16 52 1012 0 0,20-114-1656 0 0,-7 25-59 0 0,-2 1 1 0 0,-20 50-1 0 0,-41 70-498 0 0,46-104 196 0 0,22-48-1317 0 0,-5 14-862 0 0,7-14-1791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0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4 319 1216 0 0,'-3'-34'6034'0'0,"3"-59"0"0"0,1 83-5498 0 0,0-1 0 0 0,0 1-1 0 0,1 0 1 0 0,0 0 0 0 0,1 0 0 0 0,0 0-1 0 0,1 1 1 0 0,0-1 0 0 0,1 1-1 0 0,7-12 1 0 0,-7 15-405 0 0,1-1 0 0 0,0 1 0 0 0,1 1 0 0 0,0-1 0 0 0,0 1-1 0 0,0 0 1 0 0,0 0 0 0 0,1 1 0 0 0,0 0 0 0 0,0 1 0 0 0,0 0 0 0 0,0 0 0 0 0,0 0 0 0 0,1 1 0 0 0,-1 0 0 0 0,1 1-1 0 0,-1 0 1 0 0,1 0 0 0 0,11 1 0 0 0,-10 0-32 0 0,1 1 0 0 0,0-1 0 0 0,-1 2 0 0 0,1-1 0 0 0,-1 2 0 0 0,0-1 0 0 0,0 1 0 0 0,0 1 0 0 0,0 0 0 0 0,0 0 0 0 0,-1 1 0 0 0,1 0 0 0 0,-1 1 0 0 0,-1 0 0 0 0,12 9 0 0 0,-16-11 5 0 0,0 0-1 0 0,-1 0 1 0 0,1 0 0 0 0,-1 1 0 0 0,0-1-1 0 0,0 1 1 0 0,-1 0 0 0 0,1 0 0 0 0,-1 0 0 0 0,0 0-1 0 0,0 0 1 0 0,-1 0 0 0 0,0 1 0 0 0,0-1-1 0 0,0 0 1 0 0,0 7 0 0 0,-1-5-20 0 0,-1 0-1 0 0,0 1 1 0 0,0-1-1 0 0,0 0 1 0 0,-1 0 0 0 0,0 0-1 0 0,-1 0 1 0 0,0 0-1 0 0,0 0 1 0 0,-6 10 0 0 0,-3 1 80 0 0,-2 0 0 0 0,1-2 0 0 0,-2 1 0 0 0,0-2 0 0 0,-1 0-1 0 0,-35 26 1 0 0,49-40-139 0 0,-3 3 264 0 0,-1 0 0 0 0,1 0-1 0 0,-1 0 1 0 0,0-1-1 0 0,0 0 1 0 0,0 0 0 0 0,0-1-1 0 0,-11 3 1 0 0,15-4-129 0 0,1-1-145 0 0,1-1 0 0 0,0 1 0 0 0,-1 0 0 0 0,1 0 1 0 0,0 0-1 0 0,-1 0 0 0 0,1-1 0 0 0,0 1 0 0 0,-1 0 0 0 0,1 0 1 0 0,0-1-1 0 0,-1 1 0 0 0,1 0 0 0 0,0 0 0 0 0,0-1 0 0 0,-1 1 0 0 0,1 0 1 0 0,0-1-1 0 0,0 1 0 0 0,0-1 0 0 0,0 1 0 0 0,-1 0 0 0 0,1-1 1 0 0,0 1-1 0 0,0 0 0 0 0,0-1 0 0 0,0 1 0 0 0,0-1 0 0 0,0 1 1 0 0,0 0-1 0 0,0-1 0 0 0,0 0 0 0 0,10-10 134 0 0,-7 9-147 0 0,1 0-1 0 0,-1 0 1 0 0,0 0 0 0 0,1 1-1 0 0,-1 0 1 0 0,1-1 0 0 0,-1 1-1 0 0,4 0 1 0 0,2 1-5 0 0,-1 0-1 0 0,0 1 1 0 0,1 0 0 0 0,-1 0 0 0 0,0 1 0 0 0,0 0-1 0 0,0 0 1 0 0,0 1 0 0 0,0 0 0 0 0,-1 0 0 0 0,1 1-1 0 0,-1 0 1 0 0,0 0 0 0 0,0 1 0 0 0,-1 0 0 0 0,1 0-1 0 0,9 11 1 0 0,-1 0 162 0 0,-1 0 0 0 0,0 2 0 0 0,-1 0 0 0 0,-1 0 1 0 0,17 34-1 0 0,-26-46-115 0 0,0 1 0 0 0,0 0 1 0 0,0 0-1 0 0,-1 0 1 0 0,0 0-1 0 0,-1 0 1 0 0,0 0-1 0 0,0 0 0 0 0,0 1 1 0 0,-1-1-1 0 0,0 0 1 0 0,0 1-1 0 0,-1-1 0 0 0,0 0 1 0 0,-3 13-1 0 0,2-14-17 0 0,-1 0-1 0 0,1-1 1 0 0,-1 1-1 0 0,0-1 1 0 0,-1 0-1 0 0,1 0 0 0 0,-1 0 1 0 0,0 0-1 0 0,0 0 1 0 0,-1-1-1 0 0,1 0 1 0 0,-1 0-1 0 0,0 0 1 0 0,0 0-1 0 0,0-1 1 0 0,-1 0-1 0 0,1 0 1 0 0,-12 4-1 0 0,-4 0-26 0 0,-1 0 0 0 0,0-2 0 0 0,-1 0 0 0 0,1-2 0 0 0,-1-1 0 0 0,1 0 0 0 0,-1-2 0 0 0,0 0 0 0 0,0-2 0 0 0,1 0 0 0 0,-35-9 0 0 0,31 1-1684 0 0,22 7 825 0 0,0 1 0 0 0,0-1 1 0 0,0 1-1 0 0,1-1 0 0 0,0 0 1 0 0,-1 0-1 0 0,-2-5 1 0 0,4 6 232 0 0,0-1 1 0 0,0 0 0 0 0,1 1 0 0 0,-1-1 0 0 0,1 0 0 0 0,-1 0 0 0 0,1 0 0 0 0,0 0 0 0 0,0 0 0 0 0,1 0 0 0 0,-1-1-1 0 0,1 1 1 0 0,-1 0 0 0 0,1 0 0 0 0,0 0 0 0 0,0-1 0 0 0,1 1 0 0 0,-1 0 0 0 0,2-5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1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37 1308 0 0,'-1'-2'457'0'0,"1"0"0"0"0,0 0 0 0 0,-1 0 0 0 0,1 0 0 0 0,-1 0 0 0 0,0 0 0 0 0,0 1 0 0 0,0-1 0 0 0,0 0 0 0 0,0 0 0 0 0,0 1 0 0 0,0-1 0 0 0,0 1 0 0 0,-1-1 0 0 0,1 1 0 0 0,0-1 0 0 0,-1 1 0 0 0,-2-2 0 0 0,2 2-280 0 0,0 1 1 0 0,0-1-1 0 0,1 1 0 0 0,-1-1 1 0 0,0 1-1 0 0,0 0 1 0 0,0 0-1 0 0,1 0 0 0 0,-1 0 1 0 0,0 0-1 0 0,0 1 0 0 0,0-1 1 0 0,1 0-1 0 0,-1 1 1 0 0,0-1-1 0 0,0 1 0 0 0,1 0 1 0 0,-1-1-1 0 0,1 1 1 0 0,-1 0-1 0 0,-2 2 0 0 0,-7 5 336 0 0,0 0 0 0 0,0 1 0 0 0,1 0-1 0 0,0 1 1 0 0,1 0 0 0 0,-14 19 0 0 0,-43 75 1198 0 0,52-79-1352 0 0,-22 36 330 0 0,4 2 1 0 0,-33 91-1 0 0,50-111-536 0 0,2 1 0 0 0,2 0 0 0 0,2 1 0 0 0,-7 82 0 0 0,16-110-253 0 0,0 1 0 0 0,2-1 0 0 0,-1 1 0 0 0,2-1-1 0 0,1 0 1 0 0,0 0 0 0 0,1 0 0 0 0,0 0 0 0 0,10 18 0 0 0,-11-26-318 0 0,1-1 0 0 0,0 0-1 0 0,1 0 1 0 0,-1 0 0 0 0,1-1 0 0 0,1 0 0 0 0,-1 0 0 0 0,9 6 0 0 0,-9-9-259 0 0,-1 0 0 0 0,1 0 1 0 0,0-1-1 0 0,0 0 0 0 0,1 0 0 0 0,-1 0 1 0 0,1-1-1 0 0,-1 0 0 0 0,1 0 0 0 0,0-1 1 0 0,0 1-1 0 0,7-1 0 0 0,13-1-5743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185 220 804 0 0,'32'-91'6854'0'0,"-29"80"-5947"0"0,-1 0 0 0 0,0 0 0 0 0,0 0 0 0 0,-1 0 0 0 0,0 0 0 0 0,-2-19 0 0 0,1 29-798 0 0,0 0 0 0 0,0-1 0 0 0,0 1 1 0 0,0 0-1 0 0,-1-1 0 0 0,1 1 1 0 0,0 0-1 0 0,-1-1 0 0 0,1 1 0 0 0,0 0 1 0 0,-1 0-1 0 0,0-1 0 0 0,1 1 0 0 0,-1 0 1 0 0,0 0-1 0 0,1 0 0 0 0,-1 0 1 0 0,0 0-1 0 0,0 0 0 0 0,0 0 0 0 0,0 0 1 0 0,0 0-1 0 0,0 0 0 0 0,0 1 1 0 0,0-1-1 0 0,-1 0 0 0 0,1 1 0 0 0,0-1 1 0 0,0 1-1 0 0,-1-1 0 0 0,1 1 0 0 0,0 0 1 0 0,0-1-1 0 0,-1 1 0 0 0,1 0 1 0 0,0 0-1 0 0,-2 0 0 0 0,-2 1 99 0 0,1 0 0 0 0,0 0 0 0 0,-1 0 0 0 0,1 0 0 0 0,0 1 1 0 0,0 0-1 0 0,0 0 0 0 0,0 0 0 0 0,-7 5 0 0 0,-3 3 60 0 0,1 1-1 0 0,1 1 1 0 0,0 0 0 0 0,0 0 0 0 0,1 1-1 0 0,-17 27 1 0 0,22-31-211 0 0,0 0-1 0 0,1 1 1 0 0,0 0 0 0 0,1 0-1 0 0,0 0 1 0 0,1 0 0 0 0,0 1-1 0 0,1-1 1 0 0,0 1 0 0 0,0 0-1 0 0,1 19 1 0 0,0-27-52 0 0,2-1-1 0 0,-1 0 1 0 0,0 1-1 0 0,0-1 1 0 0,1 0-1 0 0,0 0 1 0 0,-1 1-1 0 0,1-1 1 0 0,0 0-1 0 0,0 0 1 0 0,0 0-1 0 0,0 0 1 0 0,0 0-1 0 0,1 0 1 0 0,-1 0-1 0 0,1 0 1 0 0,-1-1-1 0 0,1 1 1 0 0,-1 0-1 0 0,1-1 1 0 0,0 1-1 0 0,0-1 1 0 0,0 0-1 0 0,0 0 1 0 0,0 0-1 0 0,0 0 1 0 0,0 0-1 0 0,3 1 1 0 0,-1-1-19 0 0,-1-1 1 0 0,1 1-1 0 0,0-1 1 0 0,0 0 0 0 0,0 0-1 0 0,0 0 1 0 0,0 0-1 0 0,0-1 1 0 0,0 0 0 0 0,-1 0-1 0 0,1 0 1 0 0,0 0-1 0 0,0 0 1 0 0,-1-1 0 0 0,1 1-1 0 0,3-4 1 0 0,2 0 11 0 0,0-2 1 0 0,-1 1-1 0 0,0-1 1 0 0,-1-1-1 0 0,1 1 1 0 0,-2-1-1 0 0,1 0 1 0 0,5-10-1 0 0,43-78-3 0 0,-25 40 0 0 0,-5 15-195 0 0,-24 39 234 0 0,2 4 75 0 0,-3-2-106 0 0,1 0 1 0 0,-1 0 0 0 0,0 0-1 0 0,1 0 1 0 0,-1 0 0 0 0,0 0-1 0 0,0 0 1 0 0,1 0 0 0 0,-1 0-1 0 0,0 0 1 0 0,0 0 0 0 0,1 0-1 0 0,-1 0 1 0 0,0 0 0 0 0,0 0-1 0 0,1 0 1 0 0,-1 1 0 0 0,0-1-1 0 0,0 0 1 0 0,1 0 0 0 0,-1 0-1 0 0,0 0 1 0 0,0 1 0 0 0,0-1-1 0 0,0 0 1 0 0,1 0-1 0 0,-1 1 1 0 0,0-1 0 0 0,0 0-1 0 0,0 0 1 0 0,0 0 0 0 0,0 1-1 0 0,1-1 1 0 0,0 15 86 0 0,0-1-1 0 0,0 0 1 0 0,-1 0-1 0 0,-1 1 1 0 0,-1-1-1 0 0,-5 24 1 0 0,4-20-223 0 0,0 0 0 0 0,1 0 0 0 0,1 1 0 0 0,1 18 0 0 0,0-30-312 0 0,1 0 0 0 0,0-1-1 0 0,1 1 1 0 0,0 0 0 0 0,0 0-1 0 0,0-1 1 0 0,1 1 0 0 0,3 5 0 0 0,-4-8-244 0 0,0-1 0 0 0,1 1 0 0 0,0-1 0 0 0,-1 0 0 0 0,1 0 0 0 0,0 0 1 0 0,0 0-1 0 0,1-1 0 0 0,-1 1 0 0 0,1-1 0 0 0,-1 0 0 0 0,1 0 0 0 0,0 0 0 0 0,7 2 0 0 0,9 2-5268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218 565 1348 0 0,'9'-20'4550'0'0,"10"-35"-1"0"0,-17 49-3832 0 0,0-1-1 0 0,-1 1 1 0 0,0-1-1 0 0,0 0 0 0 0,-1 1 1 0 0,0-1-1 0 0,0 0 1 0 0,0 0-1 0 0,-3-10 1 0 0,3 16-661 0 0,0 1 1 0 0,-1-1-1 0 0,1 0 1 0 0,-1 1-1 0 0,1-1 1 0 0,0 0-1 0 0,-1 1 1 0 0,1-1-1 0 0,-1 1 1 0 0,1-1-1 0 0,-1 0 1 0 0,0 1-1 0 0,1-1 1 0 0,-1 1 0 0 0,0 0-1 0 0,1-1 1 0 0,-1 1-1 0 0,0 0 1 0 0,1-1-1 0 0,-1 1 1 0 0,0 0-1 0 0,0 0 1 0 0,1-1-1 0 0,-1 1 1 0 0,0 0-1 0 0,0 0 1 0 0,0 0-1 0 0,1 0 1 0 0,-1 0 0 0 0,0 0-1 0 0,0 0 1 0 0,1 0-1 0 0,-1 1 1 0 0,-1-1-1 0 0,-26 10 1021 0 0,14 0-740 0 0,0 0 1 0 0,1 0-1 0 0,1 2 1 0 0,0-1 0 0 0,0 2-1 0 0,1-1 1 0 0,-16 25 0 0 0,14-17-182 0 0,1 1 0 0 0,0 1 1 0 0,2 0-1 0 0,-14 39 1 0 0,21-51-93 0 0,0 0 0 0 0,1 1 0 0 0,0-1 0 0 0,1 1 0 0 0,0 19 0 0 0,1-27-86 0 0,0 0 0 0 0,0 0 0 0 0,0 0 0 0 0,1 0-1 0 0,0 1 1 0 0,-1-1 0 0 0,1 0 0 0 0,0-1 0 0 0,1 1 0 0 0,-1 0 0 0 0,0 0 0 0 0,1 0-1 0 0,-1-1 1 0 0,1 1 0 0 0,0-1 0 0 0,0 1 0 0 0,0-1 0 0 0,0 0 0 0 0,1 0-1 0 0,-1 0 1 0 0,1 0 0 0 0,-1 0 0 0 0,4 2 0 0 0,-4-4-29 0 0,0 1 0 0 0,0-1 0 0 0,1 1 0 0 0,-1-1 1 0 0,0 0-1 0 0,0 0 0 0 0,1 0 0 0 0,-1 0 0 0 0,0 0 0 0 0,0-1 0 0 0,0 1 1 0 0,0-1-1 0 0,1 1 0 0 0,-1-1 0 0 0,0 0 0 0 0,0 0 0 0 0,0 0 0 0 0,2-1 0 0 0,32-22-670 0 0,-26 15 505 0 0,0-1-1 0 0,-1 1 1 0 0,0-2-1 0 0,-1 1 1 0 0,0-1-1 0 0,0-1 0 0 0,6-12 1 0 0,37-90-865 0 0,-49 108 1037 0 0,38-105 44 0 0,-5-2 1 0 0,-5-1 0 0 0,14-120-1 0 0,-43 232 279 0 0,-2 4-20 0 0,-51 334 2717 0 0,51-323-2925 0 0,-6 49 132 0 0,1 64 0 0 0,7-103-808 0 0,1 0 0 0 0,5 25 0 0 0,-4-34-590 0 0,1 0 0 0 0,0 0-1 0 0,1-1 1 0 0,9 19 0 0 0,-3-13-3923 0 0,1-2-2760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3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42 2820 0 0,'9'-34'9383'0'0,"-9"34"-9148"0"0,0-1-1 0 0,0 1 0 0 0,0 0 0 0 0,0-1 0 0 0,1 1 0 0 0,-1-1 0 0 0,0 1 0 0 0,0 0 1 0 0,0-1-1 0 0,1 1 0 0 0,-1 0 0 0 0,0-1 0 0 0,1 1 0 0 0,-1 0 0 0 0,0-1 0 0 0,1 1 1 0 0,-1 0-1 0 0,0 0 0 0 0,1-1 0 0 0,-1 1 0 0 0,1 0 0 0 0,-1 0 0 0 0,1 0 0 0 0,0 0-145 0 0,-1 0 0 0 0,1 1 0 0 0,0-1 0 0 0,-1 0 0 0 0,1 1 0 0 0,-1-1 0 0 0,1 1 0 0 0,-1-1 0 0 0,1 1 0 0 0,-1 0 0 0 0,1-1 0 0 0,-1 1 0 0 0,0-1 0 0 0,1 1 0 0 0,-1 0 0 0 0,0-1 0 0 0,1 1 0 0 0,-1 0 0 0 0,0-1 0 0 0,0 2 0 0 0,5 11 931 0 0,-2 0 0 0 0,0 0 0 0 0,0 0 0 0 0,-2 0 1 0 0,2 18-1 0 0,-6 70 2395 0 0,2-78-2715 0 0,-1 23-441 0 0,-3 1-1 0 0,-1-2 0 0 0,-3 1 0 0 0,-2-1 0 0 0,-1 0 0 0 0,-3-1 0 0 0,-1-1 1 0 0,-2 0-1 0 0,-2-2 0 0 0,-40 63 0 0 0,49-89-258 0 0,-21 24 0 0 0,27-35 0 0 0,1 1 0 0 0,-1-1 0 0 0,0 0 0 0 0,0 0 0 0 0,0-1 0 0 0,0 0 0 0 0,0 1 0 0 0,-11 3 0 0 0,14-6 0 0 0,1-1 0 0 0,0 1 0 0 0,-1-1 0 0 0,1 1 0 0 0,0-1 0 0 0,-1 1 0 0 0,1-1 0 0 0,-1 0 0 0 0,1 1 0 0 0,0-1 0 0 0,-1 0 0 0 0,1 0 0 0 0,-1 0 0 0 0,1 0 0 0 0,-1 0 0 0 0,1-1 0 0 0,-1 1 0 0 0,1 0 0 0 0,-2-1 0 0 0,-2-1 0 0 0,2 1-20 0 0,0 0 0 0 0,0 0 0 0 0,0-1 0 0 0,0 1 0 0 0,0-1 0 0 0,0 0 0 0 0,0 0 0 0 0,0 0 0 0 0,1 0 0 0 0,-1 0 0 0 0,1 0 0 0 0,-1-1 0 0 0,1 0 0 0 0,0 1 0 0 0,0-1 0 0 0,0 0 1 0 0,0 0-1 0 0,1 0 0 0 0,-1 0 0 0 0,-1-4 0 0 0,-2-7-322 0 0,0-1 0 0 0,1 1 0 0 0,-3-16 0 0 0,3 5-1409 0 0,1 0 0 0 0,1 0 0 0 0,1 0 0 0 0,2 0 0 0 0,3-28 0 0 0,7-25-6605 0 0,0 24-1358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0 161 268 0 0,'18'-43'7204'0'0,"20"-72"1"0"0,-38 112-6741 0 0,-3 6-3036 0 0,0-1 1652 0 0,2 12-8325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82 129 24 0 0,'0'0'7557'0'0,"3"0"-5560"0"0,-2 1-1683 0 0,0-1 0 0 0,0 1 0 0 0,1 0 0 0 0,-1-1 0 0 0,0 1 0 0 0,0 0 0 0 0,0 0 0 0 0,0 0 0 0 0,0 0 0 0 0,0 0 0 0 0,0 0 0 0 0,0 0 0 0 0,0 0 0 0 0,-1 0 0 0 0,1 0 0 0 0,0 0 0 0 0,-1 1 0 0 0,1-1 0 0 0,-1 0 0 0 0,1 1 0 0 0,-1-1 0 0 0,1 0 0 0 0,-1 1 0 0 0,0-1 0 0 0,0 0 0 0 0,0 3 0 0 0,1 47 4289 0 0,-1-33-3316 0 0,-2 37 774 0 0,-3-1-1 0 0,-12 66 1 0 0,-35 105 14 0 0,45-197-1784 0 0,3-11-206 0 0,0 1 0 0 0,-10 21 0 0 0,13-37-191 0 0,3-5-97 0 0,31-59-846 0 0,-2-1 1 0 0,28-81-1 0 0,-35 80 777 0 0,65-139-257 0 0,-64 154 329 0 0,2 2 1 0 0,34-47 0 0 0,-56 88 182 0 0,0-1 1 0 0,0 1-1 0 0,0 0 0 0 0,1 0 1 0 0,0 1-1 0 0,0 0 1 0 0,0 0-1 0 0,8-4 1 0 0,-13 8 26 0 0,0 1 1 0 0,0-1 0 0 0,1 1-1 0 0,-1 0 1 0 0,0-1-1 0 0,0 1 1 0 0,0 0 0 0 0,0 0-1 0 0,1 0 1 0 0,-1 0-1 0 0,0 0 1 0 0,0 0 0 0 0,0 0-1 0 0,1 1 1 0 0,-1-1-1 0 0,0 0 1 0 0,0 1 0 0 0,0-1-1 0 0,0 1 1 0 0,0-1-1 0 0,0 1 1 0 0,0-1 0 0 0,0 1-1 0 0,0 0 1 0 0,0 0-1 0 0,0-1 1 0 0,0 1 0 0 0,0 0-1 0 0,0 0 1 0 0,-1 0-1 0 0,1 0 1 0 0,1 2 0 0 0,1 1 112 0 0,-1 1 0 0 0,1-1 0 0 0,-1 1 1 0 0,0 0-1 0 0,3 8 0 0 0,0 8 175 0 0,-1 1-1 0 0,-1-1 0 0 0,-1 1 0 0 0,-1 42 1 0 0,-16 91 1761 0 0,6-80-1673 0 0,8-63-430 0 0,-8 128-4587 0 0,10-127 4017 0 0,0 1 1 0 0,0 0 0 0 0,1-1 0 0 0,1 1 0 0 0,0-1 0 0 0,1 0 0 0 0,0 0 0 0 0,7 12-1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100 165 112 0 0,'-26'-15'5208'0'0,"13"9"-1966"0"0,2-1-1 0 0,-1 0 0 0 0,-20-18 1 0 0,32 25-3161 0 0,-1-1 1 0 0,1 1 0 0 0,-1 0 0 0 0,1-1 0 0 0,0 1-1 0 0,-1-1 1 0 0,1 1 0 0 0,0-1 0 0 0,-1 1 0 0 0,1-1-1 0 0,0 1 1 0 0,0-1 0 0 0,-1 1 0 0 0,1-1 0 0 0,0 1-1 0 0,0-1 1 0 0,0 1 0 0 0,0-1 0 0 0,0 1-1 0 0,0-1 1 0 0,0 0 0 0 0,0 1 0 0 0,0-1 0 0 0,0 1-1 0 0,0-1 1 0 0,0 1 0 0 0,0-1 0 0 0,0 1 0 0 0,0-1-1 0 0,1 0 1 0 0,0-1-6 0 0,0 1-1 0 0,0 0 1 0 0,0 0 0 0 0,1-1-1 0 0,-1 1 1 0 0,0 0 0 0 0,1 0-1 0 0,-1 0 1 0 0,0 1 0 0 0,3-2-1 0 0,36-12 326 0 0,125-16-1888 0 0,-95 19-2214 0 0,0-2-3591 0 0,-33 6 122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4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45 208 0 0,'-15'-44'16470'0'0,"17"46"-14876"0"0,8 9-351 0 0,0 1 0 0 0,-1 0 1 0 0,-1 1-1 0 0,0 0 0 0 0,12 27 1 0 0,23 76 1881 0 0,-34-83-2757 0 0,-2 0 0 0 0,-1 1 0 0 0,-1 0 0 0 0,-2 1 0 0 0,-2-1 1 0 0,-1 1-1 0 0,-1-1 0 0 0,-2 0 0 0 0,-15 66 0 0 0,2-37-926 0 0,-4-1 0 0 0,-2 0 1 0 0,-3-2-1 0 0,-41 74 0 0 0,56-116-729 0 0,-21 40-3633 0 0,13-20-6130 0 0,12-26 962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69 3280 0 0,'16'-60'12449'0'0,"-16"60"-12236"0"0,0-1 0 0 0,0 1 0 0 0,0-1-1 0 0,0 1 1 0 0,0 0 0 0 0,1-1 0 0 0,-1 1 0 0 0,0 0 0 0 0,0-1 0 0 0,0 1 0 0 0,0 0 0 0 0,1-1 0 0 0,-1 1 0 0 0,0 0-1 0 0,0-1 1 0 0,1 1 0 0 0,-1 0 0 0 0,0 0 0 0 0,0-1 0 0 0,1 1 0 0 0,-1 0 0 0 0,0 0 0 0 0,1-1 0 0 0,-1 1 0 0 0,0 0-1 0 0,1 0 1 0 0,0 0-97 0 0,-1 0-1 0 0,0 0 1 0 0,0 0 0 0 0,1 0-1 0 0,-1 1 1 0 0,0-1-1 0 0,0 0 1 0 0,1 0-1 0 0,-1 0 1 0 0,0 1-1 0 0,0-1 1 0 0,1 0-1 0 0,-1 0 1 0 0,0 1-1 0 0,0-1 1 0 0,0 0 0 0 0,0 0-1 0 0,1 1 1 0 0,-1-1-1 0 0,0 0 1 0 0,0 1-1 0 0,0-1 1 0 0,0 0-1 0 0,0 1 1 0 0,0-1-1 0 0,0 0 1 0 0,0 1-1 0 0,0-1 1 0 0,0 0 0 0 0,0 0-1 0 0,0 1 1 0 0,0-1-1 0 0,0 1 1 0 0,-1 80 2337 0 0,-4 0 1 0 0,-24 132 0 0 0,12-133-4948 0 0,2-19-3424 0 0,-22 61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50 206 1428 0 0,'1'-11'1700'0'0,"0"-6"552"0"0,1 0 0 0 0,0 0 0 0 0,1 0 0 0 0,8-26 0 0 0,-9 39-2025 0 0,0-1 0 0 0,0 0 0 0 0,1 1 0 0 0,-1-1 1 0 0,1 1-1 0 0,0 0 0 0 0,0 0 0 0 0,1 0 0 0 0,-1 0 0 0 0,1 1 0 0 0,0-1 0 0 0,0 1 0 0 0,0 0 0 0 0,0 0 0 0 0,0 0 0 0 0,1 1 0 0 0,0-1 0 0 0,-1 1 0 0 0,10-2 0 0 0,-3 1-85 0 0,0 0 0 0 0,0 2 0 0 0,0-1 0 0 0,0 1 0 0 0,0 1 1 0 0,1 0-1 0 0,-1 1 0 0 0,0 0 0 0 0,0 0 0 0 0,1 1 0 0 0,-1 1 0 0 0,-1 0 0 0 0,1 0 0 0 0,0 1 0 0 0,17 10 0 0 0,-22-11-104 0 0,-1 0 0 0 0,1 1 0 0 0,-1 0 0 0 0,0 0 1 0 0,1 1-1 0 0,-2 0 0 0 0,1-1 0 0 0,-1 1 0 0 0,1 1 0 0 0,-2-1 0 0 0,8 12 0 0 0,-9-12-13 0 0,0 1-1 0 0,0-1 1 0 0,-1 0-1 0 0,1 1 1 0 0,-1 0 0 0 0,-1-1-1 0 0,1 1 1 0 0,-1-1-1 0 0,0 1 1 0 0,0 0 0 0 0,0-1-1 0 0,-1 1 1 0 0,0 0-1 0 0,0-1 1 0 0,-3 10 0 0 0,-3 1 10 0 0,0 0 0 0 0,-1 0 0 0 0,-1-1 0 0 0,-1 0 0 0 0,0-1 0 0 0,-16 18 0 0 0,-6 10 1062 0 0,30-40-907 0 0,-2 5 840 0 0,6-3-613 0 0,-1-3-520 0 0,0 1 210 0 0,2-2-65 0 0,6 1 146 0 0,0 0-1 0 0,0 0 0 0 0,0 1 1 0 0,-1 0-1 0 0,1 1 0 0 0,0 0 1 0 0,-1 1-1 0 0,0-1 0 0 0,0 1 1 0 0,0 1-1 0 0,0 0 0 0 0,-1 0 1 0 0,1 0-1 0 0,-1 1 1 0 0,-1 0-1 0 0,1 1 0 0 0,-1-1 1 0 0,0 1-1 0 0,0 0 0 0 0,-1 1 1 0 0,0-1-1 0 0,-1 1 0 0 0,1 0 1 0 0,-2 0-1 0 0,7 17 0 0 0,-10-20-120 0 0,1-1 0 0 0,-1 1 0 0 0,0 0 0 0 0,0 0 0 0 0,0-1 0 0 0,0 1 0 0 0,-1 0 0 0 0,0-1 0 0 0,0 1 0 0 0,0 0 0 0 0,-1-1 0 0 0,1 1 0 0 0,-1-1 0 0 0,0 0 0 0 0,0 1 0 0 0,-1-1 0 0 0,1 0-1 0 0,-1 0 1 0 0,0-1 0 0 0,0 1 0 0 0,-1 0 0 0 0,-4 4 0 0 0,-3 1 116 0 0,1 0-1 0 0,-1-1 1 0 0,0 0-1 0 0,-1 0 1 0 0,0-1-1 0 0,-21 8 1 0 0,19-9-544 0 0,-1-2 1 0 0,1 0-1 0 0,-1 0 1 0 0,0-1-1 0 0,-1-1 1 0 0,1-1-1 0 0,0 0 1 0 0,0-1-1 0 0,-1-1 1 0 0,-18-2-1 0 0,25 1 71 0 0,0 1-1 0 0,0-2 0 0 0,0 1 0 0 0,0-1 0 0 0,0 0 1 0 0,1-1-1 0 0,-1 0 0 0 0,1 0 0 0 0,0-1 1 0 0,0 0-1 0 0,0-1 0 0 0,1 1 0 0 0,0-1 1 0 0,0-1-1 0 0,0 1 0 0 0,1-1 0 0 0,-10-15 0 0 0,3-7-5506 0 0,10 9-881 0 0,4 1-2010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48 452 0 0,'-97'-8'22629'0'0,"100"7"-21967"0"0,153-7 2050 0 0,-29 2-2435 0 0,-56 2-848 0 0,31-3-2527 0 0,-33-4-9660 0 0,-56 9 4857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1332 0 0,'-29'9'3993'0'0,"-32"12"4545"0"0,57-19-7843 0 0,0 0 1 0 0,1 0 0 0 0,-1 0-1 0 0,0 0 1 0 0,1 1-1 0 0,0 0 1 0 0,0-1-1 0 0,-1 1 1 0 0,2 0-1 0 0,-1 0 1 0 0,0 1-1 0 0,-2 3 1 0 0,4-6-485 0 0,0 0 1 0 0,1 1-1 0 0,-1-1 1 0 0,1 0-1 0 0,-1 0 1 0 0,1 1-1 0 0,-1-1 1 0 0,1 1-1 0 0,0-1 1 0 0,0 0 0 0 0,-1 1-1 0 0,1-1 1 0 0,0 1-1 0 0,0-1 1 0 0,0 0-1 0 0,1 1 1 0 0,-1-1-1 0 0,0 1 1 0 0,1-1-1 0 0,-1 0 1 0 0,1 3-1 0 0,1-2-72 0 0,-1 0 0 0 0,0-1 0 0 0,1 1 0 0 0,-1 0 0 0 0,1-1 0 0 0,-1 1 0 0 0,1-1 0 0 0,0 1 0 0 0,0-1 0 0 0,0 0 0 0 0,0 0 0 0 0,3 2 0 0 0,3 0 6 0 0,0 0-1 0 0,1 0 1 0 0,-1-1 0 0 0,1 0 0 0 0,17 1-1 0 0,18 0-1133 0 0,89-7 0 0 0,-108 1-1762 0 0,38-10-1 0 0,-46 9-961 0 0,-1-2 0 0 0,32-14 1 0 0,-22 6-5498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1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53 2840 0 0,'-36'-46'11261'0'0,"36"46"-11098"0"0,-1-1 0 0 0,1 1 0 0 0,-1-1 0 0 0,1 1-1 0 0,-1-1 1 0 0,0 1 0 0 0,1-1 0 0 0,-1 1 0 0 0,0-1 0 0 0,1 1-1 0 0,-1 0 1 0 0,0-1 0 0 0,0 1 0 0 0,1 0 0 0 0,-1 0 0 0 0,0-1-1 0 0,0 1 1 0 0,1 0 0 0 0,-1 0 0 0 0,0 0 0 0 0,0 0 0 0 0,0 0-1 0 0,1 0 1 0 0,-1 0 0 0 0,0 1 0 0 0,0-1 0 0 0,0 0 0 0 0,1 0 0 0 0,-1 1-1 0 0,-1 0 1 0 0,0-1 143 0 0,0 1 0 0 0,0 0-1 0 0,0 0 1 0 0,1 1 0 0 0,-1-1 0 0 0,0 0-1 0 0,1 1 1 0 0,-1-1 0 0 0,-2 4 0 0 0,-2 4 550 0 0,1 0 0 0 0,1 0-1 0 0,-1 0 1 0 0,1 1 0 0 0,-4 16 0 0 0,-9 56 1226 0 0,8-35-1346 0 0,-101 431 1232 0 0,30-135-2081 0 0,74-317-821 0 0,-7 41-3392 0 0,12-60 2507 0 0,0 0 1 0 0,1 0-1 0 0,1 0 0 0 0,0 9 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4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13 272 0 0,'0'0'2594'0'0,"5"-9"-2574"0"0,2 6-502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4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16 640 0 0,'0'0'2016'0'0,"-5"-7"-1812"0"0,10-1-1904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4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7 592 0 0,'0'0'7659'0'0,"-3"-7"-7559"0"0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27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18 1428 0 0,'0'0'1950'0'0,"-4"-13"2215"0"0,3 9-7049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42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14 20 0 0,'0'0'371'0'0,"-5"-6"793"0"0,8-1-1707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4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25 3416 0 0,'-4'-20'22098'0'0,"3"15"-22647"0"0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1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1228 0 0,'-5'-5'18062'0'0,"14"4"-18063"0"0,0 1-1 0 0,1 0 1 0 0,-1 0 0 0 0,0 1 0 0 0,18 4 0 0 0,-14-3 0 0 0,113 19-2 0 0,232 32 36 0 0,-318-49-11 0 0,34 8-1314 0 0,-72-12 572 0 0,-10 19-7521 0 0,-1-10 5337 0 0,1 0-869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1444 0 0,'-17'6'3510'0'0,"-12"3"5700"0"0,34-7-9077 0 0,-4-2-129 0 0,-1 1 0 0 0,0-1 0 0 0,1 0 0 0 0,-1 1 0 0 0,0-1 0 0 0,1 0 0 0 0,-1 1-1 0 0,0-1 1 0 0,1 0 0 0 0,-1 0 0 0 0,0 1 0 0 0,1-1 0 0 0,-1 0 0 0 0,1 0 0 0 0,-1 0 0 0 0,1 0 0 0 0,-1 1 0 0 0,0-1 0 0 0,1 0 0 0 0,-1 0 0 0 0,1 0 0 0 0,-1 0 0 0 0,1 0 0 0 0,0 0 0 0 0,286 5 350 0 0,50 2-223 0 0,-313-5-453 0 0,1 1-4091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60 0 0,'0'0'1524'0'0,"10"-6"-756"0"0,1 1-980 0 0,4-4-960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0 320 0 0,'0'0'924'0'0,"-8"6"1020"0"0,16-12-3632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4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 0 0,'0'0'2612'0'0,"3"8"-276"0"0,-1 1-2060 0 0,3-1-1180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13 296 0 0,'-24'-12'20785'0'0,"29"14"-20774"0"0,1 0-1 0 0,-1 0 1 0 0,1 0 0 0 0,0-1 0 0 0,0 0 0 0 0,0 0 0 0 0,-1 0 0 0 0,1-1 0 0 0,0 0 0 0 0,7 0 0 0 0,10 1 26 0 0,358 20 375 0 0,55 7-200 0 0,445 36-55 0 0,-405-20-121 0 0,723 76-23 0 0,-1050-101-29 0 0,150 13-959 0 0,-288-32-232 0 0,-50-4-10938 0 0,15 1 6824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02:5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18996,'4126'153'0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2:57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48 0 0,'-2'10'13382'0'0,"2"-9"-13254"0"0,0 1 0 0 0,0-1 0 0 0,0 0 0 0 0,0 0 0 0 0,1 0 0 0 0,-1 0 0 0 0,0 0 0 0 0,1 0 0 0 0,-1 0 0 0 0,1 0 0 0 0,-1 0 0 0 0,1 0 0 0 0,-1 0 1 0 0,1 0-1 0 0,0 0 0 0 0,-1 0 0 0 0,1 0 0 0 0,0-1 0 0 0,0 1 0 0 0,0 1 0 0 0,1-2 167 0 0,34 15 745 0 0,59 13 268 0 0,160 28 0 0 0,99-11-560 0 0,-317-41-705 0 0,983 123 305 0 0,-625-90-212 0 0,-377-36-161 0 0,-12 0-172 0 0,1-1 0 0 0,0 1 0 0 0,-1-1 0 0 0,1-1 0 0 0,12-2 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00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1 552 0 0,'0'0'14198'0'0,"-7"4"-16811"0"0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1:03:02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17189,'7271'190'0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08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1420 0 0,'18'8'16817'0'0,"-13"-7"-15154"0"0,24 0-1598 0 0,1-1 0 0 0,49-8 0 0 0,-13 1-31 0 0,45 2-18 0 0,31-3 6 0 0,-139 8-24 0 0,0 0 5 0 0,9 0-4 0 0,25-2-5163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08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 1580 0 0,'-63'22'14723'0'0,"63"-22"-14660"0"0,-1 0 0 0 0,1 0 1 0 0,0 0-1 0 0,0 0 0 0 0,0 0 1 0 0,-1 0-1 0 0,1 0 0 0 0,0 0 1 0 0,0 0-1 0 0,-1 0 0 0 0,1 0 1 0 0,0 0-1 0 0,0 0 0 0 0,-1 0 1 0 0,1 0-1 0 0,0 0 0 0 0,0 0 1 0 0,0 0-1 0 0,-1 0 0 0 0,1 0 1 0 0,0 1-1 0 0,0-1 0 0 0,0 0 1 0 0,-1 0-1 0 0,1 0 0 0 0,0 0 1 0 0,0 0-1 0 0,0 1 0 0 0,0-1 1 0 0,0 0-1 0 0,-1 0 0 0 0,1 0 1 0 0,0 1-1 0 0,0-1 0 0 0,0 0 1 0 0,0 1-1 0 0,0-1-26 0 0,1 0 0 0 0,-1 1 1 0 0,1-1-1 0 0,-1 0 0 0 0,1 1 0 0 0,-1-1 1 0 0,1 0-1 0 0,0 0 0 0 0,-1 1 0 0 0,1-1 1 0 0,-1 0-1 0 0,1 0 0 0 0,-1 0 0 0 0,1 0 0 0 0,0 0 1 0 0,-1 0-1 0 0,1 0 0 0 0,-1 0 0 0 0,1 0 1 0 0,0 0-1 0 0,0-1 0 0 0,84-8 170 0 0,161-7 438 0 0,-184 11-588 0 0,-59 5-24 0 0,23-3 48 0 0,-24 3-76 0 0,3-2-337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10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36 200 0 0,'0'0'9592'0'0,"-3"-10"-6357"0"0,1 9-3016 0 0,0-1 1 0 0,0 0-1 0 0,-1 1 0 0 0,1-1 0 0 0,-1 1 0 0 0,1 0 0 0 0,-1 0 1 0 0,1 0-1 0 0,-1 0 0 0 0,0 0 0 0 0,0 1 0 0 0,-3-1 0 0 0,-34-1-110 0 0,32 2 56 0 0,5 0-150 0 0,-13 4 32 0 0,4-1-43 0 0,8-2-3 0 0,0 0-1 0 0,1 0 0 0 0,-1 1 1 0 0,0-1-1 0 0,1 1 1 0 0,-1 0-1 0 0,1 0 1 0 0,0 0-1 0 0,0 1 0 0 0,-5 4 1 0 0,1-1-2 0 0,-7 7 6 0 0,0 1 0 0 0,1 1 0 0 0,0 0 0 0 0,2 1 0 0 0,0 0 0 0 0,-14 26 0 0 0,8-7 38 0 0,1 1 1 0 0,-14 50-1 0 0,26-74-23 0 0,1-1 0 0 0,1 1 0 0 0,0 0 0 0 0,1 0 0 0 0,0 0 0 0 0,0 0-1 0 0,1 0 1 0 0,1 0 0 0 0,0 0 0 0 0,1 0 0 0 0,0 0 0 0 0,5 13 0 0 0,-6-23-9 0 0,0 0 0 0 0,0-1 0 0 0,0 1-1 0 0,0 0 1 0 0,1 0 0 0 0,-1 0 0 0 0,1-1 0 0 0,-1 1 0 0 0,1-1-1 0 0,0 1 1 0 0,0-1 0 0 0,-1 0 0 0 0,1 1 0 0 0,0-1 0 0 0,0 0-1 0 0,0 0 1 0 0,0-1 0 0 0,0 1 0 0 0,1 0 0 0 0,-1-1 0 0 0,0 1-1 0 0,0-1 1 0 0,0 0 0 0 0,1 1 0 0 0,1-1 0 0 0,3 0 11 0 0,0 0 0 0 0,-1-1 0 0 0,1 1 0 0 0,-1-1 0 0 0,1 0 0 0 0,-1-1 0 0 0,9-2 0 0 0,-2-2 86 0 0,0-1 1 0 0,0 0 0 0 0,0-1 0 0 0,-1 0 0 0 0,0-1 0 0 0,0 0-1 0 0,-1-1 1 0 0,-1 0 0 0 0,1-1 0 0 0,-2 0 0 0 0,11-15 0 0 0,-10 12-8 0 0,-1 0 0 0 0,-1-1 0 0 0,0 0 0 0 0,0 0 0 0 0,-2-1 0 0 0,0 0 0 0 0,-1 0 0 0 0,0-1 0 0 0,3-24 0 0 0,-7 29-109 0 0,-1 0-1 0 0,0 0 1 0 0,-1 0-1 0 0,0 0 0 0 0,0 0 1 0 0,-2 0-1 0 0,1 0 0 0 0,-1 0 1 0 0,-1 1-1 0 0,0-1 1 0 0,-1 1-1 0 0,0 0 0 0 0,-1 1 1 0 0,0-1-1 0 0,-1 1 0 0 0,-14-17 1 0 0,20 26-269 0 0,1 0-1 0 0,-1 0 1 0 0,0 0 0 0 0,0 1 0 0 0,0-1-1 0 0,0 0 1 0 0,0 1 0 0 0,0-1 0 0 0,0 0 0 0 0,0 1-1 0 0,0 0 1 0 0,0-1 0 0 0,0 1 0 0 0,0-1-1 0 0,0 1 1 0 0,0 0 0 0 0,0 0 0 0 0,-1 0 0 0 0,1 0-1 0 0,0 0 1 0 0,0 0 0 0 0,0 0 0 0 0,0 0-1 0 0,0 0 1 0 0,0 0 0 0 0,-1 1 0 0 0,1-1 0 0 0,0 0-1 0 0,0 1 1 0 0,0-1 0 0 0,0 1 0 0 0,0-1-1 0 0,0 1 1 0 0,0 0 0 0 0,0-1 0 0 0,1 1 0 0 0,-1 0-1 0 0,-1 1 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53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 0 0,'0'0'5154'0'0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3:54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64 0 0,'17'2'1216'0'0,"3"-4"-820"0"0,-4 0-96 0 0,1 1-88 0 0,5-3-320 0 0,6-1-540 0 0,3-2 156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4:00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2233 3044 0 0,'-57'-39'3166'0'0,"-93"-70"4421"0"0,122 86-5732 0 0,-35-40 0 0 0,55 54-1708 0 0,0-1-1 0 0,1 0 1 0 0,1-1-1 0 0,0 0 1 0 0,0 0 0 0 0,1 0-1 0 0,1-1 1 0 0,-5-15-1 0 0,-1-13-422 0 0,-5-48 0 0 0,8 47 222 0 0,-41-397 928 0 0,42 361-825 0 0,-16-258-801 0 0,-11-120-144 0 0,28 403 545 0 0,-24-199-4052 0 0,27 245 3915 0 0,1 0 0 0 0,0 0 0 0 0,0 0 0 0 0,1 0 0 0 0,0-1 0 0 0,0 1 0 0 0,0 0-1 0 0,1 0 1 0 0,0 0 0 0 0,0 0 0 0 0,1 0 0 0 0,-1 0 0 0 0,1 0 0 0 0,4-7 0 0 0,-1 1-2528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4:0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1167 1333 1772 0 0,'-55'-28'724'0'0,"1"-3"-1"0"0,2-3 0 0 0,1-1 1 0 0,2-3-1 0 0,1-1 1 0 0,2-3-1 0 0,-54-65 0 0 0,-18-37-465 0 0,-112-180 0 0 0,-9-12-905 0 0,145 200-2635 0 0,63 98 1540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29 1612 0 0,'-6'-28'13177'0'0,"4"33"-12567"0"0,-1 1 0 0 0,1-1 0 0 0,1 1 0 0 0,-1 0 1 0 0,1-1-1 0 0,0 1 0 0 0,0 11 0 0 0,-2 9 165 0 0,-11 41 65 0 0,-31 184-1718 0 0,43-237-230 0 0,-3 31-2166 0 0,5-42 2444 0 0,0-1-1 0 0,0 1 1 0 0,0-1 0 0 0,1 1 0 0 0,-1-1-1 0 0,1 1 1 0 0,-1-1 0 0 0,2 3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1188 0 0,'31'-88'16421'0'0,"-30"86"-15756"0"0,4-1 1210 0 0,-3 2-973 0 0,3 6-522 0 0,0 4 152 0 0,0 1-1 0 0,0 0 0 0 0,-1 0 0 0 0,0 1 0 0 0,-1-1 1 0 0,0 1-1 0 0,2 11 0 0 0,0 0-42 0 0,8 36 157 0 0,-7-27-459 0 0,2 0-1 0 0,0 0 1 0 0,2-1-1 0 0,2 0 1 0 0,21 40-1 0 0,-33-69-178 0 0,1 1-1 0 0,0-1 0 0 0,-1 0 1 0 0,1 1-1 0 0,0-1 0 0 0,0 0 1 0 0,0 0-1 0 0,0 0 0 0 0,0 1 1 0 0,0-1-1 0 0,0 0 1 0 0,0 0-1 0 0,1-1 0 0 0,-1 1 1 0 0,0 0-1 0 0,1 0 0 0 0,-1-1 1 0 0,0 1-1 0 0,1 0 0 0 0,-1-1 1 0 0,1 1-1 0 0,-1-1 1 0 0,1 0-1 0 0,-1 0 0 0 0,1 1 1 0 0,-1-1-1 0 0,1 0 0 0 0,-1 0 1 0 0,1 0-1 0 0,-1-1 0 0 0,1 1 1 0 0,-1 0-1 0 0,1-1 1 0 0,-1 1-1 0 0,3-1 0 0 0,-1-1-2 0 0,1-1-1 0 0,-1 1 1 0 0,1-1-1 0 0,-1 0 1 0 0,0 0-1 0 0,0 0 1 0 0,0 0-1 0 0,0 0 1 0 0,-1-1-1 0 0,1 1 0 0 0,2-8 1 0 0,5-8-6 0 0,-2 0-1 0 0,0-1 1 0 0,-1 0 0 0 0,8-39 0 0 0,6-88-100 0 0,-13 82-25 0 0,-4 25 1 0 0,15-75-1723 0 0,-19 114 1555 0 0,1 0-1 0 0,-1 0 0 0 0,1 0 1 0 0,0 0-1 0 0,0 1 0 0 0,-1-1 1 0 0,1 0-1 0 0,0 0 0 0 0,0 0 1 0 0,0 1-1 0 0,0-1 0 0 0,0 0 1 0 0,0 1-1 0 0,0-1 0 0 0,0 1 1 0 0,0-1-1 0 0,0 1 0 0 0,0 0 1 0 0,0-1-1 0 0,1 1 0 0 0,-1 0 1 0 0,0 0-1 0 0,0 0 0 0 0,0 0 1 0 0,0 0-1 0 0,1 0 0 0 0,-1 0 1 0 0,0 0-1 0 0,0 0 0 0 0,0 0 1 0 0,0 1-1 0 0,0-1 0 0 0,0 0 1 0 0,2 1-1 0 0,-1 0-463 0 0,1 0-190 0 0,10 5-10715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46 2340 0 0,'-4'-6'1223'0'0,"-20"-32"6186"0"0,23 36-6305 0 0,3 4 17 0 0,15 7-34 0 0,-1 1 1 0 0,0 1-1 0 0,-1 0 1 0 0,0 1-1 0 0,18 21 1 0 0,-1 1-302 0 0,29 42 1 0 0,-39-44-660 0 0,-1 1 1 0 0,-1 1-1 0 0,-2 1 1 0 0,-2 1-1 0 0,-1 0 1 0 0,-2 1 0 0 0,-1 1-1 0 0,-2 0 1 0 0,-2 0-1 0 0,-1 1 1 0 0,-2 0-1 0 0,-2 0 1 0 0,-1 0 0 0 0,-3 0-1 0 0,-1 0 1 0 0,-1 0-1 0 0,-12 50 1 0 0,-3-9-635 0 0,-4-1 0 0 0,-59 139 0 0 0,-6-38-2959 0 0,-14-12-4745 0 0,59-104 222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4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2176 0 0,'5'-12'2464'0'0,"2"5"-607"0"0,-3-1 759 0 0,4-6-1336 0 0,-1 4-1164 0 0,5 0-1556 0 0,6 0-5225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655 185 1992 0 0,'6'-14'4388'0'0,"-23"49"5025"0"0,-53 90-5614 0 0,69-123-3758 0 0,-4 6 228 0 0,1-1 0 0 0,-1 0 0 0 0,0-1 0 0 0,-1 1 0 0 0,1-1 0 0 0,-13 11 0 0 0,16-16-67 0 0,1-1-191 0 0,0 1-1 0 0,0-1 1 0 0,0 0 0 0 0,0 0-1 0 0,0 0 1 0 0,0 0 0 0 0,1 0 0 0 0,-1 0-1 0 0,0 0 1 0 0,0-1 0 0 0,0 1-1 0 0,0 0 1 0 0,0 0 0 0 0,0-1-1 0 0,0 1 1 0 0,1 0 0 0 0,-1-1 0 0 0,0 1-1 0 0,0-1 1 0 0,0 1 0 0 0,1-1-1 0 0,-1 0 1 0 0,0 1 0 0 0,1-1-1 0 0,-1 0 1 0 0,0 1 0 0 0,1-1 0 0 0,-1 0-1 0 0,1 0 1 0 0,-1 1 0 0 0,1-1-1 0 0,0 0 1 0 0,-1 0 0 0 0,1 0-1 0 0,0 0 1 0 0,0 0 0 0 0,-1 1 0 0 0,1-1-1 0 0,0 0 1 0 0,0 0 0 0 0,0 0-1 0 0,0-1 1 0 0,0-9 1 0 0,0-1 0 0 0,1 1 0 0 0,1 0 0 0 0,-1 0 0 0 0,2 0 0 0 0,0 0 0 0 0,5-13 0 0 0,33-72-102 0 0,-28 70-15 0 0,30-47 0 0 0,-38 67 88 0 0,0-1 1 0 0,0 0-1 0 0,1 1 0 0 0,0 0 0 0 0,0 1 0 0 0,0-1 1 0 0,0 1-1 0 0,1 0 0 0 0,0 1 0 0 0,0-1 0 0 0,10-3 1 0 0,-15 7 17 0 0,0 1-1 0 0,0 0 1 0 0,0-1 0 0 0,0 1 0 0 0,0 0 0 0 0,0 0 0 0 0,1 0 0 0 0,-1 0 0 0 0,0 0 0 0 0,0 1 0 0 0,0-1-1 0 0,0 1 1 0 0,0-1 0 0 0,0 1 0 0 0,0 0 0 0 0,0 0 0 0 0,0 0 0 0 0,0 0 0 0 0,0 0 0 0 0,0 0 0 0 0,-1 0-1 0 0,1 1 1 0 0,0-1 0 0 0,-1 1 0 0 0,1-1 0 0 0,1 4 0 0 0,2 0 8 0 0,-1 1 1 0 0,0 0-1 0 0,0 1 0 0 0,0-1 0 0 0,5 14 1 0 0,-4-6 5 0 0,-1 0 0 0 0,-1 0 1 0 0,0 0-1 0 0,-1 1 0 0 0,1 16 1 0 0,-2 4 22 0 0,-5 35 0 0 0,1-32 119 0 0,-2-1 0 0 0,-2 0 0 0 0,-2 0 0 0 0,-1 0 0 0 0,-1-1 1 0 0,-3-1-1 0 0,0 0 0 0 0,-3-1 0 0 0,-22 36 0 0 0,30-56 121 0 0,-1 0 0 0 0,-1-1 0 0 0,0 0-1 0 0,-1-1 1 0 0,0 0 0 0 0,-1-1 0 0 0,-28 19-1 0 0,30-24-143 0 0,0 0 0 0 0,0-1 0 0 0,-1 0-1 0 0,1-1 1 0 0,-1 0 0 0 0,0 0 0 0 0,-1-2-1 0 0,1 1 1 0 0,0-2 0 0 0,-1 1-1 0 0,-18-2 1 0 0,11-2-83 0 0,0 0 0 0 0,0-1 1 0 0,0-2-1 0 0,1 0 0 0 0,0 0 0 0 0,-23-11 0 0 0,-1-4 52 0 0,-60-37-1 0 0,35 14-2285 0 0,65 42 1482 0 0,-5-2-2012 0 0,17 8-3986 0 0,-6-3 5876 0 0,3 0-84 0 0,4-2-4336 0 0,13-1-1066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364 113 2416 0 0,'64'-77'10133'0'0,"-43"50"-6881"0"0,-20 26-3133 0 0,-1 1-1 0 0,0-1 1 0 0,1 1-1 0 0,-1-1 0 0 0,1 1 1 0 0,-1-1-1 0 0,0 1 0 0 0,1-1 1 0 0,-1 1-1 0 0,1-1 1 0 0,0 1-1 0 0,-1 0 0 0 0,1-1 1 0 0,-1 1-1 0 0,1 0 0 0 0,-1-1 1 0 0,1 1-1 0 0,0 0 1 0 0,-1 0-1 0 0,1 0 0 0 0,0 0 1 0 0,-1 0-1 0 0,1-1 0 0 0,0 1 1 0 0,-1 0-1 0 0,1 0 1 0 0,0 1-1 0 0,0-1 0 0 0,0 0 39 0 0,1 1 0 0 0,-1 0-1 0 0,-1 0 1 0 0,1-1-1 0 0,0 1 1 0 0,0 0 0 0 0,0 0-1 0 0,0 0 1 0 0,0 0 0 0 0,-1 0-1 0 0,1 0 1 0 0,0 0-1 0 0,-1 0 1 0 0,1 1 0 0 0,2 5 434 0 0,-1-1 1 0 0,0 0-1 0 0,0 0 0 0 0,1 10 1 0 0,0 24 1148 0 0,-1 0-1 0 0,-5 58 1 0 0,-19 83-3 0 0,19-158-1502 0 0,-108 578 433 0 0,2-7-301 0 0,84-373-367 0 0,22-169 0 0 0,3-1 0 0 0,7 67 0 0 0,-6-111 0 0 0,0-1 0 0 0,0 1 0 0 0,1-1 0 0 0,-1 1 0 0 0,1-1 0 0 0,1 0 0 0 0,-1 0 0 0 0,1 0 0 0 0,0 0 0 0 0,0 0 0 0 0,6 7 0 0 0,-6-10 0 0 0,0 0 0 0 0,1 0 0 0 0,-1 0 0 0 0,0-1 0 0 0,1 0 0 0 0,0 1 0 0 0,0-1 0 0 0,-1 0 0 0 0,1-1 0 0 0,0 1 0 0 0,1-1 0 0 0,-1 1 0 0 0,0-1 0 0 0,0-1 0 0 0,0 1 0 0 0,1 0 0 0 0,-1-1 0 0 0,7 0 0 0 0,4-1 0 0 0,0-1 0 0 0,1 0 0 0 0,-1-1 0 0 0,-1 0 0 0 0,1-1 0 0 0,0-1 0 0 0,-1 0 0 0 0,0-1 0 0 0,24-14 0 0 0,-23 11 0 0 0,-1-1 0 0 0,0 0 0 0 0,0-1 0 0 0,-1 0 0 0 0,0-1 0 0 0,-1-1 0 0 0,0 0 0 0 0,13-20 0 0 0,-19 24 0 0 0,-1 0 0 0 0,0-1 0 0 0,0 0 0 0 0,-1 0 0 0 0,0 0 0 0 0,-1-1 0 0 0,0 1 0 0 0,-1-1 0 0 0,0 0 0 0 0,0-17 0 0 0,-2 12 0 0 0,0 0 0 0 0,-2 0 0 0 0,0 1 0 0 0,-1-1 0 0 0,0 1 0 0 0,-9-26 0 0 0,-1 10 0 0 0,-1 1 0 0 0,-2 0 0 0 0,0 1 0 0 0,-2 1 0 0 0,-1 0 0 0 0,-29-31 0 0 0,-14-5 0 0 0,-2 3 0 0 0,-105-76 0 0 0,57 47 0 0 0,98 79-558 0 0,-1-1-1 0 0,2-1 1 0 0,0 0 0 0 0,-18-25-1 0 0,28 34 409 0 0,0 0 0 0 0,1 0 0 0 0,-1-1 0 0 0,1 1 0 0 0,0-1 0 0 0,0 0 0 0 0,1 1 0 0 0,-1-1 0 0 0,1 0 0 0 0,0 0 0 0 0,1 0 0 0 0,-1 0-1 0 0,1 0 1 0 0,0 0 0 0 0,0 0 0 0 0,1 0 0 0 0,-1 0 0 0 0,1 0 0 0 0,0 0 0 0 0,0 0 0 0 0,1 0 0 0 0,2-4 0 0 0,1-3-510 0 0,2 1 1 0 0,-1 1 0 0 0,1-1-1 0 0,1 1 1 0 0,0 0 0 0 0,1 1 0 0 0,0 0-1 0 0,19-16 1 0 0,9-2-2242 0 0,43-25 0 0 0,-67 44 2099 0 0,31-18-3816 0 0,3 0-2346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301 146 364 0 0,'1'-13'2243'0'0,"-1"0"0"0"0,1 0 0 0 0,-3-17 0 0 0,1 25-1780 0 0,0 0 1 0 0,0-1-1 0 0,0 1 0 0 0,0 0 0 0 0,-1 0 0 0 0,0 1 0 0 0,0-1 0 0 0,0 0 1 0 0,-1 0-1 0 0,1 1 0 0 0,-4-5 0 0 0,4 7-397 0 0,1 1 1 0 0,-1 0-1 0 0,0 0 0 0 0,0 0 1 0 0,1 0-1 0 0,-1 0 0 0 0,0 0 1 0 0,0 0-1 0 0,0 0 0 0 0,0 0 0 0 0,0 1 1 0 0,0-1-1 0 0,0 1 0 0 0,0 0 1 0 0,0 0-1 0 0,0 0 0 0 0,0 0 1 0 0,0 0-1 0 0,0 0 0 0 0,0 0 1 0 0,0 0-1 0 0,0 1 0 0 0,0-1 1 0 0,0 1-1 0 0,0 0 0 0 0,0-1 0 0 0,0 1 1 0 0,0 0-1 0 0,0 0 0 0 0,-2 2 1 0 0,-6 3 90 0 0,0 0 0 0 0,1 1 1 0 0,-17 15-1 0 0,8-4-44 0 0,0 1 0 0 0,2 1 0 0 0,0 1 0 0 0,1 0 1 0 0,1 1-1 0 0,1 0 0 0 0,2 1 0 0 0,-15 36 0 0 0,24-51-89 0 0,-1 0-1 0 0,1 0 1 0 0,0 0 0 0 0,1 0-1 0 0,0 0 1 0 0,0 0 0 0 0,1 0-1 0 0,1 15 1 0 0,-1-21-18 0 0,1 1 0 0 0,-1-1 1 0 0,1 0-1 0 0,-1 1 0 0 0,1-1 1 0 0,0 0-1 0 0,0 1 0 0 0,0-1 1 0 0,0 0-1 0 0,1 0 0 0 0,-1 0 1 0 0,1 0-1 0 0,-1 0 0 0 0,1 0 1 0 0,-1 0-1 0 0,1-1 0 0 0,0 1 1 0 0,0-1-1 0 0,0 1 0 0 0,0-1 1 0 0,0 0-1 0 0,0 1 0 0 0,1-1 1 0 0,-1 0-1 0 0,0-1 0 0 0,0 1 0 0 0,1 0 1 0 0,-1 0-1 0 0,1-1 0 0 0,-1 0 1 0 0,1 1-1 0 0,-1-1 0 0 0,0 0 1 0 0,4-1-1 0 0,1 1-8 0 0,0 0 0 0 0,-1-1 0 0 0,1 0 0 0 0,-1 0 0 0 0,1-1 1 0 0,-1 0-1 0 0,0 0 0 0 0,0 0 0 0 0,0-1 0 0 0,0 0 0 0 0,0 0 0 0 0,0-1 0 0 0,-1 0 0 0 0,7-4 0 0 0,-4 0-4 0 0,0 0 0 0 0,0-1 0 0 0,0 0 0 0 0,-1 0-1 0 0,-1 0 1 0 0,1-1 0 0 0,8-18 0 0 0,46-125-261 0 0,-60 151 335 0 0,6 13 391 0 0,-9 38 121 0 0,1-29-612 0 0,0 1 1 0 0,2-1-1 0 0,0 1 1 0 0,1 0-1 0 0,5 20 0 0 0,-6-36-324 0 0,1 1-1 0 0,-1-1 1 0 0,2 0-1 0 0,-1 0 1 0 0,0 0-1 0 0,1 0 1 0 0,0-1-1 0 0,0 1 1 0 0,1-1-1 0 0,-1 1 1 0 0,1-1-1 0 0,0 0 1 0 0,0 0-1 0 0,0-1 1 0 0,0 1-1 0 0,1-1 1 0 0,0 0-1 0 0,-1 0 1 0 0,1-1-1 0 0,0 1 1 0 0,1-1-1 0 0,-1 0 1 0 0,10 2-1 0 0,4-2-3211 0 0,-1-1-1507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214 686 508 0 0,'7'-14'1447'0'0,"-1"-1"1"0"0,0 0-1 0 0,-1 0 0 0 0,-1 0 1 0 0,3-22-1 0 0,-5 27-826 0 0,-1 1 0 0 0,-1-1 0 0 0,0 0 1 0 0,0 1-1 0 0,-1-1 0 0 0,0 0 0 0 0,-1 1 0 0 0,0 0 0 0 0,0-1 1 0 0,-4-9-1 0 0,5 18-549 0 0,1-1 0 0 0,-1 1 0 0 0,1 0 1 0 0,-1 0-1 0 0,0 0 0 0 0,1 0 0 0 0,-1 0 1 0 0,0 0-1 0 0,0 0 0 0 0,0 0 0 0 0,1 0 0 0 0,-1 0 1 0 0,0 0-1 0 0,0 0 0 0 0,0 1 0 0 0,-1-1 1 0 0,1 0-1 0 0,0 1 0 0 0,0-1 0 0 0,0 1 0 0 0,0-1 1 0 0,-1 1-1 0 0,1 0 0 0 0,0-1 0 0 0,-2 1 1 0 0,0 0 18 0 0,1 0 1 0 0,-1 0 0 0 0,0 1 0 0 0,0-1 0 0 0,1 1 0 0 0,-1 0 0 0 0,0 0 0 0 0,1 0 0 0 0,-1 0-1 0 0,1 0 1 0 0,-3 2 0 0 0,-5 4 111 0 0,0 0 0 0 0,1 0 0 0 0,0 1 0 0 0,-11 12 0 0 0,4-2 18 0 0,0 0 0 0 0,2 2-1 0 0,-23 40 1 0 0,31-49-190 0 0,1 1 1 0 0,0 0 0 0 0,0 0-1 0 0,1 0 1 0 0,1 1-1 0 0,0 0 1 0 0,1-1-1 0 0,-1 26 1 0 0,2-35-22 0 0,1-1 0 0 0,0 1-1 0 0,0 0 1 0 0,1 0 0 0 0,-1-1 0 0 0,1 1 0 0 0,-1 0 0 0 0,1-1 0 0 0,0 1 0 0 0,0 0 0 0 0,0-1 0 0 0,0 1 0 0 0,1-1 0 0 0,-1 0 0 0 0,1 1 0 0 0,-1-1 0 0 0,1 0 0 0 0,0 0 0 0 0,3 4 0 0 0,-2-5-18 0 0,0 1 1 0 0,0 0-1 0 0,0-1 1 0 0,0 0 0 0 0,0 0-1 0 0,0 1 1 0 0,1-2-1 0 0,-1 1 1 0 0,0 0 0 0 0,1-1-1 0 0,-1 0 1 0 0,0 1 0 0 0,1-1-1 0 0,3-1 1 0 0,3 0-92 0 0,1-1 0 0 0,-1 0 0 0 0,0-1 0 0 0,1 0 0 0 0,-1 0 0 0 0,-1-1 1 0 0,1 0-1 0 0,0-1 0 0 0,10-7 0 0 0,-3-2-33 0 0,-1 1 1 0 0,-1-2 0 0 0,0 0-1 0 0,-1-1 1 0 0,-1 0 0 0 0,0-1-1 0 0,-1-1 1 0 0,-1 0 0 0 0,-1-1-1 0 0,16-38 1 0 0,-3-7-31 0 0,-2-1 0 0 0,12-71 1 0 0,-19 78 487 0 0,-3 0 1 0 0,7-107-1 0 0,-18 164-292 0 0,0 1-1 0 0,0-1 1 0 0,0 1 0 0 0,0-1-1 0 0,0 1 1 0 0,0-1 0 0 0,0 1-1 0 0,0-1 1 0 0,0 1 0 0 0,0-1-1 0 0,0 1 1 0 0,0-1-1 0 0,-1 1 1 0 0,1 0 0 0 0,0-1-1 0 0,0 1 1 0 0,-1-1 0 0 0,1 1-1 0 0,0-1 1 0 0,0 1 0 0 0,-1 0-1 0 0,0-1 1 0 0,-7 4 491 0 0,-6 17 307 0 0,3 4-79 0 0,1 1 0 0 0,1 0 0 0 0,-8 44 0 0 0,-8 81 397 0 0,23-135-1085 0 0,-3 26 67 0 0,2 1 1 0 0,1 0-1 0 0,8 71 0 0 0,-3-84-1434 0 0,2-1 0 0 0,1 1 1 0 0,15 38-1 0 0,-5-30-2540 0 0,0-15-2621 0 0,-1-7-1843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48 912 0 0,'0'-36'12558'0'0,"0"24"-6009"0"0,0 14-5057 0 0,0 60-642 0 0,-9 342 9556 0 0,6-350-10406 0 0,-12 132 0 0 0,9-139 0 0 0,-23 88 0 0 0,26-126 0 0 0,0 0 0 0 0,0-1 0 0 0,-1 1 0 0 0,0-1 0 0 0,-1 1 0 0 0,0-1 0 0 0,0 0 0 0 0,-1-1 0 0 0,1 1 0 0 0,-2-1 0 0 0,1 0 0 0 0,-1-1 0 0 0,-12 9 0 0 0,12-10 0 0 0,0-1 0 0 0,0 0 0 0 0,-1 0 0 0 0,1-1 0 0 0,-1 0 0 0 0,0-1 0 0 0,0 0 0 0 0,0 0 0 0 0,0 0 0 0 0,0-1 0 0 0,0 0 0 0 0,-1-1 0 0 0,1 0 0 0 0,0 0 0 0 0,-15-3 0 0 0,10 1-284 0 0,0 0 0 0 0,0-1 0 0 0,1-1 0 0 0,-1 0 0 0 0,1-1 0 0 0,0 0 0 0 0,0-1 0 0 0,1 0 0 0 0,-15-11 0 0 0,20 12 47 0 0,0 0 0 0 0,0 0 1 0 0,1-1-1 0 0,0 1 0 0 0,0-1 0 0 0,0 0 1 0 0,1-1-1 0 0,0 1 0 0 0,0-1 1 0 0,0 0-1 0 0,1 0 0 0 0,0 0 0 0 0,1 0 1 0 0,-1-1-1 0 0,2 1 0 0 0,-1-1 0 0 0,-1-10 1 0 0,2-3-2410 0 0,1-1 1 0 0,1 0-1 0 0,1 1 0 0 0,7-35 1 0 0,4-5-7389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2212 0 0,'15'-32'5657'0'0,"14"-46"1"0"0,-4 17-2552 0 0,-25 59-3529 0 0,3 4-1135 0 0,-3-1 1182 0 0,1-1-1 0 0,0 1 1 0 0,0 0-1 0 0,0 0 0 0 0,0 0 1 0 0,0 0-1 0 0,-1 0 1 0 0,1 0-1 0 0,0 0 1 0 0,-1 1-1 0 0,1-1 0 0 0,-1 0 1 0 0,1 0-1 0 0,-1 0 1 0 0,0 1-1 0 0,1-1 0 0 0,-1 0 1 0 0,0 2-1 0 0,2 7-4716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1 874 1316 0 0,'9'32'6174'0'0,"-1"1"3754"0"0,-5-20-4299 0 0,14-20-3926 0 0,2-22-1296 0 0,-2-1-1 0 0,-1-1 1 0 0,13-35 0 0 0,-4 10-265 0 0,23-49-88 0 0,89-184-392 0 0,23 13-357 0 0,-157 269 659 0 0,1 1 1 0 0,1 0 0 0 0,-1 0-1 0 0,1 0 1 0 0,0 1 0 0 0,1 0-1 0 0,-1 0 1 0 0,12-9 0 0 0,-15 14 35 0 0,-1-1 1 0 0,0 1 0 0 0,0 0 0 0 0,1-1 0 0 0,-1 1 0 0 0,0 0 0 0 0,1-1-1 0 0,-1 1 1 0 0,0 0 0 0 0,1 0 0 0 0,-1 0 0 0 0,0 0 0 0 0,1 1-1 0 0,-1-1 1 0 0,0 0 0 0 0,0 0 0 0 0,1 1 0 0 0,-1-1 0 0 0,0 1-1 0 0,0-1 1 0 0,1 1 0 0 0,-1 0 0 0 0,0-1 0 0 0,0 1 0 0 0,0 0-1 0 0,0 0 1 0 0,0 0 0 0 0,0 0 0 0 0,0-1 0 0 0,0 2 0 0 0,0-1-1 0 0,-1 0 1 0 0,1 0 0 0 0,0 0 0 0 0,0 0 0 0 0,0 3 0 0 0,3 3 37 0 0,-1 1 0 0 0,0 0 0 0 0,0 0 0 0 0,2 10 0 0 0,-5-17-36 0 0,5 24 322 0 0,-1 1 0 0 0,-1-1 0 0 0,0 50 0 0 0,-14 77 1725 0 0,-44 161 115 0 0,30-194-4761 0 0,24-117 2340 0 0,-7 26-3776 0 0,1-18-827 0 0,-5-4-4086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104 172 1292 0 0,'-39'-30'7891'0'0,"-17"-10"3018"0"0,55 39-10870 0 0,1 1 0 0 0,-1 0 1 0 0,1 0-1 0 0,0 0 0 0 0,-1 0 0 0 0,1-1 0 0 0,-1 1 1 0 0,1 0-1 0 0,0 0 0 0 0,-1-1 0 0 0,1 1 1 0 0,0 0-1 0 0,-1 0 0 0 0,1-1 0 0 0,0 1 0 0 0,0 0 1 0 0,-1-1-1 0 0,1 1 0 0 0,0-1 0 0 0,0 1 1 0 0,0 0-1 0 0,0-1 0 0 0,-1 1 0 0 0,1 0 0 0 0,0-1 1 0 0,0 1-1 0 0,0-1 0 0 0,0 1 0 0 0,0-1 1 0 0,0 1-1 0 0,0 0 0 0 0,0-1 0 0 0,0 1 0 0 0,0-1 1 0 0,0 1-1 0 0,0-1 0 0 0,0 1 0 0 0,1 0 1 0 0,-1-1-1 0 0,0 1 0 0 0,0 0 0 0 0,0-1 0 0 0,1 1 1 0 0,-1-1-1 0 0,0 1 0 0 0,0 0 0 0 0,1-1 1 0 0,-1 1-1 0 0,0 0 0 0 0,1 0 0 0 0,-1-1 0 0 0,0 1 1 0 0,1 0-1 0 0,-1 0 0 0 0,0-1 0 0 0,1 1 1 0 0,-1 0-1 0 0,0 0 0 0 0,1 0 0 0 0,-1 0 0 0 0,1 0 1 0 0,24-10 335 0 0,156-15-1787 0 0,-69 12-2912 0 0,-76 7-67 0 0,38-11-1 0 0,-36 6-1584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713 100 388 0 0,'8'-100'17853'0'0,"-5"102"-16692"0"0,4 2-658 0 0,-1 0 1 0 0,-1 1-1 0 0,1 0 0 0 0,-1 0 1 0 0,0 0-1 0 0,0 1 0 0 0,0 0 1 0 0,6 10-1 0 0,31 58 2014 0 0,-33-56-1976 0 0,8 15-186 0 0,-1 1 0 0 0,-1 1 0 0 0,-3 1 0 0 0,-1 0-1 0 0,-1 0 1 0 0,-2 1 0 0 0,-1 0 0 0 0,-3 1 0 0 0,-1-1-1 0 0,-1 1 1 0 0,-2 0 0 0 0,-2-1 0 0 0,-1 1-1 0 0,-16 67 1 0 0,6-55-491 0 0,-2-2 1 0 0,-3 0-1 0 0,-1 0 0 0 0,-3-2 0 0 0,-1 0 0 0 0,-3-2 1 0 0,-1-1-1 0 0,-43 52 0 0 0,43-64-926 0 0,-1 0 0 0 0,-2-2 1 0 0,-1-2-1 0 0,-1 0 0 0 0,-1-2 1 0 0,-1-2-1 0 0,-1-1 0 0 0,-1-1 1 0 0,-1-2-1 0 0,-67 23 0 0 0,57-27-3277 0 0,-70 11-1 0 0,31-12-3988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20 1280 0 0,'0'0'296'0'0,"0"-1"1"0"0,0 0-1 0 0,0 0 1 0 0,0 0-1 0 0,0 0 0 0 0,0 1 1 0 0,0-1-1 0 0,0 0 0 0 0,0 0 1 0 0,0 0-1 0 0,-1 1 0 0 0,1-1 1 0 0,0 0-1 0 0,-1 0 1 0 0,1 1-1 0 0,-1-1 0 0 0,1 0 1 0 0,0 1-1 0 0,-1-1 0 0 0,0 0 1 0 0,1 1-1 0 0,-1-1 0 0 0,1 1 1 0 0,-1-1-1 0 0,0 0 1 0 0,-1 0-1 0 0,1 1-118 0 0,0 1-1 0 0,0-1 1 0 0,0 0 0 0 0,0 1 0 0 0,0-1 0 0 0,1 1-1 0 0,-1-1 1 0 0,0 1 0 0 0,0-1 0 0 0,0 1-1 0 0,0-1 1 0 0,0 1 0 0 0,1 0 0 0 0,-1 0-1 0 0,0-1 1 0 0,1 1 0 0 0,-2 2 0 0 0,-6 8 512 0 0,0 1 1 0 0,-6 14-1 0 0,12-23-241 0 0,-54 114 2855 0 0,-56 165 1 0 0,91-222-2712 0 0,-19 97 1 0 0,35-129-476 0 0,1 1 0 0 0,2 0 0 0 0,1 0 0 0 0,1 0 0 0 0,6 48 0 0 0,-2-53-160 0 0,1-1 0 0 0,1 0 0 0 0,0-1 0 0 0,2 0 0 0 0,1 0 0 0 0,1 0 0 0 0,18 30 0 0 0,-17-36-445 0 0,1 0 0 0 0,0-1 0 0 0,1 0 0 0 0,1-1 0 0 0,0-1 0 0 0,0 0 0 0 0,2-1 0 0 0,-1-1 0 0 0,27 15 0 0 0,-21-15-1106 0 0,0-1 1 0 0,0-1-1 0 0,1-1 1 0 0,0-1-1 0 0,45 8 1 0 0,1-4-4749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3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30 2028 0 0,'-4'-10'5373'0'0,"-6"-9"2816"0"0,4 20-5630 0 0,1 12-1253 0 0,-15 60 2225 0 0,-45 148-523 0 0,-29 28-3086 0 0,74-198-2064 0 0,19-46 925 0 0,-8 15-1306 0 0,4-17-929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1612 0 0,'4'-19'1751'0'0,"1"-1"-1"0"0,1 1 0 0 0,0 1 1 0 0,2-1-1 0 0,12-23 1 0 0,-16 36-1514 0 0,0 0 0 0 0,0 1 0 0 0,0-1 1 0 0,1 1-1 0 0,0 0 0 0 0,0 0 0 0 0,0 1 0 0 0,1-1 1 0 0,-1 1-1 0 0,1 0 0 0 0,0 1 0 0 0,0 0 0 0 0,1-1 1 0 0,-1 2-1 0 0,1-1 0 0 0,-1 1 0 0 0,1 0 0 0 0,13-2 1 0 0,-10 3-109 0 0,0 1 0 0 0,0-1 0 0 0,1 2 0 0 0,-1-1 1 0 0,0 1-1 0 0,0 1 0 0 0,0 0 0 0 0,0 0 0 0 0,-1 1 1 0 0,1 0-1 0 0,-1 1 0 0 0,1 0 0 0 0,12 8 0 0 0,-18-10-72 0 0,1 1-1 0 0,-1 0 0 0 0,0 0 0 0 0,0 0 0 0 0,0 1 1 0 0,-1-1-1 0 0,1 1 0 0 0,-1 0 0 0 0,0 0 0 0 0,0 0 0 0 0,0 0 1 0 0,0 1-1 0 0,-1-1 0 0 0,0 1 0 0 0,0-1 0 0 0,0 1 1 0 0,0 0-1 0 0,-1 0 0 0 0,0 0 0 0 0,0 0 0 0 0,0 0 1 0 0,0 0-1 0 0,-1 0 0 0 0,0 0 0 0 0,0 0 0 0 0,-1 0 0 0 0,1 0 1 0 0,-3 7-1 0 0,0 0 19 0 0,0-1 1 0 0,-2-1-1 0 0,1 1 0 0 0,-1 0 1 0 0,-1-1-1 0 0,-9 14 0 0 0,-47 53 399 0 0,26-35 731 0 0,35-40-1001 0 0,-2 4 77 0 0,11-8-277 0 0,0 1 0 0 0,0 0 0 0 0,0 1 0 0 0,0 0 0 0 0,0 0 0 0 0,1 1 0 0 0,-1 0-1 0 0,0 0 1 0 0,0 1 0 0 0,0 0 0 0 0,-1 0 0 0 0,1 1 0 0 0,0 0 0 0 0,-1 0 0 0 0,0 1 0 0 0,0 0-1 0 0,0 0 1 0 0,0 1 0 0 0,6 5 0 0 0,-6-5 202 0 0,-1 0 0 0 0,1 1 1 0 0,-1 0-1 0 0,0 0 0 0 0,-1 1 0 0 0,0-1 0 0 0,0 1 0 0 0,0 0 0 0 0,0 1 1 0 0,-1-1-1 0 0,-1 1 0 0 0,1 0 0 0 0,-1 0 0 0 0,-1 0 0 0 0,1 0 0 0 0,-1 0 1 0 0,-1 1-1 0 0,1 11 0 0 0,-2-11 10 0 0,-1-1 0 0 0,0 0 0 0 0,0 0 0 0 0,-1 0 0 0 0,0-1 0 0 0,-1 1 0 0 0,0 0 0 0 0,0-1 0 0 0,0 1 0 0 0,-1-1 0 0 0,0 0 0 0 0,-1 0 0 0 0,0-1 0 0 0,0 1 0 0 0,0-1 0 0 0,-1 0 0 0 0,1 0 0 0 0,-1-1 0 0 0,-1 0 0 0 0,1 0 0 0 0,-1 0 0 0 0,-9 4 0 0 0,4-2-160 0 0,-1-1 0 0 0,0 0 0 0 0,0-1 0 0 0,-1 0 0 0 0,1-1 1 0 0,-1 0-1 0 0,0-1 0 0 0,0-1 0 0 0,0 0 0 0 0,0-1 0 0 0,0-1 0 0 0,-15-1 0 0 0,20 1-271 0 0,0-1 0 0 0,0-1 0 0 0,0 1 1 0 0,0-1-1 0 0,0-1 0 0 0,0 0 0 0 0,0 0 0 0 0,1 0 0 0 0,-1-1 0 0 0,1-1 1 0 0,-11-7-1 0 0,18 11-11 0 0,0 0-1 0 0,0 0 1 0 0,0 0 0 0 0,0 0 0 0 0,1-1 0 0 0,-1 1-1 0 0,0 0 1 0 0,0-1 0 0 0,1 1 0 0 0,-1-1 0 0 0,1 1 0 0 0,-1-1-1 0 0,1 1 1 0 0,0-1 0 0 0,-1 1 0 0 0,1-1 0 0 0,0 1-1 0 0,0-1 1 0 0,0 1 0 0 0,0-1 0 0 0,1 1 0 0 0,-1-1-1 0 0,0 1 1 0 0,0-1 0 0 0,1 1 0 0 0,-1-1 0 0 0,1 1 0 0 0,0 0-1 0 0,-1-1 1 0 0,1 1 0 0 0,0 0 0 0 0,1-2 0 0 0,2-4-670 0 0,0 1 1 0 0,1 0 0 0 0,-1 0 0 0 0,1 0 0 0 0,7-6 0 0 0,34-23-6557 0 0,-17 14 278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41 3144 0 0,'-7'-8'20769'0'0,"13"5"-20667"0"0,1 1 0 0 0,-1 0 1 0 0,0 0-1 0 0,1 1 0 0 0,-1-1 0 0 0,1 1 1 0 0,0 1-1 0 0,-1-1 0 0 0,10 2 1 0 0,6-2-148 0 0,87-9-3915 0 0,-74 6-596 0 0,-2 0-3541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 2936 0 0,'-27'16'4335'0'0,"21"-13"-3210"0"0,-1 0 0 0 0,1 0 0 0 0,0 1 0 0 0,1 0-1 0 0,-1 0 1 0 0,1 1 0 0 0,0 0 0 0 0,0 0 0 0 0,0 0 0 0 0,-6 9 0 0 0,11-14-1091 0 0,0 1 0 0 0,0-1 1 0 0,0 0-1 0 0,0 1 0 0 0,0-1 0 0 0,0 1 0 0 0,0-1 0 0 0,0 0 0 0 0,0 1 1 0 0,0-1-1 0 0,0 1 0 0 0,0-1 0 0 0,0 0 0 0 0,1 1 0 0 0,-1-1 0 0 0,0 0 0 0 0,0 1 1 0 0,0-1-1 0 0,1 0 0 0 0,-1 1 0 0 0,0-1 0 0 0,1 0 0 0 0,-1 1 0 0 0,0-1 1 0 0,0 0-1 0 0,1 0 0 0 0,-1 1 0 0 0,0-1 0 0 0,1 0 0 0 0,-1 0 0 0 0,1 0 1 0 0,-1 0-1 0 0,0 1 0 0 0,1-1 0 0 0,-1 0 0 0 0,0 0 0 0 0,1 0 0 0 0,0 0 0 0 0,15 3 221 0 0,-16-3-240 0 0,26 3-85 0 0,0-2 0 0 0,1-1 0 0 0,-1-1 1 0 0,0-1-1 0 0,37-8 0 0 0,-24 4-715 0 0,105-21-3617 0 0,-50 0-2116 0 0,-42 7-200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21 2412 0 0,'-1'-2'956'0'0,"1"0"-1"0"0,-1 0 1 0 0,0 0-1 0 0,1 1 1 0 0,-1-1-1 0 0,0 0 1 0 0,0 1-1 0 0,0-1 1 0 0,0 1-1 0 0,-2-3 1 0 0,-1 4-639 0 0,1 1 0 0 0,-1-1 0 0 0,1 1 1 0 0,-1 0-1 0 0,1 0 0 0 0,0 0 0 0 0,0 0 1 0 0,-1 1-1 0 0,1-1 0 0 0,0 1 1 0 0,0 0-1 0 0,1 0 0 0 0,-1 0 0 0 0,0 0 1 0 0,0 1-1 0 0,-3 4 0 0 0,-10 9 803 0 0,-18 26 0 0 0,24-30-643 0 0,-16 22 311 0 0,1 2 0 0 0,2 0 0 0 0,-19 42 1 0 0,29-51-561 0 0,1 1 0 0 0,1 0 1 0 0,2 1-1 0 0,1 0 0 0 0,-5 37 1 0 0,11-53-173 0 0,1-1 0 0 0,0 0 0 0 0,1 1 0 0 0,0-1 0 0 0,1 1 0 0 0,5 22 0 0 0,-5-31-41 0 0,0 0 0 0 0,0 0-1 0 0,1 0 1 0 0,0 0 0 0 0,-1 0-1 0 0,1-1 1 0 0,1 1 0 0 0,-1-1-1 0 0,0 1 1 0 0,1-1 0 0 0,0 0-1 0 0,0 0 1 0 0,0 0 0 0 0,0 0-1 0 0,0-1 1 0 0,0 1 0 0 0,1-1-1 0 0,-1 0 1 0 0,1 0 0 0 0,0 0-1 0 0,0 0 1 0 0,0-1 0 0 0,-1 1-1 0 0,6 0 1 0 0,4 0 3 0 0,1 0 1 0 0,-1 0-1 0 0,1-1 0 0 0,-1-1 1 0 0,1 0-1 0 0,-1-1 1 0 0,1-1-1 0 0,-1 0 0 0 0,0-1 1 0 0,1 0-1 0 0,-1-1 0 0 0,-1 0 1 0 0,1-1-1 0 0,-1-1 0 0 0,1 0 1 0 0,-2 0-1 0 0,14-10 1 0 0,-12 7 5 0 0,0-1 0 0 0,-1-1 1 0 0,0 0-1 0 0,0 0 1 0 0,-1-1-1 0 0,-1-1 0 0 0,0 1 1 0 0,-1-2-1 0 0,0 1 1 0 0,-1-1-1 0 0,-1-1 0 0 0,0 1 1 0 0,9-32-1 0 0,-11 29-21 0 0,-2-1-1 0 0,0 1 1 0 0,-1-1-1 0 0,-1 1 1 0 0,-1-1-1 0 0,-2-23 0 0 0,1 28-12 0 0,-1 1 0 0 0,-1 0 0 0 0,1 0 0 0 0,-2 0 0 0 0,0 0 0 0 0,0 1 0 0 0,-1-1 0 0 0,-1 1 0 0 0,-12-19 0 0 0,14 24-32 0 0,-1 1 0 0 0,0-1 0 0 0,1 1 1 0 0,-2 1-1 0 0,1-1 0 0 0,-1 1 0 0 0,1 0 1 0 0,-1 0-1 0 0,-1 0 0 0 0,1 1 0 0 0,0 0 0 0 0,-1 0 1 0 0,1 1-1 0 0,-1 0 0 0 0,0 0 0 0 0,0 0 1 0 0,0 1-1 0 0,0 0 0 0 0,0 1 0 0 0,0-1 0 0 0,0 1 1 0 0,-8 1-1 0 0,6 0-487 0 0,-1 1 0 0 0,1 0 0 0 0,-1 0 0 0 0,1 1 0 0 0,0 0 0 0 0,0 0 0 0 0,0 1 0 0 0,1 0 0 0 0,-1 1-1 0 0,1 0 1 0 0,0 0 0 0 0,0 1 0 0 0,1 0 0 0 0,-1 0 0 0 0,-9 12 0 0 0,-22 34-8136 0 0,28-36 2256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2968 0 0,'1'0'3577'0'0,"14"4"2326"0"0,-13-4-5473 0 0,0 0 1 0 0,0 0-1 0 0,0 0 1 0 0,0 0 0 0 0,0 1-1 0 0,-1-1 1 0 0,1 1-1 0 0,0-1 1 0 0,0 1-1 0 0,-1 0 1 0 0,1 0-1 0 0,0 0 1 0 0,-1 0-1 0 0,1 0 1 0 0,-1 0-1 0 0,1 0 1 0 0,1 3 0 0 0,-2-3-283 0 0,0 1 0 0 0,-1-1 0 0 0,1 1 0 0 0,-1 0 0 0 0,1-1 0 0 0,-1 1 0 0 0,0 0 1 0 0,1 0-1 0 0,-1-1 0 0 0,0 1 0 0 0,0 0 0 0 0,0 0 0 0 0,-1-1 0 0 0,1 1 0 0 0,0 0 1 0 0,-1 0-1 0 0,1-1 0 0 0,-1 1 0 0 0,1 0 0 0 0,-2 2 0 0 0,-7 14 183 0 0,-1 0-1 0 0,0 0 1 0 0,-2-1-1 0 0,0-1 1 0 0,-1 0-1 0 0,-17 17 1 0 0,8-8-121 0 0,-2 4-409 0 0,-87 94-3832 0 0,88-101-1566 0 0,-35 27 0 0 0,32-31-2407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22 712 1668 0 0,'-2'0'1994'0'0,"1"0"-1676"0"0,0 1-1 0 0,0-1 1 0 0,1 0-1 0 0,-1 0 1 0 0,0 1-1 0 0,0-1 1 0 0,0 0-1 0 0,1 1 1 0 0,-1-1-1 0 0,0 1 1 0 0,1-1-1 0 0,-1 1 1 0 0,0-1-1 0 0,1 1 1 0 0,-1-1-1 0 0,0 1 1 0 0,1 0-1 0 0,-1-1 1 0 0,1 1-1 0 0,0 0 1 0 0,-1 0-1 0 0,1-1 1 0 0,-1 1-1 0 0,1 2 1 0 0,-1 0 241 0 0,0 0 1 0 0,0 0-1 0 0,1 0 1 0 0,0 0-1 0 0,-1 1 1 0 0,1-1-1 0 0,1 4 1 0 0,-1-1-220 0 0,1 0 1 0 0,0-1-1 0 0,0 1 0 0 0,0-1 1 0 0,1 1-1 0 0,0-1 0 0 0,0 0 1 0 0,5 8-1 0 0,-6-11-320 0 0,0-1 1 0 0,0-1-1 0 0,1 1 0 0 0,-1 0 0 0 0,1 0 1 0 0,-1 0-1 0 0,1-1 0 0 0,-1 1 0 0 0,1-1 1 0 0,0 1-1 0 0,-1-1 0 0 0,1 0 0 0 0,-1 1 1 0 0,1-1-1 0 0,0 0 0 0 0,-1 0 0 0 0,1 0 1 0 0,0 0-1 0 0,-1-1 0 0 0,1 1 0 0 0,-1 0 0 0 0,1-1 1 0 0,0 1-1 0 0,2-2 0 0 0,-3 2-13 0 0,12-4 16 0 0,0-1 0 0 0,0-1 0 0 0,-1 0 1 0 0,0 0-1 0 0,0-1 0 0 0,0-1 0 0 0,-1 0 1 0 0,0 0-1 0 0,-1-1 0 0 0,0-1 0 0 0,0 0 0 0 0,-1 0 1 0 0,0-1-1 0 0,8-13 0 0 0,2-5-28 0 0,0-2 0 0 0,-2 0-1 0 0,-2-1 1 0 0,15-44 0 0 0,-1-14-123 0 0,-4-1 1 0 0,24-178-1 0 0,-48 267 112 0 0,-11 17 0 0 0,0 5 62 0 0,0 1 0 0 0,2 1 0 0 0,-10 35-1 0 0,3-6 153 0 0,-52 180 702 0 0,56-178-740 0 0,2 1 0 0 0,-3 77-1 0 0,12-120-150 0 0,0 1 0 0 0,1-1 0 0 0,0 0 0 0 0,0 0-1 0 0,1 1 1 0 0,1-1 0 0 0,0 0 0 0 0,9 21 0 0 0,-10-28-123 0 0,1 1 0 0 0,-1-1 1 0 0,1 1-1 0 0,0-1 0 0 0,1 0 0 0 0,-1 0 1 0 0,1 0-1 0 0,0 0 0 0 0,0-1 1 0 0,0 1-1 0 0,0-1 0 0 0,1 0 1 0 0,-1-1-1 0 0,1 1 0 0 0,0-1 1 0 0,0 0-1 0 0,0 0 0 0 0,0 0 0 0 0,0-1 1 0 0,10 2-1 0 0,0-1-381 0 0,-1-1 1 0 0,1 0-1 0 0,-1-1 1 0 0,1-1-1 0 0,-1-1 0 0 0,1 0 1 0 0,-1 0-1 0 0,0-2 0 0 0,0 1 1 0 0,0-2-1 0 0,0 0 0 0 0,-1-1 1 0 0,0 0-1 0 0,0-1 1 0 0,0 0-1 0 0,22-18 0 0 0,-17 10 234 0 0,-1-1 0 0 0,-1 0-1 0 0,0-1 1 0 0,-1-1 0 0 0,-1 0-1 0 0,0-1 1 0 0,-2-1-1 0 0,0 0 1 0 0,17-42 0 0 0,-10 11 368 0 0,-3-1 1 0 0,-2 0-1 0 0,10-73 1 0 0,3-164 5027 0 0,-27 287-5092 0 0,1 1 0 0 0,-1 0 0 0 0,0 0 0 0 0,0 0 0 0 0,0 0 0 0 0,0 0 0 0 0,0 0 0 0 0,0 0 0 0 0,0 0 0 0 0,-1 0 0 0 0,1 0 0 0 0,0 0 0 0 0,0 0 0 0 0,-1 0 0 0 0,1 0 0 0 0,-1-1 0 0 0,0 2-16 0 0,1 0 0 0 0,-1 0 0 0 0,1 0 0 0 0,-1 0-1 0 0,1 0 1 0 0,-1 1 0 0 0,1-1 0 0 0,-1 0 0 0 0,1 0 0 0 0,0 1 0 0 0,-1-1-1 0 0,1 0 1 0 0,0 1 0 0 0,-1-1 0 0 0,1 0 0 0 0,0 1 0 0 0,-1-1-1 0 0,1 0 1 0 0,0 1 0 0 0,0-1 0 0 0,-1 1 0 0 0,1-1 0 0 0,0 1-1 0 0,-17 36 853 0 0,-30 122 1821 0 0,-35 219 1 0 0,70-296-2096 0 0,-3 154 1 0 0,14-236-604 0 0,1 1-1 0 0,0-1 1 0 0,0 0-1 0 0,0 0 1 0 0,0 0-1 0 0,0 1 1 0 0,0-1-1 0 0,0 0 1 0 0,0 0 0 0 0,0 0-1 0 0,0 1 1 0 0,0-1-1 0 0,0 0 1 0 0,0 0-1 0 0,0 0 1 0 0,0 1-1 0 0,0-1 1 0 0,0 0-1 0 0,0 0 1 0 0,0 0-1 0 0,0 0 1 0 0,1 1 0 0 0,-1-1-1 0 0,0 0 1 0 0,0 0-1 0 0,0 0 1 0 0,0 0-1 0 0,0 1 1 0 0,0-1-1 0 0,1 0 1 0 0,-1 0-1 0 0,0 0 1 0 0,0 0 0 0 0,0 0-1 0 0,0 1 1 0 0,1-1-1 0 0,-1 0 1 0 0,0 0-1 0 0,0 0 1 0 0,0 0-1 0 0,0 0 1 0 0,1 0-1 0 0,-1 0 1 0 0,9-7 2 0 0,6-16-43 0 0,9-22 66 0 0,2 0 0 0 0,41-50 0 0 0,-50 74-35 0 0,1 0 1 0 0,1 2-1 0 0,1 0 1 0 0,0 1-1 0 0,2 1 1 0 0,24-15-1 0 0,-41 28-3 0 0,1 1 0 0 0,-1 1 1 0 0,1-1-1 0 0,-1 1 0 0 0,1 0 0 0 0,0 0 0 0 0,0 0 0 0 0,0 1 0 0 0,0 0 0 0 0,0 0 0 0 0,0 1 0 0 0,8-1 0 0 0,-11 2 9 0 0,-1-1 1 0 0,1 1-1 0 0,0-1 1 0 0,0 1-1 0 0,-1 0 0 0 0,1 0 1 0 0,-1 0-1 0 0,1 1 1 0 0,-1-1-1 0 0,1 0 1 0 0,-1 1-1 0 0,1 0 0 0 0,-1-1 1 0 0,0 1-1 0 0,0 0 1 0 0,0 0-1 0 0,0 0 1 0 0,-1 1-1 0 0,1-1 0 0 0,0 0 1 0 0,-1 1-1 0 0,0-1 1 0 0,1 1-1 0 0,-1-1 1 0 0,0 1-1 0 0,0 0 0 0 0,0-1 1 0 0,0 5-1 0 0,1 3 100 0 0,0 1-1 0 0,-1 0 0 0 0,0 0 0 0 0,-1 0 1 0 0,0 1-1 0 0,-3 14 0 0 0,-14 69 609 0 0,9-60-598 0 0,7-30-87 0 0,-3 14 41 0 0,1-1 0 0 0,0 1 0 0 0,1-1 1 0 0,1 21-1 0 0,1-38-58 0 0,1 0 1 0 0,-1-1-1 0 0,0 1 1 0 0,1 0 0 0 0,-1 0-1 0 0,1 0 1 0 0,-1-1-1 0 0,1 1 1 0 0,-1 0 0 0 0,1-1-1 0 0,-1 1 1 0 0,1 0-1 0 0,0-1 1 0 0,-1 1 0 0 0,1-1-1 0 0,0 1 1 0 0,0-1 0 0 0,-1 1-1 0 0,1-1 1 0 0,0 0-1 0 0,0 1 1 0 0,0-1 0 0 0,-1 0-1 0 0,1 0 1 0 0,0 1-1 0 0,0-1 1 0 0,0 0 0 0 0,0 0-1 0 0,1 0 1 0 0,23-1 44 0 0,-7-4-119 0 0,-1 0 0 0 0,-1-1 0 0 0,1-1 0 0 0,-1-1 0 0 0,0 0 0 0 0,23-17 0 0 0,-12 6-176 0 0,-2-1 1 0 0,40-41 0 0 0,-55 51 247 0 0,-1 0 0 0 0,0 0-1 0 0,-1-1 1 0 0,0-1 0 0 0,-1 1 0 0 0,0-1 0 0 0,0-1 0 0 0,-2 1 0 0 0,1-1 0 0 0,-2 0 0 0 0,6-22-1 0 0,-10 34-2 0 0,0 0-1 0 0,1 0 0 0 0,-1 0 0 0 0,0-1 0 0 0,0 1 0 0 0,0 0 0 0 0,0 0 0 0 0,0 0 0 0 0,0 0 0 0 0,0 0 0 0 0,0 0 1 0 0,-1 0-1 0 0,1 0 0 0 0,0 0 0 0 0,-1-1 0 0 0,1 1 0 0 0,-1 0 0 0 0,1 0 0 0 0,-2-1 0 0 0,2 1 7 0 0,-1 1 0 0 0,0 0 0 0 0,1 0 0 0 0,-1-1 0 0 0,0 1-1 0 0,1 0 1 0 0,-1 0 0 0 0,0 0 0 0 0,1 0 0 0 0,-1 0 0 0 0,0 0 0 0 0,1 0-1 0 0,-1 0 1 0 0,0 0 0 0 0,1 0 0 0 0,-1 0 0 0 0,0 0 0 0 0,1 0 0 0 0,-1 1 0 0 0,0-1-1 0 0,1 0 1 0 0,-2 1 0 0 0,-3 2 49 0 0,0 0 0 0 0,1 0-1 0 0,-1 0 1 0 0,1 0 0 0 0,-7 8-1 0 0,0 1 180 0 0,1 1-1 0 0,0 0 0 0 0,1 0 0 0 0,0 1 0 0 0,2 0 0 0 0,-1 1 0 0 0,-7 21 0 0 0,12-26-122 0 0,0 0 0 0 0,0 1 0 0 0,1-1 0 0 0,0 0 1 0 0,1 1-1 0 0,0 0 0 0 0,1-1 0 0 0,0 1 0 0 0,0 0 0 0 0,1-1 0 0 0,1 1 0 0 0,3 12 0 0 0,-4-17-65 0 0,1-1 1 0 0,0 0-1 0 0,1 0 0 0 0,-1 0 1 0 0,1 0-1 0 0,0 0 0 0 0,1 0 1 0 0,-1-1-1 0 0,1 1 0 0 0,-1-1 1 0 0,1 0-1 0 0,1 0 0 0 0,7 5 1 0 0,-6-5-154 0 0,1 0 1 0 0,0 0-1 0 0,0-1 1 0 0,0 0-1 0 0,1-1 1 0 0,-1 1-1 0 0,1-1 1 0 0,-1-1 0 0 0,11 2-1 0 0,-6-2-509 0 0,0-1 0 0 0,0 0 0 0 0,1 0 0 0 0,-1-2 0 0 0,18-3 1 0 0,-19 3-592 0 0,0-1 0 0 0,0-1 0 0 0,0 0 0 0 0,-1 0 0 0 0,16-10 0 0 0,-2-3-3929 0 0,-2-1-2720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36 1608 0 0,'-24'1'2377'0'0,"-74"7"6557"0"0,95-7-7706 0 0,48 2-122 0 0,244-22-1367 0 0,-96 5-3025 0 0,-74 5-760 0 0,-26 2-1210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120 405 1088 0 0,'-110'31'14883'0'0,"108"-30"-14127"0"0,0 0-55 0 0,-4 0 1181 0 0,7-3-764 0 0,12-10-457 0 0,24-14-629 0 0,-3 5 59 0 0,154-109 225 0 0,-154 104-275 0 0,-1-2-1 0 0,-2-1 0 0 0,37-44 0 0 0,-64 69-54 0 0,-1 0 0 0 0,0 0 0 0 0,1 0 0 0 0,-2 0 1 0 0,1-1-1 0 0,0 1 0 0 0,-1-1 0 0 0,0 1 0 0 0,0-1 0 0 0,0 0 0 0 0,-1 0 0 0 0,0 0 0 0 0,1 0 0 0 0,-2 0 0 0 0,1 0 0 0 0,0-5 0 0 0,-2 9 10 0 0,1 1 0 0 0,-1-1 0 0 0,1 0 1 0 0,-1 1-1 0 0,1-1 0 0 0,-1 1 0 0 0,1-1 0 0 0,-1 1 0 0 0,0 0 0 0 0,1-1 1 0 0,-1 1-1 0 0,0-1 0 0 0,1 1 0 0 0,-1 0 0 0 0,0 0 0 0 0,1-1 0 0 0,-1 1 1 0 0,0 0-1 0 0,0 0 0 0 0,1 0 0 0 0,-1 0 0 0 0,0 0 0 0 0,0 0 0 0 0,1 0 1 0 0,-1 0-1 0 0,0 0 0 0 0,0 0 0 0 0,1 0 0 0 0,-2 1 0 0 0,-16 2-17 0 0,10-1 4 0 0,1 0-1 0 0,-1 1 1 0 0,1 0 0 0 0,0 0-1 0 0,0 1 1 0 0,0 0-1 0 0,0 0 1 0 0,1 1-1 0 0,0-1 1 0 0,-7 8 0 0 0,9-8 5 0 0,0 0 1 0 0,0 0 0 0 0,0 0 0 0 0,1 1 0 0 0,0 0 0 0 0,0-1 0 0 0,0 1 0 0 0,0 0 0 0 0,1 0 0 0 0,0 0 0 0 0,0 1 0 0 0,0-1 0 0 0,1 1 0 0 0,-2 7 0 0 0,3-7 11 0 0,0 0-1 0 0,0 0 1 0 0,1-1 0 0 0,0 1-1 0 0,0-1 1 0 0,0 1-1 0 0,1-1 1 0 0,0 1 0 0 0,2 5-1 0 0,27 44-7 0 0,-25-47 33 0 0,-1-1 0 0 0,-1 1-1 0 0,1 0 1 0 0,-1 0 0 0 0,0 0 0 0 0,-1 1 0 0 0,0-1-1 0 0,-1 1 1 0 0,1 0 0 0 0,1 16 0 0 0,-4-21 32 0 0,0-1 0 0 0,-1 0 0 0 0,1 0 1 0 0,-1 0-1 0 0,0 0 0 0 0,1 0 0 0 0,-1 0 1 0 0,-1 0-1 0 0,1 0 0 0 0,0 0 0 0 0,-1-1 1 0 0,1 1-1 0 0,-1 0 0 0 0,0-1 1 0 0,-4 5-1 0 0,2-3 43 0 0,0 0-1 0 0,-1 0 1 0 0,0-1 0 0 0,0 0 0 0 0,0 0-1 0 0,0 0 1 0 0,0 0 0 0 0,-6 1 0 0 0,-3 1 99 0 0,-1-1 1 0 0,1-1 0 0 0,-1 0 0 0 0,0-1 0 0 0,-29 1 0 0 0,23-4-217 0 0,0 0 0 0 0,0-2 1 0 0,0 0-1 0 0,0-2 0 0 0,-26-8 1 0 0,46 12-90 0 0,1 1-1 0 0,-1 0 1 0 0,0 0 0 0 0,0-1 0 0 0,1 1 0 0 0,-1-1 0 0 0,0 1 0 0 0,1-1 0 0 0,-1 1 0 0 0,0-1 0 0 0,1 1 0 0 0,-1-1 0 0 0,1 1 0 0 0,-1-1 0 0 0,1 0 0 0 0,-1 1 0 0 0,1-1 0 0 0,-1 0 0 0 0,1 1 0 0 0,0-1 0 0 0,-1 0 0 0 0,1 0 0 0 0,0 0 0 0 0,0 1 0 0 0,-1-1 0 0 0,1 0 0 0 0,0 0 0 0 0,0 0 0 0 0,0 1 0 0 0,0-1 0 0 0,0 0 0 0 0,0 0 0 0 0,0 0 0 0 0,1 1 0 0 0,-1-1 0 0 0,0 0 0 0 0,0 0 0 0 0,1 0 0 0 0,-1 1 0 0 0,0-1 0 0 0,1 0 0 0 0,0-1 0 0 0,1-1-446 0 0,-1-1 0 0 0,2 1 0 0 0,-1 0 0 0 0,0 0 0 0 0,1 0 0 0 0,4-5 0 0 0,35-28-7208 0 0,-23 21 2215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56 2836 0 0,'18'-13'3021'0'0,"1"0"2924"0"0,27-16 1 0 0,-44 28-5140 0 0,-2 1-704 0 0,1 0 0 0 0,0 0 0 0 0,-1 1 0 0 0,1-1 0 0 0,0 0 0 0 0,-1 0 0 0 0,1 0 0 0 0,-1 1 0 0 0,1-1 0 0 0,-1 0 1 0 0,1 1-1 0 0,0-1 0 0 0,-1 0 0 0 0,1 1 0 0 0,-1-1 0 0 0,0 1 0 0 0,1-1 0 0 0,-1 1 0 0 0,1-1 0 0 0,-1 1 0 0 0,0-1 0 0 0,1 1 1 0 0,-1-1-1 0 0,0 1 0 0 0,1-1 0 0 0,-1 1 0 0 0,0 0 0 0 0,0-1 0 0 0,0 1 0 0 0,0-1 0 0 0,0 1 0 0 0,1 0 0 0 0,-1-1 0 0 0,0 1 0 0 0,0 0 1 0 0,-1-1-1 0 0,1 1 0 0 0,0 0 0 0 0,0 0 0 0 0,-6 32 1386 0 0,4-25-881 0 0,-2 12 89 0 0,-17 102 1473 0 0,19-109-2070 0 0,2 0 0 0 0,0 0 0 0 0,0 0 0 0 0,1-1-1 0 0,1 1 1 0 0,0 0 0 0 0,5 17 0 0 0,-6-26-81 0 0,1 1-1 0 0,0-1 1 0 0,0 0-1 0 0,0 1 1 0 0,1-1 0 0 0,-1-1-1 0 0,1 1 1 0 0,0 0 0 0 0,0 0-1 0 0,1-1 1 0 0,-1 0 0 0 0,1 0-1 0 0,-1 0 1 0 0,8 5 0 0 0,-4-5-60 0 0,-1 0 0 0 0,0 0 1 0 0,1-1-1 0 0,0 0 1 0 0,-1 0-1 0 0,1 0 1 0 0,0-1-1 0 0,0 0 1 0 0,9 0-1 0 0,-4-1-117 0 0,1-1 0 0 0,-1 0-1 0 0,0 0 1 0 0,0-1 0 0 0,0-1 0 0 0,0 0-1 0 0,0-1 1 0 0,0 0 0 0 0,-1-1 0 0 0,0 0 0 0 0,11-7-1 0 0,-10 4 59 0 0,-1 0-1 0 0,-1-1 1 0 0,1 0-1 0 0,-1-1 0 0 0,-1-1 1 0 0,0 1-1 0 0,-1-1 1 0 0,1-1-1 0 0,10-20 0 0 0,-1-7 69 0 0,25-72-1 0 0,-22 52 170 0 0,-14 39-171 0 0,-3 9-47 0 0,-7 23 191 0 0,-213 683 4927 0 0,201-651-4842 0 0,-93 241 560 0 0,78-216-503 0 0,-4 0 0 0 0,-42 63 0 0 0,64-114-182 0 0,0 0 0 0 0,-1-2-1 0 0,-1 1 1 0 0,0-2 0 0 0,-2 0-1 0 0,0 0 1 0 0,-21 15 0 0 0,30-26-77 0 0,0 1 1 0 0,0-1-1 0 0,-1 0 1 0 0,1-1 0 0 0,-1 0-1 0 0,1 0 1 0 0,-1 0-1 0 0,0-1 1 0 0,0 0 0 0 0,0-1-1 0 0,0 0 1 0 0,-1 0-1 0 0,1-1 1 0 0,0 0 0 0 0,0 0-1 0 0,-1-1 1 0 0,1 0 0 0 0,0 0-1 0 0,0-1 1 0 0,0 0-1 0 0,-13-6 1 0 0,13 5-3 0 0,1-1-1 0 0,-1 0 1 0 0,1 0 0 0 0,0-1-1 0 0,1 0 1 0 0,-1 0 0 0 0,1 0-1 0 0,0-1 1 0 0,0 0 0 0 0,1 0-1 0 0,-1-1 1 0 0,1 1 0 0 0,1-1-1 0 0,0 0 1 0 0,-1-1 0 0 0,-3-12-1 0 0,4 10 16 0 0,1-1-1 0 0,0 0 1 0 0,1 0-1 0 0,1 0 1 0 0,-1 0-1 0 0,2 0 1 0 0,0 0-1 0 0,0 0 1 0 0,1 0-1 0 0,0 0 1 0 0,1 0-1 0 0,3-12 1 0 0,4-6-140 0 0,1 0 1 0 0,2 1 0 0 0,1 0-1 0 0,1 1 1 0 0,1 0 0 0 0,1 1-1 0 0,26-31 1 0 0,11-6-736 0 0,91-84 0 0 0,-52 65-366 0 0,3 4 0 0 0,109-66 0 0 0,223-111-2127 0 0,-345 206 2977 0 0,-72 41 348 0 0,0 1-1 0 0,0-2 1 0 0,-1 1-1 0 0,0-1 0 0 0,12-15 1 0 0,-20 23 34 0 0,0-1 0 0 0,0 1 0 0 0,0 0 0 0 0,-1 0 1 0 0,1-1-1 0 0,0 1 0 0 0,-1 0 0 0 0,1-1 0 0 0,-1 1 0 0 0,1-1 1 0 0,-1 1-1 0 0,0-1 0 0 0,1 1 0 0 0,-1-1 0 0 0,0 1 1 0 0,0-3-1 0 0,0 3 0 0 0,-1 0 0 0 0,1 0 0 0 0,0 1 0 0 0,-1-1 0 0 0,1 0 1 0 0,-1 0-1 0 0,1 0 0 0 0,-1 1 0 0 0,1-1 0 0 0,-1 0 0 0 0,1 1 0 0 0,-1-1 1 0 0,1 0-1 0 0,-1 1 0 0 0,0-1 0 0 0,0 1 0 0 0,1-1 0 0 0,-1 1 0 0 0,0-1 0 0 0,-1 0 1 0 0,0 0-5 0 0,-1 1 0 0 0,0-1 0 0 0,1 0 0 0 0,-1 1 0 0 0,1 0 1 0 0,-1-1-1 0 0,0 1 0 0 0,1 0 0 0 0,-1 0 0 0 0,0 1 0 0 0,1-1 1 0 0,-1 0-1 0 0,0 1 0 0 0,1 0 0 0 0,-1 0 0 0 0,-3 1 0 0 0,2 0 6 0 0,1 0-1 0 0,0 0 0 0 0,-1 0 0 0 0,1 0 1 0 0,0 1-1 0 0,0-1 0 0 0,0 1 1 0 0,1 0-1 0 0,-1-1 0 0 0,0 2 0 0 0,1-1 1 0 0,0 0-1 0 0,0 0 0 0 0,0 1 0 0 0,0-1 1 0 0,1 1-1 0 0,-1-1 0 0 0,1 1 1 0 0,0 0-1 0 0,0 0 0 0 0,0 0 0 0 0,0-1 1 0 0,1 1-1 0 0,0 0 0 0 0,-1 0 0 0 0,2 0 1 0 0,-1 0-1 0 0,0 0 0 0 0,1 0 1 0 0,-1 0-1 0 0,1-1 0 0 0,0 1 0 0 0,1 0 1 0 0,1 3-1 0 0,21 46 54 0 0,22 53 88 0 0,-44-100-82 0 0,0 0 0 0 0,-1 0 0 0 0,1 1 0 0 0,-1-1 0 0 0,0 1 0 0 0,-1-1 0 0 0,0 1 0 0 0,0-1 0 0 0,0 1 0 0 0,-1-1 0 0 0,-1 10 1 0 0,0-12 11 0 0,1 1 1 0 0,-1-1-1 0 0,0 0 1 0 0,0 1-1 0 0,-1-1 1 0 0,1 0-1 0 0,-1 0 1 0 0,0-1-1 0 0,0 1 1 0 0,0-1-1 0 0,0 1 1 0 0,-1-1-1 0 0,1 0 1 0 0,-1 0-1 0 0,0 0 1 0 0,-6 3-1 0 0,-1 0-2 0 0,-1-1 1 0 0,0 0-1 0 0,1-1 0 0 0,-1 0 0 0 0,-1-1 1 0 0,1 0-1 0 0,0-1 0 0 0,-1 0 1 0 0,1-1-1 0 0,-1 0 0 0 0,0-1 0 0 0,1-1 1 0 0,-1 0-1 0 0,1 0 0 0 0,-1-1 0 0 0,-15-5 1 0 0,26 6-161 0 0,1 1 0 0 0,-1-1 1 0 0,0 1-1 0 0,0-1 0 0 0,1 1 1 0 0,-1-1-1 0 0,0 0 0 0 0,1 0 1 0 0,-1 0-1 0 0,1 0 0 0 0,-1 0 0 0 0,1 0 1 0 0,0 0-1 0 0,-1 0 0 0 0,1-1 1 0 0,0 1-1 0 0,0-1 0 0 0,0 1 1 0 0,0-1-1 0 0,0 1 0 0 0,0-1 1 0 0,0 1-1 0 0,0-1 0 0 0,1 0 1 0 0,-1 1-1 0 0,1-1 0 0 0,-1-2 1 0 0,1 1-243 0 0,0-1 0 0 0,1 1 0 0 0,0 0 1 0 0,-1-1-1 0 0,1 1 0 0 0,1 0 0 0 0,-1 0 0 0 0,0 0 1 0 0,1 0-1 0 0,-1 0 0 0 0,1 0 0 0 0,0 0 0 0 0,0 0 1 0 0,3-2-1 0 0,38-45-6927 0 0,-9 16-155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2:5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176 103 2252 0 0,'36'-100'15155'0'0,"-35"98"-14133"0"0,-1 7-446 0 0,1 1-1 0 0,-1-1 1 0 0,0 1 0 0 0,-1-1-1 0 0,0 0 1 0 0,0 1 0 0 0,-2 8-1 0 0,0 1 216 0 0,-40 202 4066 0 0,-36 106-2877 0 0,3-22-2046 0 0,73-288-821 0 0,2 1 1 0 0,-1-1-1 0 0,2 1 1 0 0,1 16-1 0 0,-1-26 203 0 0,1 1 1 0 0,0 0-1 0 0,0-1 1 0 0,0 1-1 0 0,0-1 0 0 0,1 0 1 0 0,2 5-1 0 0,-3-7 44 0 0,0 0-1 0 0,1 0 0 0 0,-1 0 0 0 0,0-1 0 0 0,1 1 0 0 0,-1 0 0 0 0,1-1 1 0 0,0 1-1 0 0,-1-1 0 0 0,1 0 0 0 0,0 1 0 0 0,0-1 0 0 0,0 0 1 0 0,0 0-1 0 0,3 1 0 0 0,8 0-7396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67 292 2552 0 0,'7'-11'2659'0'0,"-5"9"-1859"0"0,-1 0-1 0 0,1 0 1 0 0,-1 1 0 0 0,0-1-1 0 0,1 0 1 0 0,-1-1-1 0 0,0 1 1 0 0,0 0-1 0 0,-1 0 1 0 0,1 0 0 0 0,0-1-1 0 0,-1 1 1 0 0,1 0-1 0 0,-1-5 1387 0 0,-13 24 66 0 0,13-17-2233 0 0,0 1 0 0 0,0-1 0 0 0,0 1 0 0 0,-1-1 0 0 0,1 1 0 0 0,0-1 0 0 0,0 1 0 0 0,0 0 0 0 0,0-1 0 0 0,0 1 0 0 0,0-1 0 0 0,0 1 0 0 0,0-1 0 0 0,0 1 0 0 0,0-1 0 0 0,0 1 0 0 0,1-1 0 0 0,-1 1 0 0 0,0-1 0 0 0,0 1 0 0 0,0-1 0 0 0,1 1 0 0 0,-1-1 0 0 0,0 1 0 0 0,1-1 0 0 0,-1 1 0 0 0,0-1 0 0 0,1 1 0 0 0,-1-1 0 0 0,0 0 0 0 0,1 1 0 0 0,0-1 0 0 0,1 1 3 0 0,0 0 0 0 0,0 0-1 0 0,-1-1 1 0 0,1 1 0 0 0,0-1 0 0 0,0 0-1 0 0,0 0 1 0 0,0 1 0 0 0,3-1 0 0 0,44-8 116 0 0,-42 6-135 0 0,1-1 0 0 0,-1 0 0 0 0,1 0 0 0 0,-1-1 0 0 0,0 0 0 0 0,-1-1 0 0 0,1 1-1 0 0,-1-1 1 0 0,1 0 0 0 0,-2-1 0 0 0,1 0 0 0 0,0 1 0 0 0,-1-2 0 0 0,0 1 0 0 0,-1-1 0 0 0,8-13 0 0 0,-8 12-19 0 0,0 0-1 0 0,-1 0 1 0 0,0 0 0 0 0,0 0 0 0 0,-1-1-1 0 0,0 1 1 0 0,0-1 0 0 0,-1 1 0 0 0,0-1-1 0 0,-1 0 1 0 0,0 1 0 0 0,0-1 0 0 0,-1 0-1 0 0,0 1 1 0 0,-3-15 0 0 0,3 19 6 0 0,1 3 7 0 0,-1-1 0 0 0,1 1 0 0 0,0 0 0 0 0,-1 0 0 0 0,1-1 0 0 0,-1 1 0 0 0,0 0 0 0 0,1 0 0 0 0,-1 0 0 0 0,0 0-1 0 0,0 0 1 0 0,1 0 0 0 0,-1 0 0 0 0,0 0 0 0 0,0 0 0 0 0,0 0 0 0 0,0 0 0 0 0,0 0 0 0 0,0 1 0 0 0,-1-1 0 0 0,1 0 0 0 0,0 1 0 0 0,0-1 0 0 0,0 1 0 0 0,-1 0 0 0 0,1-1 0 0 0,0 1-1 0 0,-1 0 1 0 0,1 0 0 0 0,-3-1 0 0 0,-1 1 38 0 0,-1 0-1 0 0,1 0 0 0 0,-1 0 0 0 0,1 1 0 0 0,-1 0 1 0 0,1 0-1 0 0,-1 0 0 0 0,1 1 0 0 0,0 0 0 0 0,-1 0 1 0 0,1 0-1 0 0,0 1 0 0 0,0-1 0 0 0,1 1 0 0 0,-1 0 1 0 0,1 1-1 0 0,-9 6 0 0 0,0 2 190 0 0,0 1-1 0 0,0 0 1 0 0,1 1-1 0 0,-14 21 1 0 0,14-17-72 0 0,0 1 1 0 0,1 1-1 0 0,1 0 1 0 0,-7 22-1 0 0,14-35-136 0 0,1 1 1 0 0,0-1-1 0 0,0 1 0 0 0,1 0 0 0 0,0-1 1 0 0,0 1-1 0 0,1 0 0 0 0,0 0 1 0 0,0-1-1 0 0,1 1 0 0 0,0 0 0 0 0,1-1 1 0 0,-1 1-1 0 0,1 0 0 0 0,4 8 1 0 0,-3-11-232 0 0,0-1 1 0 0,0 1 0 0 0,0-1 0 0 0,1 0 0 0 0,-1 0 0 0 0,1 0 0 0 0,0-1 0 0 0,0 1-1 0 0,0-1 1 0 0,1 0 0 0 0,-1 0 0 0 0,1 0 0 0 0,0-1 0 0 0,0 1 0 0 0,0-1 0 0 0,0 0-1 0 0,0-1 1 0 0,0 1 0 0 0,1-1 0 0 0,8 1 0 0 0,3 0-780 0 0,0-1-1 0 0,1 0 1 0 0,-1-1-1 0 0,0-1 1 0 0,22-3 0 0 0,-26 1 483 0 0,1 0 1 0 0,-1-1 0 0 0,1 0 0 0 0,-1-1-1 0 0,-1 0 1 0 0,1-1 0 0 0,-1-1 0 0 0,0 0-1 0 0,0 0 1 0 0,-1-1 0 0 0,0-1 0 0 0,19-18-1 0 0,-16 11 907 0 0,0 0-1 0 0,21-33 0 0 0,-18 20 1840 0 0,16-35 0 0 0,5-22 3724 0 0,-38 86-5910 0 0,0-1 0 0 0,0 1 0 0 0,0 0-1 0 0,1-1 1 0 0,-1 1 0 0 0,0 0 0 0 0,0-1-1 0 0,0 1 1 0 0,1-1 0 0 0,-1 1 0 0 0,0 0 0 0 0,0-1-1 0 0,1 1 1 0 0,-1 0 0 0 0,0 0 0 0 0,1-1-1 0 0,-1 1 1 0 0,0 0 0 0 0,1 0 0 0 0,-1-1-1 0 0,0 1 1 0 0,1 0 0 0 0,-1 0 0 0 0,1 0-1 0 0,-1 0 1 0 0,0 0 0 0 0,1-1 0 0 0,-1 1-1 0 0,1 0 1 0 0,-1 0 0 0 0,0 0 0 0 0,2 0 0 0 0,7 11 817 0 0,2 21 506 0 0,-7-8-887 0 0,-2 0 1 0 0,-1 1-1 0 0,-1-1 0 0 0,-1 0 0 0 0,-2 0 1 0 0,0 1-1 0 0,-1-2 0 0 0,-1 1 0 0 0,-2 0 1 0 0,-14 37-1 0 0,20-59-464 0 0,0 0 0 0 0,-1 0 0 0 0,1-1 0 0 0,0 1 0 0 0,0 0 0 0 0,-1 0 0 0 0,1 0 0 0 0,-1-1 0 0 0,0 1 0 0 0,-2 1 0 0 0,3-2-17 0 0,0 0-1 0 0,0-1 1 0 0,0 1 0 0 0,1-1 0 0 0,-1 0-1 0 0,0 1 1 0 0,0-1 0 0 0,0 1-1 0 0,0-1 1 0 0,0 0 0 0 0,0 0-1 0 0,0 0 1 0 0,0 0 0 0 0,0 1-1 0 0,0-1 1 0 0,0 0 0 0 0,0-1-1 0 0,0 1 1 0 0,0 0 0 0 0,0 0-1 0 0,0 0 1 0 0,0-1 0 0 0,1 1 0 0 0,-3-1-1 0 0,2 0-5 0 0,1 1 0 0 0,-1-1-1 0 0,0 0 1 0 0,1 1 0 0 0,-1-1-1 0 0,1 0 1 0 0,-1 0 0 0 0,1 0 0 0 0,-1 0-1 0 0,1 0 1 0 0,-1 0 0 0 0,1 1-1 0 0,0-1 1 0 0,-1 0 0 0 0,1 0 0 0 0,0 0-1 0 0,0 0 1 0 0,0 0 0 0 0,0 0-1 0 0,0 0 1 0 0,0 0 0 0 0,0 0-1 0 0,1-2 1 0 0,4-23-100 0 0,-4 23 89 0 0,4-12-42 0 0,1 1 0 0 0,0 1 0 0 0,1-1 0 0 0,0 1 0 0 0,1 1 1 0 0,0-1-1 0 0,18-20 0 0 0,-8 15-48 0 0,0 0 0 0 0,0 0-1 0 0,40-26 1 0 0,-49 38 71 0 0,1-1-1 0 0,0 2 1 0 0,0-1-1 0 0,1 2 1 0 0,-1-1 0 0 0,1 1-1 0 0,0 1 1 0 0,1 0-1 0 0,11-1 1 0 0,-19 3 24 0 0,0 1 1 0 0,0 0-1 0 0,1 0 1 0 0,-1 0-1 0 0,0 0 1 0 0,1 1-1 0 0,-1 0 1 0 0,0 0-1 0 0,0 0 1 0 0,0 0-1 0 0,0 1 1 0 0,0 0-1 0 0,0-1 1 0 0,0 1-1 0 0,-1 1 1 0 0,1-1-1 0 0,-1 0 1 0 0,1 1-1 0 0,-1 0 1 0 0,0 0 0 0 0,0 0-1 0 0,0 0 1 0 0,0 0-1 0 0,-1 1 1 0 0,1-1-1 0 0,-1 1 1 0 0,2 5-1 0 0,0-1 12 0 0,-1 0 0 0 0,0 0 0 0 0,0 0-1 0 0,-1 1 1 0 0,0-1 0 0 0,0 1 0 0 0,-1-1 0 0 0,0 1-1 0 0,-1 0 1 0 0,0 0 0 0 0,0-1 0 0 0,-3 15 0 0 0,0-7 36 0 0,0 0 0 0 0,-2-1 0 0 0,0 0 0 0 0,-1 0 0 0 0,0 0-1 0 0,-9 14 1 0 0,14-27-32 0 0,1-1-1 0 0,-1 1 0 0 0,0-1 0 0 0,0 1 1 0 0,0-1-1 0 0,-1 1 0 0 0,1-1 0 0 0,0 0 1 0 0,0 1-1 0 0,-1-1 0 0 0,-1 1 0 0 0,3-6-63 0 0,9-10 17 0 0,141-167-116 0 0,-124 154 111 0 0,2 0 0 0 0,0 2 0 0 0,2 0 0 0 0,37-22-1 0 0,-63 44 28 0 0,1 0-1 0 0,0 1 0 0 0,0 0 0 0 0,0-1 0 0 0,0 2 0 0 0,1-1 0 0 0,-1 0 0 0 0,0 1 0 0 0,1 0 0 0 0,5 0 0 0 0,-9 1 24 0 0,-1 0 0 0 0,1 0-1 0 0,0 1 1 0 0,-1-1 0 0 0,1 0-1 0 0,-1 1 1 0 0,1-1 0 0 0,0 1-1 0 0,-1 0 1 0 0,1-1 0 0 0,-1 1-1 0 0,0 0 1 0 0,1 0 0 0 0,-1 0-1 0 0,0 0 1 0 0,1 0 0 0 0,-1 0 0 0 0,0 0-1 0 0,0 1 1 0 0,0-1 0 0 0,0 0-1 0 0,0 0 1 0 0,0 1 0 0 0,-1-1-1 0 0,1 1 1 0 0,0-1 0 0 0,-1 1-1 0 0,1-1 1 0 0,-1 1 0 0 0,1 0-1 0 0,-1-1 1 0 0,0 1 0 0 0,1-1-1 0 0,-1 1 1 0 0,0 0 0 0 0,0-1-1 0 0,-1 3 1 0 0,1 11 211 0 0,-1 0 0 0 0,-1 0 0 0 0,-1 0 0 0 0,0 0 0 0 0,-1-1-1 0 0,0 1 1 0 0,-13 26 0 0 0,9-21-16 0 0,1 0 0 0 0,-8 37 0 0 0,15-57-201 0 0,-2 8 44 0 0,1-1 0 0 0,0 0 0 0 0,1 0-1 0 0,0 1 1 0 0,0 9 0 0 0,1-15-55 0 0,-1 0-1 0 0,1 0 0 0 0,-1 1 0 0 0,1-1 1 0 0,0 0-1 0 0,0-1 0 0 0,0 1 0 0 0,0 0 1 0 0,0 0-1 0 0,0 0 0 0 0,1 0 0 0 0,-1-1 1 0 0,0 1-1 0 0,1-1 0 0 0,0 1 0 0 0,-1-1 1 0 0,1 0-1 0 0,0 1 0 0 0,-1-1 0 0 0,1 0 0 0 0,0 0 1 0 0,4 1-1 0 0,-2 0-329 0 0,0-1 0 0 0,1 0 0 0 0,-1 0 1 0 0,0 0-1 0 0,1-1 0 0 0,-1 1 0 0 0,0-1 0 0 0,1 0 0 0 0,-1-1 0 0 0,0 1 0 0 0,1-1 1 0 0,-1 1-1 0 0,0-1 0 0 0,1-1 0 0 0,-1 1 0 0 0,0 0 0 0 0,0-1 0 0 0,4-3 0 0 0,2 0-1452 0 0,-2 0 0 0 0,1-1 0 0 0,0 0-1 0 0,-1-1 1 0 0,-1 0 0 0 0,12-12-1 0 0,1-3-5806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11 2544 0 0,'-79'-5'5060'0'0,"38"2"-1023"0"0,0 1 0 0 0,-53 5 1 0 0,93-3-3960 0 0,0 0 0 0 0,0 0 0 0 0,1 0 0 0 0,-1 0 0 0 0,0 0 0 0 0,0 0 0 0 0,1 0 0 0 0,-1 0 1 0 0,0 1-1 0 0,0-1 0 0 0,1 0 0 0 0,-1 0 0 0 0,0 1 0 0 0,0-1 0 0 0,1 1 0 0 0,-1-1 0 0 0,0 0 0 0 0,0 2 0 0 0,10 4 447 0 0,27 2-358 0 0,20 0-915 0 0,160 22-3390 0 0,-71-15-3175 0 0,-72-9 25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60 348 0 0,'-2'-50'14949'0'0,"2"49"-13876"0"0,-1-8 2485 0 0,-66 166-748 0 0,41-94-2537 0 0,18-43-282 0 0,0-2-909 0 0,0 1-1 0 0,2-1 1 0 0,0 1 0 0 0,-4 25-1 0 0,10-23-1324 0 0,5-10-387 0 0,4-5-3566 0 0,7-3 1259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204 116 2732 0 0,'13'-16'2049'0'0,"-2"4"242"0"0,0-1 0 0 0,-2 1 0 0 0,1-2 1 0 0,13-26-1 0 0,-23 40-2249 0 0,0 0-1 0 0,0-1 1 0 0,1 1 0 0 0,-1 0 0 0 0,0 0 0 0 0,0 0-1 0 0,0-1 1 0 0,0 1 0 0 0,0 0 0 0 0,0 0 0 0 0,0 0-1 0 0,0-1 1 0 0,0 1 0 0 0,0 0 0 0 0,0 0 0 0 0,0-1-1 0 0,0 1 1 0 0,0 0 0 0 0,0 0 0 0 0,0 0 0 0 0,0-1-1 0 0,0 1 1 0 0,0 0 0 0 0,0 0 0 0 0,0-1 0 0 0,0 1-1 0 0,0 0 1 0 0,0 0 0 0 0,0 0 0 0 0,0-1 0 0 0,-1 1-1 0 0,1 0 1 0 0,0 0 0 0 0,0 0 0 0 0,0 0 0 0 0,0-1-1 0 0,-1 1 1 0 0,1 0 0 0 0,0 0 0 0 0,0 0 0 0 0,0 0-1 0 0,0 0 1 0 0,-1 0 0 0 0,1-1 0 0 0,0 1 0 0 0,0 0-1 0 0,-1 0 1 0 0,1 0 0 0 0,0 0 0 0 0,0 0-1 0 0,0 0 1 0 0,-1 0 0 0 0,-17 4 699 0 0,-19 13-194 0 0,23-8-354 0 0,-1 0-1 0 0,2 1 0 0 0,-15 13 0 0 0,23-18-168 0 0,0-1 1 0 0,1 1 0 0 0,-1 0 0 0 0,1 0 0 0 0,0 1 0 0 0,1-1 0 0 0,-1 1-1 0 0,1 0 1 0 0,0 0 0 0 0,-4 12 0 0 0,7-15-10 0 0,0 1 1 0 0,0-1-1 0 0,0 0 1 0 0,0 0 0 0 0,0 0-1 0 0,1 0 1 0 0,0 1-1 0 0,-1-1 1 0 0,1 0-1 0 0,0 0 1 0 0,0 0-1 0 0,1 0 1 0 0,-1 0-1 0 0,1-1 1 0 0,-1 1-1 0 0,1 0 1 0 0,0-1-1 0 0,4 5 1 0 0,5 6 134 0 0,0-1 0 0 0,17 13 0 0 0,-21-19-92 0 0,-5-5-48 0 0,15 14 419 0 0,20 23-1 0 0,-33-34-21 0 0,0 1 0 0 0,0 0 0 0 0,-1 0 0 0 0,0 1-1 0 0,0-1 1 0 0,0 1 0 0 0,0 0 0 0 0,-1-1 0 0 0,3 11-1 0 0,-5-14-293 0 0,0 0 0 0 0,0 1 0 0 0,0-1 0 0 0,0 0-1 0 0,0 0 1 0 0,-1 0 0 0 0,1 0 0 0 0,-1 0-1 0 0,1 0 1 0 0,-1 0 0 0 0,0-1 0 0 0,0 1-1 0 0,0 0 1 0 0,0 0 0 0 0,0 0 0 0 0,0-1-1 0 0,0 1 1 0 0,-1 0 0 0 0,1-1 0 0 0,0 1 0 0 0,-1-1-1 0 0,1 0 1 0 0,-1 1 0 0 0,0-1 0 0 0,1 0-1 0 0,-1 0 1 0 0,0 0 0 0 0,-2 1 0 0 0,-3 1 29 0 0,-1 1 1 0 0,1-1-1 0 0,-1 0 1 0 0,0-1 0 0 0,-12 2-1 0 0,13-3-252 0 0,1 0 1 0 0,-1 0-1 0 0,1-1 1 0 0,-1 0-1 0 0,1 0 0 0 0,-1-1 1 0 0,1 1-1 0 0,0-2 0 0 0,-1 1 1 0 0,1-1-1 0 0,0 0 0 0 0,-1 0 1 0 0,1 0-1 0 0,-10-7 0 0 0,11 5-527 0 0,0 1 0 0 0,0-1 0 0 0,0 0 0 0 0,1-1 0 0 0,0 1 0 0 0,0-1 0 0 0,0 0 0 0 0,1 0 0 0 0,-1 0 0 0 0,1 0 0 0 0,0-1 0 0 0,1 1 0 0 0,-1-1-1 0 0,1 0 1 0 0,-3-11 0 0 0,-6-42-7781 0 0,4 22 432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1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1656 0 0,'5'-90'13787'0'0,"-5"88"-13016"0"0,-1 3-936 0 0,0 0 0 0 0,0 0 0 0 0,0 0 1 0 0,1 0-1 0 0,-1 0 0 0 0,0 0 0 0 0,1 0 0 0 0,-1 0 0 0 0,0 1 0 0 0,1-1 0 0 0,0 0 0 0 0,-1 0 1 0 0,1 0-1 0 0,-1 2 0 0 0,1-2 151 0 0,-2 19-5659 0 0,2-9 23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252 144 36 0 0,'4'-11'1633'0'0,"0"0"-1"0"0,-1 0 1 0 0,0 0-1 0 0,-1-1 1 0 0,0 0 0 0 0,-1 1-1 0 0,0-1 1 0 0,-1 0 0 0 0,-1-16-1 0 0,1 27-1596 0 0,-1 1-1 0 0,1-1 0 0 0,0 1 1 0 0,0-1-1 0 0,0 1 1 0 0,0-1-1 0 0,0 1 1 0 0,-1-1-1 0 0,1 1 1 0 0,0-1-1 0 0,0 1 0 0 0,-1-1 1 0 0,1 1-1 0 0,0-1 1 0 0,-1 1-1 0 0,1-1 1 0 0,0 1-1 0 0,-1 0 0 0 0,1-1 1 0 0,-1 1-1 0 0,1 0 1 0 0,-1-1-1 0 0,1 1 1 0 0,-1 0-1 0 0,1 0 1 0 0,-1-1-1 0 0,1 1 0 0 0,-1 0 1 0 0,1 0-1 0 0,-1 0 1 0 0,1 0-1 0 0,-1-1 1 0 0,0 1-1 0 0,1 0 0 0 0,-1 0 1 0 0,1 0-1 0 0,-1 1 1 0 0,1-1-1 0 0,-1 0 1 0 0,-19 7 95 0 0,8 1-29 0 0,1 1 1 0 0,0 0-1 0 0,1 1 1 0 0,0 0-1 0 0,-12 15 0 0 0,-37 61 179 0 0,44-65-234 0 0,2 1 0 0 0,0 1 0 0 0,2 0 0 0 0,0 0 0 0 0,2 1 0 0 0,0 1 0 0 0,-7 40 0 0 0,15-61-52 0 0,0-1 0 0 0,1 0 1 0 0,0 1-1 0 0,0-1 0 0 0,0 1 1 0 0,0-1-1 0 0,0 0 0 0 0,1 1 0 0 0,0-1 1 0 0,-1 0-1 0 0,1 1 0 0 0,0-1 1 0 0,1 0-1 0 0,-1 0 0 0 0,1 0 0 0 0,-1 0 1 0 0,1 0-1 0 0,0 0 0 0 0,0 0 1 0 0,0-1-1 0 0,3 3 0 0 0,-2-2-85 0 0,1 0-1 0 0,0-1 1 0 0,0 1-1 0 0,0-1 1 0 0,0 0 0 0 0,0-1-1 0 0,1 1 1 0 0,-1-1-1 0 0,1 0 1 0 0,-1 0-1 0 0,1 0 1 0 0,-1 0 0 0 0,1-1-1 0 0,8 0 1 0 0,2-1-130 0 0,0 0 0 0 0,0-1 1 0 0,0-1-1 0 0,-1 0 1 0 0,1-1-1 0 0,-1-1 0 0 0,0 0 1 0 0,0-1-1 0 0,-1-1 0 0 0,0 0 1 0 0,0 0-1 0 0,0-2 1 0 0,-1 1-1 0 0,0-2 0 0 0,16-16 1 0 0,-6 4 438 0 0,-1-2 1 0 0,-1 0 0 0 0,-1-2-1 0 0,-1 0 1 0 0,-1 0 0 0 0,17-41-1 0 0,-26 52 271 0 0,4-12 149 0 0,-8 19 216 0 0,-10 13-610 0 0,2 0-123 0 0,0-1 1 0 0,0 0 0 0 0,1 1 0 0 0,-1 0 0 0 0,1 0-1 0 0,0 0 1 0 0,1 0 0 0 0,-4 8 0 0 0,-12 46 254 0 0,13-44-279 0 0,3-7-67 0 0,0 0 0 0 0,0 0 0 0 0,1 0 0 0 0,0 0 0 0 0,1 0 0 0 0,0 0 0 0 0,0 0 0 0 0,0 0 0 0 0,1 0 0 0 0,0 0 0 0 0,1 0 0 0 0,2 8 0 0 0,-2-12-18 0 0,-1 0 0 0 0,1 0 0 0 0,0 0 0 0 0,1 0 0 0 0,-1 0 0 0 0,1 0 0 0 0,0-1 0 0 0,0 1 0 0 0,0-1 0 0 0,0 0 0 0 0,0 0 0 0 0,1 0 0 0 0,0 0 0 0 0,-1-1 0 0 0,1 1 0 0 0,0-1 0 0 0,0 0 0 0 0,0 0 0 0 0,1 0 0 0 0,-1-1 0 0 0,0 1 0 0 0,9 0 0 0 0,-3 0 4 0 0,1 0-1 0 0,0-1 1 0 0,0 0-1 0 0,0-1 1 0 0,0 0 0 0 0,0-1-1 0 0,0 0 1 0 0,-1-1 0 0 0,1 0-1 0 0,16-6 1 0 0,-21 6-11 0 0,0-1-1 0 0,1 0 1 0 0,-1 0 0 0 0,0-1-1 0 0,0 0 1 0 0,-1 0 0 0 0,1 0-1 0 0,-1 0 1 0 0,0-1 0 0 0,0 0 0 0 0,0 0-1 0 0,-1-1 1 0 0,0 1 0 0 0,0-1-1 0 0,0 0 1 0 0,-1 0 0 0 0,5-11-1 0 0,-4 4-13 0 0,0-1-1 0 0,0 0 0 0 0,-2 0 1 0 0,0-1-1 0 0,0 1 0 0 0,-1 0 1 0 0,-1-1-1 0 0,0 1 1 0 0,-1-1-1 0 0,-1 1 0 0 0,0 0 1 0 0,-1 0-1 0 0,-1 0 0 0 0,0 0 1 0 0,-11-26-1 0 0,14 38 1 0 0,-1 0 0 0 0,1 0 0 0 0,0 0-1 0 0,-1-1 1 0 0,1 1 0 0 0,-1 0 0 0 0,0 1 0 0 0,0-1-1 0 0,1 0 1 0 0,-1 0 0 0 0,0 1 0 0 0,0-1 0 0 0,-1 1-1 0 0,1 0 1 0 0,0 0 0 0 0,0 0 0 0 0,-1 0 0 0 0,-2-1-1 0 0,1 1 2 0 0,0 0-1 0 0,-1 1 1 0 0,1 0-1 0 0,0 0 1 0 0,0 0-1 0 0,0 0 1 0 0,0 1-1 0 0,0-1 1 0 0,-1 1-1 0 0,-4 2 1 0 0,-3 1-2 0 0,1 1-1 0 0,0 0 1 0 0,0 1 0 0 0,0 0 0 0 0,0 0 0 0 0,-14 13 0 0 0,13-9 0 0 0,0 1 1 0 0,-19 23-1 0 0,26-29 0 0 0,1 1 0 0 0,0 0-1 0 0,1 0 1 0 0,-1 0 0 0 0,1 1 0 0 0,0-1 0 0 0,1 1 0 0 0,-3 11-1 0 0,5-17 7 0 0,-1 0 0 0 0,1 0 0 0 0,0 0 0 0 0,0 0 0 0 0,0 0 0 0 0,1 0 0 0 0,-1-1 0 0 0,0 1 0 0 0,0 0 0 0 0,0 0 0 0 0,1 0 0 0 0,-1 0 0 0 0,0 0 0 0 0,1-1 0 0 0,-1 1-1 0 0,1 0 1 0 0,-1 0 0 0 0,1-1 0 0 0,-1 1 0 0 0,1 0 0 0 0,0-1 0 0 0,-1 1 0 0 0,1 0 0 0 0,0-1 0 0 0,-1 1 0 0 0,1-1 0 0 0,0 1 0 0 0,0-1 0 0 0,0 1 0 0 0,-1-1 0 0 0,1 0 0 0 0,0 0-1 0 0,0 1 1 0 0,0-1 0 0 0,0 0 0 0 0,0 0 0 0 0,0 0 0 0 0,0 0 0 0 0,-1 0 0 0 0,2 0 0 0 0,38 0-166 0 0,-36-1 171 0 0,31-4-88 0 0,1-2-1 0 0,-1-2 0 0 0,62-24 1 0 0,20-6-50 0 0,-94 33 90 0 0,-1 1 0 0 0,1 0 1 0 0,1 2-1 0 0,33-1 0 0 0,-49 4 43 0 0,-1 0-1 0 0,0 1 0 0 0,1 0 0 0 0,-1 0 1 0 0,0 1-1 0 0,0 0 0 0 0,0 0 1 0 0,0 1-1 0 0,0 0 0 0 0,0 0 1 0 0,-1 1-1 0 0,0-1 0 0 0,1 1 1 0 0,-1 1-1 0 0,-1-1 0 0 0,1 1 0 0 0,-1 0 1 0 0,7 8-1 0 0,-7-7 23 0 0,0 0 0 0 0,0 1-1 0 0,0 0 1 0 0,-1 0 0 0 0,0 0 0 0 0,-1 1 0 0 0,0-1-1 0 0,0 1 1 0 0,0 0 0 0 0,-1 0 0 0 0,0 0-1 0 0,-1 0 1 0 0,1 0 0 0 0,-2 0 0 0 0,1 0 0 0 0,-1 1-1 0 0,0-1 1 0 0,-1 0 0 0 0,0 0 0 0 0,0 0 0 0 0,-1 0-1 0 0,0 0 1 0 0,-1 0 0 0 0,1 0 0 0 0,-1-1-1 0 0,-1 1 1 0 0,0-1 0 0 0,-8 13 0 0 0,11-19-8 0 0,1 0 0 0 0,-1 0-1 0 0,0 0 1 0 0,1 0 0 0 0,-1 0 0 0 0,0 0 0 0 0,0-1 0 0 0,0 1 0 0 0,0 0 0 0 0,0-1 0 0 0,0 1 0 0 0,0 0-1 0 0,0-1 1 0 0,-1 1 0 0 0,1-1-10 0 0,1 0-1 0 0,-1 0 1 0 0,1 0-1 0 0,0 0 0 0 0,-1 0 1 0 0,1 0-1 0 0,0 0 1 0 0,-1 0-1 0 0,1 0 1 0 0,0 0-1 0 0,-1 0 1 0 0,1-1-1 0 0,0 1 0 0 0,-1 0 1 0 0,1 0-1 0 0,0 0 1 0 0,-1-1-1 0 0,1 1 1 0 0,0 0-1 0 0,0 0 1 0 0,-1-1-1 0 0,1 1 0 0 0,0 0 1 0 0,0 0-1 0 0,-1-1 1 0 0,1 1-1 0 0,0 0 1 0 0,0-1-1 0 0,-1-1-4 0 0,1 0 0 0 0,-1 1 0 0 0,1-1 1 0 0,-1 0-1 0 0,1 1 0 0 0,0-1 0 0 0,0 0 0 0 0,0 0 0 0 0,0 1 0 0 0,0-1 0 0 0,0 0 0 0 0,1 1 0 0 0,-1-1 1 0 0,0 0-1 0 0,1 1 0 0 0,0-3 0 0 0,12-21-29 0 0,1 0 1 0 0,0 1-1 0 0,2 1 1 0 0,33-38-1 0 0,-36 47-5 0 0,1 0-1 0 0,0 1 1 0 0,1 0-1 0 0,1 1 1 0 0,0 1-1 0 0,0 0 1 0 0,32-14-1 0 0,-44 24 27 0 0,0-1-1 0 0,0 1 0 0 0,0-1 1 0 0,0 1-1 0 0,1 1 1 0 0,-1-1-1 0 0,0 1 1 0 0,1-1-1 0 0,-1 1 1 0 0,0 0-1 0 0,7 2 1 0 0,-9-2 27 0 0,0 0 1 0 0,0 1-1 0 0,0 0 0 0 0,0-1 1 0 0,-1 1-1 0 0,1 0 1 0 0,0 0-1 0 0,-1 0 1 0 0,1 0-1 0 0,-1 0 1 0 0,1 1-1 0 0,-1-1 0 0 0,0 0 1 0 0,1 1-1 0 0,-1-1 1 0 0,0 1-1 0 0,0-1 1 0 0,0 1-1 0 0,0-1 0 0 0,0 1 1 0 0,0 0-1 0 0,0-1 1 0 0,-1 1-1 0 0,1 0 1 0 0,-1 0-1 0 0,1 0 1 0 0,-1 0-1 0 0,1 3 0 0 0,-1 7 92 0 0,1 0-1 0 0,-1 0 1 0 0,-1 1-1 0 0,0-1 0 0 0,-1 0 1 0 0,-6 23-1 0 0,-31 71 512 0 0,25-74-2010 0 0,-11 43 0 0 0,25-74 1143 0 0,-1 1-1 0 0,1-1 1 0 0,0 0 0 0 0,0 0-1 0 0,1 0 1 0 0,-1 1 0 0 0,0-1 0 0 0,0 0-1 0 0,0 0 1 0 0,1 0 0 0 0,-1 1-1 0 0,1-1 1 0 0,-1 0 0 0 0,1 0-1 0 0,-1 0 1 0 0,1 0 0 0 0,0 0-1 0 0,-1 0 1 0 0,1 0 0 0 0,0 0-1 0 0,0 0 1 0 0,0 0 0 0 0,0-1 0 0 0,0 1-1 0 0,-1 0 1 0 0,2-1 0 0 0,-1 1-1 0 0,0 0 1 0 0,0-1 0 0 0,0 1-1 0 0,0-1 1 0 0,0 1 0 0 0,0-1-1 0 0,1 0 1 0 0,-1 0 0 0 0,0 1 0 0 0,0-1-1 0 0,0 0 1 0 0,1 0 0 0 0,-1 0-1 0 0,2-1 1 0 0,12 0-4855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199 171 60 0 0,'37'-41'3666'0'0,"-6"7"2593"0"0,36-50 1 0 0,-67 84-6210 0 0,0 0-1 0 0,0-1 1 0 0,1 1 0 0 0,-1 0 0 0 0,0 0-1 0 0,0 0 1 0 0,0-1 0 0 0,1 1 0 0 0,-1 0-1 0 0,0-1 1 0 0,0 1 0 0 0,0 0 0 0 0,0 0-1 0 0,0-1 1 0 0,1 1 0 0 0,-1 0 0 0 0,0-1-1 0 0,0 1 1 0 0,0 0 0 0 0,0 0 0 0 0,0-1-1 0 0,0 1 1 0 0,0 0 0 0 0,0-1 0 0 0,0 1-1 0 0,0 0 1 0 0,0-1 0 0 0,0 1 0 0 0,-1 0-1 0 0,1 0 1 0 0,0-1 0 0 0,0 1 0 0 0,0 0-1 0 0,0-1 1 0 0,0 1 0 0 0,-1 0 0 0 0,1 0-1 0 0,0 0 1 0 0,0-1 0 0 0,-1 1 0 0 0,-14-1 644 0 0,-21 12-5 0 0,23-6-517 0 0,1 1-1 0 0,-1 1 1 0 0,1 0-1 0 0,0 1 1 0 0,-22 18-1 0 0,31-22-158 0 0,-1-1 0 0 0,1 1 0 0 0,-1 0 0 0 0,1 0 0 0 0,1 0 0 0 0,-1 0 0 0 0,0 0 0 0 0,1 1 0 0 0,0-1 0 0 0,0 1 0 0 0,0-1 0 0 0,1 1 0 0 0,0 0 0 0 0,0 0 0 0 0,0 0 0 0 0,0 0 0 0 0,1 0 0 0 0,-1 0 0 0 0,1 0 0 0 0,1 8 0 0 0,4 6 21 0 0,-1 1 0 0 0,11 23 0 0 0,6 26 80 0 0,-20-61-30 0 0,1-1-1 0 0,-1 0 1 0 0,0 1-1 0 0,-1-1 1 0 0,0 1-1 0 0,0 0 1 0 0,-2 7 0 0 0,1-11 13 0 0,0 0 0 0 0,0-1 0 0 0,0 1 0 0 0,-1 0 0 0 0,1-1 0 0 0,-1 0 0 0 0,0 1 1 0 0,0-1-1 0 0,0 0 0 0 0,0 0 0 0 0,-1 0 0 0 0,1 0 0 0 0,-1-1 0 0 0,0 1 0 0 0,0 0 0 0 0,0-1 0 0 0,0 0 1 0 0,0 0-1 0 0,0 0 0 0 0,-1 0 0 0 0,1-1 0 0 0,-1 1 0 0 0,1-1 0 0 0,-5 1 0 0 0,-1 1-62 0 0,0-1 0 0 0,1-1-1 0 0,-1 0 1 0 0,0 0 0 0 0,0-1 0 0 0,0 0-1 0 0,1 0 1 0 0,-18-4 0 0 0,24 4-218 0 0,0-1 0 0 0,-1 1-1 0 0,1-1 1 0 0,0 0 0 0 0,0 0 0 0 0,0 0 0 0 0,0 0 0 0 0,0 0-1 0 0,1-1 1 0 0,-1 1 0 0 0,0 0 0 0 0,0-1 0 0 0,1 1 0 0 0,-1-1-1 0 0,1 0 1 0 0,0 0 0 0 0,-3-2 0 0 0,4 2-68 0 0,0 0 0 0 0,-1 1 0 0 0,1-1 0 0 0,0 0 0 0 0,0 1 0 0 0,0-1 0 0 0,0 0 0 0 0,1 1 0 0 0,-1-1 0 0 0,0 1 0 0 0,1-1 0 0 0,-1 0 0 0 0,1 1 0 0 0,-1-1 0 0 0,1 1 0 0 0,0-1 0 0 0,-1 1 0 0 0,1-1 0 0 0,0 1 0 0 0,0 0 0 0 0,0-1 0 0 0,0 1 0 0 0,0 0 0 0 0,3-2 0 0 0,30-27-4416 0 0,-14 17 1314 0 0,2-2-1246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2692 0 0,'90'-49'14384'0'0,"-75"42"-12980"0"0,-13 6-1029 0 0,-2 1-271 0 0,1 0 0 0 0,0 0 0 0 0,-1 0 1 0 0,1 1-1 0 0,-1-1 0 0 0,1 0 0 0 0,0 1 0 0 0,-1-1 0 0 0,1 0 0 0 0,-1 1 0 0 0,1-1 0 0 0,-1 0 1 0 0,1 1-1 0 0,-1-1 0 0 0,0 1 0 0 0,1-1 0 0 0,-1 1 0 0 0,1 0 0 0 0,-2 13 719 0 0,0-1-1 0 0,-1 1 1 0 0,0-1-1 0 0,-8 23 1 0 0,-23 55 581 0 0,6-20-737 0 0,16-38-434 0 0,-10 49 0 0 0,20-81-345 0 0,1 0 0 0 0,0 0 1 0 0,0 0-1 0 0,0-1 0 0 0,0 1 1 0 0,-1 0-1 0 0,1 0 0 0 0,0 0 1 0 0,0 0-1 0 0,0 0 0 0 0,1-1 1 0 0,-1 1-1 0 0,0 0 0 0 0,0 0 1 0 0,0 0-1 0 0,1-1 0 0 0,-1 1 1 0 0,0 0-1 0 0,1 0 0 0 0,-1 0 1 0 0,0-1-1 0 0,1 1 1 0 0,-1 0-1 0 0,1-1 0 0 0,0 1 1 0 0,-1 0-1 0 0,1-1 0 0 0,-1 1 1 0 0,1-1-1 0 0,0 1 0 0 0,-1-1 1 0 0,1 1-1 0 0,0-1 0 0 0,0 0 1 0 0,0 1-1 0 0,-1-1 0 0 0,1 0 1 0 0,0 1-1 0 0,0-1 0 0 0,0 0 1 0 0,-1 0-1 0 0,1 0 1 0 0,0 0-1 0 0,0 0 0 0 0,0 0 1 0 0,0 0-1 0 0,-1 0 0 0 0,1 0 1 0 0,0 0-1 0 0,0-1 0 0 0,1 1 1 0 0,3-1-780 0 0,0 0-1 0 0,-1-1 1 0 0,1 1 0 0 0,-1-1 0 0 0,1 0 0 0 0,-1 0 0 0 0,7-5 0 0 0,4-4-3936 0 0,0-1-2490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3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80 1008 0 0,'-7'-15'2196'0'0,"2"3"-452"0"0,-2 2-223 0 0,2 0-405 0 0,2 1-72 0 0,-2 1 276 0 0,-4-4-536 0 0,-1 8-564 0 0,-3 6-352 0 0,1 7-1000 0 0,3-3-172 0 0,4 5-1344 0 0,-2-3-685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21 2196 0 0,'3'-1'2513'0'0,"43"-18"10287"0"0,-44 18-11445 0 0,-12 6-830 0 0,-3 0-414 0 0,1 1 1 0 0,-1 0-1 0 0,1 1 0 0 0,1 1 0 0 0,-1-1 1 0 0,-12 13-1 0 0,19-16-105 0 0,1 0 0 0 0,0 0 0 0 0,0 0-1 0 0,0 1 1 0 0,0 0 0 0 0,1-1 0 0 0,0 1 0 0 0,0 1 0 0 0,0-1-1 0 0,1 0 1 0 0,0 1 0 0 0,0-1 0 0 0,0 1 0 0 0,0 0 0 0 0,1-1 0 0 0,0 1-1 0 0,0 6 1 0 0,1-6 2 0 0,1 0-1 0 0,0 0 1 0 0,0 0-1 0 0,0 0 0 0 0,1 0 1 0 0,0 0-1 0 0,0-1 1 0 0,1 1-1 0 0,0-1 1 0 0,0 1-1 0 0,4 5 1 0 0,8 9 4 0 0,25 27 1 0 0,-13-16-13 0 0,10 18 412 0 0,-14-18 2980 0 0,-23-31-3287 0 0,1 1 0 0 0,-1-1 1 0 0,1 1-1 0 0,-1 0 0 0 0,0-1 0 0 0,1 1 0 0 0,-1 0 0 0 0,0-1 0 0 0,1 1 0 0 0,-1 0 1 0 0,0 0-1 0 0,0-1 0 0 0,0 1 0 0 0,0 0 0 0 0,0 0 0 0 0,0-1 0 0 0,0 1 1 0 0,0 0-1 0 0,0 0 0 0 0,0-1 0 0 0,0 1 0 0 0,0 0 0 0 0,0 0 0 0 0,-1-1 0 0 0,1 1 1 0 0,0 0-1 0 0,-1 0 0 0 0,1-1 0 0 0,0 1 0 0 0,-1-1 0 0 0,1 1 0 0 0,-1 0 0 0 0,1-1 1 0 0,-1 1-1 0 0,1-1 0 0 0,-1 1 0 0 0,1-1 0 0 0,-1 1 0 0 0,0-1 0 0 0,1 1 0 0 0,-1-1 1 0 0,0 0-1 0 0,1 1 0 0 0,-1-1 0 0 0,0 0 0 0 0,0 0 0 0 0,1 1 0 0 0,-1-1 0 0 0,-1 0 1 0 0,-4 2 128 0 0,-1 0 0 0 0,0-1 0 0 0,-13 2 1 0 0,17-3-171 0 0,-32 3-122 0 0,-54-2 0 0 0,6-8-6130 0 0,80 6 5504 0 0,-1 1 1 0 0,1-1 0 0 0,0 0 0 0 0,0 0 0 0 0,-1 0 0 0 0,1-1 0 0 0,-3-1-1 0 0,5 2 313 0 0,0 1-1 0 0,0-1 0 0 0,0 1 0 0 0,0-1 0 0 0,0 0 0 0 0,0 1 0 0 0,1-1 0 0 0,-1 0 0 0 0,0 0 1 0 0,0 0-1 0 0,1 0 0 0 0,-1 1 0 0 0,1-1 0 0 0,-1 0 0 0 0,1 0 0 0 0,-1 0 0 0 0,1 0 0 0 0,0 0 1 0 0,-1 0-1 0 0,1-1 0 0 0,0 1 0 0 0,0 0 0 0 0,0 0 0 0 0,0 0 0 0 0,0 0 0 0 0,0-2 0 0 0,3-7-5863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78 2720 0 0,'31'-51'10271'0'0,"-20"31"-6765"0"0,-11 20-3421 0 0,0-1 0 0 0,0 1 0 0 0,0 0 1 0 0,0-1-1 0 0,0 1 0 0 0,0 0 0 0 0,0 0 0 0 0,1-1 1 0 0,-1 1-1 0 0,0 0 0 0 0,0-1 0 0 0,0 1 0 0 0,1 0 1 0 0,-1 0-1 0 0,0-1 0 0 0,0 1 0 0 0,1 0 0 0 0,-1 0 1 0 0,0 0-1 0 0,0 0 0 0 0,1-1 0 0 0,-1 1 0 0 0,0 0 1 0 0,1 0-1 0 0,-1 0 0 0 0,0 0 0 0 0,0 0 0 0 0,1 0 1 0 0,-1 0-1 0 0,0 0 0 0 0,1 0 0 0 0,-1 0 0 0 0,1 0 1 0 0,2 13 2091 0 0,-4 16-462 0 0,-2 0 0 0 0,-9 46 0 0 0,-22 61-50 0 0,25-100-1250 0 0,-24 76 280 0 0,17-65-641 0 0,2 2 0 0 0,2 0-1 0 0,-6 66 1 0 0,17-114-324 0 0,1 1-1 0 0,0 0 1 0 0,0 0 0 0 0,0 0 0 0 0,0-1-1 0 0,0 1 1 0 0,0 0 0 0 0,1 0-1 0 0,-1-1 1 0 0,1 1 0 0 0,-1 0-1 0 0,1 0 1 0 0,-1-1 0 0 0,1 1-1 0 0,0-1 1 0 0,0 1 0 0 0,0-1 0 0 0,0 1-1 0 0,0-1 1 0 0,0 1 0 0 0,0-1-1 0 0,1 0 1 0 0,-1 1 0 0 0,0-1-1 0 0,3 1 1 0 0,-2-1-310 0 0,0 0 1 0 0,0-1-1 0 0,0 0 0 0 0,0 1 1 0 0,0-1-1 0 0,0 0 0 0 0,0 0 1 0 0,0 0-1 0 0,0 0 0 0 0,0 0 1 0 0,0-1-1 0 0,0 1 0 0 0,0-1 1 0 0,0 1-1 0 0,-1-1 0 0 0,1 0 1 0 0,0 1-1 0 0,0-1 0 0 0,0 0 1 0 0,-1 0-1 0 0,1 0 0 0 0,0-1 1 0 0,1-1-1 0 0,8-6-5782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110 109 580 0 0,'-105'-81'19457'0'0,"105"81"-19435"0"0,-1 0 0 0 0,1 0 0 0 0,0 0-1 0 0,0 0 1 0 0,-1 0 0 0 0,1 0 0 0 0,0 0 0 0 0,0-1-1 0 0,-1 1 1 0 0,1 0 0 0 0,0 0 0 0 0,0 0 0 0 0,0-1-1 0 0,0 1 1 0 0,-1 0 0 0 0,1 0 0 0 0,0 0 0 0 0,0-1-1 0 0,0 1 1 0 0,0 0 0 0 0,0 0 0 0 0,0-1 0 0 0,0 1-1 0 0,0 0 1 0 0,-1 0 0 0 0,1-1 0 0 0,0 1 0 0 0,0 0-1 0 0,0-1 1 0 0,0 1 0 0 0,0 0 0 0 0,0 0 0 0 0,1-1-1 0 0,-1 1 1 0 0,0 0 0 0 0,0 0 0 0 0,0-1 0 0 0,0 1-1 0 0,0 0 1 0 0,0 0 0 0 0,0-1 0 0 0,0 1 0 0 0,1 0-1 0 0,-1 0 1 0 0,0 0 0 0 0,0-1 0 0 0,0 1 0 0 0,0 0-1 0 0,1 0 1 0 0,-1 0 0 0 0,0-1 0 0 0,12-5 195 0 0,-12 6-231 0 0,12-3-20 0 0,1 0 0 0 0,0 1 0 0 0,-1 1 0 0 0,1 0 0 0 0,0 0 0 0 0,0 1 0 0 0,14 3 0 0 0,1-2-668 0 0,212 24-9912 0 0,-217-21 8644 0 0,18 2-3442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69 1116 0 0,'0'6'1295'0'0,"0"-1"0"0"0,0 0 0 0 0,-1 0 0 0 0,1 0 0 0 0,-1 0-1 0 0,-1 0 1 0 0,1 0 0 0 0,-1 0 0 0 0,1 0 0 0 0,-5 7 0 0 0,3-6-685 0 0,1 0 0 0 0,0-1 1 0 0,0 1-1 0 0,0 0 0 0 0,1 0 0 0 0,0 0 1 0 0,-1 7-1 0 0,2-12-544 0 0,0 1 1 0 0,0-1-1 0 0,0 0 0 0 0,0 0 1 0 0,0 0-1 0 0,1 0 0 0 0,-1 0 1 0 0,0 1-1 0 0,1-1 0 0 0,-1 0 1 0 0,1 0-1 0 0,-1 0 0 0 0,1 0 1 0 0,-1 0-1 0 0,1 0 0 0 0,0-1 1 0 0,0 1-1 0 0,-1 0 0 0 0,1 0 1 0 0,0 0-1 0 0,0 0 0 0 0,0-1 1 0 0,0 1-1 0 0,0-1 0 0 0,1 2 1 0 0,1-1 14 0 0,0 0 0 0 0,0 0 1 0 0,0 0-1 0 0,0-1 0 0 0,0 1 0 0 0,1-1 1 0 0,-1 0-1 0 0,0 0 0 0 0,5 0 1 0 0,0-1-3 0 0,1 0 1 0 0,0-1-1 0 0,-1 0 1 0 0,1 0 0 0 0,-1-1-1 0 0,12-5 1 0 0,-14 4-62 0 0,0-1 0 0 0,0 0 0 0 0,-1 0 0 0 0,1 0 0 0 0,-1-1 0 0 0,0 1 0 0 0,-1-1 0 0 0,1 0 0 0 0,-1-1 0 0 0,0 1 0 0 0,-1-1 0 0 0,0 0 0 0 0,0 0 0 0 0,0 0 0 0 0,-1 0 0 0 0,0 0 0 0 0,0 0 0 0 0,-1-1 0 0 0,0 1 0 0 0,0-1 0 0 0,0 1 0 0 0,-1-1 0 0 0,-1-8 0 0 0,0 15-25 0 0,1-1 1 0 0,0 1-1 0 0,-1-1 1 0 0,1 1-1 0 0,-1-1 1 0 0,1 1-1 0 0,-1-1 1 0 0,0 1-1 0 0,0-1 1 0 0,0 1-1 0 0,0 0 1 0 0,0-1-1 0 0,0 1 1 0 0,0 0-1 0 0,0 0 1 0 0,0 0-1 0 0,0 0 0 0 0,-1 0 1 0 0,1 0-1 0 0,0 0 1 0 0,-3-1-1 0 0,1 1-3 0 0,0 0-1 0 0,0 0 1 0 0,-1 0-1 0 0,1 0 1 0 0,0 1-1 0 0,-1 0 1 0 0,1-1-1 0 0,-1 1 1 0 0,-5 1-1 0 0,-2 0-1 0 0,-1 1 1 0 0,1 1-1 0 0,0 0 0 0 0,0 1 0 0 0,-12 4 0 0 0,3 2-12 0 0,0 0 0 0 0,0 1 0 0 0,2 1 0 0 0,-27 22 0 0 0,34-25 45 0 0,1 1-1 0 0,0 0 1 0 0,0 1-1 0 0,1-1 1 0 0,1 2-1 0 0,0-1 1 0 0,0 1-1 0 0,-7 17 0 0 0,14-26-4 0 0,0 0 0 0 0,0 0 0 0 0,0-1 0 0 0,0 1-1 0 0,0 0 1 0 0,0 0 0 0 0,1 0 0 0 0,0 0 0 0 0,-1 0-1 0 0,1 0 1 0 0,0 0 0 0 0,1 0 0 0 0,-1 0 0 0 0,0 0-1 0 0,1-1 1 0 0,0 1 0 0 0,-1 0 0 0 0,1 0 0 0 0,0 0-1 0 0,2 2 1 0 0,0-1-189 0 0,-1 0-1 0 0,1 0 1 0 0,0-1 0 0 0,1 1-1 0 0,-1-1 1 0 0,1 0 0 0 0,-1 0-1 0 0,1 0 1 0 0,0-1-1 0 0,0 1 1 0 0,7 2 0 0 0,4 1-995 0 0,1 0 0 0 0,0-1 0 0 0,0-1 0 0 0,0 0 0 0 0,0-1 0 0 0,21 1 0 0 0,23-6-4960 0 0,-27-1 1071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12 795 380 0 0,'13'-21'7787'0'0,"-12"19"-7321"0"0,0 0 1 0 0,0 0 0 0 0,1 0-1 0 0,-1 0 1 0 0,1 0 0 0 0,-1 0-1 0 0,1 1 1 0 0,-1-1-1 0 0,4-1 1 0 0,-5 3-427 0 0,0 0 1 0 0,1-1-1 0 0,-1 1 0 0 0,0 0 1 0 0,1 0-1 0 0,-1 0 0 0 0,0 0 1 0 0,1 0-1 0 0,-1 0 0 0 0,1 0 1 0 0,-1 0-1 0 0,0 0 0 0 0,1 0 1 0 0,-1 0-1 0 0,1 0 0 0 0,-1 0 1 0 0,0 0-1 0 0,1 0 0 0 0,-1 0 1 0 0,0 1-1 0 0,1-1 0 0 0,-1 0 1 0 0,1 0-1 0 0,9 14-18 0 0,-5 0 194 0 0,0 1 0 0 0,-1 0 0 0 0,-1 0 1 0 0,0 0-1 0 0,-1 0 0 0 0,-1 0 0 0 0,-1 1 0 0 0,0-1 0 0 0,0 0 0 0 0,-2 0 0 0 0,0 1 0 0 0,0-1 0 0 0,-2 0 0 0 0,0-1 0 0 0,0 1 0 0 0,-8 15 0 0 0,11-28-109 0 0,0 1 1 0 0,0 0-1 0 0,0-1 0 0 0,-1 1 0 0 0,1-1 1 0 0,-1 1-1 0 0,1-1 0 0 0,-1 0 0 0 0,0 1 0 0 0,0-1 1 0 0,0 0-1 0 0,0 0 0 0 0,-1-1 0 0 0,-3 3 0 0 0,5-3-30 0 0,-1-1-48 0 0,0-1-28 0 0,1 1 0 0 0,0 0-1 0 0,0 0 1 0 0,1-1 0 0 0,-1 1 0 0 0,0-1 0 0 0,0 1 0 0 0,0-1 0 0 0,0 1 0 0 0,0-1 0 0 0,0 1 0 0 0,0-1 0 0 0,1 0-1 0 0,-1 1 1 0 0,0-1 0 0 0,1 0 0 0 0,-1 0 0 0 0,0 0 0 0 0,1 1 0 0 0,-1-1 0 0 0,1 0 0 0 0,-1 0 0 0 0,1 0-1 0 0,0 0 1 0 0,-1 0 0 0 0,1-1 0 0 0,-1-1-4 0 0,1 0 0 0 0,0 0 0 0 0,0 0 0 0 0,0 0 0 0 0,0 0 0 0 0,1 0 0 0 0,-1 0 0 0 0,1 0 0 0 0,1-3 0 0 0,3-7-16 0 0,0 0 0 0 0,1 1 0 0 0,9-15 0 0 0,6-6 43 0 0,2 1 0 0 0,0 1-1 0 0,41-41 1 0 0,-44 53-57 0 0,1 0 0 0 0,1 2 0 0 0,0 0 0 0 0,1 1-1 0 0,41-21 1 0 0,-56 34 15 0 0,0-1 0 0 0,1 1 0 0 0,-1 0 0 0 0,1 1-1 0 0,-1 0 1 0 0,1 0 0 0 0,0 1 0 0 0,0 0-1 0 0,-1 1 1 0 0,1 0 0 0 0,13 1 0 0 0,-18 0 16 0 0,0 0 0 0 0,-1-1-1 0 0,1 1 1 0 0,-1 1 0 0 0,1-1 0 0 0,-1 0 0 0 0,1 1 0 0 0,-1 0 0 0 0,0 0 0 0 0,1 0 0 0 0,-1 0 0 0 0,0 1 0 0 0,0-1-1 0 0,-1 1 1 0 0,1-1 0 0 0,-1 1 0 0 0,1 0 0 0 0,-1 0 0 0 0,0 0 0 0 0,0 1 0 0 0,0-1 0 0 0,0 0 0 0 0,-1 1 0 0 0,1-1-1 0 0,-1 1 1 0 0,0 0 0 0 0,0-1 0 0 0,1 8 0 0 0,-1 7 8 0 0,-1 1 0 0 0,0 0 0 0 0,-1-1 0 0 0,-1 1-1 0 0,-1-1 1 0 0,-1 1 0 0 0,-6 19 0 0 0,-6 37 234 0 0,15-72-288 0 0,1-1 0 0 0,0 0 0 0 0,-1 0 0 0 0,1 1 0 0 0,0-1-1 0 0,0 0 1 0 0,1 1 0 0 0,-1-1 0 0 0,0 0 0 0 0,1 0 0 0 0,-1 0-1 0 0,1 1 1 0 0,0-1 0 0 0,0 0 0 0 0,0 0 0 0 0,0 0-1 0 0,0 0 1 0 0,0 0 0 0 0,0 0 0 0 0,2 2 0 0 0,0-2-106 0 0,-1-1 0 0 0,1 1 1 0 0,-1 0-1 0 0,1-1 0 0 0,-1 1 1 0 0,1-1-1 0 0,0 0 0 0 0,0 0 1 0 0,-1 0-1 0 0,1 0 0 0 0,0 0 1 0 0,0-1-1 0 0,5 1 0 0 0,3-1-278 0 0,-1 0 0 0 0,1 0 0 0 0,0-1 1 0 0,0 0-1 0 0,0-1 0 0 0,-1-1 0 0 0,15-4 0 0 0,-8 0 230 0 0,1-2-1 0 0,-1 0 1 0 0,-1 0 0 0 0,1-2 0 0 0,-2 0 0 0 0,1 0 0 0 0,-2-2-1 0 0,0 0 1 0 0,15-17 0 0 0,13-21 134 0 0,47-73 0 0 0,-63 87 52 0 0,54-85 1822 0 0,89-183 1 0 0,-91 119 3384 0 0,-51 117-3105 0 0,-60 196-30 0 0,30-120-1947 0 0,-150 468 6206 0 0,119-382-5308 0 0,-22 98 0 0 0,53-179-919 0 0,-1 0-12 0 0,1 0 0 0 0,1 0 0 0 0,0 1 0 0 0,0-1 0 0 0,1 1 0 0 0,1 0 0 0 0,1 15 0 0 0,-1-27-108 0 0,1 0 0 0 0,-1 0 0 0 0,0 0 0 0 0,1 1 0 0 0,-1-1-1 0 0,1 0 1 0 0,-1 0 0 0 0,1 0 0 0 0,-1 0 0 0 0,1 0 0 0 0,0 0-1 0 0,0 0 1 0 0,-1 0 0 0 0,1 0 0 0 0,0 0 0 0 0,0 0 0 0 0,0 0 0 0 0,0 0-1 0 0,0-1 1 0 0,0 1 0 0 0,0 0 0 0 0,0-1 0 0 0,1 1 0 0 0,-1-1-1 0 0,0 0 1 0 0,0 1 0 0 0,0-1 0 0 0,1 0 0 0 0,-1 1 0 0 0,0-1 0 0 0,0 0-1 0 0,1 0 1 0 0,-1 0 0 0 0,0 0 0 0 0,0 0 0 0 0,1 0 0 0 0,-1-1-1 0 0,0 1 1 0 0,0 0 0 0 0,0-1 0 0 0,2 0 0 0 0,2-1-535 0 0,1 1 1 0 0,-1-2-1 0 0,0 1 1 0 0,0 0-1 0 0,-1-1 1 0 0,1 0-1 0 0,-1 0 1 0 0,6-5-1 0 0,-1-2-1815 0 0,0 1 0 0 0,12-19-1 0 0,-7 8-932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60 1324 0 0,'-114'-5'19947'0'0,"111"5"-18525"0"0,21 0-492 0 0,31 0-859 0 0,260-6 1727 0 0,-156-7-4362 0 0,-2-14-5789 0 0,-137 23 3544 0 0,1-1-2553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0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356 229 1588 0 0,'31'-47'3925'0'0,"-18"29"-2180"0"0,-1-1 1 0 0,0 0-1 0 0,16-37 0 0 0,-27 54-1640 0 0,-1 0 0 0 0,1 0 0 0 0,0 0 0 0 0,-1 0 0 0 0,1 0 0 0 0,-1 0 0 0 0,1 0-1 0 0,-1 0 1 0 0,0 0 0 0 0,0 0 0 0 0,0 0 0 0 0,0 0 0 0 0,0 0 0 0 0,0 0-1 0 0,-1 0 1 0 0,1 0 0 0 0,-1 0 0 0 0,1 0 0 0 0,-1 0 0 0 0,0 0 0 0 0,0 0 0 0 0,0 0-1 0 0,0 1 1 0 0,0-1 0 0 0,0 0 0 0 0,0 1 0 0 0,-1-1 0 0 0,1 0 0 0 0,-1 1 0 0 0,-1-2-1 0 0,0 1-76 0 0,0 1-1 0 0,0 0 0 0 0,0 0 0 0 0,0 0 0 0 0,0 0 0 0 0,0 0 0 0 0,0 0 0 0 0,0 1 1 0 0,-1-1-1 0 0,1 1 0 0 0,0 0 0 0 0,0 0 0 0 0,-1 0 0 0 0,1 1 0 0 0,0-1 0 0 0,0 1 1 0 0,0 0-1 0 0,-6 2 0 0 0,-4 2 0 0 0,0 2 1 0 0,0-1-1 0 0,0 2 1 0 0,1 0-1 0 0,0 0 1 0 0,1 1-1 0 0,-17 16 1 0 0,0 4 12 0 0,-35 47 1 0 0,33-36-28 0 0,1 1 0 0 0,-29 57 1 0 0,50-82-12 0 0,0 0 1 0 0,1 0 0 0 0,1 1-1 0 0,1 0 1 0 0,0 0-1 0 0,2 1 1 0 0,0-1-1 0 0,0 1 1 0 0,2-1 0 0 0,0 19-1 0 0,1-33 4 0 0,0 0-1 0 0,1-1 1 0 0,-1 1 0 0 0,1 0-1 0 0,0-1 1 0 0,0 1-1 0 0,0-1 1 0 0,1 4 0 0 0,-1-6-4 0 0,-1 1 1 0 0,1 0-1 0 0,-1 0 0 0 0,1 0 1 0 0,0 0-1 0 0,-1-1 1 0 0,1 1-1 0 0,0 0 1 0 0,0-1-1 0 0,-1 1 0 0 0,1 0 1 0 0,0-1-1 0 0,0 1 1 0 0,0-1-1 0 0,0 0 1 0 0,0 1-1 0 0,0-1 1 0 0,0 0-1 0 0,0 1 0 0 0,0-1 1 0 0,0 0-1 0 0,0 0 1 0 0,0 0-1 0 0,0 0 1 0 0,0 0-1 0 0,0 0 0 0 0,2 0 1 0 0,6-3 0 0 0,0 0 0 0 0,0 0-1 0 0,0-1 1 0 0,0 0 0 0 0,0 0 0 0 0,-1-1 0 0 0,0 0-1 0 0,0-1 1 0 0,0 0 0 0 0,-1 0 0 0 0,0 0 0 0 0,10-12-1 0 0,12-15-15 0 0,34-50-1 0 0,-56 73 14 0 0,45-65 26 0 0,70-92-336 0 0,-120 164 280 0 0,4-2 30 0 0,-6 5 0 0 0,1-1 1 0 0,-1 1-1 0 0,0 0 0 0 0,0 0 1 0 0,0 0-1 0 0,1 0 0 0 0,-1-1 1 0 0,0 1-1 0 0,0 0 0 0 0,0 0 1 0 0,1 0-1 0 0,-1 0 0 0 0,0 0 0 0 0,0 0 1 0 0,1 0-1 0 0,-1 0 0 0 0,0 0 1 0 0,1 0-1 0 0,-1 0 0 0 0,0 0 1 0 0,0 0-1 0 0,1 0 0 0 0,-1 0 0 0 0,0 0 1 0 0,0 0-1 0 0,1 0 0 0 0,-1 0 1 0 0,0 0-1 0 0,0 0 0 0 0,1 0 1 0 0,-1 1-1 0 0,0-1 0 0 0,0 0 1 0 0,0 0-1 0 0,1 0 0 0 0,-1 0 0 0 0,0 1 1 0 0,0-1-1 0 0,0 0 0 0 0,0 0 1 0 0,1 0-1 0 0,-1 1 0 0 0,0-1 1 0 0,0 0-1 0 0,0 0 0 0 0,0 1 0 0 0,0-1 1 0 0,0 0-1 0 0,0 0 0 0 0,1 1 1 0 0,-1-1-1 0 0,4 13 13 0 0,-4-13-12 0 0,0 28-732 0 0,-1-1 0 0 0,-1 0 0 0 0,-5 28 0 0 0,3-37-135 0 0,1 1-1 0 0,1 1 0 0 0,1-1 0 0 0,0 0 0 0 0,2 0 1 0 0,0 1-1 0 0,8 37 0 0 0,-6-47-3345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0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1700 0 0,'12'-33'2229'0'0,"25"-59"2187"0"0,-33 84-4120 0 0,1 0 0 0 0,0 0 1 0 0,0 0-1 0 0,1 0 0 0 0,-1 1 0 0 0,2 0 1 0 0,-1 0-1 0 0,9-7 0 0 0,-13 13-233 0 0,0-1 1 0 0,0 1-1 0 0,1-1 0 0 0,-1 1 1 0 0,1 0-1 0 0,-1-1 0 0 0,1 1 0 0 0,-1 1 1 0 0,1-1-1 0 0,0 0 0 0 0,-1 1 1 0 0,1-1-1 0 0,0 1 0 0 0,0 0 1 0 0,-1 0-1 0 0,1 0 0 0 0,0 0 1 0 0,0 0-1 0 0,-1 1 0 0 0,1-1 0 0 0,0 1 1 0 0,-1-1-1 0 0,1 1 0 0 0,-1 0 1 0 0,1 0-1 0 0,-1 1 0 0 0,1-1 1 0 0,-1 0-1 0 0,1 1 0 0 0,-1 0 1 0 0,0-1-1 0 0,0 1 0 0 0,0 0 1 0 0,0 0-1 0 0,0 0 0 0 0,-1 0 0 0 0,1 0 1 0 0,0 1-1 0 0,-1-1 0 0 0,0 1 1 0 0,1-1-1 0 0,-1 1 0 0 0,1 3 1 0 0,3 8 9 0 0,-1 0 1 0 0,0 1-1 0 0,-1-1 1 0 0,-1 1-1 0 0,0-1 1 0 0,-1 1-1 0 0,-1 0 1 0 0,0 0-1 0 0,-1-1 1 0 0,-4 26-1 0 0,0-13 6 0 0,-2 0 0 0 0,-1 0 1 0 0,-1 0-1 0 0,-21 43 0 0 0,29-68-71 0 0,0 0 0 0 0,1-1 1 0 0,-1 1-1 0 0,-1 0 0 0 0,1-1 0 0 0,0 1 1 0 0,0-1-1 0 0,0 0 0 0 0,-1 1 0 0 0,1-1 1 0 0,-1 0-1 0 0,1 0 0 0 0,-1 0 1 0 0,1 0-1 0 0,-1 0 0 0 0,-3 1 0 0 0,4-4-5 0 0,0 0 0 0 0,1-1 0 0 0,-1 1-1 0 0,1-1 1 0 0,-1 1 0 0 0,1-1 0 0 0,0 1-1 0 0,0-1 1 0 0,1-4 0 0 0,1-11-13 0 0,2 0-1 0 0,1 0 1 0 0,0 0 0 0 0,1 1 0 0 0,1 0 0 0 0,17-32-1 0 0,-24 49 11 0 0,13-26 4 0 0,1 1 0 0 0,2 1-1 0 0,23-29 1 0 0,-29 40-4 0 0,1 2 0 0 0,0-1 0 0 0,1 2 0 0 0,1-1 0 0 0,-1 2 0 0 0,2 0-1 0 0,19-11 1 0 0,-30 19 7 0 0,-1-1 0 0 0,0 1 0 0 0,1 0 0 0 0,-1 0 0 0 0,1 0 0 0 0,0 1 0 0 0,-1-1 0 0 0,1 1 0 0 0,0-1-1 0 0,-1 1 1 0 0,1 0 0 0 0,0 0 0 0 0,-1 0 0 0 0,1 0 0 0 0,0 1 0 0 0,-1-1 0 0 0,1 1 0 0 0,0 0 0 0 0,-1-1 0 0 0,1 1 0 0 0,-1 0-1 0 0,1 0 1 0 0,-1 1 0 0 0,0-1 0 0 0,1 0 0 0 0,2 4 0 0 0,-2-3 6 0 0,0 1 0 0 0,-1 0 1 0 0,1 1-1 0 0,-1-1 0 0 0,0 0 0 0 0,0 1 0 0 0,0-1 1 0 0,0 1-1 0 0,-1-1 0 0 0,0 1 0 0 0,1 0 0 0 0,-1 0 0 0 0,0 0 1 0 0,-1 0-1 0 0,1-1 0 0 0,-1 1 0 0 0,0 5 0 0 0,-1 17 67 0 0,-2-1-1 0 0,-1 1 1 0 0,-12 39-1 0 0,10-45-583 0 0,1 0 0 0 0,1 1-1 0 0,1-1 1 0 0,0 1 0 0 0,2-1-1 0 0,1 33 1 0 0,11-16-4636 0 0,-4-22 361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334 658 1100 0 0,'2'-6'806'0'0,"0"0"-1"0"0,0 0 1 0 0,-1-1-1 0 0,0 1 0 0 0,0 0 1 0 0,0 0-1 0 0,-1-1 1 0 0,-1-9-1 0 0,1 14-628 0 0,0 0-1 0 0,0-1 0 0 0,-1 1 1 0 0,0 0-1 0 0,1-1 0 0 0,-1 1 0 0 0,0 0 1 0 0,0 0-1 0 0,0 0 0 0 0,0 0 1 0 0,0 0-1 0 0,-1 0 0 0 0,1 0 1 0 0,-1 0-1 0 0,1 1 0 0 0,-1-1 0 0 0,1 1 1 0 0,-1-1-1 0 0,0 1 0 0 0,0-1 1 0 0,0 1-1 0 0,0 0 0 0 0,0 0 1 0 0,0 0-1 0 0,-3-1 0 0 0,3 1-103 0 0,0 1 0 0 0,0 0 0 0 0,0 0 0 0 0,0 0 0 0 0,-1 0 0 0 0,1 0 0 0 0,0 0 0 0 0,0 0 0 0 0,0 1 0 0 0,0-1 0 0 0,0 1 0 0 0,0 0 0 0 0,-4 1 0 0 0,-24 14 484 0 0,28-14-490 0 0,-20 14 106 0 0,0 1-1 0 0,1 1 1 0 0,1 1 0 0 0,1 1 0 0 0,0 1 0 0 0,2 0 0 0 0,0 1 0 0 0,2 1 0 0 0,0 1 0 0 0,2 0 0 0 0,-15 35 0 0 0,25-53-156 0 0,1 1 0 0 0,0-1 0 0 0,0 1 0 0 0,1-1 0 0 0,-1 1 0 0 0,1 0 0 0 0,1-1 0 0 0,0 1 0 0 0,0 9 1 0 0,0-14-13 0 0,0 0 0 0 0,1 0 1 0 0,-1 0-1 0 0,1 0 1 0 0,-1 0-1 0 0,1 0 1 0 0,0 0-1 0 0,0 0 0 0 0,0 0 1 0 0,0 0-1 0 0,0-1 1 0 0,0 1-1 0 0,1 0 0 0 0,-1-1 1 0 0,0 1-1 0 0,1-1 1 0 0,0 1-1 0 0,-1-1 1 0 0,1 0-1 0 0,0 1 0 0 0,-1-1 1 0 0,1 0-1 0 0,0 0 1 0 0,0 0-1 0 0,0 0 1 0 0,0-1-1 0 0,0 1 0 0 0,0-1 1 0 0,0 1-1 0 0,0-1 1 0 0,0 0-1 0 0,1 1 0 0 0,2-1 1 0 0,4-1-9 0 0,0 1 1 0 0,1-1 0 0 0,-1-1-1 0 0,0 1 1 0 0,0-2-1 0 0,-1 1 1 0 0,1-1 0 0 0,0-1-1 0 0,-1 1 1 0 0,0-1-1 0 0,15-10 1 0 0,-5 2-40 0 0,0-2 1 0 0,-1 0 0 0 0,28-28-1 0 0,-7-2-25 0 0,-2-2 0 0 0,-2-1 0 0 0,-2-1-1 0 0,-3-2 1 0 0,33-74 0 0 0,92-277-164 0 0,-153 397 230 0 0,6-16 17 0 0,18-45 9 0 0,-24 63 95 0 0,-1 5 25 0 0,-2 21 114 0 0,-1 0 0 0 0,-1 0 0 0 0,-1-1 0 0 0,-9 25 1 0 0,-3 17 57 0 0,-21 88 102 0 0,14-61-576 0 0,-21 164-1 0 0,43-239-464 0 0,2 1 0 0 0,0-1-1 0 0,1 1 1 0 0,5 30-1 0 0,-4-38-545 0 0,1 0 0 0 0,0-1-1 0 0,0 1 1 0 0,1-1-1 0 0,10 16 1 0 0,2-1-4508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1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62 384 1248 0 0,'-3'-1'2090'0'0,"-12"-3"140"0"0,-28-5 4363 0 0,43 9-6569 0 0,0 0 0 0 0,0-1-1 0 0,0 1 1 0 0,0 0 0 0 0,0 0 0 0 0,-1-1-1 0 0,1 1 1 0 0,0 0 0 0 0,0 0 0 0 0,0-1 0 0 0,0 1-1 0 0,0 0 1 0 0,0 0 0 0 0,0-1 0 0 0,0 1-1 0 0,0 0 1 0 0,0 0 0 0 0,0-1 0 0 0,0 1-1 0 0,0 0 1 0 0,0 0 0 0 0,0-1 0 0 0,1 1 0 0 0,-1 0-1 0 0,0 0 1 0 0,0-1 0 0 0,0 1 0 0 0,0 0-1 0 0,0 0 1 0 0,0 0 0 0 0,1-1 0 0 0,-1 1-1 0 0,0 0 1 0 0,0 0 0 0 0,0 0 0 0 0,1-1-1 0 0,7-10 209 0 0,-8 10-205 0 0,18-15 149 0 0,0 2 0 0 0,32-21 0 0 0,7-5-104 0 0,-19 6-39 0 0,-2-1 0 0 0,-1-2 1 0 0,46-62-1 0 0,-73 88-2 0 0,13-15-3 0 0,-20 24-17 0 0,0 3-18 0 0,-1-1 9 0 0,0 0 1 0 0,1 0-1 0 0,-1 0 1 0 0,0 0-1 0 0,1 1 1 0 0,-1-1-1 0 0,0 0 0 0 0,1 0 1 0 0,-1 1-1 0 0,0-1 1 0 0,0 0-1 0 0,1 0 1 0 0,-1 1-1 0 0,0-1 0 0 0,0 0 1 0 0,1 1-1 0 0,-1-1 1 0 0,0 0-1 0 0,0 1 1 0 0,0-1-1 0 0,0 1 0 0 0,0-1 1 0 0,1 0-1 0 0,-1 1 1 0 0,0-1-1 0 0,0 1 0 0 0,0-1 1 0 0,0 0-1 0 0,0 1 1 0 0,0-1-1 0 0,0 0 1 0 0,0 1-1 0 0,-1-1 0 0 0,1 1 1 0 0,0-1-1 0 0,0 0 1 0 0,0 1-1 0 0,-5 18 39 0 0,4-16-32 0 0,-161 484 378 0 0,158-476-380 0 0,-13 39-7 0 0,7-20 61 0 0,0 0 0 0 0,-2-2 0 0 0,-1 1 0 0 0,-22 34 0 0 0,35-62-60 0 0,0-1 1 0 0,-1 1-1 0 0,1 0 0 0 0,0 0 1 0 0,-1-1-1 0 0,1 1 0 0 0,-1 0 1 0 0,1 0-1 0 0,-1-1 0 0 0,0 1 1 0 0,1-1-1 0 0,-1 1 0 0 0,1 0 1 0 0,-1-1-1 0 0,0 1 0 0 0,0-1 1 0 0,1 0-1 0 0,-1 1 0 0 0,0-1 1 0 0,0 1-1 0 0,0-1 0 0 0,1 0 1 0 0,-1 0-1 0 0,0 0 0 0 0,0 1 1 0 0,0-1-1 0 0,0 0 0 0 0,1 0 1 0 0,-3 0-1 0 0,3-1-3 0 0,-1 0-1 0 0,0 0 1 0 0,1 0 0 0 0,-1 0-1 0 0,1 0 1 0 0,-1-1-1 0 0,1 1 1 0 0,0 0 0 0 0,-1 0-1 0 0,1 0 1 0 0,0 0 0 0 0,0-1-1 0 0,0 1 1 0 0,0 0-1 0 0,0 0 1 0 0,0 0 0 0 0,0-1-1 0 0,0 1 1 0 0,0 0-1 0 0,1-2 1 0 0,1-8-9 0 0,1 1 1 0 0,0-1-1 0 0,1 1 0 0 0,0 0 1 0 0,0 0-1 0 0,1 1 0 0 0,0-1 1 0 0,8-9-1 0 0,2-1-12 0 0,1-1 1 0 0,24-23-1 0 0,-28 33 17 0 0,-1 0 0 0 0,2 1 0 0 0,-1 0 0 0 0,1 1 0 0 0,1 1 0 0 0,0 0 0 0 0,0 0 0 0 0,0 2 0 0 0,19-7 0 0 0,-27 11 20 0 0,-1 1-1 0 0,1 0 1 0 0,0 0-1 0 0,-1 0 1 0 0,1 0-1 0 0,0 1 1 0 0,-1 0-1 0 0,1 0 1 0 0,0 1-1 0 0,0-1 1 0 0,-1 1-1 0 0,1 0 0 0 0,-1 1 1 0 0,1 0-1 0 0,-1 0 1 0 0,1 0-1 0 0,-1 0 1 0 0,0 1-1 0 0,0 0 1 0 0,0 0-1 0 0,-1 0 1 0 0,1 0-1 0 0,-1 1 0 0 0,1 0 1 0 0,-1 0-1 0 0,0 0 1 0 0,-1 0-1 0 0,7 10 1 0 0,-5-6 16 0 0,0 0 0 0 0,-1 1 1 0 0,0 0-1 0 0,-1-1 0 0 0,1 1 1 0 0,-2 1-1 0 0,1-1 0 0 0,-1 0 0 0 0,-1 1 1 0 0,0-1-1 0 0,0 16 0 0 0,-2 8 27 0 0,-2 1 1 0 0,-7 32-1 0 0,1-5-159 0 0,9-56 7 0 0,-1-1-106 0 0,0-1 0 0 0,0 0 0 0 0,1 0 0 0 0,0 1 0 0 0,0-1 0 0 0,0 0 0 0 0,0 0 0 0 0,0 1 0 0 0,0-1 0 0 0,1 0 0 0 0,0 0 0 0 0,0 0 0 0 0,0 1 0 0 0,0-1 0 0 0,0 0 0 0 0,0 0 0 0 0,3 4 0 0 0,-2-6-1 0 0,-1 0-1 0 0,1 0 1 0 0,0-1-1 0 0,-1 1 1 0 0,1 0-1 0 0,0 0 1 0 0,0-1 0 0 0,0 1-1 0 0,-1-1 1 0 0,1 0-1 0 0,0 1 1 0 0,0-1-1 0 0,0 0 1 0 0,0 0-1 0 0,0 0 1 0 0,0 0-1 0 0,3-1 1 0 0,32-7-2937 0 0,-13 0 513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292 140 2048 0 0,'5'-9'1177'0'0,"1"0"-1"0"0,-1 0 0 0 0,-1 0 1 0 0,7-21-1 0 0,-10 27-904 0 0,0-1-1 0 0,0 1 1 0 0,-1-1-1 0 0,1 0 1 0 0,-1 1-1 0 0,0-1 1 0 0,0 1-1 0 0,0-1 1 0 0,-1 0-1 0 0,1 1 1 0 0,-1-1-1 0 0,0 1 1 0 0,0-1-1 0 0,0 1 1 0 0,-1-1-1 0 0,1 1 1 0 0,-3-4-1 0 0,4 6-243 0 0,-1 1 1 0 0,1-1-1 0 0,-1 1 0 0 0,0-1 0 0 0,1 1 0 0 0,-1-1 1 0 0,1 1-1 0 0,-1 0 0 0 0,0-1 0 0 0,1 1 0 0 0,-1 0 1 0 0,0-1-1 0 0,1 1 0 0 0,-1 0 0 0 0,0 0 1 0 0,0 0-1 0 0,1 0 0 0 0,-1 0 0 0 0,0 0 0 0 0,1 0 1 0 0,-1 0-1 0 0,0 0 0 0 0,0 0 0 0 0,1 0 0 0 0,-1 0 1 0 0,0 0-1 0 0,-1 1 0 0 0,-17 7 320 0 0,19-8-338 0 0,-12 7 153 0 0,0 1 0 0 0,0 0-1 0 0,1 1 1 0 0,1 0-1 0 0,-17 19 1 0 0,-43 58 235 0 0,60-72-331 0 0,-7 8-1 0 0,1 1 0 0 0,1 1 0 0 0,1 0 0 0 0,1 1 0 0 0,-17 49 0 0 0,29-70-54 0 0,-1 1-1 0 0,1-1 0 0 0,0 1 1 0 0,1-1-1 0 0,-1 1 1 0 0,1-1-1 0 0,0 1 1 0 0,0-1-1 0 0,0 1 1 0 0,0 0-1 0 0,1-1 0 0 0,0 1 1 0 0,2 5-1 0 0,-2-8-8 0 0,0 1 0 0 0,0-1 0 0 0,1 0 0 0 0,-1 0 0 0 0,1 0 0 0 0,-1 0 0 0 0,1 0 0 0 0,0 0 0 0 0,0 0 0 0 0,0 0 0 0 0,0 0 0 0 0,0-1 0 0 0,0 1 0 0 0,0-1 0 0 0,1 0 0 0 0,-1 0 0 0 0,0 0 0 0 0,1 0 0 0 0,-1 0 0 0 0,1 0 0 0 0,0 0 0 0 0,-1-1 0 0 0,1 1 0 0 0,3-1 0 0 0,4 0-16 0 0,0 0 0 0 0,0 0 0 0 0,0-1 0 0 0,-1-1 0 0 0,1 0-1 0 0,0 0 1 0 0,-1-1 0 0 0,1 0 0 0 0,-1 0 0 0 0,0-1-1 0 0,0-1 1 0 0,0 1 0 0 0,-1-2 0 0 0,1 1 0 0 0,10-10-1 0 0,4-4-26 0 0,-1-1 0 0 0,-2-1 0 0 0,0-1 0 0 0,17-24-1 0 0,39-67 70 0 0,8-11 4 0 0,-82 123-23 0 0,-2 1-8 0 0,1 0 0 0 0,-1 0 0 0 0,1 1 0 0 0,0-1 0 0 0,-1 0 0 0 0,1 1 0 0 0,-1-1 0 0 0,1 1 0 0 0,-1-1 0 0 0,1 1 0 0 0,-1-1 1 0 0,1 1-1 0 0,-1-1 0 0 0,0 1 0 0 0,1 0 0 0 0,-1-1 0 0 0,0 1 0 0 0,1-1 0 0 0,-1 1 0 0 0,0 0 0 0 0,0-1 0 0 0,0 1 0 0 0,0 0 0 0 0,1-1 0 0 0,-1 1 0 0 0,0 0 0 0 0,0-1 1 0 0,0 2-1 0 0,-3 23 7 0 0,2-18-17 0 0,-3 19 95 0 0,-2 0-1 0 0,-9 25 0 0 0,8-29-553 0 0,0 1 1 0 0,2-1-1 0 0,-3 27 0 0 0,8-47 246 0 0,0 0 1 0 0,0 0-1 0 0,0 0 0 0 0,0 0 1 0 0,0 1-1 0 0,0-1 0 0 0,1 0 1 0 0,-1 0-1 0 0,1 0 1 0 0,-1 0-1 0 0,1 0 0 0 0,0 0 1 0 0,0-1-1 0 0,2 5 0 0 0,-2-5-410 0 0,1 1 0 0 0,-1 0 0 0 0,1-1-1 0 0,-1 1 1 0 0,1-1 0 0 0,0 0 0 0 0,0 0-1 0 0,3 2 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2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292 175 932 0 0,'88'-158'13427'0'0,"-81"142"-12263"0"0,-14 23-23 0 0,-15 26-236 0 0,16-23-811 0 0,1 1 1 0 0,-1-1-1 0 0,2 1 1 0 0,0 0-1 0 0,0 0 0 0 0,-4 24 1 0 0,8-30-39 0 0,-1 0 1 0 0,1 0-1 0 0,0 0 1 0 0,0 0-1 0 0,1 0 1 0 0,-1 0-1 0 0,1 0 0 0 0,1 0 1 0 0,-1 0-1 0 0,1 0 1 0 0,-1 0-1 0 0,1 0 1 0 0,1-1-1 0 0,-1 1 1 0 0,1-1-1 0 0,-1 1 1 0 0,1-1-1 0 0,6 6 0 0 0,9 8 112 0 0,29 23 0 0 0,-34-32-93 0 0,-1 1-1 0 0,0 0 1 0 0,-1 1-1 0 0,0 0 1 0 0,-1 1-1 0 0,0 0 1 0 0,13 22 0 0 0,-22-32-3 0 0,0 0 1 0 0,0 0 0 0 0,-1 0 0 0 0,1 0 0 0 0,0 0-1 0 0,-1 0 1 0 0,0 0 0 0 0,1 0 0 0 0,-1 0 0 0 0,0 0 0 0 0,0 0-1 0 0,0 0 1 0 0,-1 0 0 0 0,1 0 0 0 0,0 1 0 0 0,-1-1 0 0 0,1 0-1 0 0,-2 2 1 0 0,0 0 12 0 0,0-1 0 0 0,0 1 0 0 0,0-1 0 0 0,0 1 0 0 0,-1-1-1 0 0,1 0 1 0 0,-1 0 0 0 0,0-1 0 0 0,-3 4 0 0 0,-6 2 62 0 0,0 0 0 0 0,0-1 0 0 0,-1 0 1 0 0,-18 7-1 0 0,12-7-197 0 0,0 0-1 0 0,-1-2 1 0 0,1-1 0 0 0,-1 0 0 0 0,0-1-1 0 0,0-2 1 0 0,0 0 0 0 0,-26-2 0 0 0,24 0-1105 0 0,1-2 1 0 0,0-1 0 0 0,-1 0-1 0 0,-26-10 1 0 0,40 11-71 0 0,1-1 0 0 0,-1 1 0 0 0,1-2 0 0 0,0 1 1 0 0,0-1-1 0 0,-10-8 0 0 0,1-2-4776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106 112 344 0 0,'4'-11'2808'0'0,"-1"-1"-1"0"0,0 0 1 0 0,2-14 0 0 0,6-25 5068 0 0,-13 60-6992 0 0,-106 384 3378 0 0,106-387-4244 0 0,-14 73 141 0 0,14-71-137 0 0,2 1-1 0 0,-1-1 1 0 0,1 0-1 0 0,0 0 0 0 0,1 1 1 0 0,0-1-1 0 0,3 13 1 0 0,-4-19-42 0 0,1-1-1 0 0,-1 1 1 0 0,1-1 0 0 0,0 1 0 0 0,0-1 0 0 0,0 1 0 0 0,-1-1 0 0 0,1 0 0 0 0,0 1 0 0 0,1-1 0 0 0,-1 0 0 0 0,0 0 0 0 0,0 0 0 0 0,0 0-1 0 0,1 0 1 0 0,-1 0 0 0 0,1 0 0 0 0,-1 0 0 0 0,0-1 0 0 0,1 1 0 0 0,1 0 0 0 0,1 0-144 0 0,0 0 0 0 0,0 0 0 0 0,-1-1 0 0 0,1 0 0 0 0,0 0 0 0 0,0 0 0 0 0,0 0-1 0 0,6-1 1 0 0,5-3-748 0 0,-1 1 1 0 0,0-2-1 0 0,22-9 0 0 0,-19 5-250 0 0,-1 0 1 0 0,0-1 0 0 0,-1-1-1 0 0,0 0 1 0 0,0-1-1 0 0,-1-1 1 0 0,-1 0 0 0 0,0-1-1 0 0,-1 0 1 0 0,12-18 0 0 0,-2 0-3040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135 100 1476 0 0,'-4'-7'624'0'0,"1"-1"-1"0"0,-2 1 0 0 0,1 0 1 0 0,-1 0-1 0 0,0 1 0 0 0,0-1 1 0 0,0 1-1 0 0,-1 0 1 0 0,0 1-1 0 0,0-1 0 0 0,-1 1 1 0 0,0 0-1 0 0,0 1 1 0 0,-10-5-1 0 0,16 8-578 0 0,-1 0-1 0 0,1 1 1 0 0,-1-1-1 0 0,1 0 1 0 0,-1 1 0 0 0,1 0-1 0 0,-1-1 1 0 0,0 1 0 0 0,1 0-1 0 0,-1 0 1 0 0,0 0-1 0 0,1 0 1 0 0,-1 0 0 0 0,1 0-1 0 0,-4 1 1 0 0,4 0-28 0 0,1-1-1 0 0,-1 1 1 0 0,0-1-1 0 0,0 1 1 0 0,0-1 0 0 0,0 1-1 0 0,1 0 1 0 0,-1-1-1 0 0,0 1 1 0 0,1 0 0 0 0,-1 0-1 0 0,1-1 1 0 0,-1 1 0 0 0,0 0-1 0 0,1 0 1 0 0,0 0-1 0 0,-1 0 1 0 0,1 0 0 0 0,-1 1-1 0 0,1 1-93 0 0,-1 0 0 0 0,1 0-1 0 0,-1 0 1 0 0,1 1 0 0 0,0-1-1 0 0,0 0 1 0 0,1 0-1 0 0,-1 1 1 0 0,0-1 0 0 0,1 0-1 0 0,0 0 1 0 0,2 6 0 0 0,2 0-866 0 0,0 0 0 0 0,1 0 0 0 0,0 0 1 0 0,0-1-1 0 0,8 8 0 0 0,3 1-1864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52 2296 0 0,'-21'34'7020'0'0,"8"-14"-5467"0"0,1 0 1 0 0,1 1 0 0 0,-10 25 0 0 0,-62 215 1981 0 0,83-259-3469 0 0,-1 0 0 0 0,1-1-1 0 0,-1 1 1 0 0,0-1 0 0 0,1 1 0 0 0,-1-1 0 0 0,0 1 0 0 0,0-1 0 0 0,0 0 0 0 0,0 1-1 0 0,0-1 1 0 0,0 0 0 0 0,-1 0 0 0 0,1 0 0 0 0,0 1 0 0 0,0-1 0 0 0,-1-1 0 0 0,1 1-1 0 0,-1 0 1 0 0,1 0 0 0 0,-1-1 0 0 0,1 1 0 0 0,-1 0 0 0 0,0-1 0 0 0,-2 1 0 0 0,3-1-55 0 0,0-1 0 0 0,-1 1 0 0 0,1 0 1 0 0,0-1-1 0 0,0 1 0 0 0,-1-1 1 0 0,1 1-1 0 0,0-1 0 0 0,0 0 1 0 0,0 1-1 0 0,0-1 0 0 0,0 0 0 0 0,0 0 1 0 0,0 0-1 0 0,0 0 0 0 0,0 0 1 0 0,0 0-1 0 0,1 0 0 0 0,-1 0 0 0 0,0 0 1 0 0,1 0-1 0 0,-1 0 0 0 0,1-1 1 0 0,-1 1-1 0 0,1 0 0 0 0,-1 0 1 0 0,1-1-1 0 0,0 1 0 0 0,0 0 0 0 0,0-1 1 0 0,0 1-1 0 0,0-2 0 0 0,-1-10-8 0 0,1 0-1 0 0,0 0 0 0 0,1 0 1 0 0,1 0-1 0 0,0 0 1 0 0,0 1-1 0 0,1-1 0 0 0,6-12 1 0 0,4-10-28 0 0,27-49 0 0 0,-28 62-2 0 0,1 0 1 0 0,2 1-1 0 0,21-25 1 0 0,-27 35 8 0 0,0 2 1 0 0,0-1 0 0 0,1 2-1 0 0,1-1 1 0 0,0 1 0 0 0,0 1-1 0 0,0 0 1 0 0,13-6 0 0 0,-19 11 19 0 0,-1 0 1 0 0,1 0 0 0 0,0 1 0 0 0,0 0-1 0 0,0 0 1 0 0,0 0 0 0 0,0 0 0 0 0,0 1-1 0 0,1 0 1 0 0,-1 0 0 0 0,0 0 0 0 0,0 1-1 0 0,0-1 1 0 0,0 1 0 0 0,0 1-1 0 0,0-1 1 0 0,0 1 0 0 0,0-1 0 0 0,-1 2-1 0 0,10 4 1 0 0,-9-4 18 0 0,0 1-1 0 0,-1 0 0 0 0,1 0 0 0 0,-1 0 1 0 0,0 1-1 0 0,0 0 0 0 0,-1 0 0 0 0,1 0 1 0 0,-1 0-1 0 0,0 0 0 0 0,0 0 1 0 0,-1 1-1 0 0,1 0 0 0 0,-1-1 0 0 0,-1 1 1 0 0,1 0-1 0 0,1 8 0 0 0,-2 0 28 0 0,0-1 0 0 0,-1 1 0 0 0,0-1 0 0 0,-1 0 0 0 0,-1 1-1 0 0,0-1 1 0 0,-5 17 0 0 0,-35 91-335 0 0,15-49-2822 0 0,27-71 2989 0 0,-1-1 0 0 0,1 1 0 0 0,0 0 0 0 0,0-1 0 0 0,-1 1 0 0 0,1 0-1 0 0,0-1 1 0 0,0 1 0 0 0,0 0 0 0 0,0-1 0 0 0,0 1 0 0 0,0 0 0 0 0,0 0 0 0 0,0-1-1 0 0,0 1 1 0 0,0 0 0 0 0,1-1 0 0 0,-1 1 0 0 0,0 0 0 0 0,0-1 0 0 0,0 1 0 0 0,1-1-1 0 0,-1 1 1 0 0,0 0 0 0 0,1-1 0 0 0,-1 1 0 0 0,1-1 0 0 0,-1 1 0 0 0,1-1 0 0 0,-1 1-1 0 0,1-1 1 0 0,-1 1 0 0 0,1-1 0 0 0,-1 0 0 0 0,1 1 0 0 0,-1-1 0 0 0,2 1 0 0 0,0-1-219 0 0,0 1 0 0 0,-1-1 1 0 0,1 0-1 0 0,0 1 1 0 0,-1-1-1 0 0,1 0 1 0 0,0 0-1 0 0,0 0 1 0 0,0 0-1 0 0,-1-1 0 0 0,4 0 1 0 0,11-6-2792 0 0,2-5-979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4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391 302 2428 0 0,'90'-292'14174'0'0,"-85"282"-11958"0"0,-1 20-1177 0 0,-3 19 223 0 0,-5 70 1756 0 0,-21 117 0 0 0,12-118-2044 0 0,-82 431 1798 0 0,-31-4-1899 0 0,92-391-711 0 0,24-96-111 0 0,-36 165 73 0 0,37-155-40 0 0,3 0 1 0 0,0 62-1 0 0,6-107-70 0 0,2 25 87 0 0,-2-27-95 0 0,0 0 0 0 0,0 0 0 0 0,1 0 0 0 0,-1 0 0 0 0,0 0 0 0 0,1 0-1 0 0,-1 0 1 0 0,0-1 0 0 0,1 1 0 0 0,-1 0 0 0 0,1 0 0 0 0,-1 0 0 0 0,1-1 0 0 0,0 1 0 0 0,-1 0 0 0 0,1-1 0 0 0,0 1 0 0 0,0 0 0 0 0,-1-1 0 0 0,1 1 0 0 0,0-1-1 0 0,0 1 1 0 0,0-1 0 0 0,-1 1 0 0 0,1-1 0 0 0,0 0 0 0 0,0 0 0 0 0,1 1 0 0 0,3-1-2 0 0,0-1 0 0 0,0 1 0 0 0,0-1 0 0 0,-1 0 0 0 0,1 0-1 0 0,0-1 1 0 0,-1 0 0 0 0,1 1 0 0 0,-1-2 0 0 0,0 1 0 0 0,1 0 0 0 0,-1-1 0 0 0,0 0 0 0 0,-1 1 0 0 0,7-7-1 0 0,8-8 24 0 0,28-35-1 0 0,-40 45-25 0 0,13-17-1 0 0,-2 0 0 0 0,-1-1 0 0 0,-1 0 0 0 0,0-1 0 0 0,11-32 0 0 0,-18 38 0 0 0,-1 0 0 0 0,-1-1 0 0 0,-1 0 0 0 0,-1-1 0 0 0,0 1 0 0 0,-2-1 0 0 0,0-38 0 0 0,-4 40 0 0 0,-1-1 0 0 0,-1 1 0 0 0,-1 0 0 0 0,-1 0 0 0 0,0 1 0 0 0,-2-1 0 0 0,0 1 0 0 0,-1 1 0 0 0,-1 0 0 0 0,-1 0 0 0 0,0 1 0 0 0,-18-20 0 0 0,-1 1 0 0 0,-2 2 0 0 0,-2 2 0 0 0,-1 1 0 0 0,-51-36 0 0 0,57 47-2966 0 0,-42-40 0 0 0,71 59 2886 0 0,0 1 1 0 0,0-1-1 0 0,0 1 0 0 0,0-1 1 0 0,0 1-1 0 0,0-1 0 0 0,0 1 1 0 0,0 0-1 0 0,0-1 0 0 0,1 1 1 0 0,-1-1-1 0 0,0 1 0 0 0,0-1 1 0 0,0 1-1 0 0,1-1 0 0 0,-1 1 0 0 0,0 0 1 0 0,1-1-1 0 0,-1 1 0 0 0,0 0 1 0 0,1-1-1 0 0,-1 1 0 0 0,0 0 1 0 0,1-1-1 0 0,-1 1 0 0 0,1 0 1 0 0,-1 0-1 0 0,0-1 0 0 0,1 1 1 0 0,0 0-1 0 0,13-9-899 0 0,-14 9 960 0 0,48-19-4071 0 0,97-27-1 0 0,-66 24 1263 0 0,-21 5 833 0 0,-11 4 186 0 0,69-29-1 0 0,-101 35 2181 0 0,0-1-1 0 0,27-19 1 0 0,-33 20 376 0 0,-1 0 0 0 0,1-1 0 0 0,-1 1 0 0 0,-1-2 0 0 0,9-12 0 0 0,15-37 5821 0 0,-21 40 244 0 0,-12 24-3738 0 0,-11 30-1339 0 0,-15 72 1 0 0,21-67-1617 0 0,2 0 1 0 0,1 0-1 0 0,3 63 1 0 0,1-98-438 0 0,0 0 0 0 0,1-1 0 0 0,0 0 0 0 0,0 1-1 0 0,1-1 1 0 0,0 1 0 0 0,-1-1 0 0 0,7 10 0 0 0,-7-14 137 0 0,0 0-1 0 0,0 0 1 0 0,0-1 0 0 0,0 1 0 0 0,0 0-1 0 0,0 0 1 0 0,0 0 0 0 0,1-1-1 0 0,-1 1 1 0 0,0-1 0 0 0,1 1 0 0 0,-1-1-1 0 0,0 0 1 0 0,1 1 0 0 0,-1-1-1 0 0,1 0 1 0 0,-1 0 0 0 0,0 0-1 0 0,1 0 1 0 0,-1 0 0 0 0,1 0 0 0 0,-1 0-1 0 0,0 0 1 0 0,2-1 0 0 0,3 0-576 0 0,-1 0 0 0 0,0-1-1 0 0,0 1 1 0 0,0-1 0 0 0,6-3 0 0 0,-4 0-536 0 0,0 1-1 0 0,-1-1 1 0 0,0 0-1 0 0,0 0 1 0 0,-1-1 0 0 0,1 1-1 0 0,5-10 1 0 0,9-12-6759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106 215 1464 0 0,'-6'-29'2509'0'0,"0"1"0"0"0,-2 0 0 0 0,-2 0 0 0 0,0 1 0 0 0,-21-37 0 0 0,31 64-2499 0 0,0-1 1 0 0,0 1 0 0 0,0-1 0 0 0,0 1 0 0 0,0-1-1 0 0,-1 1 1 0 0,1-1 0 0 0,0 1 0 0 0,0-1 0 0 0,-1 1-1 0 0,1-1 1 0 0,0 1 0 0 0,-1-1 0 0 0,1 1 0 0 0,0 0-1 0 0,-1-1 1 0 0,1 1 0 0 0,0 0 0 0 0,-1-1 0 0 0,1 1-1 0 0,-1 0 1 0 0,1 0 0 0 0,-1-1 0 0 0,1 1 0 0 0,-1 0-1 0 0,1 0 1 0 0,-1 0 0 0 0,1 0 0 0 0,-1-1 0 0 0,1 1-1 0 0,-1 0 1 0 0,1 0 0 0 0,-1 0 0 0 0,1 0 0 0 0,-1 0-1 0 0,0 0 1 0 0,1 1 0 0 0,-1-1 0 0 0,1 0 0 0 0,-1 0-1 0 0,1 0 1 0 0,-1 0 0 0 0,1 1 0 0 0,0-1 0 0 0,-1 0-1 0 0,1 0 1 0 0,-1 1 0 0 0,1-1 0 0 0,-1 0 0 0 0,1 1-1 0 0,0-1 1 0 0,-1 1 0 0 0,0 0 0 0 0,0 0-187 0 0,0 1 0 0 0,-1 0 1 0 0,1 0-1 0 0,0 0 1 0 0,0 0-1 0 0,0 0 0 0 0,0 0 1 0 0,0 0-1 0 0,1 0 0 0 0,-2 5 1 0 0,2 2-1869 0 0,0 0 1 0 0,0 0-1 0 0,4 15 1 0 0,-1-9-2548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0 980 0 0,'0'0'2732'0'0,"5"10"4018"0"0,-4 1-5305 0 0,1 0 0 0 0,0-1 0 0 0,0 1 1 0 0,5 11-1 0 0,4 15 399 0 0,-5-5-805 0 0,-1 1 1 0 0,-1-1-1 0 0,-1 41 1 0 0,-3-59-650 0 0,-1 0 0 0 0,0 1 0 0 0,-1-1 1 0 0,0 0-1 0 0,-2 0 0 0 0,1 0 0 0 0,-2-1 0 0 0,0 1 1 0 0,-11 21-1 0 0,16-34-360 0 0,-1 0 0 0 0,1-1 0 0 0,-1 1-1 0 0,1 0 1 0 0,-1-1 0 0 0,1 1 0 0 0,-1-1 0 0 0,0 1 0 0 0,1-1 0 0 0,-1 1 0 0 0,1-1 0 0 0,-1 1-1 0 0,0-1 1 0 0,0 1 0 0 0,1-1 0 0 0,-1 0 0 0 0,0 0 0 0 0,0 1 0 0 0,1-1 0 0 0,-1 0 0 0 0,0 0-1 0 0,0 0 1 0 0,0 0 0 0 0,0 0 0 0 0,1 0 0 0 0,-1 0 0 0 0,0 0 0 0 0,0 0 0 0 0,0 0 0 0 0,1 0-1 0 0,-3-1 1 0 0,2 1-70 0 0,0-1 46 0 0,0 0 0 0 0,0 0-1 0 0,1 0 1 0 0,-1 0 0 0 0,0 0 0 0 0,1 0 0 0 0,-1 0-1 0 0,1-1 1 0 0,-1 1 0 0 0,1 0 0 0 0,-1 0 0 0 0,1 0-1 0 0,0-1 1 0 0,0 1 0 0 0,-1 0 0 0 0,1 0 0 0 0,0-1 0 0 0,0 1-1 0 0,0 0 1 0 0,1-3 0 0 0,-1 3 5 0 0,1-14-27 0 0,0 1-1 0 0,2-1 0 0 0,-1 1 0 0 0,2-1 0 0 0,0 1 1 0 0,1 0-1 0 0,0 1 0 0 0,1-1 0 0 0,11-18 1 0 0,-5 11-37 0 0,2 1 0 0 0,0 0 0 0 0,1 1 1 0 0,0 1-1 0 0,20-17 0 0 0,-22 24 0 0 0,0 0-1 0 0,1 0 0 0 0,0 1 1 0 0,1 1-1 0 0,16-7 1 0 0,-24 12-11 0 0,0 1 1 0 0,0 1 0 0 0,0-1-1 0 0,0 1 1 0 0,0 1 0 0 0,1-1-1 0 0,-1 1 1 0 0,0 0 0 0 0,1 1-1 0 0,-1 0 1 0 0,0 0 0 0 0,1 0-1 0 0,-1 1 1 0 0,10 2 0 0 0,-15-2 54 0 0,1 0 0 0 0,-1-1-1 0 0,1 1 1 0 0,-1 1 0 0 0,0-1 0 0 0,0 0 0 0 0,0 1 0 0 0,1-1-1 0 0,-1 1 1 0 0,-1-1 0 0 0,1 1 0 0 0,0 0 0 0 0,0 0 0 0 0,-1 0 0 0 0,1 0-1 0 0,-1 0 1 0 0,1 0 0 0 0,0 3 0 0 0,0-1 5 0 0,0 1-1 0 0,-1-1 1 0 0,0 1 0 0 0,0 0 0 0 0,0-1-1 0 0,-1 1 1 0 0,1 0 0 0 0,-1 0 0 0 0,-1 5-1 0 0,-1 9 9 0 0,-1 0-1 0 0,-1 0 1 0 0,-11 32-1 0 0,13-45-9 0 0,-7 21-246 0 0,5-16-711 0 0,0 1 0 0 0,0-1 0 0 0,1 1 1 0 0,1 0-1 0 0,-2 15 0 0 0,4-25 622 0 0,0-1 0 0 0,0 1 0 0 0,1-1 0 0 0,-1 1 0 0 0,0-1 0 0 0,1 1 0 0 0,-1-1 0 0 0,1 1 0 0 0,0-1 0 0 0,-1 0 0 0 0,1 1 0 0 0,0-1 0 0 0,0 0 0 0 0,0 1 0 0 0,0-1 0 0 0,0 0 0 0 0,0 0 0 0 0,0 0 0 0 0,0 0 0 0 0,1 0 0 0 0,-1 0 0 0 0,0 0 0 0 0,0 0 0 0 0,1-1 0 0 0,-1 1 0 0 0,1 0 0 0 0,-1-1 0 0 0,1 1 0 0 0,-1-1-1 0 0,1 0 1 0 0,-1 1 0 0 0,1-1 0 0 0,-1 0 0 0 0,1 0 0 0 0,-1 0 0 0 0,1 0 0 0 0,1 0 0 0 0,15-1-4944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2956 0 0,'9'-25'4673'0'0,"0"0"0"0"0,-2-1 1 0 0,5-35-1 0 0,-12 59-3201 0 0,1 4-1325 0 0,0 0-1 0 0,-1 0 1 0 0,0 0 0 0 0,1 0-1 0 0,-1 0 1 0 0,0 0 0 0 0,0 0 0 0 0,0 0-1 0 0,0 0 1 0 0,-1 2 0 0 0,-15 99 3017 0 0,7-54-2328 0 0,-5 98 0 0 0,14-144-879 0 0,2 23 16 0 0,-2-25-64 0 0,0 1 1 0 0,0-1-1 0 0,1 0 0 0 0,-1 0 1 0 0,0 1-1 0 0,1-1 1 0 0,-1 0-1 0 0,1 0 1 0 0,-1 0-1 0 0,1 0 0 0 0,0 0 1 0 0,0 0-1 0 0,-1 0 1 0 0,1 0-1 0 0,0 0 1 0 0,0 0-1 0 0,0 0 0 0 0,2 1 1 0 0,1-1-272 0 0,0 0 0 0 0,0 0 0 0 0,0 0 0 0 0,0-1 0 0 0,0 0 0 0 0,0 1 1 0 0,0-2-1 0 0,0 1 0 0 0,1 0 0 0 0,-1-1 0 0 0,0 0 0 0 0,0 0 0 0 0,0 0 0 0 0,-1 0 0 0 0,1-1 0 0 0,0 1 1 0 0,0-1-1 0 0,-1 0 0 0 0,7-5 0 0 0,4-1-2156 0 0,0-2 0 0 0,-1 0 0 0 0,23-22 0 0 0,-6-1-5548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187 167 1304 0 0,'-11'-18'2580'0'0,"0"0"1"0"0,-1 0-1 0 0,-17-18 0 0 0,19 25-1695 0 0,0 0 0 0 0,-1 1 0 0 0,0 1 0 0 0,-1 0-1 0 0,-17-11 1 0 0,29 20-879 0 0,-1-1 0 0 0,0 0 1 0 0,0 1-1 0 0,0-1 0 0 0,0 1 0 0 0,0-1 0 0 0,0 1 0 0 0,0-1 0 0 0,0 1 0 0 0,0 0 0 0 0,0-1 1 0 0,0 1-1 0 0,0 0 0 0 0,0 0 0 0 0,0 0 0 0 0,0 0 0 0 0,0 0 0 0 0,0 0 0 0 0,0 0 0 0 0,0 0 0 0 0,0 0 1 0 0,0 0-1 0 0,-1 1 0 0 0,1-1 0 0 0,0 0 0 0 0,0 1 0 0 0,0-1 0 0 0,1 1 0 0 0,-1-1 0 0 0,0 1 1 0 0,0-1-1 0 0,0 1 0 0 0,0 0 0 0 0,0 0 0 0 0,1-1 0 0 0,-2 2 0 0 0,-3 15-2698 0 0,9 2-3642 0 0,1-11 604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28 2212 0 0,'11'-19'17273'0'0,"-4"10"-13819"0"0,-6 11-3246 0 0,1-1-1 0 0,-1 1 0 0 0,0 0 0 0 0,0 0 1 0 0,0-1-1 0 0,0 1 0 0 0,0 0 0 0 0,-1 0 0 0 0,1 0 1 0 0,0 0-1 0 0,-1 0 0 0 0,1 0 0 0 0,-1 4 1 0 0,3 34 1345 0 0,-3-22-1006 0 0,2 34 507 0 0,-2-1-1 0 0,-11 78 1 0 0,-28 102 33 0 0,26-158-840 0 0,-4 1-90 0 0,-4 28 54 0 0,19-87-410 0 0,0-1 0 0 0,2 1 0 0 0,-1 0 0 0 0,4 27 0 0 0,-2-41 139 0 0,-1 0 1 0 0,0 1 0 0 0,1-1-1 0 0,-1 0 1 0 0,1 1-1 0 0,-1-1 1 0 0,1 0-1 0 0,0 0 1 0 0,-1 1 0 0 0,1-1-1 0 0,0 0 1 0 0,0 0-1 0 0,0 0 1 0 0,0 0-1 0 0,0 0 1 0 0,0 0-1 0 0,0 0 1 0 0,0-1 0 0 0,0 1-1 0 0,0 0 1 0 0,1 0-1 0 0,-1-1 1 0 0,0 1-1 0 0,1-1 1 0 0,-1 1 0 0 0,0-1-1 0 0,1 0 1 0 0,-1 0-1 0 0,0 1 1 0 0,1-1-1 0 0,-1 0 1 0 0,1 0-1 0 0,-1 0 1 0 0,2-1 0 0 0,4 1-215 0 0,-1-1 0 0 0,0 0 0 0 0,1 0 1 0 0,-1-1-1 0 0,0 0 0 0 0,9-3 1 0 0,1-3-40 0 0,0 0 0 0 0,-1-2 0 0 0,0 1 0 0 0,0-2 0 0 0,-1 0 0 0 0,21-22 0 0 0,-10 7 54 0 0,-2-1 1 0 0,28-43 0 0 0,-37 46 703 0 0,-1 0 1 0 0,-1-1-1 0 0,-1-1 1 0 0,8-30-1 0 0,-19 55-436 0 0,1 0-1 0 0,-1 1 1 0 0,0-1-1 0 0,0 1 1 0 0,1-1-1 0 0,-1 0 1 0 0,0 1-1 0 0,0-1 0 0 0,0 0 1 0 0,0 1-1 0 0,0-1 1 0 0,0 0-1 0 0,0 1 1 0 0,0-1-1 0 0,0 0 0 0 0,0 1 1 0 0,-1-1-1 0 0,1 0 1 0 0,0 0-1 0 0,-9 0 78 0 0,-12 13-8 0 0,10 0-37 0 0,0 0-1 0 0,1 1 0 0 0,0 0 1 0 0,1 1-1 0 0,0 0 1 0 0,1 0-1 0 0,-6 18 0 0 0,2-4 30 0 0,2 1-1 0 0,-12 55 1 0 0,21-81-116 0 0,1 1 1 0 0,-1-1-1 0 0,0 0 1 0 0,1 0-1 0 0,0 0 1 0 0,0 0-1 0 0,0 0 1 0 0,0 0-1 0 0,0 1 1 0 0,1-1-1 0 0,-1 0 1 0 0,1 0-1 0 0,0 0 1 0 0,0 0-1 0 0,0 0 1 0 0,0 0-1 0 0,1 0 1 0 0,-1-1-1 0 0,1 1 1 0 0,-1 0-1 0 0,1-1 1 0 0,0 1-1 0 0,0-1 1 0 0,0 0-1 0 0,1 1 1 0 0,-1-1-1 0 0,0 0 1 0 0,1-1-1 0 0,0 1 1 0 0,-1 0-1 0 0,1-1 1 0 0,0 1-1 0 0,0-1 1 0 0,0 0-1 0 0,0 0 1 0 0,0 0-1 0 0,0 0 1 0 0,0 0-1 0 0,0-1 1 0 0,0 1-1 0 0,0-1 1 0 0,4 0-1 0 0,13 0-568 0 0,0 0-1 0 0,0-1 1 0 0,0-2-1 0 0,0 0 0 0 0,0 0 1 0 0,0-2-1 0 0,-1-1 1 0 0,0 0-1 0 0,0-2 1 0 0,0 0-1 0 0,-1-1 0 0 0,-1 0 1 0 0,1-2-1 0 0,20-16 1 0 0,-12 7 146 0 0,-2-1 0 0 0,0-1 0 0 0,-2-2 0 0 0,0 0 0 0 0,-2-1 0 0 0,0-1 0 0 0,-2-1 0 0 0,18-36 0 0 0,-20 30 637 0 0,-1-2-1 0 0,-1 0 0 0 0,-2-1 0 0 0,13-70 1 0 0,-16 44 2381 0 0,-3 0 0 0 0,-1-70 1 0 0,-5 132-2544 0 0,0 0 0 0 0,0 0 0 0 0,-1 0 0 0 0,1 1 1 0 0,0-1-1 0 0,0 0 0 0 0,0 0 0 0 0,-1 0 0 0 0,1 0 1 0 0,0 1-1 0 0,0-1 0 0 0,0 0 0 0 0,-1 0 0 0 0,1 0 1 0 0,0 0-1 0 0,0 0 0 0 0,-1 0 0 0 0,1 0 0 0 0,0 0 1 0 0,0 0-1 0 0,-1 0 0 0 0,1 0 0 0 0,0 0 0 0 0,0 0 1 0 0,-1 0-1 0 0,1 0 0 0 0,0 0 0 0 0,0 0 0 0 0,-1 0 1 0 0,1 0-1 0 0,0 0 0 0 0,0 0 0 0 0,0 0 0 0 0,-1 0 0 0 0,1-1 1 0 0,0 1-1 0 0,0 0 0 0 0,-1 0 0 0 0,1 0 0 0 0,0 0 1 0 0,0 0-1 0 0,0-1 0 0 0,0 1 0 0 0,-1 0 0 0 0,1 0 1 0 0,0 0-1 0 0,0-1 0 0 0,0 1 0 0 0,0 0 0 0 0,0 0 1 0 0,0-1-1 0 0,0 1 0 0 0,0 0 0 0 0,-1 0 0 0 0,1-1 1 0 0,0 1-1 0 0,0 0 0 0 0,0 0 0 0 0,0-1 0 0 0,0 1 1 0 0,0 0-1 0 0,0 0 0 0 0,1-1 0 0 0,-1 1 0 0 0,0 0 1 0 0,0 0-1 0 0,0-1 0 0 0,0 1 0 0 0,-13 15 115 0 0,-7 26 449 0 0,1 1 0 0 0,2 1 0 0 0,-20 79 0 0 0,22-71-51 0 0,8-27-277 0 0,-30 101 841 0 0,-25 155-1 0 0,60-270-1145 0 0,1 0-1 0 0,0 1 0 0 0,1-1 1 0 0,0 0-1 0 0,1 1 1 0 0,0-1-1 0 0,1 0 1 0 0,0 1-1 0 0,6 18 0 0 0,-6-24-165 0 0,0-1 0 0 0,0 0-1 0 0,1 0 1 0 0,-1 1-1 0 0,1-1 1 0 0,0-1 0 0 0,0 1-1 0 0,0 0 1 0 0,1-1-1 0 0,-1 1 1 0 0,1-1-1 0 0,0 0 1 0 0,0-1 0 0 0,0 1-1 0 0,0 0 1 0 0,0-1-1 0 0,1 0 1 0 0,-1 0 0 0 0,1-1-1 0 0,-1 1 1 0 0,1-1-1 0 0,9 2 1 0 0,-6-2-362 0 0,0-1 0 0 0,1 1 1 0 0,-1-1-1 0 0,0-1 0 0 0,0 1 0 0 0,0-2 0 0 0,0 1 1 0 0,-1-1-1 0 0,16-5 0 0 0,-11 2 59 0 0,0-1 0 0 0,0 0-1 0 0,-1-1 1 0 0,0 0 0 0 0,16-14 0 0 0,-7 2 717 0 0,0 0 0 0 0,-1-2 0 0 0,-1 0 0 0 0,-2-2 0 0 0,17-25 0 0 0,-4-6 6009 0 0,44-108 1 0 0,-62 142-5003 0 0,-7 20-829 0 0,-1 13-257 0 0,-1 39 647 0 0,-6 56 1 0 0,1-60-468 0 0,5 78 0 0 0,-2-121-333 0 0,1 1 0 0 0,-1-1 0 0 0,1 0-1 0 0,1 1 1 0 0,-1-1 0 0 0,1 0 0 0 0,-1 0-1 0 0,2 0 1 0 0,-1 0 0 0 0,0-1 0 0 0,1 1-1 0 0,0 0 1 0 0,0-1 0 0 0,0 0 0 0 0,1 0 0 0 0,-1 0-1 0 0,1 0 1 0 0,0 0 0 0 0,0-1 0 0 0,0 0-1 0 0,1 0 1 0 0,-1 0 0 0 0,1 0 0 0 0,0-1-1 0 0,0 1 1 0 0,0-1 0 0 0,0 0 0 0 0,0-1-1 0 0,0 1 1 0 0,0-1 0 0 0,0 0 0 0 0,1-1-1 0 0,9 1 1 0 0,-6-1-220 0 0,-1 0 0 0 0,1 0 0 0 0,0-1 0 0 0,0-1 0 0 0,0 1 0 0 0,-1-1-1 0 0,1-1 1 0 0,-1 0 0 0 0,1 0 0 0 0,-1 0 0 0 0,0-1 0 0 0,0-1 0 0 0,-1 1 0 0 0,1-1 0 0 0,-1 0-1 0 0,12-12 1 0 0,-7 5 164 0 0,-1-1 0 0 0,-1 0 1 0 0,0 0-1 0 0,-1-1 0 0 0,-1 0 0 0 0,0-1 0 0 0,0 0 0 0 0,5-17 0 0 0,30-94 4418 0 0,-107 304-2217 0 0,7 4 0 0 0,-39 217 0 0 0,92-377-2099 0 0,-10 52 0 0 0,-3-1 0 0 0,-37 100 0 0 0,50-163 0 0 0,-1-1 0 0 0,1 0 0 0 0,-1 0 0 0 0,-1-1 0 0 0,0 1 0 0 0,0-1 0 0 0,0-1 0 0 0,-1 1 0 0 0,0-1 0 0 0,-1 0 0 0 0,-8 6 0 0 0,9-9 0 0 0,0 0 0 0 0,0 0 0 0 0,0 0 0 0 0,-1-1 0 0 0,0 0 0 0 0,1 0 0 0 0,-1-1 0 0 0,0 0 0 0 0,0-1 0 0 0,0 1 0 0 0,0-2 0 0 0,-1 1 0 0 0,1-1 0 0 0,-10-1 0 0 0,8 0 0 0 0,1 0 0 0 0,-1-1 0 0 0,1 0 0 0 0,-1-1 0 0 0,1 0 0 0 0,0-1 0 0 0,0 0 0 0 0,0 0 0 0 0,1 0 0 0 0,-1-1 0 0 0,1-1 0 0 0,0 1 0 0 0,1-1 0 0 0,-9-9 0 0 0,11 9 0 0 0,0 1 0 0 0,1-1 0 0 0,-1 1 0 0 0,1-1 0 0 0,1 0 0 0 0,-1-1 0 0 0,1 1 0 0 0,0-1 0 0 0,1 1 0 0 0,0-1 0 0 0,0 0 0 0 0,0 0 0 0 0,1 0 0 0 0,-1 0 0 0 0,2 0 0 0 0,-1 0 0 0 0,1 0 0 0 0,0 0 0 0 0,1 0 0 0 0,1-10 0 0 0,3-3-110 0 0,1 0-1 0 0,1 0 1 0 0,0 0 0 0 0,2 1 0 0 0,0 0-1 0 0,1 1 1 0 0,1 0 0 0 0,1 0 0 0 0,0 1-1 0 0,29-29 1 0 0,-6 11-392 0 0,2 1 0 0 0,1 3 0 0 0,63-42-1 0 0,96-40-7452 0 0,-78 48-2789 0 0,-84 43 2302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38 596 0 0,'-241'-31'16556'0'0,"238"30"-15323"0"0,7 0-476 0 0,19-1-275 0 0,32-1-862 0 0,122 4-4980 0 0,-128 0 1016 0 0,5-1-2792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59 452 0 0,'3'-5'773'0'0,"0"0"-1"0"0,1 1 1 0 0,-1 0 0 0 0,1-1-1 0 0,0 1 1 0 0,0 0 0 0 0,1 1 0 0 0,-1-1-1 0 0,1 1 1 0 0,0 0 0 0 0,0 0-1 0 0,9-4 1 0 0,-12 6-679 0 0,1 0 0 0 0,-1 0 1 0 0,1 1-1 0 0,-1-1 0 0 0,0 1 0 0 0,1 0 0 0 0,-1 0 0 0 0,1 0 1 0 0,-1 0-1 0 0,1 0 0 0 0,-1 0 0 0 0,1 0 0 0 0,-1 1 1 0 0,1 0-1 0 0,-1-1 0 0 0,0 1 0 0 0,1 0 0 0 0,-1 0 1 0 0,0 0-1 0 0,0 0 0 0 0,0 1 0 0 0,0-1 0 0 0,0 0 1 0 0,0 1-1 0 0,0 0 0 0 0,0-1 0 0 0,0 1 0 0 0,-1 0 0 0 0,1 0 1 0 0,-1 0-1 0 0,1 0 0 0 0,0 3 0 0 0,2 2-35 0 0,-1-1 0 0 0,0 1 0 0 0,0 0 0 0 0,-1 0 1 0 0,0 0-1 0 0,-1 0 0 0 0,1 0 0 0 0,-1 1 0 0 0,-1-1 0 0 0,1 0 0 0 0,-1 1 0 0 0,0-1 0 0 0,-1 0 0 0 0,0 1 0 0 0,0-1 0 0 0,-1 0 0 0 0,-2 9 0 0 0,-4 8 544 0 0,-2 0-1 0 0,0-1 0 0 0,-21 35 1 0 0,23-51-21 0 0,3-12-136 0 0,2-13-188 0 0,8 2-245 0 0,0 1-1 0 0,1 0 1 0 0,1 0-1 0 0,0 1 1 0 0,1 0-1 0 0,0 0 1 0 0,1 0-1 0 0,1 1 1 0 0,0 1-1 0 0,0 0 1 0 0,2 0-1 0 0,-1 1 1 0 0,1 0-1 0 0,1 1 1 0 0,21-13-1 0 0,-29 21-19 0 0,-1-1 0 0 0,1 2 0 0 0,-1-1 0 0 0,1 0 0 0 0,0 1 0 0 0,0 0 0 0 0,0 0 0 0 0,0 0 0 0 0,0 0 0 0 0,0 1-1 0 0,0 0 1 0 0,-1 0 0 0 0,1 1 0 0 0,0-1 0 0 0,0 1 0 0 0,0 0 0 0 0,0 0 0 0 0,0 1 0 0 0,0-1 0 0 0,-1 1 0 0 0,1 0 0 0 0,-1 0-1 0 0,1 1 1 0 0,-1-1 0 0 0,0 1 0 0 0,6 5 0 0 0,-4-2 2 0 0,0 0 0 0 0,-1 0 0 0 0,1 0 0 0 0,-1 1 0 0 0,-1-1 0 0 0,1 1-1 0 0,-1 0 1 0 0,-1 1 0 0 0,1-1 0 0 0,-1 1 0 0 0,0-1 0 0 0,-1 1 0 0 0,0 0 0 0 0,0 0 0 0 0,1 13 0 0 0,0 26 233 0 0,-3-44-188 0 0,-2 3 136 0 0,0-5-106 0 0,3-11-60 0 0,4-5-18 0 0,0 0 0 0 0,1 1 0 0 0,1 0 0 0 0,0 0 0 0 0,1 0-1 0 0,0 1 1 0 0,1 0 0 0 0,0 0 0 0 0,2 1 0 0 0,-1 1 0 0 0,1-1 0 0 0,1 2-1 0 0,0 0 1 0 0,0 0 0 0 0,1 1 0 0 0,14-8 0 0 0,-25 16 0 0 0,1-1 1 0 0,-1 1-1 0 0,1 0 0 0 0,0 0 1 0 0,-1 0-1 0 0,1 0 0 0 0,0 0 1 0 0,0 1-1 0 0,0-1 1 0 0,-1 1-1 0 0,1-1 0 0 0,0 1 1 0 0,0 0-1 0 0,0 0 1 0 0,0 1-1 0 0,0-1 0 0 0,-1 0 1 0 0,1 1-1 0 0,0 0 1 0 0,0 0-1 0 0,0 0 0 0 0,-1 0 1 0 0,1 0-1 0 0,-1 0 1 0 0,4 2-1 0 0,-4 0 9 0 0,1-1 0 0 0,0 1 0 0 0,-1 0 0 0 0,1 0-1 0 0,-1 0 1 0 0,0 0 0 0 0,0 0 0 0 0,0 0 0 0 0,0 1 0 0 0,0-1 0 0 0,-1 1 0 0 0,0-1 0 0 0,0 1 0 0 0,0-1-1 0 0,0 1 1 0 0,0 0 0 0 0,-1-1 0 0 0,1 7 0 0 0,-1 16 86 0 0,-5 38 1 0 0,2-42-753 0 0,2 0 1 0 0,1 39-1 0 0,0-58 320 0 0,1 0 1 0 0,0 1-1 0 0,-1-1 0 0 0,1 0 0 0 0,0 0 0 0 0,0 1 1 0 0,1-1-1 0 0,2 6 0 0 0,-2-7-269 0 0,-1 0-1 0 0,1 0 1 0 0,0 0 0 0 0,-1-1-1 0 0,1 1 1 0 0,0 0 0 0 0,0-1-1 0 0,2 2 1 0 0,11 6-5028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264 143 356 0 0,'5'-6'1063'0'0,"-1"-1"-1"0"0,0-1 1 0 0,0 1-1 0 0,0 0 1 0 0,-1-1-1 0 0,0 0 1 0 0,-1 0-1 0 0,0 0 1 0 0,0 0-1 0 0,0 0 1 0 0,-1 0 0 0 0,-1-1-1 0 0,1 1 1 0 0,-2-16-1 0 0,1 23-1019 0 0,-1 1 1 0 0,1-1-1 0 0,-1 0 0 0 0,1 1 1 0 0,0-1-1 0 0,-1 0 0 0 0,1 1 1 0 0,-1-1-1 0 0,1 1 0 0 0,-1-1 0 0 0,1 1 1 0 0,-1-1-1 0 0,0 1 0 0 0,1 0 1 0 0,-1-1-1 0 0,0 1 0 0 0,1 0 1 0 0,-1-1-1 0 0,0 1 0 0 0,1 0 1 0 0,-1 0-1 0 0,0-1 0 0 0,0 1 0 0 0,1 0 1 0 0,-1 0-1 0 0,0 0 0 0 0,1 0 1 0 0,-1 0-1 0 0,0 0 0 0 0,0 0 1 0 0,-1 1-1 0 0,-24 4 315 0 0,11 2-247 0 0,0 0-1 0 0,0 1 1 0 0,1 0 0 0 0,0 2-1 0 0,0-1 1 0 0,-20 20-1 0 0,11-7-8 0 0,0 2-1 0 0,-28 39 0 0 0,46-57-76 0 0,1 1 0 0 0,0 0-1 0 0,0 0 1 0 0,1 0-1 0 0,0 1 1 0 0,0-1-1 0 0,-4 16 1 0 0,7-21-27 0 0,-1 0 0 0 0,1 0 1 0 0,0 0-1 0 0,0 0 0 0 0,-1 0 1 0 0,1 0-1 0 0,1 0 0 0 0,-1 0 0 0 0,0 0 1 0 0,0 0-1 0 0,1 0 0 0 0,-1 0 1 0 0,1 0-1 0 0,0 0 0 0 0,-1 0 0 0 0,1 0 1 0 0,0 0-1 0 0,0 0 0 0 0,0 0 1 0 0,1-1-1 0 0,-1 1 0 0 0,0 0 0 0 0,1-1 1 0 0,-1 1-1 0 0,1-1 0 0 0,-1 1 1 0 0,1-1-1 0 0,0 0 0 0 0,-1 0 0 0 0,1 0 1 0 0,0 0-1 0 0,0 0 0 0 0,0 0 1 0 0,0 0-1 0 0,2 0 0 0 0,1 0-41 0 0,0 0 0 0 0,0 0 0 0 0,0 0 0 0 0,0 0 0 0 0,-1-1 0 0 0,1 0 0 0 0,0 0 0 0 0,0 0 0 0 0,0-1 0 0 0,0 0 0 0 0,0 0 0 0 0,0 0 0 0 0,7-3 0 0 0,-4 1-4 0 0,0-1-1 0 0,-1 0 0 0 0,1-1 1 0 0,-1 1-1 0 0,0-2 0 0 0,0 1 1 0 0,7-7-1 0 0,6-10 247 0 0,-1-1 0 0 0,0-1 0 0 0,21-36-1 0 0,-35 52-27 0 0,40-59 2006 0 0,-44 66-2137 0 0,0 2-26 0 0,0 1 0 0 0,0-1 0 0 0,0 0 0 0 0,0 1 0 0 0,-1-1 0 0 0,1 1 0 0 0,-1-1 0 0 0,1 1 0 0 0,-1-1 0 0 0,1 1 0 0 0,-1 2 0 0 0,1-2-6 0 0,-2 13 44 0 0,1 0 0 0 0,-2 1 0 0 0,-5 23 0 0 0,0 3-4 0 0,7-38-143 0 0,-3 16-242 0 0,1 0 1 0 0,1 24-1 0 0,2-37-336 0 0,0-1 0 0 0,0 1 0 0 0,0-1-1 0 0,3 8 1 0 0,-3-10-258 0 0,1 0 0 0 0,-1-1 0 0 0,1 0 1 0 0,0 1-1 0 0,0-1 0 0 0,0 0 0 0 0,1 0 0 0 0,2 4 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1288 0 0,'10'-15'2155'0'0,"-3"3"-1053"0"0,0 1-1 0 0,0 0 1 0 0,1 0-1 0 0,0 0 0 0 0,1 1 1 0 0,0 1-1 0 0,1-1 0 0 0,12-8 1 0 0,-20 17-978 0 0,0-1-1 0 0,1 1 1 0 0,-1 0-1 0 0,1 0 1 0 0,-1 0 0 0 0,1 0-1 0 0,0 1 1 0 0,-1-1 0 0 0,1 1-1 0 0,0-1 1 0 0,0 1 0 0 0,-1 0-1 0 0,1 0 1 0 0,0 0 0 0 0,0 0-1 0 0,-1 1 1 0 0,4 0 0 0 0,-1 0 23 0 0,-1 1 1 0 0,0 0 0 0 0,1 0 0 0 0,-1 0-1 0 0,0 1 1 0 0,0-1 0 0 0,-1 1 0 0 0,1 0 0 0 0,5 5-1 0 0,-1 1 101 0 0,0 0-1 0 0,0 1 0 0 0,-1 0 0 0 0,0 1 0 0 0,-1-1 1 0 0,9 21-1 0 0,-10-18-81 0 0,0 1 0 0 0,-1 0 0 0 0,0 1 0 0 0,2 23 0 0 0,-5-32-51 0 0,0 0 0 0 0,-1 0-1 0 0,0 0 1 0 0,-1 0 0 0 0,1 0 0 0 0,-1 0-1 0 0,0 0 1 0 0,-1 0 0 0 0,1-1 0 0 0,-1 1-1 0 0,-1 0 1 0 0,1-1 0 0 0,-6 10 0 0 0,7-14 29 0 0,1 0-126 0 0,-1-1-1 0 0,1 0 0 0 0,-1 0 0 0 0,1 1 0 0 0,-1-1 1 0 0,1 0-1 0 0,-1 0 0 0 0,1 0 0 0 0,-1 0 0 0 0,1 1 1 0 0,-1-1-1 0 0,1 0 0 0 0,-1 0 0 0 0,1 0 1 0 0,-1 0-1 0 0,1 0 0 0 0,-1 0 0 0 0,1-1 0 0 0,-1 1 1 0 0,0 0-1 0 0,1 0 0 0 0,-1-1 0 0 0,0-2-9 0 0,0 0-1 0 0,1-1 1 0 0,0 1-1 0 0,0-1 1 0 0,0 1-1 0 0,0-1 1 0 0,1 1-1 0 0,-1 0 1 0 0,1-1-1 0 0,0 1 1 0 0,0-1-1 0 0,0 1 1 0 0,0 0-1 0 0,1 0 1 0 0,-1 0-1 0 0,3-4 1 0 0,7-11-36 0 0,18-24 0 0 0,-23 34 22 0 0,3-3-6 0 0,1 0 0 0 0,0 0 0 0 0,1 0 0 0 0,0 2 0 0 0,1-1 1 0 0,0 1-1 0 0,0 1 0 0 0,17-8 0 0 0,-20 11-7 0 0,0 1 1 0 0,1-1-1 0 0,0 2 1 0 0,0 0-1 0 0,0 0 1 0 0,0 0-1 0 0,1 1 1 0 0,-1 1-1 0 0,0 0 1 0 0,1 0-1 0 0,-1 1 1 0 0,16 2-1 0 0,-22-1 18 0 0,1 0 0 0 0,-1 0 0 0 0,0 0 0 0 0,0 1 0 0 0,0-1 0 0 0,0 1 0 0 0,-1 0 0 0 0,1 0-1 0 0,0 1 1 0 0,-1-1 0 0 0,0 1 0 0 0,1 0 0 0 0,-1 0 0 0 0,0 0 0 0 0,0 0 0 0 0,-1 0 0 0 0,1 1 0 0 0,-1-1-1 0 0,1 1 1 0 0,-1 0 0 0 0,0-1 0 0 0,-1 1 0 0 0,1 0 0 0 0,1 6 0 0 0,2 9-46 0 0,-1 0 0 0 0,0 0-1 0 0,-2 1 1 0 0,0 22 0 0 0,2 9-1100 0 0,-3-46 567 0 0,-1-1 1 0 0,1 1-1 0 0,0 0 1 0 0,0 0-1 0 0,4 8 1 0 0,-4-11-356 0 0,0 0 1 0 0,1-1-1 0 0,-1 1 1 0 0,0 0 0 0 0,1 0-1 0 0,0-1 1 0 0,-1 1-1 0 0,4 2 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88 2092 0 0,'37'-71'16022'0'0,"-30"86"-15050"0"0,-7-5-725 0 0,0 19 321 0 0,1 0-1 0 0,8 54 0 0 0,-7-75-521 0 0,-1-1-1 0 0,1 0 1 0 0,0 0 0 0 0,1 0 0 0 0,0 0 0 0 0,0-1 0 0 0,0 1-1 0 0,1-1 1 0 0,0 0 0 0 0,0 0 0 0 0,0 0 0 0 0,1 0-1 0 0,0-1 1 0 0,0 0 0 0 0,1 0 0 0 0,-1 0 0 0 0,8 4-1 0 0,-10-7-47 0 0,0 0-1 0 0,1 0 1 0 0,0-1-1 0 0,-1 1 0 0 0,1-1 1 0 0,0 0-1 0 0,0 0 1 0 0,0 0-1 0 0,0 0 0 0 0,0-1 1 0 0,-1 0-1 0 0,1 0 1 0 0,0 0-1 0 0,0 0 1 0 0,0 0-1 0 0,5-2 0 0 0,-2 0-34 0 0,-1 0-1 0 0,0-1 0 0 0,0 1 0 0 0,0-1 0 0 0,0-1 1 0 0,0 1-1 0 0,-1-1 0 0 0,11-8 0 0 0,-1-4-62 0 0,0 0-1 0 0,0-1 1 0 0,-2 0-1 0 0,20-34 1 0 0,55-98 587 0 0,-88 148-487 0 0,0 1 0 0 0,0-1-1 0 0,0 1 1 0 0,1-1 0 0 0,-1 1 0 0 0,0 0-1 0 0,0-1 1 0 0,1 1 0 0 0,-1-1 0 0 0,0 1-1 0 0,0 0 1 0 0,1-1 0 0 0,-1 1 0 0 0,0 0 0 0 0,1 0-1 0 0,-1-1 1 0 0,1 1 0 0 0,-1 0 0 0 0,0 0-1 0 0,1-1 1 0 0,-1 1 0 0 0,1 0 0 0 0,-1 0-1 0 0,1 0 1 0 0,-1 0 0 0 0,0 0 0 0 0,1 0 0 0 0,0 0-1 0 0,3 11 50 0 0,-6 22 150 0 0,-14 41 961 0 0,-3 0 0 0 0,-46 115 0 0 0,56-165-988 0 0,-96 235 1155 0 0,76-198-1030 0 0,-2-2 0 0 0,-46 66 0 0 0,57-98-207 0 0,-1 0 1 0 0,-1-2 0 0 0,-2-1-1 0 0,0 0 1 0 0,-53 37 0 0 0,54-45 66 0 0,0-1 1 0 0,-1-2-1 0 0,-1 0 0 0 0,-1-2 1 0 0,1 0-1 0 0,-2-2 1 0 0,-43 9-1 0 0,64-16-63 0 0,-1-1-1 0 0,0-1 1 0 0,0 1 0 0 0,0-1-1 0 0,1 0 1 0 0,-1-1 0 0 0,0 0-1 0 0,0 0 1 0 0,0 0 0 0 0,-12-5-1 0 0,17 5-92 0 0,-1 0 1 0 0,1 0-1 0 0,0 0 0 0 0,0-1 0 0 0,0 1 0 0 0,0 0 0 0 0,0-1 0 0 0,1 0 0 0 0,-1 1 0 0 0,0-1 0 0 0,1 0 1 0 0,-1 0-1 0 0,1 0 0 0 0,0 0 0 0 0,-1 0 0 0 0,1 0 0 0 0,0 0 0 0 0,0 0 0 0 0,1 0 0 0 0,-1-1 0 0 0,0 1 1 0 0,1 0-1 0 0,-1-1 0 0 0,1 1 0 0 0,0 0 0 0 0,0-1 0 0 0,0 1 0 0 0,0-1 0 0 0,0 1 0 0 0,0 0 0 0 0,1-1 1 0 0,-1 1-1 0 0,1 0 0 0 0,0-3 0 0 0,4-9-271 0 0,0 1-1 0 0,0 0 1 0 0,1 0 0 0 0,1 0-1 0 0,0 1 1 0 0,1 0 0 0 0,13-16 0 0 0,9-6-1115 0 0,34-31-1 0 0,79-59-3814 0 0,-44 45-3120 0 0,-91 72 7176 0 0,36-27-7298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1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107 344 2096 0 0,'-70'-9'13143'0'0,"67"8"-12015"0"0,-17-1 1677 0 0,20 2-2751 0 0,-1 0 0 0 0,0 0 0 0 0,1 0 0 0 0,-1 0 0 0 0,0-1 0 0 0,1 1 0 0 0,-1 0 0 0 0,1 0-1 0 0,-1 0 1 0 0,0-1 0 0 0,1 1 0 0 0,-1 0 0 0 0,1 0 0 0 0,-1-1 0 0 0,1 1 0 0 0,-1-1 0 0 0,1 1-1 0 0,-1 0 1 0 0,1-1 0 0 0,-1 1 0 0 0,1-1 0 0 0,0 1 0 0 0,-1-2 0 0 0,1 1-32 0 0,0 1 0 0 0,0-1 0 0 0,0 1 1 0 0,1-1-1 0 0,-1 1 0 0 0,0-1 0 0 0,1 1 1 0 0,-1-1-1 0 0,0 1 0 0 0,1-1 0 0 0,-1 1 1 0 0,0-1-1 0 0,1 1 0 0 0,-1-1 0 0 0,1 1 1 0 0,-1 0-1 0 0,1-1 0 0 0,-1 1 0 0 0,1 0 0 0 0,0-1 1 0 0,37-16 53 0 0,-33 15-8 0 0,217-77 136 0 0,-109 41-322 0 0,171-82 0 0 0,-276 116 96 0 0,0-1 0 0 0,-1 0 0 0 0,0 0-1 0 0,1 0 1 0 0,-2-1 0 0 0,1 0-1 0 0,5-8 1 0 0,-10 13-27 0 0,-3 0 40 0 0,0 1 0 0 0,1-1 0 0 0,-1 1 0 0 0,0-1 0 0 0,0 1 0 0 0,0-1 0 0 0,1 1 0 0 0,-1-1 0 0 0,0 1 0 0 0,0 0 0 0 0,0-1 0 0 0,0 1 1 0 0,-1 0-1 0 0,-2 1-3 0 0,1 0 1 0 0,-1 0 0 0 0,0 0 0 0 0,1 1 0 0 0,-1 0-1 0 0,1 0 1 0 0,-1 0 0 0 0,1 0 0 0 0,0 0 0 0 0,0 1-1 0 0,0-1 1 0 0,0 1 0 0 0,0 0 0 0 0,1 0 0 0 0,-1 0-1 0 0,1 0 1 0 0,0 0 0 0 0,0 1 0 0 0,0-1 0 0 0,0 1-1 0 0,0-1 1 0 0,1 1 0 0 0,0 0 0 0 0,0-1 0 0 0,0 1-1 0 0,-1 5 1 0 0,0 10 10 0 0,1 0-1 0 0,1-1 0 0 0,0 1 0 0 0,5 27 1 0 0,-1 14-12 0 0,-3-52 91 0 0,-1 0 0 0 0,-1-1 1 0 0,1 1-1 0 0,-1 0 1 0 0,-1-1-1 0 0,1 1 1 0 0,-1-1-1 0 0,-1 1 1 0 0,1-1-1 0 0,-1 0 1 0 0,-1 0-1 0 0,1 0 1 0 0,-1 0-1 0 0,0-1 1 0 0,-1 0-1 0 0,1 0 1 0 0,-1 0-1 0 0,-1 0 0 0 0,1-1 1 0 0,-1 1-1 0 0,0-1 1 0 0,-10 6-1 0 0,-4 1 282 0 0,-1-1 0 0 0,-1-1 1 0 0,0 0-1 0 0,0-2 0 0 0,-26 6 0 0 0,-114 18-34 0 0,148-33-2613 0 0,16-6-934 0 0,19-7-1240 0 0,2 2-443 0 0,5 0-2479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150 640 800 0 0,'2'-5'1185'0'0,"1"1"0"0"0,-1-1 1 0 0,-1 0-1 0 0,1 0 0 0 0,-1 1 0 0 0,1-1 0 0 0,-1 0 0 0 0,-1 0 0 0 0,1 0 1 0 0,-1 0-1 0 0,0 0 0 0 0,0 0 0 0 0,-1-7 0 0 0,0 10-579 0 0,-1 3-102 0 0,-3 2-397 0 0,0 0-1 0 0,0 0 1 0 0,0 1-1 0 0,0-1 1 0 0,1 1-1 0 0,-1 0 1 0 0,1 0-1 0 0,0 1 1 0 0,0-1 0 0 0,0 1-1 0 0,-3 7 1 0 0,-34 61 193 0 0,40-71-291 0 0,-13 25 71 0 0,2 2 0 0 0,-10 32 0 0 0,18-51-82 0 0,2 1 0 0 0,-1 0 1 0 0,2 0-1 0 0,-1 0 0 0 0,1 1 0 0 0,1-1 0 0 0,0 0 1 0 0,1 0-1 0 0,2 14 0 0 0,-3-22-62 0 0,1 1 0 0 0,0 0 1 0 0,1 0-1 0 0,-1-1 0 0 0,1 1 1 0 0,-1-1-1 0 0,1 0 0 0 0,0 1 1 0 0,0-1-1 0 0,1 0 0 0 0,-1 0 1 0 0,1 0-1 0 0,-1 0 0 0 0,1-1 1 0 0,0 1-1 0 0,0-1 0 0 0,0 1 1 0 0,0-1-1 0 0,0 0 0 0 0,1-1 1 0 0,-1 1-1 0 0,1 0 0 0 0,-1-1 0 0 0,1 0 1 0 0,0 0-1 0 0,-1 0 0 0 0,1 0 1 0 0,0 0-1 0 0,0-1 0 0 0,4 0 1 0 0,-3 1-2 0 0,0-2-1 0 0,1 1 1 0 0,-1 0 0 0 0,0-1 0 0 0,0 0 0 0 0,0-1-1 0 0,0 1 1 0 0,0-1 0 0 0,0 0 0 0 0,0 0 0 0 0,0 0-1 0 0,-1-1 1 0 0,1 1 0 0 0,-1-1 0 0 0,1 0 0 0 0,-1-1 0 0 0,0 1-1 0 0,0-1 1 0 0,-1 0 0 0 0,1 0 0 0 0,3-5 0 0 0,0-5 66 0 0,0 1 0 0 0,0-2 1 0 0,-1 1-1 0 0,-1-1 0 0 0,-1 1 1 0 0,0-2-1 0 0,-1 1 1 0 0,0 0-1 0 0,-1 0 0 0 0,-1-31 1 0 0,-2 11 448 0 0,-2 1 0 0 0,-1-1 0 0 0,-17-61 1 0 0,19 88-395 0 0,-1-1 0 0 0,0 1 1 0 0,-8-13-1 0 0,11 20-56 0 0,-1 0 0 0 0,1 0-1 0 0,-1 1 1 0 0,1-1 0 0 0,-1 0 0 0 0,1 1-1 0 0,-1-1 1 0 0,0 1 0 0 0,1-1 0 0 0,-1 1-1 0 0,0-1 1 0 0,1 1 0 0 0,-1 0 0 0 0,0-1-1 0 0,0 1 1 0 0,0 0 0 0 0,1-1 0 0 0,-1 1-1 0 0,0 0 1 0 0,0 0 0 0 0,0 0 0 0 0,0 0-1 0 0,1 0 1 0 0,-1 0 0 0 0,0 0 0 0 0,0 0-1 0 0,0 0 1 0 0,0 0 0 0 0,1 0 0 0 0,-1 0-1 0 0,-1 1 1 0 0,1 0-3 0 0,-1-1 0 0 0,1 1 1 0 0,0-1-1 0 0,0 1 0 0 0,0 0 0 0 0,0-1 0 0 0,0 1 0 0 0,0 0 0 0 0,0 0 1 0 0,0 0-1 0 0,0-1 0 0 0,0 1 0 0 0,0 0 0 0 0,0 0 0 0 0,1 1 0 0 0,-1-1 1 0 0,0 1-1 0 0,0 0-8 0 0,1 0 1 0 0,0 0-1 0 0,0 0 1 0 0,0 0-1 0 0,0 0 1 0 0,0 0-1 0 0,0 0 1 0 0,0 0-1 0 0,1 0 1 0 0,-1 0-1 0 0,1 0 1 0 0,-1-1-1 0 0,1 1 1 0 0,0 0-1 0 0,0 0 1 0 0,0 0-1 0 0,0-1 1 0 0,0 1-1 0 0,0-1 1 0 0,0 1-1 0 0,1-1 1 0 0,-1 1-1 0 0,3 1 0 0 0,1 2-107 0 0,1 0 0 0 0,0-1-1 0 0,0 0 1 0 0,0-1-1 0 0,8 5 1 0 0,7 0-448 0 0,-1 0 1 0 0,1-2-1 0 0,0 0 1 0 0,0-2-1 0 0,1 0 1 0 0,33 1-1 0 0,-17-4-784 0 0,1-1 0 0 0,70-12 0 0 0,-86 8 1024 0 0,1-1 1 0 0,-1-1-1 0 0,0-1 0 0 0,-1-1 0 0 0,1-1 1 0 0,-2-1-1 0 0,32-19 0 0 0,-37 18 542 0 0,0-1 1 0 0,-1 0-1 0 0,0-1 0 0 0,-1-1 1 0 0,0 0-1 0 0,-1-1 0 0 0,-1-1 1 0 0,0 0-1 0 0,13-24 1 0 0,-5-1 1336 0 0,-2-1 0 0 0,-2-1 1 0 0,-1-1-1 0 0,-3 0 0 0 0,-1-1 1 0 0,7-69-1 0 0,-16 103-1284 0 0,-1 9 118 0 0,-10 11-94 0 0,1 6-13 0 0,0 2-1 0 0,0-1 1 0 0,2 1 0 0 0,-9 32 0 0 0,8-25 36 0 0,-49 160 1750 0 0,-40 239 0 0 0,95-417-2053 0 0,-5 34 16 0 0,-2 50-1 0 0,8-79-260 0 0,0-1 0 0 0,0 0 0 0 0,1 1 0 0 0,0-1 0 0 0,1 0 0 0 0,1 0 0 0 0,-1 0-1 0 0,2 0 1 0 0,-1 0 0 0 0,7 11 0 0 0,-9-18 79 0 0,0-1 0 0 0,1 0 0 0 0,-1 0-1 0 0,1 0 1 0 0,-1 0 0 0 0,1-1 0 0 0,0 1 0 0 0,0 0 0 0 0,0-1-1 0 0,0 1 1 0 0,0-1 0 0 0,0 1 0 0 0,0-1 0 0 0,0 0-1 0 0,1 0 1 0 0,-1 0 0 0 0,0 0 0 0 0,4 0 0 0 0,-2 0-19 0 0,0-1 0 0 0,0 0 0 0 0,-1 0 0 0 0,1 0 1 0 0,0-1-1 0 0,0 1 0 0 0,-1-1 0 0 0,1 0 1 0 0,0 0-1 0 0,-1 0 0 0 0,5-2 0 0 0,4-3-136 0 0,0-1 0 0 0,-1 0 0 0 0,1-1-1 0 0,-1 0 1 0 0,15-15 0 0 0,-7 4 78 0 0,-1-1 0 0 0,0-1 0 0 0,19-31 0 0 0,37-74 527 0 0,-47 77 487 0 0,40-78 3019 0 0,-66 126-3615 0 0,-2 5-52 0 0,-1 13 12 0 0,-8 33-81 0 0,7-35-20 0 0,-2 6-29 0 0,-2 16 53 0 0,-5 48 1 0 0,11-74-61 0 0,1-1 1 0 0,0 0-1 0 0,1 0 1 0 0,0 0-1 0 0,0 0 1 0 0,1 0-1 0 0,0 0 1 0 0,1 0-1 0 0,7 17 1 0 0,-7-21-110 0 0,1 0 0 0 0,0-1 0 0 0,0 1 1 0 0,0-1-1 0 0,1 0 0 0 0,-1 0 0 0 0,1-1 1 0 0,1 1-1 0 0,-1-1 0 0 0,0 0 0 0 0,1-1 1 0 0,0 1-1 0 0,0-1 0 0 0,0 0 0 0 0,0 0 0 0 0,0-1 1 0 0,1 0-1 0 0,-1 0 0 0 0,1-1 0 0 0,0 0 1 0 0,-1 0-1 0 0,1 0 0 0 0,0-1 0 0 0,0 0 0 0 0,-1 0 1 0 0,1 0-1 0 0,0-1 0 0 0,-1 0 0 0 0,1-1 1 0 0,-1 1-1 0 0,1-1 0 0 0,-1-1 0 0 0,1 1 1 0 0,-1-1-1 0 0,0 0 0 0 0,0 0 0 0 0,-1-1 0 0 0,1 0 1 0 0,-1 0-1 0 0,0 0 0 0 0,6-7 0 0 0,3-3 153 0 0,-1-2 0 0 0,-1 1 0 0 0,0-2 0 0 0,-1 0 0 0 0,14-30 0 0 0,33-96 2893 0 0,-28 60-120 0 0,-23 69-2581 0 0,-7 14-244 0 0,0 0 0 0 0,0 0 1 0 0,0 0-1 0 0,0 0 0 0 0,0 0 0 0 0,0 0 1 0 0,0 0-1 0 0,0 0 0 0 0,0 0 0 0 0,0 0 1 0 0,0 0-1 0 0,0 0 0 0 0,0 0 0 0 0,0 0 0 0 0,0 0 1 0 0,0 1-1 0 0,0-1 0 0 0,0 0 0 0 0,0 0 1 0 0,0 0-1 0 0,0 0 0 0 0,0 0 0 0 0,0 0 1 0 0,0 0-1 0 0,0 0 0 0 0,0 0 0 0 0,0 0 1 0 0,0 0-1 0 0,0 0 0 0 0,0 0 0 0 0,0 0 0 0 0,0 0 1 0 0,0 1-1 0 0,0-1 0 0 0,0 0 0 0 0,0 0 1 0 0,0 0-1 0 0,0 0 0 0 0,0 0 0 0 0,0 0 1 0 0,1 0-1 0 0,-1 0 0 0 0,0 0 0 0 0,0 0 1 0 0,0 0-1 0 0,0 0 0 0 0,0 0 0 0 0,0 0 1 0 0,0 0-1 0 0,0 0 0 0 0,0 0 0 0 0,0 0 0 0 0,0 0 1 0 0,-5 31 201 0 0,1-10-110 0 0,-11 52 42 0 0,-2 22 164 0 0,16-84-520 0 0,0 1 0 0 0,1-1 0 0 0,0 0 0 0 0,1 1 0 0 0,0-1 0 0 0,4 15 1 0 0,-4-21-42 0 0,1-1 0 0 0,-1 0 0 0 0,1 0 0 0 0,0-1 0 0 0,0 1 0 0 0,0 0 0 0 0,1-1 0 0 0,-1 1 0 0 0,1-1 1 0 0,0 0-1 0 0,0 0 0 0 0,0 0 0 0 0,0 0 0 0 0,8 5 0 0 0,-5-5-859 0 0,0 1-1 0 0,1-1 1 0 0,0 0-1 0 0,0 0 1 0 0,0-1 0 0 0,0 0-1 0 0,0 0 1 0 0,8 1-1 0 0,8-1-6792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77 328 40 0 0,'31'-163'13671'0'0,"-4"19"-1750"0"0,-23 125-10581 0 0,-3 18-995 0 0,-2 4 57 0 0,-71 458 4776 0 0,23-185-7420 0 0,43-242 154 0 0,-6 42-2361 0 0,12-39-349 0 0,8-3-3385 0 0,-2-20-550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1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3936 0 0,'49'-127'21407'0'0,"-49"125"-20570"0"0,0 5-672 0 0,-1 17 50 0 0,-2 0 0 0 0,-9 39 0 0 0,-2 17-602 0 0,13-68-17 0 0,-1 14-1410 0 0,0 38 0 0 0,8-20-2409 0 0,-4-35 2899 0 0,-1 0-1 0 0,1 0 1 0 0,1 0-1 0 0,-1-1 0 0 0,6 8 1 0 0,3 4-6673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0 263 452 0 0,'9'-42'8124'0'0,"-6"27"-3938"0"0,0 0 0 0 0,7-17-1 0 0,-5 10-691 0 0,-5 22-3469 0 0,0 0-1 0 0,0 0 1 0 0,0 0-1 0 0,-1 0 1 0 0,1 0 0 0 0,0 0-1 0 0,0 0 1 0 0,0 0-1 0 0,0 1 1 0 0,0-1 0 0 0,0 0-1 0 0,0 0 1 0 0,0 0-1 0 0,0 0 1 0 0,0 0-1 0 0,0 0 1 0 0,0 0 0 0 0,0 0-1 0 0,0 0 1 0 0,0 0-1 0 0,0 0 1 0 0,0 0 0 0 0,0-1-1 0 0,0 1 1 0 0,0 0-1 0 0,0 0 1 0 0,-1 0 0 0 0,1 0-1 0 0,0 0 1 0 0,0 0-1 0 0,0 0 1 0 0,0 0 0 0 0,0 0-1 0 0,0 0 1 0 0,0 0-1 0 0,0 0 1 0 0,0 0 0 0 0,0 0-1 0 0,0 0 1 0 0,0 0-1 0 0,0 0 1 0 0,0 0 0 0 0,0 0-1 0 0,0 0 1 0 0,0 0-1 0 0,0 0 1 0 0,0 0 0 0 0,0 0-1 0 0,0 0 1 0 0,-4 13 304 0 0,-2 7-225 0 0,2 0 1 0 0,0 1-1 0 0,1 0 1 0 0,1 0-1 0 0,2-1 1 0 0,0 23-1 0 0,1-37-99 0 0,-1-1 1 0 0,1 0-1 0 0,0 0 0 0 0,0 0 0 0 0,1 1 1 0 0,0-1-1 0 0,0-1 0 0 0,0 1 0 0 0,0 0 1 0 0,1 0-1 0 0,-1-1 0 0 0,1 1 0 0 0,0-1 1 0 0,1 0-1 0 0,-1 0 0 0 0,1 0 0 0 0,0-1 1 0 0,0 1-1 0 0,0-1 0 0 0,0 0 0 0 0,1 0 1 0 0,-1 0-1 0 0,1 0 0 0 0,-1-1 0 0 0,1 0 0 0 0,0 0 1 0 0,0 0-1 0 0,0-1 0 0 0,7 2 0 0 0,-7-2-18 0 0,1 0-1 0 0,-1 0 0 0 0,1-1 0 0 0,-1 0 0 0 0,1 0 0 0 0,-1 0 0 0 0,1 0 0 0 0,-1-1 0 0 0,1 0 0 0 0,-1 0 0 0 0,1-1 0 0 0,-1 1 0 0 0,0-1 1 0 0,0 0-1 0 0,10-6 0 0 0,-9 4-19 0 0,0 0 0 0 0,-1-1 0 0 0,1 0 0 0 0,-1 0 0 0 0,0-1 0 0 0,0 0 0 0 0,0 1 0 0 0,-1-2 0 0 0,0 1 0 0 0,6-12 0 0 0,-4 4 9 0 0,-1 0 0 0 0,0 0 1 0 0,-1-1-1 0 0,0 0 0 0 0,-1 1 1 0 0,-1-1-1 0 0,0 0 0 0 0,-1-1 0 0 0,-1 1 1 0 0,0 0-1 0 0,-3-17 0 0 0,1 22 13 0 0,0 1-1 0 0,0 0 1 0 0,-1 0-1 0 0,-1 0 1 0 0,1 0-1 0 0,-1 0 1 0 0,-1 1-1 0 0,0-1 1 0 0,0 1-1 0 0,0 0 1 0 0,-12-12-1 0 0,14 17 3 0 0,-1 0 1 0 0,1 0-1 0 0,0 0 0 0 0,-1 0 0 0 0,0 1 0 0 0,0-1 0 0 0,0 1 0 0 0,0 0 0 0 0,0 0 1 0 0,0 1-1 0 0,0-1 0 0 0,0 1 0 0 0,-1 0 0 0 0,1 0 0 0 0,-1 0 0 0 0,1 0 0 0 0,-1 1 1 0 0,1 0-1 0 0,-1 0 0 0 0,1 0 0 0 0,-1 1 0 0 0,1-1 0 0 0,-1 1 0 0 0,1 0 0 0 0,0 1 0 0 0,-1-1 1 0 0,-3 2-1 0 0,0 1-193 0 0,-1 1 0 0 0,1-1 0 0 0,1 1-1 0 0,-1 1 1 0 0,1-1 0 0 0,0 1 0 0 0,0 1 0 0 0,1-1 0 0 0,-1 1 0 0 0,2 0 0 0 0,-9 12 0 0 0,11-14-255 0 0,0 0 0 0 0,1 1-1 0 0,-1-1 1 0 0,1 0 0 0 0,0 1 0 0 0,1 0 0 0 0,-1-1 0 0 0,0 9 0 0 0,2-9-251 0 0,0-1 0 0 0,0 0 0 0 0,0 0 1 0 0,0 1-1 0 0,1-1 0 0 0,0 0 1 0 0,0 0-1 0 0,0 1 0 0 0,0-1 0 0 0,1 0 1 0 0,0 0-1 0 0,2 5 0 0 0,7 6-6966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22 257 3328 0 0,'19'-33'5658'0'0,"-9"14"-1415"0"0,1 0-1 0 0,16-20 1 0 0,-26 37-3732 0 0,0 2-477 0 0,-1 0 0 0 0,1 1 0 0 0,-1-1 0 0 0,1 0 0 0 0,-1 1 0 0 0,0-1 1 0 0,1 1-1 0 0,-1-1 0 0 0,1 0 0 0 0,-1 1 0 0 0,0-1 0 0 0,1 1 0 0 0,-1-1 0 0 0,0 1 1 0 0,0-1-1 0 0,1 1 0 0 0,-1-1 0 0 0,0 1 0 0 0,0-1 0 0 0,0 1 0 0 0,0-1 0 0 0,0 1 1 0 0,0 0-1 0 0,0-1 0 0 0,0 1 0 0 0,0-1 0 0 0,0 1 0 0 0,0 0 0 0 0,0 19 391 0 0,0-19-365 0 0,-5 46 958 0 0,-2-1-1 0 0,-24 84 1 0 0,7-37-416 0 0,24-91-551 0 0,-1 0-1 0 0,0 0 0 0 0,1 1 0 0 0,-1-1 0 0 0,0 0 1 0 0,0 0-1 0 0,0 0 0 0 0,0 0 0 0 0,0 0 0 0 0,-1 0 0 0 0,-1 3 1 0 0,2-4 17 0 0,-4-5 12 0 0,5 4-79 0 0,0 0 1 0 0,-1 0-1 0 0,1 0 1 0 0,-1 0-1 0 0,1 0 0 0 0,0-1 1 0 0,-1 1-1 0 0,1 0 1 0 0,0 0-1 0 0,-1 0 1 0 0,1 0-1 0 0,0-1 0 0 0,-1 1 1 0 0,1 0-1 0 0,0 0 1 0 0,0-1-1 0 0,-1 1 1 0 0,1 0-1 0 0,0-1 1 0 0,0 1-1 0 0,-1 0 0 0 0,1-1 1 0 0,0 1-1 0 0,0 0 1 0 0,0-1-1 0 0,0 1 1 0 0,-1 0-1 0 0,1-1 0 0 0,0 1 1 0 0,0-1-1 0 0,-2-17-33 0 0,1 0 0 0 0,1-1 0 0 0,1 1 0 0 0,0 0 0 0 0,2 0 0 0 0,0 0 0 0 0,0 1 0 0 0,2-1 0 0 0,0 1 0 0 0,10-21 0 0 0,-2 8-56 0 0,1 2 0 0 0,1 0 0 0 0,1 0 0 0 0,2 2 0 0 0,23-29 0 0 0,-30 42 19 0 0,0 1 0 0 0,0 0 0 0 0,2 1 1 0 0,-1 0-1 0 0,21-13 0 0 0,-30 22 59 0 0,0 0 0 0 0,1 0 1 0 0,-1 0-1 0 0,1 0 0 0 0,0 1 1 0 0,-1-1-1 0 0,1 1 0 0 0,0 0 1 0 0,0 0-1 0 0,0 0 0 0 0,0 1 1 0 0,0 0-1 0 0,0-1 0 0 0,0 1 1 0 0,0 1-1 0 0,0-1 0 0 0,0 0 1 0 0,0 1-1 0 0,0 0 0 0 0,0 0 1 0 0,-1 0-1 0 0,1 1 0 0 0,0-1 0 0 0,0 1 1 0 0,-1 0-1 0 0,1 0 0 0 0,-1 0 1 0 0,5 4-1 0 0,0 2 17 0 0,0 1 0 0 0,0 0 0 0 0,0 0 0 0 0,-1 0 0 0 0,-1 1 0 0 0,1 1 0 0 0,-2-1 0 0 0,1 1 0 0 0,-2 0 0 0 0,1 0 1 0 0,-1 0-1 0 0,-1 0 0 0 0,0 1 0 0 0,1 13 0 0 0,2 22 16 0 0,-2 0 0 0 0,-2 58 0 0 0,-2-80-37 0 0,1 52-2582 0 0,-1-76 2414 0 0,0-1 1 0 0,0 0-1 0 0,0 1 0 0 0,1-1 0 0 0,-1 1 0 0 0,0-1 0 0 0,0 0 0 0 0,0 1 1 0 0,0-1-1 0 0,0 1 0 0 0,1-1 0 0 0,-1 0 0 0 0,0 1 0 0 0,0-1 0 0 0,1 0 1 0 0,-1 1-1 0 0,0-1 0 0 0,0 0 0 0 0,1 1 0 0 0,-1-1 0 0 0,0 0 1 0 0,1 0-1 0 0,-1 1 0 0 0,0-1 0 0 0,1 0 0 0 0,-1 0 0 0 0,1 0 0 0 0,-1 0 1 0 0,0 0-1 0 0,1 1 0 0 0,-1-1 0 0 0,1 0 0 0 0,-1 0 0 0 0,1 0 0 0 0,-1 0 1 0 0,0 0-1 0 0,1 0 0 0 0,-1 0 0 0 0,1 0 0 0 0,-1 0 0 0 0,0-1 1 0 0,1 1-1 0 0,-1 0 0 0 0,1 0 0 0 0,-1 0 0 0 0,0 0 0 0 0,1 0 0 0 0,-1-1 1 0 0,0 1-1 0 0,1 0 0 0 0,-1 0 0 0 0,0-1 0 0 0,1 1 0 0 0,-1 0 0 0 0,0-1 1 0 0,1 1-1 0 0,-1 0 0 0 0,0-1 0 0 0,0 1 0 0 0,0 0 0 0 0,1-1 1 0 0,-1 1-1 0 0,0-1 0 0 0,1-14-3981 0 0,0-1-1772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306 115 3624 0 0,'-47'-15'3590'0'0,"-138"-52"12373"0"0,164 59-14490 0 0,-8-5-2193 0 0,6 2-6984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3436 0 0,'-143'14'18815'0'0,"140"-14"-17960"0"0,3 1-796 0 0,1 0 0 0 0,-1 0 0 0 0,1-1 0 0 0,0 1 0 0 0,-1 0 1 0 0,1 0-1 0 0,0-1 0 0 0,0 1 0 0 0,-1-1 0 0 0,1 1 0 0 0,0 0 0 0 0,0-1 0 0 0,0 1 0 0 0,0-1 0 0 0,0 0 0 0 0,0 1 0 0 0,-1-1 0 0 0,1 0 0 0 0,0 0 0 0 0,0 1 1 0 0,0-1-1 0 0,0 0 0 0 0,0 0 0 0 0,0 0 0 0 0,1 0 0 0 0,2 0 71 0 0,340 56-4429 0 0,-112-26-5152 0 0,-127-19 833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3:2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145 101 5184 0 0,'1'-1'12080'0'0,"1"-9"-4725"0"0,-15-14-1787 0 0,-1 5-4392 0 0,-8 1-4146 0 0,16 15 1336 0 0,0 0 0 0 0,0 1 0 0 0,0-1 0 0 0,0 1 0 0 0,-11-2 0 0 0,-6-1-4731 0 0,-5-1-3455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1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171 166 344 0 0,'-4'-12'5095'0'0,"3"8"-4468"0"0,-1-1 0 0 0,1 1-1 0 0,-1-1 1 0 0,-1 1 0 0 0,1 0 0 0 0,-1 0 0 0 0,1 0-1 0 0,-1 0 1 0 0,0 0 0 0 0,-1 1 0 0 0,1-1-1 0 0,-6-4 1 0 0,8 8-610 0 0,0 0 0 0 0,1 0-1 0 0,-1 0 1 0 0,0 0-1 0 0,0 0 1 0 0,1 0 0 0 0,-1 0-1 0 0,0 0 1 0 0,0 0 0 0 0,1 0-1 0 0,-1 0 1 0 0,0 1 0 0 0,0-1-1 0 0,1 0 1 0 0,-1 0-1 0 0,0 1 1 0 0,1-1 0 0 0,-1 0-1 0 0,0 1 1 0 0,1-1 0 0 0,-1 1-1 0 0,1-1 1 0 0,-1 1-1 0 0,1-1 1 0 0,-1 1 0 0 0,1-1-1 0 0,-1 1 1 0 0,1 0 0 0 0,-1 0-1 0 0,-13 21 151 0 0,14-22-157 0 0,-15 28 72 0 0,2 1 1 0 0,2 0-1 0 0,0 1 1 0 0,-9 45 0 0 0,11-30-5 0 0,2 1 0 0 0,-2 66 1 0 0,9-89-35 0 0,1 0-1 0 0,0-1 1 0 0,2 1 0 0 0,0-1 0 0 0,2 1 0 0 0,1-1-1 0 0,0 0 1 0 0,2-1 0 0 0,9 21 0 0 0,-12-33 10 0 0,-1-1-1 0 0,2 0 1 0 0,-1 0 0 0 0,1-1-1 0 0,0 0 1 0 0,0 0 0 0 0,1 0-1 0 0,0 0 1 0 0,0-1 0 0 0,12 7-1 0 0,-12-9 11 0 0,0 0 0 0 0,0-1 0 0 0,1 0 0 0 0,-1-1-1 0 0,1 1 1 0 0,0-2 0 0 0,-1 1 0 0 0,1-1 0 0 0,0 0-1 0 0,0 0 1 0 0,0-1 0 0 0,0 0 0 0 0,0-1-1 0 0,8-1 1 0 0,-4 0-22 0 0,-1 0-1 0 0,0-1 0 0 0,1 0 1 0 0,-1-1-1 0 0,0 0 0 0 0,-1-1 1 0 0,1 0-1 0 0,-1-1 0 0 0,0 0 1 0 0,0-1-1 0 0,14-12 0 0 0,-12 7-21 0 0,0 0 0 0 0,-2 0 0 0 0,1-1 1 0 0,-2-1-1 0 0,1 0 0 0 0,-2 0 0 0 0,11-24 0 0 0,-7 8-17 0 0,-2 1 0 0 0,-1-2-1 0 0,-1 1 1 0 0,-2-1 0 0 0,-1 0 0 0 0,-1 0 0 0 0,-2-1-1 0 0,-2-39 1 0 0,-2 49-8 0 0,0 0 0 0 0,-1 0 0 0 0,-2 1 0 0 0,0 0 1 0 0,-1 0-1 0 0,-1 0 0 0 0,-1 1 0 0 0,-1 0 0 0 0,-1 0 0 0 0,-19-28 0 0 0,22 38-5 0 0,0 1 1 0 0,0 1-1 0 0,-1 0 1 0 0,0 0-1 0 0,-1 0 1 0 0,1 1-1 0 0,-1 0 1 0 0,-1 1-1 0 0,-16-9 1 0 0,17 11 6 0 0,1 1 1 0 0,-1 0-1 0 0,0 1 1 0 0,1 0-1 0 0,-1 0 1 0 0,0 1-1 0 0,0 0 1 0 0,0 0-1 0 0,0 1 1 0 0,0 1-1 0 0,0-1 1 0 0,0 1-1 0 0,-13 4 1 0 0,9-1 1 0 0,1 0 1 0 0,0 1 0 0 0,0 0-1 0 0,1 1 1 0 0,-1 0 0 0 0,1 1-1 0 0,0 1 1 0 0,1 0 0 0 0,0 0-1 0 0,0 0 1 0 0,1 2 0 0 0,0-1-1 0 0,1 1 1 0 0,0 0 0 0 0,-12 20-1 0 0,16-22 0 0 0,0-1 0 0 0,0 1 0 0 0,1 0 0 0 0,0 0 1 0 0,0 0-1 0 0,1 1 0 0 0,0-1 0 0 0,1 1 0 0 0,-1-1 0 0 0,1 17 0 0 0,2-18 1 0 0,0 0 1 0 0,0-1 0 0 0,0 1-1 0 0,1-1 1 0 0,0 1-1 0 0,0-1 1 0 0,0 0-1 0 0,1 0 1 0 0,0 0-1 0 0,0 0 1 0 0,1 0 0 0 0,-1-1-1 0 0,1 1 1 0 0,1-1-1 0 0,6 7 1 0 0,21 17 2 0 0,41 29 1 0 0,-46-38 6 0 0,-1 1 0 0 0,-1 1 0 0 0,29 32 0 0 0,13 37 32 0 0,3 1 16 0 0,-61-80-99 0 0,1-1 0 0 0,0-1 0 0 0,0 0-1 0 0,1 0 1 0 0,1-1 0 0 0,0-1 0 0 0,0 1 0 0 0,0-2 0 0 0,1 0 0 0 0,17 7 0 0 0,-27-13-618 0 0,0-1-1 0 0,0 1 0 0 0,0-1 0 0 0,0 1 1 0 0,0-1-1 0 0,0 0 0 0 0,1 0 1 0 0,-1-1-1 0 0,0 1 0 0 0,0 0 1 0 0,0-1-1 0 0,6-2 0 0 0,6-3-5442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1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62 1360 0 0,'-2'-1'3672'0'0,"-1"-1"-2419"0"0,1 0-1 0 0,-1 1 1 0 0,1-1-1 0 0,-1 0 0 0 0,1 0 1 0 0,0-1-1 0 0,0 1 0 0 0,0 0 1 0 0,0-1-1 0 0,1 1 1 0 0,-3-4-1 0 0,-8-17 3696 0 0,12 21-4473 0 0,-4-4 309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515 177 996 0 0,'12'-2'2064'0'0,"17"-5"8642"0"0,-20 3-9798 0 0,-7 3-452 0 0,26-26 1152 0 0,-24 23-1560 0 0,4-4 36 0 0,-1 1 0 0 0,0-1 0 0 0,0-1-1 0 0,8-12 1 0 0,-14 19-83 0 0,0 0-1 0 0,0 0 1 0 0,0 0 0 0 0,0-1-1 0 0,0 1 1 0 0,0 0-1 0 0,-1 0 1 0 0,1-1 0 0 0,-1 1-1 0 0,1-1 1 0 0,-1 1 0 0 0,0 0-1 0 0,0-1 1 0 0,0 1 0 0 0,0-1-1 0 0,-1 1 1 0 0,1 0-1 0 0,-1-1 1 0 0,1 1 0 0 0,-1 0-1 0 0,0-1 1 0 0,0 1 0 0 0,0 0-1 0 0,0 0 1 0 0,0 0 0 0 0,-2-3-1 0 0,1 4-7 0 0,1-1-1 0 0,-1 1 1 0 0,1 0 0 0 0,-1 0-1 0 0,0-1 1 0 0,1 1-1 0 0,-1 0 1 0 0,0 0 0 0 0,0 1-1 0 0,0-1 1 0 0,0 0-1 0 0,0 1 1 0 0,0-1-1 0 0,0 1 1 0 0,0-1 0 0 0,0 1-1 0 0,-4 0 1 0 0,-30 3-80 0 0,23-1 75 0 0,0 2 0 0 0,0-1 0 0 0,1 2 1 0 0,-1-1-1 0 0,1 2 0 0 0,1 0 0 0 0,-1 0 0 0 0,-11 9 1 0 0,0 2 6 0 0,1 0-1 0 0,-32 34 1 0 0,43-39 0 0 0,0 1 0 0 0,0 0-1 0 0,1 0 1 0 0,1 1 0 0 0,0 0-1 0 0,1 1 1 0 0,-7 17-1 0 0,12-25 4 0 0,1 0-1 0 0,-1 0 0 0 0,1 1 0 0 0,1-1 1 0 0,0 1-1 0 0,0 0 0 0 0,0-1 0 0 0,1 1 1 0 0,0 0-1 0 0,1 0 0 0 0,0-1 0 0 0,0 1 0 0 0,0-1 1 0 0,1 1-1 0 0,0-1 0 0 0,1 1 0 0 0,4 10 1 0 0,5 0 3 0 0,0 0 1 0 0,1 0 0 0 0,0-1 0 0 0,1-1 0 0 0,1-1-1 0 0,22 18 1 0 0,-18-16 39 0 0,0 2 1 0 0,-1 0-1 0 0,27 37 0 0 0,-43-53 33 0 0,0 0 0 0 0,-1 0 0 0 0,1 0 0 0 0,-1 0 0 0 0,1 0 0 0 0,-1 1 0 0 0,0-1 0 0 0,-1 0-1 0 0,1 1 1 0 0,0-1 0 0 0,-1 1 0 0 0,0-1 0 0 0,0 1 0 0 0,0-1 0 0 0,0 1 0 0 0,-1 5 0 0 0,0-5 55 0 0,-1 1-1 0 0,0 0 1 0 0,0-1 0 0 0,0 0-1 0 0,0 1 1 0 0,-1-1 0 0 0,1 0-1 0 0,-1 0 1 0 0,0 0-1 0 0,-6 6 1 0 0,0-2 99 0 0,-1 0-1 0 0,1-1 1 0 0,-1 0 0 0 0,-1-1-1 0 0,1 0 1 0 0,-1 0 0 0 0,0-1-1 0 0,-20 6 1 0 0,16-7-100 0 0,0-1-1 0 0,0-1 1 0 0,0-1 0 0 0,0 0-1 0 0,0 0 1 0 0,-1-2 0 0 0,1 0-1 0 0,-15-3 1 0 0,10 0-57 0 0,0 0 0 0 0,0-2 0 0 0,0 0-1 0 0,1-1 1 0 0,-26-14 0 0 0,35 16-58 0 0,2 1-580 0 0,0 0 1 0 0,0-1 0 0 0,1 0-1 0 0,-11-8 1 0 0,27 5-4691 0 0,18 0 1085 0 0,-13 6 415 0 0,3-2-1094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5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127 499 1652 0 0,'1'-2'532'0'0,"0"1"-1"0"0,0-1 0 0 0,-1 1 1 0 0,1-1-1 0 0,0 0 0 0 0,-1 1 1 0 0,1-1-1 0 0,-1 0 1 0 0,1 0-1 0 0,-1 1 0 0 0,0-1 1 0 0,0 0-1 0 0,0 0 1 0 0,0 0-1 0 0,0 0 0 0 0,0 1 1 0 0,0-1-1 0 0,-1 0 0 0 0,1 0 1 0 0,-1 1-1 0 0,1-1 1 0 0,-1 0-1 0 0,0 1 0 0 0,1-1 1 0 0,-2-1-1 0 0,1 1 205 0 0,-2 4-104 0 0,-3 1-410 0 0,0 1 0 0 0,1 0 0 0 0,-1 0-1 0 0,1 0 1 0 0,0 1 0 0 0,0 0 0 0 0,0 0-1 0 0,1 0 1 0 0,0 1 0 0 0,0-1 0 0 0,0 1 0 0 0,-5 11-1 0 0,-4 10 127 0 0,-15 45 0 0 0,25-63-306 0 0,0 1 1 0 0,0 0-1 0 0,1 0 1 0 0,1 0-1 0 0,-1 0 1 0 0,1 1-1 0 0,1-1 1 0 0,1 18-1 0 0,0-25-32 0 0,-1 0 0 0 0,1 1 0 0 0,0-1 0 0 0,0 0 0 0 0,0 0 0 0 0,0 0 0 0 0,1 0-1 0 0,-1 0 1 0 0,1 0 0 0 0,-1 0 0 0 0,1 0 0 0 0,0 0 0 0 0,1-1 0 0 0,-1 1 0 0 0,0-1 0 0 0,1 1 0 0 0,-1-1 0 0 0,1 0 0 0 0,-1 0-1 0 0,1 0 1 0 0,0-1 0 0 0,0 1 0 0 0,0-1 0 0 0,0 1 0 0 0,0-1 0 0 0,1 0 0 0 0,-1 0 0 0 0,0 0 0 0 0,6 0 0 0 0,0 0 9 0 0,1 0 1 0 0,-1-1 0 0 0,0 0-1 0 0,0 0 1 0 0,0-1 0 0 0,0 0-1 0 0,0-1 1 0 0,0 0 0 0 0,0 0-1 0 0,0-1 1 0 0,-1 0 0 0 0,1-1-1 0 0,8-5 1 0 0,-7 3-14 0 0,1-1 0 0 0,-1 0 0 0 0,-1-1 0 0 0,1 0-1 0 0,-1 0 1 0 0,-1-1 0 0 0,1 0 0 0 0,-2-1 0 0 0,10-12 0 0 0,-10 10 16 0 0,-1 0 0 0 0,1 0 0 0 0,-2 0 1 0 0,0-1-1 0 0,0 0 0 0 0,-1 0 0 0 0,-1 0 1 0 0,3-19-1 0 0,-5 22 36 0 0,0 0 1 0 0,-1 0-1 0 0,0 0 1 0 0,-1-1-1 0 0,0 1 1 0 0,-1 0-1 0 0,1 0 0 0 0,-2 0 1 0 0,0 0-1 0 0,0 1 1 0 0,-6-14-1 0 0,7 19-44 0 0,0 0-1 0 0,-1 0 1 0 0,1 1-1 0 0,-1-1 1 0 0,1 1 0 0 0,-1-1-1 0 0,0 1 1 0 0,0 0-1 0 0,-1 0 1 0 0,1 0-1 0 0,-1 0 1 0 0,1 1 0 0 0,-1-1-1 0 0,0 1 1 0 0,0 0-1 0 0,0 0 1 0 0,0 1 0 0 0,0-1-1 0 0,0 1 1 0 0,-1 0-1 0 0,1 0 1 0 0,-7-1-1 0 0,4 2-7 0 0,0 0-1 0 0,1 1 0 0 0,-1-1 0 0 0,1 1 1 0 0,-1 1-1 0 0,1-1 0 0 0,-1 1 0 0 0,1 0 0 0 0,0 1 1 0 0,-1-1-1 0 0,2 1 0 0 0,-1 0 0 0 0,0 1 1 0 0,-6 4-1 0 0,1 1 9 0 0,0 0 0 0 0,1 0 1 0 0,0 1-1 0 0,0 1 0 0 0,1 0 1 0 0,-10 14-1 0 0,16-19-166 0 0,-1 0 0 0 0,1 0 0 0 0,0 0 0 0 0,0 0 0 0 0,1 0 0 0 0,-1 1 0 0 0,1-1-1 0 0,1 1 1 0 0,0 0 0 0 0,-1-1 0 0 0,2 1 0 0 0,-1 0 0 0 0,1 0 0 0 0,0-1 0 0 0,1 8 0 0 0,0-12 28 0 0,-1 1 1 0 0,1 0 0 0 0,0-1-1 0 0,0 0 1 0 0,0 1 0 0 0,0-1-1 0 0,0 0 1 0 0,0 1-1 0 0,1-1 1 0 0,-1 0 0 0 0,1 0-1 0 0,0 0 1 0 0,-1 0 0 0 0,1 0-1 0 0,0-1 1 0 0,4 4-1 0 0,-3-3-59 0 0,2 0-1 0 0,-1 0 0 0 0,0 0 0 0 0,0 0 0 0 0,1 0 0 0 0,-1-1 0 0 0,1 0 0 0 0,7 1 0 0 0,2-1-186 0 0,0 0 0 0 0,-1-1 1 0 0,1-1-1 0 0,0-1 0 0 0,18-3 0 0 0,-6-1 113 0 0,-1-2 1 0 0,0 0-1 0 0,0-2 1 0 0,-1-1-1 0 0,0 0 1 0 0,-1-2-1 0 0,-1-1 1 0 0,0-1-1 0 0,0 0 0 0 0,-2-2 1 0 0,0 0-1 0 0,-1-2 1 0 0,22-26-1 0 0,-14 12 386 0 0,-2-1 0 0 0,37-67-1 0 0,-34 47 1908 0 0,27-79 0 0 0,-30 65 842 0 0,-24 66-2192 0 0,-5 22-318 0 0,-27 139 1463 0 0,-9 56-689 0 0,35-174-1019 0 0,-15 137 173 0 0,19-148-267 0 0,1-1 0 0 0,1 0-1 0 0,2 0 1 0 0,6 32 0 0 0,-9-58-56 0 0,1 1 0 0 0,0-1 0 0 0,0 0-1 0 0,0 0 1 0 0,1 1 0 0 0,-1-1 0 0 0,1 0 0 0 0,-1 0 0 0 0,1 0 0 0 0,0-1-1 0 0,0 1 1 0 0,0 0 0 0 0,1-1 0 0 0,-1 1 0 0 0,1-1 0 0 0,-1 0 0 0 0,6 3-1 0 0,-6-3-19 0 0,1-1-1 0 0,-1-1 0 0 0,1 1 0 0 0,-1 0 1 0 0,1-1-1 0 0,-1 1 0 0 0,1-1 0 0 0,-1 0 1 0 0,1 0-1 0 0,0 0 0 0 0,-1 0 0 0 0,1 0 0 0 0,-1-1 1 0 0,1 1-1 0 0,0-1 0 0 0,-1 0 0 0 0,1 1 1 0 0,-1-1-1 0 0,0 0 0 0 0,1 0 0 0 0,-1-1 1 0 0,0 1-1 0 0,0-1 0 0 0,3-1 0 0 0,7-7-124 0 0,0 0-1 0 0,0 0 0 0 0,-1-1 1 0 0,0-1-1 0 0,-1 0 0 0 0,14-22 1 0 0,45-87-249 0 0,-50 85 319 0 0,35-65 326 0 0,-53 100-212 0 0,-1 0 0 0 0,1 1 0 0 0,-1-1 1 0 0,1 0-1 0 0,-1 1 0 0 0,1-1 0 0 0,-1 0 0 0 0,1 1 0 0 0,0-1 1 0 0,-1 1-1 0 0,1-1 0 0 0,0 1 0 0 0,-1-1 0 0 0,1 1 1 0 0,0-1-1 0 0,0 1 0 0 0,-1 0 0 0 0,1-1 0 0 0,0 1 0 0 0,0 0 1 0 0,0 0-1 0 0,0 0 0 0 0,-1 0 0 0 0,1-1 0 0 0,0 1 1 0 0,0 0-1 0 0,0 1 0 0 0,0-1 0 0 0,0 0 0 0 0,-1 0 0 0 0,1 0 1 0 0,0 0-1 0 0,0 1 0 0 0,0-1 0 0 0,0 0 0 0 0,-1 1 0 0 0,1-1 1 0 0,0 0-1 0 0,0 1 0 0 0,-1-1 0 0 0,1 1 0 0 0,0 0 1 0 0,0 0-1 0 0,3 2 53 0 0,-1 1-1 0 0,0-1 1 0 0,1 0 0 0 0,-1 1 0 0 0,-1 0-1 0 0,5 6 1 0 0,3 11 139 0 0,-1 1 1 0 0,0 0-1 0 0,9 42 0 0 0,-10-33-112 0 0,14 34 0 0 0,-13-42-58 0 0,-8-18 4 0 0,0 0 1 0 0,1 0-1 0 0,0 0 0 0 0,0-1 1 0 0,1 1-1 0 0,-1-1 0 0 0,1 1 1 0 0,0-1-1 0 0,6 8 0 0 0,-7-12-26 0 0,0 0 1 0 0,-1-1-1 0 0,1 1 0 0 0,-1 0 0 0 0,1 0 0 0 0,-1-1 0 0 0,1 1 0 0 0,0-1 0 0 0,-1 1 1 0 0,0-1-1 0 0,1 0 0 0 0,-1 0 0 0 0,1 0 0 0 0,-1 1 0 0 0,2-3 0 0 0,8-7 27 0 0,0 0-1 0 0,-1-1 0 0 0,0-1 0 0 0,-1 0 1 0 0,0 0-1 0 0,13-26 0 0 0,5-4 23 0 0,-17 27-57 0 0,4-5-5 0 0,27-33 0 0 0,-36 47 1 0 0,0 1 0 0 0,1 0 0 0 0,-1 1 0 0 0,1 0 0 0 0,0-1 1 0 0,0 2-1 0 0,0-1 0 0 0,1 1 0 0 0,-1 0 0 0 0,11-3 0 0 0,-13 5-2 0 0,-1 0 0 0 0,1 1 0 0 0,0 0 0 0 0,0 0 0 0 0,0 0-1 0 0,-1 0 1 0 0,1 0 0 0 0,0 1 0 0 0,0 0 0 0 0,-1 0 0 0 0,1 0-1 0 0,6 2 1 0 0,40 24 28 0 0,-41-22-16 0 0,26 15-2 0 0,0 1 2 0 0,62 28 1 0 0,-86-44-3 0 0,1-1 0 0 0,0-1 1 0 0,-1 0-1 0 0,1 0 0 0 0,0-1 1 0 0,1-1-1 0 0,-1 0 0 0 0,0 0 1 0 0,0-1-1 0 0,13-2 0 0 0,-19 1-8 0 0,0-1-1 0 0,0 0 1 0 0,0 0-1 0 0,0 0 1 0 0,0-1-1 0 0,-1 0 1 0 0,1 0-1 0 0,-1 0 0 0 0,0-1 1 0 0,0 0-1 0 0,0 0 1 0 0,0 0-1 0 0,-1-1 1 0 0,0 1-1 0 0,0-1 1 0 0,0 0-1 0 0,0 0 1 0 0,-1 0-1 0 0,0-1 0 0 0,4-9 1 0 0,-4 9 48 0 0,0-1 1 0 0,0 0-1 0 0,-1 1 1 0 0,0-1-1 0 0,-1 0 1 0 0,0 0-1 0 0,0 0 1 0 0,0 0-1 0 0,-1 0 1 0 0,1-1-1 0 0,-2 1 1 0 0,1 0-1 0 0,-1 0 1 0 0,0 0-1 0 0,-1 0 1 0 0,0 0-1 0 0,0 0 1 0 0,-3-6-1 0 0,4 11-27 0 0,1 1-1 0 0,-1 0 0 0 0,0 0 0 0 0,0-1 0 0 0,1 1 1 0 0,-1 0-1 0 0,0 0 0 0 0,0 0 0 0 0,-1 0 0 0 0,1 0 0 0 0,0 0 1 0 0,0 0-1 0 0,0 0 0 0 0,-1 0 0 0 0,1 1 0 0 0,0-1 0 0 0,-1 0 1 0 0,1 1-1 0 0,0-1 0 0 0,-1 1 0 0 0,-1-1 0 0 0,0 1 1 0 0,0 0-1 0 0,0 0 1 0 0,1 0-1 0 0,-1 0 1 0 0,0 1-1 0 0,0-1 0 0 0,1 1 1 0 0,-1 0-1 0 0,0 0 1 0 0,-2 1-1 0 0,-4 2 93 0 0,0 1 0 0 0,0 0-1 0 0,0 0 1 0 0,1 1-1 0 0,0 1 1 0 0,0-1 0 0 0,-11 12-1 0 0,-41 56 650 0 0,57-69-729 0 0,-11 13 146 0 0,2 1 0 0 0,1 0 0 0 0,-16 35 0 0 0,23-44-121 0 0,0 0 1 0 0,1 0-1 0 0,0 0 0 0 0,1 0 1 0 0,0 0-1 0 0,1 0 1 0 0,0 1-1 0 0,0-1 1 0 0,1 0-1 0 0,2 13 0 0 0,-2-20-34 0 0,1 0 0 0 0,-1 0 0 0 0,1 0 0 0 0,0 0 0 0 0,0 0 0 0 0,1 0 0 0 0,-1 0 0 0 0,1 0 0 0 0,-1 0-1 0 0,1 0 1 0 0,0-1 0 0 0,0 1 0 0 0,0-1 0 0 0,0 1 0 0 0,4 2 0 0 0,-1-2-2 0 0,-1 0 0 0 0,0 0 0 0 0,1-1 0 0 0,0 0 0 0 0,-1 0 0 0 0,1 0 1 0 0,0 0-1 0 0,10 1 0 0 0,4 0 16 0 0,1-1 0 0 0,0-1 0 0 0,39-4 0 0 0,-55 3-32 0 0,46-5 107 0 0,0-1 0 0 0,0-3-1 0 0,0-1 1 0 0,74-28 0 0 0,-69 13-622 0 0,-23 7-3058 0 0,-30 17 2193 0 0,5-3-1198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34 842 1428 0 0,'0'0'3239'0'0,"-3"0"-2147"0"0,2 1-884 0 0,0-1-1 0 0,-1 0 1 0 0,1 0-1 0 0,0 1 1 0 0,0-1 0 0 0,0 1-1 0 0,-1-1 1 0 0,1 1-1 0 0,0-1 1 0 0,0 1-1 0 0,0 0 1 0 0,0 0-1 0 0,0-1 1 0 0,0 1 0 0 0,0 0-1 0 0,0 0 1 0 0,0 0-1 0 0,1 0 1 0 0,-1 0-1 0 0,-1 2 1 0 0,1-1 79 0 0,0 1-1 0 0,0 0 1 0 0,0-1 0 0 0,0 1 0 0 0,0 0 0 0 0,1 0 0 0 0,-1 0-1 0 0,1 6 1 0 0,0-4-34 0 0,0 0 0 0 0,0 1 0 0 0,1-1 0 0 0,0 1 0 0 0,0-1 1 0 0,0 0-1 0 0,1 1 0 0 0,-1-1 0 0 0,2 0 0 0 0,1 5 0 0 0,-3-9-202 0 0,1 1-1 0 0,-1-1 1 0 0,0 1 0 0 0,1-1 0 0 0,-1 0 0 0 0,1 0 0 0 0,-1 0 0 0 0,1 0 0 0 0,0 0-1 0 0,-1 0 1 0 0,1 0 0 0 0,0 0 0 0 0,0-1 0 0 0,0 1 0 0 0,0-1 0 0 0,-1 1 0 0 0,1-1-1 0 0,0 0 1 0 0,0 0 0 0 0,0 0 0 0 0,0 0 0 0 0,0 0 0 0 0,0 0 0 0 0,0 0 0 0 0,0-1-1 0 0,-1 1 1 0 0,4-1 0 0 0,3-2 14 0 0,0 1 0 0 0,0-1-1 0 0,0-1 1 0 0,12-6 0 0 0,-2-1-43 0 0,-1-1-1 0 0,-1-1 1 0 0,0 0 0 0 0,-1-1 0 0 0,0-1-1 0 0,-1 0 1 0 0,-1-1 0 0 0,0-1 0 0 0,12-21 0 0 0,4-12-37 0 0,-3-2 1 0 0,22-55 0 0 0,-11 6-66 0 0,-5-2 1 0 0,-3 0-1 0 0,17-133 0 0 0,-45 233 68 0 0,2-22-171 0 0,-3 25 181 0 0,0 0 1 0 0,0 0 0 0 0,0 0 0 0 0,0 0-1 0 0,0 0 1 0 0,0 0 0 0 0,0 0 0 0 0,0 0 0 0 0,0 0-1 0 0,0 0 1 0 0,0 0 0 0 0,-1 0 0 0 0,1 0-1 0 0,0 0 1 0 0,0 0 0 0 0,0 1 0 0 0,0-1-1 0 0,0 0 1 0 0,0 0 0 0 0,0 0 0 0 0,0 0 0 0 0,0 0-1 0 0,0 0 1 0 0,0 0 0 0 0,0 0 0 0 0,0 0-1 0 0,0 0 1 0 0,0 0 0 0 0,0 0 0 0 0,0 0-1 0 0,0 0 1 0 0,-1 0 0 0 0,1 0 0 0 0,0 0 0 0 0,0 0-1 0 0,0 0 1 0 0,0 0 0 0 0,0 0 0 0 0,0 0-1 0 0,0 0 1 0 0,0 0 0 0 0,0 0 0 0 0,0 0-1 0 0,0 0 1 0 0,0 0 0 0 0,0 0 0 0 0,0 0-1 0 0,0 0 1 0 0,0 0 0 0 0,0-1 0 0 0,-1 1 0 0 0,-5 17 2 0 0,-27 89 99 0 0,-33 190 0 0 0,65-289-93 0 0,-10 53 85 0 0,-4 70 0 0 0,13-111-61 0 0,2 0 0 0 0,1 0 0 0 0,0 1 0 0 0,1-1 0 0 0,2-1 0 0 0,-1 1 0 0 0,14 35 0 0 0,-15-48-63 0 0,0-1 1 0 0,1 1 0 0 0,0-1 0 0 0,0 0 0 0 0,0 0-1 0 0,1 0 1 0 0,0 0 0 0 0,0 0 0 0 0,0-1-1 0 0,0 0 1 0 0,1 0 0 0 0,0 0 0 0 0,-1 0 0 0 0,2-1-1 0 0,-1 1 1 0 0,0-2 0 0 0,1 1 0 0 0,-1 0-1 0 0,1-1 1 0 0,0 0 0 0 0,-1 0 0 0 0,13 1 0 0 0,-10-2-121 0 0,1-1 0 0 0,0 0 1 0 0,-1 0-1 0 0,1-1 0 0 0,0 0 1 0 0,-1-1-1 0 0,1 1 0 0 0,-1-2 1 0 0,0 1-1 0 0,0-1 1 0 0,0-1-1 0 0,0 1 0 0 0,0-1 1 0 0,-1-1-1 0 0,11-7 0 0 0,-4 0-3 0 0,0 0-1 0 0,-2-1 0 0 0,1 0 0 0 0,-2-1 0 0 0,0 0 1 0 0,0-1-1 0 0,-2 0 0 0 0,11-21 0 0 0,1-9-114 0 0,27-84 0 0 0,43-245 2280 0 0,-88 357-1794 0 0,-3 13-116 0 0,-3 12-84 0 0,-48 226 1364 0 0,36-147-880 0 0,-10 55 236 0 0,-6 162 1 0 0,30-245 241 0 0,2-57-842 0 0,1-4-23 0 0,8-7-67 0 0,1-1-1 0 0,-2-1 1 0 0,1 0 0 0 0,-1 0 0 0 0,-1-1-1 0 0,8-14 1 0 0,17-22-30 0 0,-23 34-19 0 0,-3 5-30 0 0,0-1 0 0 0,0 1 1 0 0,1 0-1 0 0,0 1 0 0 0,0 0 1 0 0,1 0-1 0 0,14-9 0 0 0,-22 17 27 0 0,1-1 0 0 0,0 0 0 0 0,0 0 0 0 0,0 1 0 0 0,-1-1 0 0 0,1 1 0 0 0,0-1 0 0 0,0 1-1 0 0,0 0 1 0 0,0 0 0 0 0,0 0 0 0 0,0 0 0 0 0,0 0 0 0 0,0 0 0 0 0,0 0 0 0 0,0 1 0 0 0,-1-1-1 0 0,4 2 1 0 0,-2 0 4 0 0,0-1 0 0 0,0 1 0 0 0,0 0-1 0 0,-1 0 1 0 0,1 0 0 0 0,-1 0 0 0 0,1 0-1 0 0,-1 1 1 0 0,0-1 0 0 0,2 4 0 0 0,4 6 24 0 0,-1 1 1 0 0,0 0 0 0 0,9 27-1 0 0,-12-31-3 0 0,13 45 45 0 0,-14-42-33 0 0,0 1 0 0 0,1-1-1 0 0,1 0 1 0 0,0 0 0 0 0,0 0 0 0 0,1-1-1 0 0,14 19 1 0 0,-18-28-23 0 0,0 0-1 0 0,1 0 1 0 0,0 0 0 0 0,-1-1 0 0 0,1 1-1 0 0,0-1 1 0 0,0 1 0 0 0,-1-1-1 0 0,1 0 1 0 0,0 0 0 0 0,1 0-1 0 0,-1-1 1 0 0,0 1 0 0 0,0-1-1 0 0,0 0 1 0 0,0 1 0 0 0,0-1-1 0 0,0-1 1 0 0,0 1 0 0 0,1 0-1 0 0,-1-1 1 0 0,0 0 0 0 0,0 1-1 0 0,3-3 1 0 0,6-1 1 0 0,-1 0 0 0 0,0-1 0 0 0,0 0 0 0 0,0-1 0 0 0,10-6 0 0 0,0-4 8 0 0,0-1 1 0 0,-1-1-1 0 0,0-1 0 0 0,-2 0 1 0 0,0-1-1 0 0,-1-1 0 0 0,-1-1 1 0 0,-1-1-1 0 0,-1 0 1 0 0,-1 0-1 0 0,10-27 0 0 0,-17 37 275 0 0,-1 0 0 0 0,0-1 0 0 0,-1 0 0 0 0,-1 1 0 0 0,3-22 0 0 0,-6 35-282 0 0,0-1 1 0 0,0 1-1 0 0,0-1 0 0 0,0 1 0 0 0,0 0 0 0 0,0-1 0 0 0,0 1 1 0 0,0-1-1 0 0,0 1 0 0 0,0-1 0 0 0,0 1 0 0 0,0-1 0 0 0,0 1 1 0 0,0 0-1 0 0,-1-1 0 0 0,1 1 0 0 0,0-1 0 0 0,0 1 0 0 0,0 0 1 0 0,-1-1-1 0 0,1 1 0 0 0,0-1 0 0 0,-1 1 0 0 0,1 0 0 0 0,0 0 1 0 0,-1-1-1 0 0,1 1 0 0 0,0 0 0 0 0,-1-1 0 0 0,1 1 0 0 0,-1 0 1 0 0,1 0-1 0 0,0 0 0 0 0,-1 0 0 0 0,0-1 0 0 0,0 1-2 0 0,-1 1-1 0 0,1-1 0 0 0,0 0 0 0 0,-1 0 1 0 0,1 1-1 0 0,0-1 0 0 0,-1 1 0 0 0,1-1 1 0 0,0 1-1 0 0,-1-1 0 0 0,-1 2 1 0 0,-28 24-17 0 0,20-13 3 0 0,0 0 1 0 0,1 0-1 0 0,1 1 0 0 0,0 1 0 0 0,1-1 1 0 0,1 1-1 0 0,0 1 0 0 0,-7 22 0 0 0,12-30 28 0 0,-1 1 0 0 0,1-1-1 0 0,0 1 1 0 0,1 0 0 0 0,0 0-1 0 0,1 0 1 0 0,0 0 0 0 0,0 0 0 0 0,1 0-1 0 0,0-1 1 0 0,0 1 0 0 0,1 0-1 0 0,0 0 1 0 0,1-1 0 0 0,0 1-1 0 0,0-1 1 0 0,7 11 0 0 0,-8-15-10 0 0,1 0 1 0 0,0 0 0 0 0,0 0 0 0 0,1-1-1 0 0,-1 1 1 0 0,1-1 0 0 0,0 0-1 0 0,-1 0 1 0 0,1-1 0 0 0,1 1-1 0 0,-1-1 1 0 0,9 4 0 0 0,-5-3-112 0 0,0-1 0 0 0,0 0 1 0 0,0-1-1 0 0,0 1 0 0 0,0-2 0 0 0,1 1 1 0 0,7-1-1 0 0,5-2-642 0 0,-1 0 1 0 0,0-2-1 0 0,0 0 1 0 0,0-1-1 0 0,25-10 1 0 0,-26 7-722 0 0,-1-1 1 0 0,0 0 0 0 0,0-1-1 0 0,-1-1 1 0 0,16-13-1 0 0,5-8-4940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1652 0 0,'-186'17'12290'0'0,"175"-12"-11307"0"0,17 0-426 0 0,20 3-208 0 0,49-4-256 0 0,104-10 0 0 0,-139 4-395 0 0,35-2-490 0 0,225-14-6124 0 0,-197 9 1313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336 155 2188 0 0,'-3'0'2197'0'0,"-8"1"-427"0"0,-37 4 6584 0 0,47-4-8287 0 0,0-1 1 0 0,1 0 0 0 0,-1 1-1 0 0,0-1 1 0 0,0 1 0 0 0,0-1-1 0 0,1 1 1 0 0,-1-1 0 0 0,0 1-1 0 0,1-1 1 0 0,-1 1 0 0 0,0 0-1 0 0,1 0 1 0 0,-1-1-1 0 0,1 1 1 0 0,-1 0 0 0 0,1 0-1 0 0,0-1 1 0 0,-1 1 0 0 0,1 0-1 0 0,0 0 1 0 0,-1 0 0 0 0,1 0-1 0 0,0 0 1 0 0,0-1 0 0 0,0 1-1 0 0,0 0 1 0 0,0 0 0 0 0,0 0-1 0 0,0 2 1 0 0,0-2 4 0 0,0 0 1 0 0,0 0-1 0 0,1 0 1 0 0,-1 1-1 0 0,0-1 1 0 0,1 0-1 0 0,-1 0 0 0 0,1 0 1 0 0,-1 0-1 0 0,1 0 1 0 0,-1 0-1 0 0,1 0 1 0 0,0 0-1 0 0,-1 0 0 0 0,1 0 1 0 0,0 0-1 0 0,0 0 1 0 0,0 0-1 0 0,0-1 1 0 0,0 1-1 0 0,0 0 0 0 0,0-1 1 0 0,1 1-1 0 0,3 1-39 0 0,0 0-1 0 0,0-1 0 0 0,1 0 0 0 0,-1 0 0 0 0,0-1 1 0 0,0 1-1 0 0,1-1 0 0 0,-1 0 0 0 0,0-1 1 0 0,1 1-1 0 0,-1-1 0 0 0,0 0 0 0 0,0 0 0 0 0,0-1 1 0 0,0 0-1 0 0,0 1 0 0 0,0-2 0 0 0,0 1 1 0 0,0-1-1 0 0,-1 1 0 0 0,1-1 0 0 0,-1 0 0 0 0,0-1 1 0 0,0 1-1 0 0,0-1 0 0 0,0 0 0 0 0,-1 0 0 0 0,0 0 1 0 0,1 0-1 0 0,-1-1 0 0 0,-1 1 0 0 0,1-1 1 0 0,-1 0-1 0 0,0 0 0 0 0,0 1 0 0 0,0-2 0 0 0,-1 1 1 0 0,1 0-1 0 0,-1 0 0 0 0,0 0 0 0 0,-1-1 1 0 0,0 1-1 0 0,1 0 0 0 0,-2 0 0 0 0,0-10 0 0 0,0 11-46 0 0,1 0 0 0 0,-1-1 0 0 0,0 2 0 0 0,-1-1 0 0 0,1 0 0 0 0,-1 0 0 0 0,1 0-1 0 0,-1 0 1 0 0,0 1 0 0 0,-1-1 0 0 0,1 1 0 0 0,0 0 0 0 0,-5-5 0 0 0,4 6 5 0 0,1 0-1 0 0,-1 0 1 0 0,0 1 0 0 0,0-1 0 0 0,0 1 0 0 0,1 0 0 0 0,-1-1 0 0 0,-1 1 0 0 0,1 1 0 0 0,0-1 0 0 0,0 0-1 0 0,0 1 1 0 0,0-1 0 0 0,0 1 0 0 0,-1 0 0 0 0,1 0 0 0 0,0 1 0 0 0,-4 0 0 0 0,-5 1-1 0 0,0 1 1 0 0,1 0-1 0 0,0 1 1 0 0,-1 0-1 0 0,1 1 1 0 0,1 0-1 0 0,-1 1 1 0 0,1 0-1 0 0,-13 10 0 0 0,-4 5 17 0 0,-46 49-1 0 0,54-51 3 0 0,2 1 0 0 0,-24 37 0 0 0,33-45 4 0 0,1 1 0 0 0,1 0-1 0 0,0 0 1 0 0,0 0-1 0 0,1 1 1 0 0,-4 19-1 0 0,8-29-7 0 0,1-1-1 0 0,-1 0 1 0 0,1 0-1 0 0,-1 1 1 0 0,1-1-1 0 0,0 1 1 0 0,0-1-1 0 0,1 0 1 0 0,-1 1-1 0 0,1-1 1 0 0,0 0-1 0 0,0 0 1 0 0,0 1-1 0 0,0-1 1 0 0,0 0-1 0 0,1 0 1 0 0,-1 0-1 0 0,1 0 1 0 0,0 0-1 0 0,0-1 1 0 0,0 1-1 0 0,3 3 1 0 0,0-2-85 0 0,0-1 1 0 0,0 0 0 0 0,0 0-1 0 0,0 0 1 0 0,0-1-1 0 0,1 1 1 0 0,-1-1 0 0 0,1-1-1 0 0,0 1 1 0 0,-1-1-1 0 0,1 0 1 0 0,7 1 0 0 0,20-1-1331 0 0,1-1 0 0 0,-1-1 0 0 0,0-2 0 0 0,0-1 0 0 0,0-2 0 0 0,-1-1 0 0 0,35-12 0 0 0,-6 1-3466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72 1460 0 0,'2'-3'619'0'0,"-1"0"-1"0"0,1-1 1 0 0,-1 1 0 0 0,0 0-1 0 0,0-1 1 0 0,0 1 0 0 0,0-1-1 0 0,-1 0 1 0 0,1 1 0 0 0,-1-1-1 0 0,0 1 1 0 0,0-1 0 0 0,0 0-1 0 0,-1 1 1 0 0,1-1-1 0 0,-2-6 1 0 0,1 10-555 0 0,1-1-1 0 0,-1 1 1 0 0,1-1 0 0 0,-1 1-1 0 0,1-1 1 0 0,-1 1 0 0 0,1 0-1 0 0,-1-1 1 0 0,0 1 0 0 0,1 0-1 0 0,-1 0 1 0 0,0-1 0 0 0,1 1-1 0 0,-1 0 1 0 0,1 0 0 0 0,-1 0-1 0 0,0 0 1 0 0,1 0 0 0 0,-1 0-1 0 0,0 0 1 0 0,1 0 0 0 0,-1 0-1 0 0,0 0 1 0 0,1 0 0 0 0,-1 0-1 0 0,0 0 1 0 0,0 1-1 0 0,-18 5 525 0 0,18-6-559 0 0,-12 5 380 0 0,0 2 1 0 0,0-1-1 0 0,0 2 0 0 0,1-1 1 0 0,-17 15-1 0 0,-51 52 1021 0 0,61-55-1126 0 0,1 1 0 0 0,-29 43 0 0 0,42-55-255 0 0,-1 1 1 0 0,1 0 0 0 0,1 0 0 0 0,0 0 0 0 0,0 1 0 0 0,1-1-1 0 0,0 1 1 0 0,0 0 0 0 0,1 0 0 0 0,-1 18 0 0 0,3-25-53 0 0,0 0 1 0 0,0 1-1 0 0,1-1 1 0 0,-1 0-1 0 0,1 0 1 0 0,0 1-1 0 0,0-1 1 0 0,0 0-1 0 0,0 0 1 0 0,1 0-1 0 0,-1 0 1 0 0,1 0-1 0 0,-1-1 1 0 0,1 1-1 0 0,0 0 1 0 0,0-1-1 0 0,1 1 1 0 0,-1-1-1 0 0,0 0 1 0 0,1 1-1 0 0,-1-1 1 0 0,1 0-1 0 0,0-1 1 0 0,0 1-1 0 0,0 0 1 0 0,0-1-1 0 0,0 0 1 0 0,0 0-1 0 0,0 0 1 0 0,0 0-1 0 0,0 0 1 0 0,1 0-1 0 0,4-1 1 0 0,1 2-98 0 0,0-2-1 0 0,0 0 1 0 0,0 0 0 0 0,0 0 0 0 0,-1-1 0 0 0,1 0 0 0 0,0-1 0 0 0,0 0-1 0 0,-1-1 1 0 0,1 1 0 0 0,12-7 0 0 0,-4-1-17 0 0,-1 0 0 0 0,0-1 0 0 0,-1-1 0 0 0,0 0 0 0 0,-1-1-1 0 0,22-26 1 0 0,-17 15 1150 0 0,0 0 1 0 0,-2-2-1 0 0,21-41 0 0 0,-23 46 68 0 0,-10 20-675 0 0,-6 15-248 0 0,-96 277 3183 0 0,23-76-2189 0 0,19-43-807 0 0,-26 87 108 0 0,33-84-3929 0 0,45-151-1131 0 0,18-23-5271 0 0,-3-12 1339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34 214 2924 0 0,'15'-65'9773'0'0,"10"-84"0"0"0,-59 326-8442 0 0,4-31-1316 0 0,25-116-41 0 0,2 1 1 0 0,1 54-1 0 0,2-79-33 0 0,1 0 0 0 0,0 0 0 0 0,0 0-1 0 0,0 0 1 0 0,4 10 0 0 0,-5-15 17 0 0,1 1 0 0 0,0-1 0 0 0,-1 1 0 0 0,1-1 0 0 0,0 0 0 0 0,0 1 0 0 0,-1-1 0 0 0,1 0 0 0 0,0 0 0 0 0,0 0 0 0 0,1 0 0 0 0,-1 0 0 0 0,0 0 0 0 0,0 0 0 0 0,0 0 0 0 0,1 0 0 0 0,-1-1 0 0 0,0 1 0 0 0,1 0 0 0 0,-1-1 0 0 0,1 1 0 0 0,-1-1 0 0 0,1 1 0 0 0,-1-1 0 0 0,1 0 0 0 0,-1 0 0 0 0,1 0 0 0 0,-1 0 0 0 0,1 0 0 0 0,-1 0 0 0 0,3 0 0 0 0,7-3-159 0 0,0 0-1 0 0,0-1 1 0 0,-1 0-1 0 0,1-1 1 0 0,-1 0-1 0 0,0-1 1 0 0,0 0-1 0 0,-1 0 1 0 0,0-1-1 0 0,0 0 1 0 0,0-1-1 0 0,-1 0 1 0 0,10-12-1 0 0,8-12-120 0 0,-2-1 0 0 0,30-52 0 0 0,1-27 1490 0 0,-2 2 4075 0 0,-49 104-4889 0 0,0 0 422 0 0,-3 14-549 0 0,-1-5-295 0 0,-1 9 102 0 0,-1 0-1 0 0,0 0 1 0 0,-1 0 0 0 0,-4 12-1 0 0,0 0-16 0 0,-1 10-68 0 0,-18 80-98 0 0,22-95-818 0 0,2 0 1 0 0,0 0-1 0 0,3 39 0 0 0,-1-54 723 0 0,1 0 0 0 0,0 0 0 0 0,0 0 0 0 0,0 0 0 0 0,1 0 0 0 0,-1 0 0 0 0,1 0 0 0 0,0-1 0 0 0,0 1 0 0 0,0 0-1 0 0,0-1 1 0 0,1 0 0 0 0,-1 1 0 0 0,1-1 0 0 0,0 0 0 0 0,0 0 0 0 0,0-1 0 0 0,1 1 0 0 0,-1-1 0 0 0,1 1 0 0 0,-1-1 0 0 0,1 0-1 0 0,0-1 1 0 0,-1 1 0 0 0,5 1 0 0 0,3 0-802 0 0,1 1-1 0 0,-1-2 0 0 0,1 0 1 0 0,-1 0-1 0 0,1-1 1 0 0,0-1-1 0 0,22-1 1 0 0,9-4-3903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261 204 784 0 0,'9'-14'1879'0'0,"-1"1"1"0"0,0-2-1 0 0,-1 1 1 0 0,7-18-1 0 0,-12 26-1252 0 0,0-1 0 0 0,0 1 0 0 0,-1 0 0 0 0,1 0 0 0 0,-2-1 0 0 0,1 1 0 0 0,-1-1 0 0 0,1 1 0 0 0,-2-1 0 0 0,1 1 0 0 0,-1-1-1 0 0,0 1 1 0 0,-3-9 0 0 0,4 13-574 0 0,-1 1 0 0 0,1 0 0 0 0,-1 0 0 0 0,0 0 0 0 0,1 0 0 0 0,-1 1 0 0 0,0-1-1 0 0,1 0 1 0 0,-1 0 0 0 0,0 0 0 0 0,0 1 0 0 0,0-1 0 0 0,0 0 0 0 0,0 1-1 0 0,0-1 1 0 0,0 0 0 0 0,0 1 0 0 0,0-1 0 0 0,0 1 0 0 0,0 0 0 0 0,0-1 0 0 0,0 1-1 0 0,-1 0 1 0 0,1 0 0 0 0,0 0 0 0 0,0 0 0 0 0,0 0 0 0 0,0 0 0 0 0,0 0 0 0 0,-1 0-1 0 0,1 0 1 0 0,0 0 0 0 0,0 1 0 0 0,-2 0 0 0 0,-2 0 14 0 0,-1 1 1 0 0,1 0-1 0 0,-1 1 0 0 0,1-1 1 0 0,-9 7-1 0 0,-5 4 49 0 0,1 1 0 0 0,0 1 0 0 0,1 0 0 0 0,1 2 0 0 0,-23 29 0 0 0,19-18-78 0 0,1 0-1 0 0,1 2 1 0 0,-16 36 0 0 0,31-59-17 0 0,0 0-1 0 0,0 1 1 0 0,1-1-1 0 0,0 1 1 0 0,1-1-1 0 0,0 1 1 0 0,0 0 0 0 0,0 0-1 0 0,1 0 1 0 0,1 14-1 0 0,0-20-48 0 0,-1 1 0 0 0,1-1 0 0 0,-1 0-1 0 0,1 1 1 0 0,0-1 0 0 0,0 0 0 0 0,0 0 0 0 0,0 0-1 0 0,0 0 1 0 0,0 1 0 0 0,1-2 0 0 0,-1 1-1 0 0,1 0 1 0 0,-1 0 0 0 0,1 0 0 0 0,0-1-1 0 0,0 1 1 0 0,0-1 0 0 0,0 1 0 0 0,0-1-1 0 0,0 0 1 0 0,0 0 0 0 0,0 0 0 0 0,0 0 0 0 0,1 0-1 0 0,-1 0 1 0 0,0 0 0 0 0,1-1 0 0 0,-1 1-1 0 0,0-1 1 0 0,1 0 0 0 0,-1 0 0 0 0,1 0-1 0 0,-1 0 1 0 0,0 0 0 0 0,1 0 0 0 0,-1-1 0 0 0,4 0-1 0 0,3-2-123 0 0,0 1 1 0 0,-1-1-1 0 0,1 0 0 0 0,-1-1 0 0 0,0 0 0 0 0,0 0 0 0 0,-1-1 0 0 0,1 0 1 0 0,-1-1-1 0 0,0 1 0 0 0,0-1 0 0 0,-1-1 0 0 0,9-8 0 0 0,6-11-77 0 0,-1-1 0 0 0,20-34 0 0 0,-25 36 1059 0 0,-3-2 1 0 0,14-36 0 0 0,8-18 2673 0 0,-33 80-2986 0 0,-2 5-487 0 0,0 0 0 0 0,0 0-1 0 0,0 0 1 0 0,-1 0 0 0 0,1 0-1 0 0,-4 6 1 0 0,-2 6 80 0 0,-5 17 18 0 0,-12 54 0 0 0,21-71-212 0 0,1-1 0 0 0,0 0 0 0 0,1 1 0 0 0,1-1-1 0 0,0 1 1 0 0,3 16 0 0 0,-2-29-58 0 0,-1 0-1 0 0,1 0 1 0 0,0 0 0 0 0,0 0-1 0 0,0 0 1 0 0,0 0-1 0 0,0-1 1 0 0,1 1 0 0 0,-1 0-1 0 0,1-1 1 0 0,0 1-1 0 0,0-1 1 0 0,0 1-1 0 0,0-1 1 0 0,0 0 0 0 0,0 0-1 0 0,1 0 1 0 0,3 2-1 0 0,-2-1-166 0 0,1-1 0 0 0,0 0 0 0 0,-1-1-1 0 0,1 1 1 0 0,0-1 0 0 0,0 0 0 0 0,0 0-1 0 0,0 0 1 0 0,0-1 0 0 0,7 0-1 0 0,4-1-732 0 0,1-1 0 0 0,-1 0 1 0 0,0-1-1 0 0,-1-1 0 0 0,1-1 0 0 0,17-7 0 0 0,15-10-2783 0 0,1-5-1472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180 349 1636 0 0,'3'-87'9495'0'0,"-11"-131"0"0"0,6 190-8079 0 0,2 27-1359 0 0,0 0 0 0 0,0 1 0 0 0,0-1 0 0 0,0 0 0 0 0,0 0 0 0 0,0 0 0 0 0,0 0 0 0 0,0 0 0 0 0,-1 1 0 0 0,1-1 0 0 0,0 0 0 0 0,0 0 0 0 0,-1 0 0 0 0,1 1 0 0 0,-1-1 1 0 0,1 0-1 0 0,-1-1 0 0 0,0 2-37 0 0,1 0 0 0 0,-1 1 1 0 0,1-1-1 0 0,0 0 0 0 0,-1 0 1 0 0,1 0-1 0 0,-1 0 1 0 0,1 0-1 0 0,0 1 0 0 0,-1-1 1 0 0,1 0-1 0 0,0 0 0 0 0,-1 1 1 0 0,1-1-1 0 0,0 0 0 0 0,0 1 1 0 0,-1-1-1 0 0,1 0 1 0 0,0 1-1 0 0,0-1 0 0 0,0 0 1 0 0,-1 1-1 0 0,1-1 0 0 0,0 1 1 0 0,-14 32 441 0 0,-11 63 1289 0 0,-13 99-1 0 0,0 104-52 0 0,15-105-1097 0 0,22-192-613 0 0,-18 181-46 0 0,17-143-2116 0 0,4 41 1 0 0,-2-73 1501 0 0,1 0 1 0 0,0-1-1 0 0,1 1 1 0 0,0-1-1 0 0,4 12 0 0 0,10 5-2911 0 0,-15-23 2924 0 0,1 1 1 0 0,0-1-1 0 0,0 1 1 0 0,0-1 0 0 0,0 0-1 0 0,0 0 1 0 0,0 0-1 0 0,0 0 1 0 0,0 0-1 0 0,3 1 1 0 0,10 0-7505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2708 0 0,'40'-156'22660'0'0,"-40"154"-21304"0"0,3 21-243 0 0,-1 0 0 0 0,0 1 1 0 0,-2-1-1 0 0,-2 27 0 0 0,0-19-636 0 0,0 18-606 0 0,-1 29-1417 0 0,7 94 0 0 0,-4-164 1037 0 0,1-1 0 0 0,-1 1-1 0 0,1-1 1 0 0,-1 0 0 0 0,1 1 0 0 0,1-1 0 0 0,-1 0 0 0 0,0 0-1 0 0,1 0 1 0 0,-1 0 0 0 0,1 0 0 0 0,0 0 0 0 0,0 0-1 0 0,0-1 1 0 0,0 1 0 0 0,1-1 0 0 0,-1 1 0 0 0,5 2-1 0 0,-4-3-199 0 0,-1-1-1 0 0,1 1 1 0 0,0-1-1 0 0,0 0 1 0 0,0 0-1 0 0,0 0 1 0 0,1 0-1 0 0,-1-1 1 0 0,0 1-1 0 0,0-1 1 0 0,0 0-1 0 0,0 0 1 0 0,5 0-1 0 0,16-3-6824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2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157 181 936 0 0,'16'-23'5601'0'0,"-2"0"0"0"0,-1-1 1 0 0,18-44-1 0 0,-30 65-3778 0 0,-15 22 283 0 0,-1 4-1393 0 0,2 0-1 0 0,1 1 0 0 0,0 0 0 0 0,-11 37 0 0 0,18-45-621 0 0,1-1 0 0 0,1 1 0 0 0,0 0 0 0 0,1 1-1 0 0,0-1 1 0 0,2 0 0 0 0,0 1 0 0 0,3 24 0 0 0,-3-37-73 0 0,1-1-1 0 0,0 1 1 0 0,-1-1 0 0 0,1 1 0 0 0,0-1 0 0 0,1 0-1 0 0,-1 1 1 0 0,1-1 0 0 0,-1 0 0 0 0,1 0 0 0 0,0 0-1 0 0,0 0 1 0 0,0 0 0 0 0,1-1 0 0 0,-1 1 0 0 0,1-1-1 0 0,-1 1 1 0 0,1-1 0 0 0,0 0 0 0 0,0 0 0 0 0,0 0-1 0 0,4 2 1 0 0,-4-3-13 0 0,1 0 0 0 0,0-1 0 0 0,0 1 0 0 0,0-1-1 0 0,-1 1 1 0 0,1-1 0 0 0,0 0 0 0 0,0-1 0 0 0,0 1 0 0 0,0-1 0 0 0,-1 1 0 0 0,1-1-1 0 0,0-1 1 0 0,0 1 0 0 0,-1 0 0 0 0,1-1 0 0 0,-1 1 0 0 0,1-1 0 0 0,-1 0-1 0 0,5-4 1 0 0,1-1-116 0 0,0-1-1 0 0,0 0 1 0 0,0-1 0 0 0,-1 0-1 0 0,0 0 1 0 0,-1-1-1 0 0,0 0 1 0 0,-1 0-1 0 0,0-1 1 0 0,0 1 0 0 0,6-21-1 0 0,-6 16 20 0 0,-2 0 0 0 0,0 0 0 0 0,0-1-1 0 0,-1 1 1 0 0,-1-1 0 0 0,-1 0 0 0 0,0 1 0 0 0,-3-25-1 0 0,1 32 75 0 0,0 1-1 0 0,0 0 0 0 0,-1 1 0 0 0,0-1 0 0 0,0 0 0 0 0,-1 0 0 0 0,0 1 0 0 0,0 0 0 0 0,-1-1 0 0 0,1 1 1 0 0,-1 0-1 0 0,-1 1 0 0 0,1-1 0 0 0,-1 1 0 0 0,-10-9 0 0 0,11 10 12 0 0,-1 1 0 0 0,0 0-1 0 0,0 0 1 0 0,0 0 0 0 0,-1 1 0 0 0,1-1-1 0 0,-1 1 1 0 0,1 0 0 0 0,-1 1 0 0 0,0 0-1 0 0,0 0 1 0 0,1 0 0 0 0,-1 0 0 0 0,0 1-1 0 0,0 0 1 0 0,0 0 0 0 0,0 1 0 0 0,0-1-1 0 0,-8 3 1 0 0,0 1-29 0 0,-1 1 1 0 0,1 0-1 0 0,0 0 0 0 0,1 2 1 0 0,-1 0-1 0 0,-21 15 0 0 0,28-18-248 0 0,1 1 0 0 0,0 0 0 0 0,0 0 0 0 0,0 1 0 0 0,1 0 0 0 0,0 0 1 0 0,0 0-1 0 0,0 1 0 0 0,1-1 0 0 0,0 1 0 0 0,0 0 0 0 0,1 0 0 0 0,0 1 0 0 0,-3 11 0 0 0,5-16 10 0 0,0 0-1 0 0,1 0 1 0 0,-1 1 0 0 0,1-1-1 0 0,0 0 1 0 0,0 0 0 0 0,0 0-1 0 0,0 1 1 0 0,1-1 0 0 0,-1 0-1 0 0,1 0 1 0 0,0 0 0 0 0,0 0-1 0 0,0 0 1 0 0,0 0 0 0 0,1 0-1 0 0,-1 0 1 0 0,1 0 0 0 0,0-1-1 0 0,-1 1 1 0 0,1 0 0 0 0,0-1-1 0 0,1 0 1 0 0,-1 1 0 0 0,0-1-1 0 0,1 0 1 0 0,5 3 0 0 0,-2-1-537 0 0,0-1 0 0 0,0 0 0 0 0,0-1 0 0 0,1 0 0 0 0,0 0 1 0 0,-1 0-1 0 0,1-1 0 0 0,0 1 0 0 0,-1-2 0 0 0,1 1 0 0 0,0-1 0 0 0,8 0 1 0 0,9-3-3601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96 252 0 0,'16'-24'4837'0'0,"1"1"1"0"0,23-24-1 0 0,-38 46-4397 0 0,-1 1-388 0 0,0 1 1 0 0,0-1-1 0 0,0 1 0 0 0,0-1 1 0 0,0 1-1 0 0,0-1 0 0 0,-1 1 0 0 0,1 0 1 0 0,0-1-1 0 0,0 1 0 0 0,0 0 1 0 0,-1 0-1 0 0,1-1 0 0 0,0 1 0 0 0,-1 0 1 0 0,1 0-1 0 0,-1 0 0 0 0,1 0 1 0 0,-1 0-1 0 0,1 0 0 0 0,-1 0 0 0 0,0 0 1 0 0,1 0-1 0 0,-1 0 0 0 0,0 1 1 0 0,6 28 977 0 0,-5-3-388 0 0,-2-1-1 0 0,0 0 0 0 0,-2 1 0 0 0,-1-1 1 0 0,-11 39-1 0 0,-4 33-50 0 0,15-82 7 0 0,0 0 0 0 0,-1 1 1 0 0,-8 18-1 0 0,12-33 492 0 0,0-16-816 0 0,3 5-287 0 0,0 0 0 0 0,0 0 0 0 0,1 0 1 0 0,1 0-1 0 0,-1 0 0 0 0,1 1 0 0 0,9-13 0 0 0,-1-3-30 0 0,2-3-16 0 0,2 0 1 0 0,0 1-1 0 0,36-43 0 0 0,-42 57 26 0 0,1 1 0 0 0,0 0 0 0 0,0 1 0 0 0,1 1 1 0 0,0-1-1 0 0,1 2 0 0 0,0 0 0 0 0,0 0 0 0 0,25-9 0 0 0,-33 15 31 0 0,0 1-1 0 0,0 0 0 0 0,0 0 1 0 0,0 0-1 0 0,0 0 0 0 0,0 1 0 0 0,0 0 1 0 0,0 0-1 0 0,0 0 0 0 0,0 1 1 0 0,0-1-1 0 0,0 1 0 0 0,0 0 1 0 0,0 1-1 0 0,0-1 0 0 0,-1 1 1 0 0,1 0-1 0 0,0 0 0 0 0,-1 1 0 0 0,0-1 1 0 0,1 1-1 0 0,-1 0 0 0 0,0 0 1 0 0,0 0-1 0 0,-1 1 0 0 0,1-1 1 0 0,5 8-1 0 0,-4-3 88 0 0,0-1 0 0 0,0 1 0 0 0,-1-1 0 0 0,0 1 0 0 0,0 1 0 0 0,-1-1 0 0 0,0 0 0 0 0,0 1 0 0 0,-1 0 0 0 0,0 0 0 0 0,-1-1 0 0 0,1 1 0 0 0,-2 0 0 0 0,0 18 0 0 0,-28 154 1135 0 0,27-179-1190 0 0,1 0 1 0 0,0-1-1 0 0,0 1 1 0 0,-1 0-1 0 0,1 0 0 0 0,0-1 1 0 0,0 1-1 0 0,0 0 1 0 0,1-1-1 0 0,-1 1 0 0 0,0 0 1 0 0,1 0-1 0 0,-1-1 1 0 0,1 1-1 0 0,0-1 1 0 0,-1 1-1 0 0,1 0 0 0 0,0-1 1 0 0,0 1-1 0 0,2 1 1 0 0,-2-1-21 0 0,1 0 1 0 0,0-1 0 0 0,0 0 0 0 0,1 1-1 0 0,-1-1 1 0 0,0 0 0 0 0,0 0 0 0 0,1 0-1 0 0,-1 0 1 0 0,0 0 0 0 0,1-1 0 0 0,4 1-1 0 0,3 0-300 0 0,1 0 0 0 0,0-1 0 0 0,0-1 0 0 0,0 0 0 0 0,13-2 0 0 0,-10 0-731 0 0,0-1 0 0 0,-1 0-1 0 0,1-1 1 0 0,-1 0 0 0 0,0-1-1 0 0,19-11 1 0 0,-20 9-1251 0 0,0-1 0 0 0,0 0 0 0 0,16-17 1 0 0,-2-3-5627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3 4136 0 0,'-233'-2'16373'0'0,"230"2"-16425"0"0,1 0 1 0 0,-1 0-1 0 0,0 0 1 0 0,1 0-1 0 0,-1 1 1 0 0,1-1-1 0 0,-1 1 1 0 0,1-1-1 0 0,-1 1 1 0 0,-3 2-1 0 0,4-2-891 0 0,0 7-1369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1 592 0 0,'-53'19'5899'0'0,"-19"8"2522"0"0,71-27-8342 0 0,1 1-1 0 0,-1-1 1 0 0,1 0 0 0 0,-1 0 0 0 0,1 0-1 0 0,-1 1 1 0 0,1-1 0 0 0,-1 0-1 0 0,1 0 1 0 0,-1 1 0 0 0,1-1 0 0 0,-1 0-1 0 0,1 1 1 0 0,0-1 0 0 0,-1 1-1 0 0,1-1 1 0 0,0 1 0 0 0,-1-1-1 0 0,1 0 1 0 0,0 1 0 0 0,-1-1 0 0 0,1 1-1 0 0,0-1 1 0 0,0 1 0 0 0,0 0-1 0 0,-1-1 1 0 0,1 1 0 0 0,0-1 0 0 0,0 1-1 0 0,1 0-28 0 0,-1 0 0 0 0,1 0 0 0 0,-1-1 0 0 0,1 1 0 0 0,-1 0 0 0 0,1-1 0 0 0,-1 1 0 0 0,1-1-1 0 0,0 1 1 0 0,-1-1 0 0 0,1 1 0 0 0,0-1 0 0 0,0 1 0 0 0,0-1 0 0 0,-1 0 0 0 0,2 1 0 0 0,34 9 441 0 0,25-2-1205 0 0,100 2 1 0 0,67-17-5093 0 0,-135 0 2057 0 0,5-4-1478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52 1920 0 0,'12'-51'9305'0'0,"-10"68"-7460"0"0,-3-2-1007 0 0,-1 0 1 0 0,0-1-1 0 0,-9 28 1 0 0,4-17-177 0 0,-109 341 3770 0 0,24-88-3390 0 0,73-220-956 0 0,9-31 1240 0 0,-8 38-1 0 0,22-80-1284 0 0,0 0 0 0 0,1-1 1 0 0,1 2-1 0 0,0-1 0 0 0,1 1 0 0 0,1 0 0 0 0,11-16 1 0 0,-6 12-84 0 0,1-1 0 0 0,0 2 0 0 0,2 0 0 0 0,27-22 1 0 0,-36 32 30 0 0,1 2 0 0 0,0-1 0 0 0,0 1 0 0 0,0 1 0 0 0,0-1 0 0 0,1 1 0 0 0,0 1 0 0 0,0 0 0 0 0,0 0 0 0 0,0 1 0 0 0,17-3 0 0 0,-18 5 3 0 0,-1 0 0 0 0,0 0-1 0 0,0 0 1 0 0,0 1 0 0 0,0 0 0 0 0,0 1-1 0 0,0 0 1 0 0,0 0 0 0 0,0 0 0 0 0,-1 1 0 0 0,1 0-1 0 0,-1 0 1 0 0,1 0 0 0 0,-1 1 0 0 0,0 0 0 0 0,6 5-1 0 0,-6-3 76 0 0,1 0-1 0 0,-1 1 0 0 0,-1-1 1 0 0,1 1-1 0 0,-1 0 1 0 0,0 0-1 0 0,0 1 0 0 0,-1-1 1 0 0,0 1-1 0 0,-1 0 1 0 0,0 0-1 0 0,0 1 0 0 0,0-1 1 0 0,-1 1-1 0 0,-1-1 1 0 0,1 1-1 0 0,-1 0 0 0 0,-1-1 1 0 0,1 1-1 0 0,-2 0 1 0 0,1 0-1 0 0,-1-1 0 0 0,0 1 1 0 0,-1 0-1 0 0,0-1 1 0 0,-1 1-1 0 0,1-1 0 0 0,-2 0 1 0 0,-5 11-1 0 0,5-10 101 0 0,0-1-1 0 0,-1 1 1 0 0,0-1-1 0 0,-1 0 1 0 0,0 0-1 0 0,0-1 1 0 0,-1 0-1 0 0,0 0 0 0 0,0 0 1 0 0,0-1-1 0 0,-1 0 1 0 0,0 0-1 0 0,0-1 1 0 0,-1 0-1 0 0,1-1 1 0 0,-1 1-1 0 0,0-2 1 0 0,0 1-1 0 0,-1-1 1 0 0,1-1-1 0 0,-1 0 1 0 0,1 0-1 0 0,-1-1 0 0 0,0 0 1 0 0,0 0-1 0 0,-12-2 1 0 0,7-1-207 0 0,0-1 0 0 0,1-1 0 0 0,-1 0 0 0 0,0-1 0 0 0,1 0 0 0 0,0-1 0 0 0,1-1 0 0 0,-1 0 0 0 0,1-1 0 0 0,0-1 0 0 0,1 0 0 0 0,0 0 0 0 0,1-1 0 0 0,-20-22 0 0 0,29 30-185 0 0,1 1 1 0 0,0 0-1 0 0,0-1 1 0 0,0 0-1 0 0,1 1 1 0 0,-1-1-1 0 0,0 0 1 0 0,1 1-1 0 0,-1-1 1 0 0,1 0-1 0 0,-1 0 1 0 0,1 1-1 0 0,0-1 1 0 0,0 0-1 0 0,0 0 1 0 0,0 0-1 0 0,0 1 1 0 0,0-1 0 0 0,0 0-1 0 0,1 0 1 0 0,-1 0-1 0 0,0 1 1 0 0,1-1-1 0 0,0 0 1 0 0,-1 1-1 0 0,1-1 1 0 0,0 0-1 0 0,0 1 1 0 0,0-1-1 0 0,0 1 1 0 0,0-1-1 0 0,0 1 1 0 0,1 0-1 0 0,-1 0 1 0 0,0-1-1 0 0,1 1 1 0 0,2-2-1 0 0,5-3-914 0 0,1-1-1 0 0,0 1 0 0 0,0 1 1 0 0,17-7-1 0 0,-27 12 1136 0 0,103-38-8489 0 0,-64 24 2590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32 2692 0 0,'51'-24'11469'0'0,"-31"17"-9083"0"0,-19 7-2328 0 0,-1 0 0 0 0,1 0-1 0 0,-1 0 1 0 0,1 0 0 0 0,0 0 0 0 0,-1 0 0 0 0,1 1 0 0 0,-1-1 0 0 0,1 0 0 0 0,-1 0 0 0 0,1 1-1 0 0,0-1 1 0 0,-1 0 0 0 0,1 1 0 0 0,-1-1 0 0 0,0 0 0 0 0,1 1 0 0 0,-1-1 0 0 0,1 1-1 0 0,-1-1 1 0 0,1 1 0 0 0,-1-1 0 0 0,0 1 0 0 0,0-1 0 0 0,1 1 0 0 0,-1-1 0 0 0,0 1-1 0 0,0-1 1 0 0,1 1 0 0 0,-1 1 0 0 0,6 18 925 0 0,6 62 1563 0 0,-10-61-2342 0 0,0 1 0 0 0,2-1 0 0 0,0 1 1 0 0,2-1-1 0 0,0-1 0 0 0,13 29 0 0 0,-18-46-188 0 0,0-1 0 0 0,1 1 0 0 0,-1-1 0 0 0,1 0 0 0 0,-1 1 0 0 0,1-1 0 0 0,0 0 0 0 0,-1 0 0 0 0,1 0 0 0 0,0-1 0 0 0,1 1 0 0 0,-1 0 0 0 0,0-1 0 0 0,0 1 0 0 0,1-1 0 0 0,-1 0 0 0 0,1 0 0 0 0,-1 0 0 0 0,1 0 0 0 0,-1 0 0 0 0,1 0 0 0 0,0-1 0 0 0,-1 1 0 0 0,1-1 0 0 0,0 0 0 0 0,-1 0 0 0 0,1 0 0 0 0,0 0 0 0 0,-1 0 0 0 0,1 0 0 0 0,0-1 0 0 0,-1 0 0 0 0,1 1 0 0 0,0-1 0 0 0,-1 0 0 0 0,1 0 0 0 0,2-2 0 0 0,4-2 4 0 0,0 0-1 0 0,0-1 0 0 0,0 0 0 0 0,-1 0 1 0 0,0-1-1 0 0,0-1 0 0 0,0 1 1 0 0,8-12-1 0 0,4-10 61 0 0,0-1 0 0 0,29-63 0 0 0,-6 11 5 0 0,-31 68-107 0 0,-12 14 20 0 0,0-1 0 0 0,1 1 0 0 0,-1 0 0 0 0,0 0 0 0 0,1 0 0 0 0,-1-1 0 0 0,0 1 0 0 0,1 0 1 0 0,-1 0-1 0 0,0 0 0 0 0,1 0 0 0 0,-1 0 0 0 0,0 0 0 0 0,1 0 0 0 0,-1 0 0 0 0,1 0 1 0 0,-1 0-1 0 0,0 0 0 0 0,1 0 0 0 0,-1 0 0 0 0,0 0 0 0 0,1 0 0 0 0,-1 0 0 0 0,1 0 0 0 0,-1 1 1 0 0,1 0-3 0 0,1 0 0 0 0,-1 1 1 0 0,0-1-1 0 0,-1 0 0 0 0,1 1 1 0 0,0-1-1 0 0,0 1 1 0 0,-1-1-1 0 0,1 1 0 0 0,-1-1 1 0 0,1 1-1 0 0,-1-1 0 0 0,1 1 1 0 0,-1 0-1 0 0,0-1 1 0 0,0 4-1 0 0,1 20 109 0 0,-1 1-1 0 0,-7 49 1 0 0,-16 54 559 0 0,13-77-335 0 0,-28 132 868 0 0,-8-1 0 0 0,-7-3 1 0 0,-104 235-1 0 0,155-411-1180 0 0,-63 129 517 0 0,55-116-375 0 0,-1 0 0 0 0,-1 0-1 0 0,0-1 1 0 0,-1-1 0 0 0,-18 17 0 0 0,27-28-123 0 0,-1 1 0 0 0,0-1 0 0 0,-1-1 0 0 0,1 1-1 0 0,-1-1 1 0 0,0 0 0 0 0,1 0 0 0 0,-1 0 0 0 0,-1-1 0 0 0,1 0 0 0 0,0 0 0 0 0,0-1 0 0 0,-1 0 0 0 0,-7 1-1 0 0,8-2-15 0 0,1 0 0 0 0,0-1 0 0 0,0 0-1 0 0,-1 0 1 0 0,1 0 0 0 0,0 0 0 0 0,0-1-1 0 0,0 0 1 0 0,0 0 0 0 0,0 0 0 0 0,1-1-1 0 0,-1 1 1 0 0,1-1 0 0 0,-1 0 0 0 0,1-1-1 0 0,0 1 1 0 0,-6-7 0 0 0,4 3-20 0 0,1 0 0 0 0,-1 0 0 0 0,1-1 0 0 0,0 0 0 0 0,1 1 0 0 0,0-2 0 0 0,0 1 0 0 0,1 0 0 0 0,0-1 0 0 0,0 0 0 0 0,1 0 0 0 0,0 0 0 0 0,1 0 0 0 0,0 0 0 0 0,0 0 0 0 0,1 0 0 0 0,0 0 0 0 0,0 0 0 0 0,1 0 0 0 0,1 0 0 0 0,3-15 0 0 0,3-3 0 0 0,1 0 0 0 0,1 0 0 0 0,2 1 0 0 0,0 0 0 0 0,27-39 0 0 0,-1 9-443 0 0,2 2-1 0 0,3 1 1 0 0,62-59-1 0 0,-40 52-848 0 0,146-105 0 0 0,-152 127-2720 0 0,104-51 1 0 0,-7 23-7110 0 0,-117 51 4260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80 1444 0 0,'-53'-71'11921'0'0,"52"69"-11028"0"0,1 2-875 0 0,0 0 1 0 0,0 0-1 0 0,0-1 0 0 0,-1 1 1 0 0,1 0-1 0 0,0 0 0 0 0,0-1 0 0 0,0 1 1 0 0,0 0-1 0 0,0 0 0 0 0,0 0 1 0 0,0-1-1 0 0,0 1 0 0 0,0 0 1 0 0,1 0-1 0 0,-1 0 0 0 0,0-1 1 0 0,0 1-1 0 0,0 0 0 0 0,0 0 1 0 0,0 0-1 0 0,0-1 0 0 0,0 1 0 0 0,0 0 1 0 0,0 0-1 0 0,1 0 0 0 0,-1 0 1 0 0,0-1-1 0 0,0 1 0 0 0,0 0 1 0 0,0 0-1 0 0,1 0 0 0 0,-1 0 1 0 0,0 0-1 0 0,0 0 0 0 0,0-1 0 0 0,1 1 1 0 0,-1 0-1 0 0,0 0 0 0 0,0 0 1 0 0,0 0-1 0 0,1 0 0 0 0,-1 0 1 0 0,0 0-1 0 0,0 0 0 0 0,1 0 1 0 0,10 8 370 0 0,8 17 165 0 0,-15-15-378 0 0,0 0 0 0 0,-1 0 0 0 0,0 1 0 0 0,0-1 0 0 0,-1 1 0 0 0,-1-1 0 0 0,0 1 0 0 0,0 0 0 0 0,-1-1 0 0 0,-1 1 0 0 0,1 0 0 0 0,-6 20 0 0 0,2-10 197 0 0,-2-1-1 0 0,0-1 0 0 0,-1 1 0 0 0,-2-1 1 0 0,-18 33-1 0 0,27-52-322 0 0,-1 1 0 0 0,1 0 0 0 0,-1 0 1 0 0,1 0-1 0 0,-1 0 0 0 0,0-1 0 0 0,1 1 0 0 0,-1 0 0 0 0,0 0 0 0 0,0-1 1 0 0,1 1-1 0 0,-1-1 0 0 0,0 1 0 0 0,-2 0 0 0 0,3-1-31 0 0,-1 0 0 0 0,1 0-1 0 0,-1 0 1 0 0,1 0-1 0 0,-1 0 1 0 0,1 0-1 0 0,-1 0 1 0 0,1 0 0 0 0,-1 0-1 0 0,1 0 1 0 0,-1 0-1 0 0,1 0 1 0 0,0 0 0 0 0,-1 0-1 0 0,1-1 1 0 0,-1 1-1 0 0,1 0 1 0 0,-1 0 0 0 0,1-1-1 0 0,0 1 1 0 0,-1 0-1 0 0,0-1 1 0 0,0 0-5 0 0,0-1-1 0 0,0 1 1 0 0,0-1-1 0 0,0 0 1 0 0,0 1-1 0 0,1-1 1 0 0,-1 0-1 0 0,0 1 1 0 0,1-1 0 0 0,-1 0-1 0 0,1 0 1 0 0,-1 0-1 0 0,1 1 1 0 0,0-5-1 0 0,1-8-34 0 0,1 0-1 0 0,0 0 0 0 0,1 0 1 0 0,1 0-1 0 0,0 1 0 0 0,0-1 1 0 0,2 1-1 0 0,0 0 1 0 0,0 0-1 0 0,1 1 0 0 0,0 0 1 0 0,2 0-1 0 0,-1 0 0 0 0,19-18 1 0 0,-23 26 7 0 0,0 0 1 0 0,1 0 0 0 0,0 0-1 0 0,0 1 1 0 0,0-1 0 0 0,0 1-1 0 0,0 0 1 0 0,0 1-1 0 0,1-1 1 0 0,0 1 0 0 0,-1 0-1 0 0,1 1 1 0 0,0-1 0 0 0,0 1-1 0 0,0 0 1 0 0,0 1 0 0 0,0-1-1 0 0,0 1 1 0 0,0 0 0 0 0,0 1-1 0 0,0-1 1 0 0,0 1-1 0 0,0 1 1 0 0,0-1 0 0 0,7 4-1 0 0,-4-2 2 0 0,-1 1 0 0 0,1 1 0 0 0,-1-1 0 0 0,0 1 0 0 0,-1 1 0 0 0,1 0 0 0 0,-1 0 0 0 0,0 0 0 0 0,-1 1-1 0 0,1 0 1 0 0,-2 0 0 0 0,1 0 0 0 0,-1 1 0 0 0,0 0 0 0 0,7 14 0 0 0,-7-11 30 0 0,-1-1 0 0 0,0 1 0 0 0,0 0 1 0 0,-1 0-1 0 0,-1 0 0 0 0,0 0 0 0 0,0 0 0 0 0,-1 1 0 0 0,0-1 1 0 0,-1 1-1 0 0,-2 16 0 0 0,1-27 39 0 0,1-1-56 0 0,0 0 1 0 0,-1 0 0 0 0,1 0-1 0 0,0 0 1 0 0,-1 0 0 0 0,1 0-1 0 0,-1 0 1 0 0,1-1-1 0 0,0 1 1 0 0,-1 0 0 0 0,1 0-1 0 0,0 0 1 0 0,0-1 0 0 0,-1 1-1 0 0,1 0 1 0 0,0 0 0 0 0,-1-1-1 0 0,1 1 1 0 0,0 0 0 0 0,0-1-1 0 0,0 1 1 0 0,-1 0-1 0 0,1 0 1 0 0,0-1 0 0 0,0 1-1 0 0,0-1 1 0 0,0 1 0 0 0,0 0-1 0 0,0-1 1 0 0,-1 1 0 0 0,1 0-1 0 0,0-1 1 0 0,0 0 0 0 0,0-11-26 0 0,0 12 24 0 0,3-17-39 0 0,0 0 1 0 0,1 0-1 0 0,1 0 0 0 0,0 1 0 0 0,1 0 0 0 0,1 0 0 0 0,1 1 1 0 0,0-1-1 0 0,18-24 0 0 0,-19 31 23 0 0,0 0 0 0 0,0 0 0 0 0,1 0 0 0 0,0 1 0 0 0,1 0 0 0 0,0 1 0 0 0,0 0 0 0 0,1 0 0 0 0,-1 1 0 0 0,1 0 1 0 0,1 1-1 0 0,-1 0 0 0 0,1 1 0 0 0,0 0 0 0 0,15-3 0 0 0,-23 6 16 0 0,0 0 1 0 0,0 1-1 0 0,0-1 1 0 0,0 1-1 0 0,0 0 1 0 0,0 0-1 0 0,1 0 1 0 0,-1 0-1 0 0,0 1 1 0 0,0-1-1 0 0,0 1 0 0 0,0 0 1 0 0,0 0-1 0 0,0 0 1 0 0,-1 0-1 0 0,1 0 1 0 0,0 1-1 0 0,0-1 1 0 0,-1 1-1 0 0,1 0 1 0 0,-1 0-1 0 0,1 0 1 0 0,-1 0-1 0 0,0 0 0 0 0,0 0 1 0 0,0 1-1 0 0,0-1 1 0 0,0 1-1 0 0,0-1 1 0 0,-1 1-1 0 0,1 0 1 0 0,-1 0-1 0 0,0-1 1 0 0,2 7-1 0 0,0 2 21 0 0,-1 1-1 0 0,0-1 1 0 0,-1 0-1 0 0,0 1 1 0 0,-1-1-1 0 0,0 1 1 0 0,-1-1-1 0 0,-2 13 1 0 0,-9 26-239 0 0,9-39-803 0 0,0 0 0 0 0,0 0 0 0 0,1 0 0 0 0,1 1 0 0 0,-1 17 0 0 0,2-27 505 0 0,1-1 0 0 0,-1 1 0 0 0,0-1 0 0 0,1 1 0 0 0,-1 0 0 0 0,1-1 0 0 0,-1 1 0 0 0,1-1-1 0 0,0 1 1 0 0,-1-1 0 0 0,2 2 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299 832 728 0 0,'5'-9'1975'0'0,"-1"0"0"0"0,-1 0-1 0 0,0 0 1 0 0,4-20 0 0 0,-6 25-1483 0 0,0 0 0 0 0,-1 0 0 0 0,0-1 0 0 0,0 1 0 0 0,0 0-1 0 0,0 0 1 0 0,-1-1 0 0 0,0 1 0 0 0,0 0 0 0 0,0 0 0 0 0,0 0 0 0 0,0 0 0 0 0,-4-5 0 0 0,4 8-447 0 0,0 0 0 0 0,0 1 0 0 0,-1-1 0 0 0,1 1 1 0 0,-1 0-1 0 0,1-1 0 0 0,0 1 0 0 0,-1 0 0 0 0,1 0 0 0 0,-1 0 0 0 0,1 0 0 0 0,0 0 0 0 0,-1 0 1 0 0,1 1-1 0 0,-1-1 0 0 0,1 0 0 0 0,0 1 0 0 0,-1-1 0 0 0,1 1 0 0 0,-2 0 0 0 0,-12 5 83 0 0,1 2 0 0 0,-1-1-1 0 0,1 2 1 0 0,0 0 0 0 0,-19 17-1 0 0,5-1-26 0 0,-33 39 0 0 0,44-45-54 0 0,-18 29 0 0 0,29-40-28 0 0,1 0 0 0 0,1 0 0 0 0,0 1 0 0 0,0 0 1 0 0,0 0-1 0 0,-3 17 0 0 0,6-24-17 0 0,1 0-1 0 0,0 0 1 0 0,-1 1 0 0 0,1-1 0 0 0,0 0 0 0 0,0 0 0 0 0,0 1 0 0 0,1-1-1 0 0,-1 0 1 0 0,0 0 0 0 0,1 1 0 0 0,0-1 0 0 0,-1 0 0 0 0,1 0 0 0 0,0 0-1 0 0,0 0 1 0 0,0 0 0 0 0,0 0 0 0 0,1 0 0 0 0,-1 0 0 0 0,0 0 0 0 0,1-1-1 0 0,0 1 1 0 0,-1 0 0 0 0,1-1 0 0 0,0 1 0 0 0,-1-1 0 0 0,1 0 0 0 0,0 0-1 0 0,0 0 1 0 0,0 0 0 0 0,0 0 0 0 0,1 0 0 0 0,-1 0 0 0 0,0 0 0 0 0,0-1-1 0 0,0 0 1 0 0,5 1 0 0 0,-1 0-37 0 0,1 0 0 0 0,0-1 0 0 0,0 0 0 0 0,-1 0 0 0 0,1 0 0 0 0,0-1 0 0 0,-1 0 1 0 0,1 0-1 0 0,-1-1 0 0 0,1 0 0 0 0,-1 0 0 0 0,7-4 0 0 0,1-2-37 0 0,0-1 1 0 0,-1-1-1 0 0,-1 0 1 0 0,0-1-1 0 0,0 0 1 0 0,-1-1-1 0 0,0 0 0 0 0,9-14 1 0 0,11-20 89 0 0,25-51 1 0 0,-22 36 660 0 0,-14 27-408 0 0,-19 32-249 0 0,5 18 63 0 0,-8 16 72 0 0,-1 0-1 0 0,-8 35 0 0 0,-5 49-7 0 0,15-104-128 0 0,1 0 1 0 0,1 1-1 0 0,0-1 0 0 0,0 0 1 0 0,1 0-1 0 0,1 0 0 0 0,5 16 1 0 0,-7-24-22 0 0,0-1 0 0 0,1 0 1 0 0,-1 1-1 0 0,1-1 1 0 0,0 0-1 0 0,0 0 1 0 0,0 0-1 0 0,1 0 1 0 0,-1 0-1 0 0,1 0 1 0 0,-1-1-1 0 0,1 1 0 0 0,0-1 1 0 0,0 0-1 0 0,0 0 1 0 0,6 3-1 0 0,-4-3-43 0 0,0 0 0 0 0,-1-1 0 0 0,1 0 1 0 0,0 0-1 0 0,0-1 0 0 0,0 1 0 0 0,-1-1 0 0 0,1 0 0 0 0,0 0 0 0 0,0 0 0 0 0,7-2 0 0 0,1-1-132 0 0,1-1-1 0 0,-1-1 1 0 0,0 0-1 0 0,0 0 1 0 0,-1-1-1 0 0,1-1 1 0 0,-2 0-1 0 0,13-9 1 0 0,-1-4-132 0 0,-1 0 0 0 0,0-1 0 0 0,-2-1 1 0 0,-1-1-1 0 0,0-1 0 0 0,-2-1 0 0 0,27-49 1 0 0,-2-13-178 0 0,34-101-1 0 0,-35 64 2311 0 0,41-208-1 0 0,-64 222 550 0 0,-19 100-2239 0 0,-7 13-78 0 0,-7 14-24 0 0,1 10 5 0 0,1 1 0 0 0,1 0 0 0 0,-8 31 0 0 0,-20 92 88 0 0,-17 121 89 0 0,44-191-204 0 0,-3 114-1 0 0,15-170 44 0 0,1 1 0 0 0,8 46 0 0 0,-7-65-32 0 0,0 0 1 0 0,1 1 0 0 0,0-1-1 0 0,0 0 1 0 0,1-1 0 0 0,0 1 0 0 0,0 0-1 0 0,0-1 1 0 0,1 0 0 0 0,0 0 0 0 0,0 0-1 0 0,1 0 1 0 0,0 0 0 0 0,8 7-1 0 0,-10-11-13 0 0,0 0 0 0 0,1 1 0 0 0,-1-2 0 0 0,0 1 0 0 0,1 0 0 0 0,-1-1 0 0 0,1 1 0 0 0,0-1 0 0 0,-1 0 0 0 0,1 0 0 0 0,0-1 0 0 0,0 1 0 0 0,-1-1 0 0 0,1 0 0 0 0,5 0 0 0 0,-3-1 4 0 0,0 0 1 0 0,0 0-1 0 0,0-1 1 0 0,-1 0-1 0 0,1 0 1 0 0,-1 0-1 0 0,1-1 1 0 0,-1 1-1 0 0,6-5 1 0 0,1-2 4 0 0,-1 0 0 0 0,1-1 0 0 0,-1 0 0 0 0,-1-1 0 0 0,0 0 0 0 0,16-25 0 0 0,-11 13 7 0 0,-1-1 0 0 0,-2-1 0 0 0,0-1 0 0 0,-2 0-1 0 0,11-36 1 0 0,-17 43 12 0 0,0 1-1 0 0,0-1 0 0 0,-2-1 0 0 0,-1 1 0 0 0,0 0 1 0 0,-1 0-1 0 0,-1-1 0 0 0,-6-30 0 0 0,7 48-42 0 0,-1 0 0 0 0,1 0-1 0 0,-1 0 1 0 0,0 0-1 0 0,0 1 1 0 0,0-1 0 0 0,0 0-1 0 0,0 0 1 0 0,0 0-1 0 0,-1 1 1 0 0,1-1 0 0 0,-1 1-1 0 0,1-1 1 0 0,-1 1-1 0 0,1-1 1 0 0,-1 1 0 0 0,0 0-1 0 0,1 0 1 0 0,-4-1-1 0 0,5 2 3 0 0,-1 0-1 0 0,1-1 0 0 0,-1 1 0 0 0,0 0 0 0 0,1 0 0 0 0,-1 0 0 0 0,1 0 0 0 0,-1 0 0 0 0,0 0 0 0 0,1 0 0 0 0,-1 1 1 0 0,1-1-1 0 0,-1 0 0 0 0,0 0 0 0 0,1 0 0 0 0,-1 1 0 0 0,1-1 0 0 0,-1 0 0 0 0,1 0 0 0 0,-1 1 0 0 0,1-1 0 0 0,-1 1 1 0 0,1-1-1 0 0,-1 0 0 0 0,1 1 0 0 0,-1-1 0 0 0,1 1 0 0 0,0-1 0 0 0,-1 1 0 0 0,1 0 0 0 0,-1 0-20 0 0,0 1-1 0 0,0-1 1 0 0,1 0-1 0 0,-1 0 1 0 0,0 0-1 0 0,1 1 0 0 0,0-1 1 0 0,-1 0-1 0 0,1 1 1 0 0,0-1-1 0 0,-1 0 1 0 0,1 1-1 0 0,0-1 1 0 0,0 3-1 0 0,1 1-75 0 0,0-1 0 0 0,1 0 0 0 0,-1 0 0 0 0,1 1 0 0 0,0-1 0 0 0,0 0 0 0 0,0 0 0 0 0,1-1 0 0 0,-1 1 0 0 0,1 0 0 0 0,0-1 0 0 0,6 7 0 0 0,-1-4-105 0 0,-1 0 0 0 0,1-1 0 0 0,0 0 0 0 0,0 0 0 0 0,16 6 0 0 0,4-1-590 0 0,0-1 0 0 0,58 10-1 0 0,-73-16 575 0 0,0-1-1 0 0,0-1 0 0 0,0 0 1 0 0,0-1-1 0 0,1-1 0 0 0,-1 0 1 0 0,19-3-1 0 0,-26 2 276 0 0,-1 0-1 0 0,1 1 0 0 0,0-2 1 0 0,-1 1-1 0 0,0 0 1 0 0,1-1-1 0 0,-1 0 0 0 0,0-1 1 0 0,-1 1-1 0 0,1-1 0 0 0,0 0 1 0 0,-1 0-1 0 0,0 0 1 0 0,0-1-1 0 0,0 1 0 0 0,-1-1 1 0 0,1 0-1 0 0,3-8 1 0 0,-3 5 321 0 0,0 1 1 0 0,-1-1 0 0 0,0 1 0 0 0,0-1 0 0 0,-1 0 0 0 0,0 0 0 0 0,1-14-1 0 0,-3 20-246 0 0,-7-1 77 0 0,7 3-203 0 0,0 0 0 0 0,-1 0-1 0 0,1-1 1 0 0,0 1 0 0 0,-1 0-1 0 0,1 0 1 0 0,0 0-1 0 0,-1 0 1 0 0,1 0 0 0 0,0 0-1 0 0,-1 0 1 0 0,1 0 0 0 0,0 0-1 0 0,-1 0 1 0 0,1 0 0 0 0,0 0-1 0 0,-1 0 1 0 0,1 0 0 0 0,0 0-1 0 0,-1 0 1 0 0,1 0-1 0 0,0 0 1 0 0,-1 0 0 0 0,1 0-1 0 0,0 0 1 0 0,0 1 0 0 0,-1-1-1 0 0,1 0 1 0 0,0 0 0 0 0,-1 0-1 0 0,1 1 1 0 0,0-1 0 0 0,-1 0-1 0 0,-11 11 74 0 0,-1 1-1 0 0,1 0 1 0 0,1 0-1 0 0,0 1 0 0 0,1 0 1 0 0,1 1-1 0 0,-10 17 1 0 0,3-6 34 0 0,-2 4 12 0 0,1 1 0 0 0,-18 41 1 0 0,29-55-123 0 0,0-1 0 0 0,1 1 1 0 0,1 0-1 0 0,0 0 0 0 0,1 1 0 0 0,-1 29 0 0 0,4-42-55 0 0,0 0 0 0 0,0 0 0 0 0,1 0-1 0 0,0 0 1 0 0,-1 0 0 0 0,1-1 0 0 0,1 1-1 0 0,-1 0 1 0 0,0 0 0 0 0,1-1-1 0 0,0 1 1 0 0,0-1 0 0 0,0 1 0 0 0,0-1-1 0 0,0 0 1 0 0,4 3 0 0 0,-2-2-175 0 0,0 0 1 0 0,1-1-1 0 0,-1 0 1 0 0,1 0-1 0 0,0 0 0 0 0,0 0 1 0 0,0-1-1 0 0,0 0 1 0 0,0 0-1 0 0,9 2 0 0 0,-4-1-305 0 0,1-2 0 0 0,0 1 0 0 0,0-1 0 0 0,0-1 0 0 0,0 0 0 0 0,0 0 0 0 0,0-1 0 0 0,0-1 0 0 0,0 0 0 0 0,0 0 0 0 0,11-5 0 0 0,-8 1 154 0 0,-2 1 0 0 0,1-2 1 0 0,-1 0-1 0 0,0-1 0 0 0,0 0 1 0 0,14-13-1 0 0,-12 8 511 0 0,-1-1 0 0 0,0 0 0 0 0,-1-1 0 0 0,11-17 0 0 0,-5 3 1976 0 0,20-47 0 0 0,6-32 5914 0 0,-27 65-5463 0 0,-16 41-2234 0 0,-3 24-33 0 0,-1 4-53 0 0,-2-1 0 0 0,-12 39 0 0 0,-2 8-28 0 0,8-23-179 0 0,-8 44-342 0 0,17-81-591 0 0,1 0 1 0 0,0 1-1 0 0,1-1 1 0 0,0 1-1 0 0,4 17 1 0 0,-4-28 602 0 0,1 0 1 0 0,-1 0-1 0 0,1 0 0 0 0,0 0 1 0 0,-1 0-1 0 0,1 0 1 0 0,0 0-1 0 0,1 0 0 0 0,-1-1 1 0 0,0 1-1 0 0,0 0 0 0 0,4 2 1 0 0,14 7-6362 0 0,-6-7-549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4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2816 0 0,'5'-17'3392'0'0,"-1"3"-4"0"0,0 1-1 0 0,1-1 1 0 0,12-23-1 0 0,-16 36-3333 0 0,-1 1-1 0 0,1-1 1 0 0,-1 1-1 0 0,1-1 0 0 0,-1 0 1 0 0,1 1-1 0 0,0-1 0 0 0,-1 1 1 0 0,1 0-1 0 0,0-1 1 0 0,-1 1-1 0 0,1 0 0 0 0,0-1 1 0 0,0 1-1 0 0,-1 0 0 0 0,1 0 1 0 0,0-1-1 0 0,0 1 1 0 0,0 0-1 0 0,-1 0 0 0 0,1 0 1 0 0,0 0-1 0 0,0 0 0 0 0,0 0 1 0 0,-1 0-1 0 0,1 1 1 0 0,1-1-1 0 0,21 9 365 0 0,-17-5-362 0 0,1 1 1 0 0,-1-1-1 0 0,1 1 1 0 0,-1 1-1 0 0,-1-1 1 0 0,1 1-1 0 0,-1 0 1 0 0,0 0-1 0 0,0 0 1 0 0,-1 1 0 0 0,0 0-1 0 0,0 0 1 0 0,-1 0-1 0 0,1 0 1 0 0,-1 1-1 0 0,-1-1 1 0 0,0 1-1 0 0,0 0 1 0 0,1 13-1 0 0,-1-11 13 0 0,-1 1 0 0 0,-1 0 0 0 0,0 1-1 0 0,0-1 1 0 0,-1 0 0 0 0,-1 0 0 0 0,0-1 0 0 0,0 1-1 0 0,-1 0 1 0 0,0-1 0 0 0,-1 1 0 0 0,0-1-1 0 0,-9 15 1 0 0,-3-2 341 0 0,-18 22 0 0 0,32-43-262 0 0,0-7-261 0 0,2 4 110 0 0,0 1-1 0 0,0 0 1 0 0,-1 0-1 0 0,1-1 1 0 0,0 1-1 0 0,0 0 1 0 0,0 0-1 0 0,-1-1 1 0 0,1 1 0 0 0,0 0-1 0 0,0-1 1 0 0,0 1-1 0 0,0 0 1 0 0,0-1-1 0 0,0 1 1 0 0,0 0-1 0 0,0-1 1 0 0,0 1-1 0 0,0 0 1 0 0,0-1 0 0 0,0 1-1 0 0,0 0 1 0 0,0-1-1 0 0,0 1 1 0 0,0 0-1 0 0,0-1 1 0 0,0 1-1 0 0,0 0 1 0 0,1 0 0 0 0,-1-1-1 0 0,0 1 1 0 0,0 0-1 0 0,0-1 1 0 0,1 1-1 0 0,11-17-276 0 0,0 0 0 0 0,2 1 0 0 0,27-27 0 0 0,-6 8 55 0 0,7-10 56 0 0,-11 13 512 0 0,-1-1-1 0 0,49-71 1 0 0,-74 95-204 0 0,-7 7-54 0 0,-12 12-39 0 0,1 1-32 0 0,1 2-1 0 0,0-1 1 0 0,1 2 0 0 0,0-1 0 0 0,1 2 0 0 0,1-1 0 0 0,0 1 0 0 0,1 1 0 0 0,1-1 0 0 0,0 1 0 0 0,1 1 0 0 0,1-1 0 0 0,-5 25 0 0 0,9-36 50 0 0,0 0 1 0 0,1 0-1 0 0,0-1 1 0 0,0 1-1 0 0,0 0 1 0 0,0 0 0 0 0,1 0-1 0 0,0 0 1 0 0,0-1-1 0 0,0 1 1 0 0,0 0-1 0 0,1-1 1 0 0,4 9-1 0 0,-4-10-44 0 0,0 0-1 0 0,1 0 1 0 0,-1 0-1 0 0,1 0 1 0 0,0 0-1 0 0,0 0 1 0 0,0-1-1 0 0,0 0 1 0 0,1 0-1 0 0,-1 0 1 0 0,1 0-1 0 0,-1 0 1 0 0,1 0-1 0 0,0-1 1 0 0,-1 0-1 0 0,1 0 1 0 0,5 1-1 0 0,1 0-431 0 0,1-1 0 0 0,-1 0 0 0 0,0-1 0 0 0,1 0 0 0 0,-1-1-1 0 0,0 0 1 0 0,1 0 0 0 0,-1-1 0 0 0,0-1 0 0 0,0 0 0 0 0,11-4 0 0 0,-6 0-1265 0 0,0 0 1 0 0,0 0 0 0 0,-1-2-1 0 0,0 1 1 0 0,0-2 0 0 0,16-14-1 0 0,-2-3-4970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311 120 1716 0 0,'-199'-79'21287'0'0,"179"70"-19505"0"0,-8-3-1231 0 0,9 4-3272 0 0,3 3-2532 0 0,0 1-3517 0 0,3 1 2582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1788 0 0,'-227'27'17929'0'0,"260"-17"-17196"0"0,110-4-3691 0 0,-135-6 2715 0 0,47 0-1641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3 727 1932 0 0,'-1'-7'1783'0'0,"0"0"-1"0"0,1 0 0 0 0,0 0 1 0 0,1-9-1 0 0,-1 13-1506 0 0,1 0-1 0 0,-1 0 1 0 0,1 1-1 0 0,0-1 1 0 0,0 0-1 0 0,0 1 1 0 0,0-1-1 0 0,0 1 1 0 0,0-1-1 0 0,1 1 1 0 0,-1 0-1 0 0,1-1 1 0 0,2-1-1 0 0,-3 3-223 0 0,0 0-1 0 0,0 0 1 0 0,0 1-1 0 0,1-1 1 0 0,-1 0-1 0 0,0 1 1 0 0,0-1-1 0 0,1 1 1 0 0,-1-1-1 0 0,0 1 1 0 0,1 0-1 0 0,-1 0 1 0 0,0-1-1 0 0,1 1 1 0 0,-1 0-1 0 0,1 0 1 0 0,-1 0-1 0 0,0 1 1 0 0,1-1-1 0 0,1 0 1 0 0,25 11 276 0 0,-20-6-280 0 0,0 1 0 0 0,-1 1-1 0 0,0-1 1 0 0,0 1 0 0 0,0 1-1 0 0,-1-1 1 0 0,0 1 0 0 0,0 0-1 0 0,-1 0 1 0 0,0 1 0 0 0,0-1-1 0 0,-1 1 1 0 0,0 0 0 0 0,-1 1-1 0 0,4 13 1 0 0,-3-6 24 0 0,0 0-1 0 0,-1 1 0 0 0,-1-1 1 0 0,-1 1-1 0 0,0-1 1 0 0,-2 1-1 0 0,-3 30 1 0 0,1-33 211 0 0,0 0 0 0 0,-2 0 0 0 0,1 0 0 0 0,-2-1 0 0 0,0 0 0 0 0,0 0 0 0 0,-1 0 0 0 0,-1-1 0 0 0,-13 17 0 0 0,21-30-261 0 0,0 0 0 0 0,0 1 0 0 0,-1-1 0 0 0,1 1 0 0 0,0-1 0 0 0,0 0 0 0 0,-1 1 0 0 0,1-1 0 0 0,0 0 0 0 0,-1 1 0 0 0,1-1 0 0 0,0 0 0 0 0,-1 0 0 0 0,1 1 0 0 0,-1-1 0 0 0,1 0 0 0 0,0 0 1 0 0,-1 0-1 0 0,1 0 0 0 0,-1 1 0 0 0,1-1 0 0 0,-1 0 0 0 0,1 0 0 0 0,0 0 0 0 0,-1 0 0 0 0,1 0 0 0 0,-1 0 0 0 0,1 0 0 0 0,-1 0 0 0 0,1 0 0 0 0,-1 0 0 0 0,1 0 0 0 0,-1-1 0 0 0,1 1 0 0 0,0 0 0 0 0,-1 0 0 0 0,1 0 0 0 0,-1-1 0 0 0,1 1 0 0 0,0 0 0 0 0,-1 0 0 0 0,1-1 0 0 0,-1 0 0 0 0,0 1 2 0 0,0-1 0 0 0,1 0-1 0 0,-1 0 1 0 0,0 0-1 0 0,0-1 1 0 0,1 1-1 0 0,-1 0 1 0 0,1 0 0 0 0,-1 0-1 0 0,1 0 1 0 0,0-1-1 0 0,-1-1 1 0 0,1-5-20 0 0,0 1 0 0 0,1-1-1 0 0,0 1 1 0 0,1-1 0 0 0,-1 1 0 0 0,1-1 0 0 0,6-13-1 0 0,1 2-68 0 0,17-29 0 0 0,-17 33 40 0 0,1 1 0 0 0,0 0 0 0 0,1 0 0 0 0,0 1 0 0 0,1 1-1 0 0,0 0 1 0 0,1 0 0 0 0,19-12 0 0 0,-27 20 18 0 0,0 1 0 0 0,0 0 1 0 0,1 1-1 0 0,-1-1 0 0 0,1 1 0 0 0,-1 0 0 0 0,1 1 0 0 0,0-1 1 0 0,0 1-1 0 0,-1 0 0 0 0,1 0 0 0 0,0 1 0 0 0,0 0 0 0 0,0 0 1 0 0,0 0-1 0 0,0 1 0 0 0,0 0 0 0 0,0 0 0 0 0,-1 0 0 0 0,1 1 0 0 0,0 0 1 0 0,-1 0-1 0 0,1 0 0 0 0,-1 1 0 0 0,0 0 0 0 0,0 0 0 0 0,7 5 1 0 0,-3-1-210 0 0,-1 0 0 0 0,0 1 0 0 0,0 0 0 0 0,-1 0-1 0 0,0 1 1 0 0,0 0 0 0 0,8 14 0 0 0,-5-3-870 0 0,0 1 0 0 0,11 34-1 0 0,-21-54 985 0 0,0 0 0 0 0,0 0 0 0 0,0 1 0 0 0,0-1 0 0 0,0 0-1 0 0,0 0 1 0 0,0 0 0 0 0,0 0 0 0 0,0 0 0 0 0,0 1 0 0 0,-1-1-1 0 0,1 0 1 0 0,0 0 0 0 0,-1 0 0 0 0,0 2 0 0 0,-3 0-1126 0 0,3-10 533 0 0,4-14 632 0 0,0 0 0 0 0,1 1 0 0 0,1 0 0 0 0,1 0 0 0 0,1 0-1 0 0,19-37 1 0 0,-20 46 108 0 0,1-1-1 0 0,0 1 1 0 0,0 1 0 0 0,1-1-1 0 0,1 1 1 0 0,-1 1 0 0 0,2-1-1 0 0,-1 1 1 0 0,1 1 0 0 0,1 0-1 0 0,0 1 1 0 0,17-10-1 0 0,-25 15-22 0 0,0 0 0 0 0,0 1 0 0 0,0 0-1 0 0,0-1 1 0 0,0 1 0 0 0,1 0 0 0 0,-1 1-1 0 0,0-1 1 0 0,1 1 0 0 0,-1-1 0 0 0,1 1-1 0 0,-1 0 1 0 0,0 0 0 0 0,1 0 0 0 0,-1 1-1 0 0,0-1 1 0 0,1 1 0 0 0,-1 0 0 0 0,0 0-1 0 0,1 0 1 0 0,-1 0 0 0 0,0 1 0 0 0,0-1-1 0 0,0 1 1 0 0,0-1 0 0 0,4 5 0 0 0,-3-2 121 0 0,0 1 0 0 0,0 0 1 0 0,0 1-1 0 0,0-1 0 0 0,-1 1 1 0 0,0-1-1 0 0,0 1 1 0 0,-1 0-1 0 0,1 0 0 0 0,-1 1 1 0 0,-1-1-1 0 0,3 12 0 0 0,-3-3 59 0 0,0 1 0 0 0,-1 0 0 0 0,-1 0 0 0 0,-1-1 0 0 0,0 1 0 0 0,0-1 0 0 0,-11 30 0 0 0,8-26-93 0 0,0 1 0 0 0,1 0-1 0 0,-2 35 1 0 0,6-54-104 0 0,0 0 1 0 0,0 0-1 0 0,0 1 0 0 0,0-1 0 0 0,0 0 0 0 0,1 0 0 0 0,-1 1 1 0 0,0-1-1 0 0,1 0 0 0 0,-1 0 0 0 0,0 0 0 0 0,1 0 0 0 0,-1 1 0 0 0,1-1 1 0 0,0 0-1 0 0,-1 0 0 0 0,1 0 0 0 0,0 0 0 0 0,0 0 0 0 0,0 0 1 0 0,0-1-1 0 0,-1 1 0 0 0,1 0 0 0 0,0 0 0 0 0,0-1 0 0 0,1 1 1 0 0,-1 0-1 0 0,0-1 0 0 0,0 1 0 0 0,0-1 0 0 0,0 1 0 0 0,3-1 1 0 0,1 1 16 0 0,0-1 1 0 0,0 1 0 0 0,0-1 0 0 0,0-1-1 0 0,0 1 1 0 0,6-2 0 0 0,-10 2-23 0 0,13-3-26 0 0,0 0-1 0 0,0-1 1 0 0,0-1-1 0 0,-1 0 1 0 0,0-1-1 0 0,16-9 1 0 0,-2-1-77 0 0,40-34 1 0 0,-43 30 299 0 0,-2-1 0 0 0,0-1 0 0 0,-2 0-1 0 0,0-2 1 0 0,-1-1 0 0 0,-2 0 0 0 0,-1-1 0 0 0,-1-1-1 0 0,-1 0 1 0 0,18-51 0 0 0,-14 26 430 0 0,-17 50-651 0 0,-4 4 29 0 0,0 0 1 0 0,1-1-1 0 0,-1 1 1 0 0,1 1-1 0 0,-1-1 1 0 0,1 0-1 0 0,0 0 1 0 0,0 1-1 0 0,0 0 1 0 0,0-1-1 0 0,1 1 1 0 0,-1 0-1 0 0,-1 3 1 0 0,-1 1 22 0 0,-21 34-56 0 0,-27 58-1 0 0,44-80-29 0 0,0 2 1 0 0,1-1-1 0 0,1 1 0 0 0,0 0 0 0 0,-2 30 0 0 0,7-48 40 0 0,1 1 0 0 0,0 0 0 0 0,0 0 0 0 0,0 0 0 0 0,0 0 0 0 0,1 0 0 0 0,-1 0 0 0 0,1 0 0 0 0,0 0 0 0 0,0-1 0 0 0,0 1 0 0 0,1 0 1 0 0,-1-1-1 0 0,1 1 0 0 0,0-1 0 0 0,0 1 0 0 0,1-1 0 0 0,-1 0 0 0 0,0 0 0 0 0,1 0 0 0 0,5 5 0 0 0,-2-5-40 0 0,-1 1 0 0 0,1-1 0 0 0,0 0 1 0 0,0 0-1 0 0,0-1 0 0 0,0 0 0 0 0,0 0 0 0 0,1 0 1 0 0,-1-1-1 0 0,1 0 0 0 0,-1 0 0 0 0,11-1 0 0 0,-1 1-128 0 0,1-2 0 0 0,-1 0 0 0 0,0-1-1 0 0,1-1 1 0 0,-1 0 0 0 0,0-1-1 0 0,-1-1 1 0 0,1 0 0 0 0,-1-1 0 0 0,18-10-1 0 0,-14 5-22 0 0,0-1-1 0 0,-1-1 1 0 0,0-1-1 0 0,-1-1 1 0 0,-1 0-1 0 0,26-31 0 0 0,-11 4-82 0 0,-1-1 0 0 0,-3-2 0 0 0,-1-1 1 0 0,-3-1-1 0 0,29-82 0 0 0,-31 71 916 0 0,-2-2 1 0 0,-3 0 0 0 0,-2 0 0 0 0,-4-1 0 0 0,7-119 0 0 0,-17 175-563 0 0,0 0 1 0 0,0 0-1 0 0,0 0 1 0 0,-1 0 0 0 0,0 0-1 0 0,0 0 1 0 0,0 0 0 0 0,0 0-1 0 0,-1 0 1 0 0,0 1-1 0 0,0-1 1 0 0,-3-5 0 0 0,4 9-65 0 0,0 1 1 0 0,-1 0-1 0 0,1 0 0 0 0,0 0 1 0 0,0 0-1 0 0,0 0 1 0 0,-1 0-1 0 0,1 1 1 0 0,0-1-1 0 0,0 0 1 0 0,0 0-1 0 0,0 1 1 0 0,0-1-1 0 0,-1 1 1 0 0,0 0-1 0 0,2-1-1 0 0,-5 2-2 0 0,1 0 0 0 0,0 1 0 0 0,0-1 0 0 0,1 1 0 0 0,-1 0 0 0 0,0 0 0 0 0,1 0 0 0 0,0 1 0 0 0,-6 7 0 0 0,-23 37-77 0 0,-1 13 234 0 0,3 2 0 0 0,3 2 1 0 0,2 0-1 0 0,3 2 0 0 0,3 0 0 0 0,-17 119 0 0 0,31-154-122 0 0,2 1 0 0 0,1-1 1 0 0,3 49-1 0 0,-1-72-37 0 0,1 0 1 0 0,0 0 0 0 0,1-1 0 0 0,0 1 0 0 0,0 0-1 0 0,1-1 1 0 0,0 0 0 0 0,0 1 0 0 0,1-1-1 0 0,0-1 1 0 0,1 1 0 0 0,0-1 0 0 0,0 1 0 0 0,0-1-1 0 0,1-1 1 0 0,0 1 0 0 0,12 9 0 0 0,-11-11-109 0 0,1 0 1 0 0,0-1 0 0 0,0-1-1 0 0,0 1 1 0 0,0-1-1 0 0,1-1 1 0 0,-1 1 0 0 0,1-1-1 0 0,-1-1 1 0 0,1 0 0 0 0,0 0-1 0 0,0-1 1 0 0,0 0-1 0 0,-1 0 1 0 0,1-1 0 0 0,0 0-1 0 0,-1-1 1 0 0,1 1 0 0 0,12-6-1 0 0,-2 1-231 0 0,-1-2 0 0 0,0 0 1 0 0,-1 0-1 0 0,1-2 0 0 0,-2 0 0 0 0,1-1 0 0 0,24-23 0 0 0,-13 7-47 0 0,-1-1-1 0 0,-2-2 1 0 0,-1 0 0 0 0,36-62-1 0 0,59-145 394 0 0,-95 179 2114 0 0,-3-2 1 0 0,-2 0 0 0 0,21-115 0 0 0,-40 173-2079 0 0,-8 7 38 0 0,5 0-78 0 0,-1 1 0 0 0,1 0 0 0 0,0 0 1 0 0,0 0-1 0 0,1 0 0 0 0,0 1 1 0 0,-2 7-1 0 0,-3 10 116 0 0,-108 388 445 0 0,93-322-416 0 0,16-68-147 0 0,-57 261 210 0 0,61-273-151 0 0,0 10 771 0 0,6-18-479 0 0,7-7-360 0 0,-5-1 19 0 0,0 1 1 0 0,0-1-1 0 0,-1 0 1 0 0,0 0-1 0 0,0-1 1 0 0,0 0-1 0 0,-1 1 0 0 0,4-10 1 0 0,9-12-4 0 0,-1 4 16 0 0,57-80-51 0 0,-59 87-18 0 0,1-1 0 0 0,1 2 0 0 0,26-22 0 0 0,-40 35 30 0 0,1 1-1 0 0,0 0 1 0 0,1 0 0 0 0,-1 0-1 0 0,0 0 1 0 0,1 1-1 0 0,-1-1 1 0 0,0 1 0 0 0,1 0-1 0 0,0 0 1 0 0,5-1 0 0 0,-6 2 16 0 0,-1 0-1 0 0,0 0 1 0 0,1 1 0 0 0,-1-1 0 0 0,0 1 0 0 0,1-1 0 0 0,-1 1 0 0 0,0 0 0 0 0,0 0 0 0 0,0 0-1 0 0,0 0 1 0 0,0 0 0 0 0,0 0 0 0 0,0 0 0 0 0,0 1 0 0 0,0-1 0 0 0,0 1 0 0 0,-1 0 0 0 0,1-1-1 0 0,2 4 1 0 0,0 1 13 0 0,0 0 0 0 0,0 0 0 0 0,0 0 0 0 0,-1 1 0 0 0,1-1-1 0 0,-2 1 1 0 0,1 0 0 0 0,-1 0 0 0 0,0 0 0 0 0,1 10 0 0 0,0 7-231 0 0,-1 44 1 0 0,-2-46-1848 0 0,1-1-1 0 0,4 33 0 0 0,-4-52 1721 0 0,-1 1 0 0 0,1-1-1 0 0,0 1 1 0 0,0-1 0 0 0,0 0-1 0 0,0 0 1 0 0,0 1-1 0 0,3 3 1 0 0,11 6-4666 0 0,-2-7 433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7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59 307 208 0 0,'8'-24'3849'0'0,"-1"-1"0"0"0,-1 1 0 0 0,-1-1 0 0 0,2-40-1 0 0,-6 57-2990 0 0,0-8 160 0 0,-5 14-670 0 0,-3 9-87 0 0,-3 6-224 0 0,1 0-1 0 0,0 1 1 0 0,1 0-1 0 0,0 1 0 0 0,1 0 1 0 0,1 0-1 0 0,0 1 1 0 0,1-1-1 0 0,1 1 0 0 0,1 0 1 0 0,0 0-1 0 0,-1 27 1 0 0,4-38-20 0 0,0-1 1 0 0,0 1-1 0 0,1-1 1 0 0,-1 0-1 0 0,1 1 1 0 0,0-1-1 0 0,1 0 1 0 0,-1 1-1 0 0,1-1 1 0 0,-1 0-1 0 0,1 0 1 0 0,1 0-1 0 0,-1-1 1 0 0,0 1-1 0 0,1 0 1 0 0,0-1-1 0 0,0 0 1 0 0,0 1-1 0 0,0-1 1 0 0,1 0-1 0 0,4 3 1 0 0,-2-3 0 0 0,-1 0 0 0 0,0 0 0 0 0,1-1 0 0 0,0 0 0 0 0,0 0 0 0 0,-1 0 0 0 0,1-1 0 0 0,0 0 0 0 0,0 0 0 0 0,1-1 0 0 0,-1 1 0 0 0,0-1 0 0 0,0-1 0 0 0,0 1 0 0 0,9-3 0 0 0,-1 0 21 0 0,1-1-1 0 0,-1-1 1 0 0,0-1 0 0 0,-1 0-1 0 0,1 0 1 0 0,-1-2 0 0 0,-1 1-1 0 0,1-2 1 0 0,-1 0 0 0 0,-1 0-1 0 0,1-1 1 0 0,-2 0 0 0 0,14-17-1 0 0,-11 12 88 0 0,-2 0-1 0 0,0-1 1 0 0,0-1 0 0 0,-2 0-1 0 0,0 0 1 0 0,-1-1-1 0 0,-1 0 1 0 0,0 0-1 0 0,7-38 1 0 0,-13 51-98 0 0,0 0 0 0 0,0 0 0 0 0,-1-1 1 0 0,0 1-1 0 0,0 0 0 0 0,0 0 0 0 0,-1 0 0 0 0,1-1 1 0 0,-1 1-1 0 0,-1 0 0 0 0,1 0 0 0 0,-1 0 0 0 0,0 0 1 0 0,0 1-1 0 0,-3-7 0 0 0,3 8-68 0 0,-1 0 1 0 0,1 0-1 0 0,-1 0 0 0 0,0 1 1 0 0,0-1-1 0 0,0 0 1 0 0,0 1-1 0 0,-1 0 0 0 0,1 0 1 0 0,0 0-1 0 0,-1 0 1 0 0,0 1-1 0 0,1-1 0 0 0,-1 1 1 0 0,0 0-1 0 0,0 0 1 0 0,0 0-1 0 0,1 0 0 0 0,-1 1 1 0 0,-6 0-1 0 0,2 0-433 0 0,-1 0 1 0 0,1 1-1 0 0,0 0 0 0 0,-1 0 0 0 0,1 1 0 0 0,0 1 0 0 0,0-1 0 0 0,-14 7 1 0 0,17-6-32 0 0,1-1 0 0 0,0 0 0 0 0,0 1 1 0 0,0 0-1 0 0,0 0 0 0 0,0 0 0 0 0,-4 6 0 0 0,6-7-32 0 0,1 0 0 0 0,-1 1 0 0 0,1-1 0 0 0,-1 0 0 0 0,1 1 0 0 0,0-1 0 0 0,0 1 0 0 0,0-1 0 0 0,0 1 0 0 0,1 0 0 0 0,-1-1 0 0 0,1 1 0 0 0,-1 0-1 0 0,1 3 1 0 0,1 4-5233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7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271 589 2300 0 0,'5'-6'1335'0'0,"0"1"0"0"0,0-1 0 0 0,-1 0 0 0 0,0 0 0 0 0,0 0 0 0 0,0-1-1 0 0,-1 1 1 0 0,5-14 0 0 0,-7 17-1076 0 0,0 1 0 0 0,-1-1 0 0 0,1 0 0 0 0,-1 0 0 0 0,1 1-1 0 0,-1-1 1 0 0,0 0 0 0 0,0 0 0 0 0,0 1 0 0 0,0-1 0 0 0,-1 0 0 0 0,1 0 0 0 0,-1 1 0 0 0,0-1-1 0 0,0 0 1 0 0,1 1 0 0 0,-2-1 0 0 0,1 1 0 0 0,0-1 0 0 0,0 1 0 0 0,-1 0 0 0 0,0-1-1 0 0,1 1 1 0 0,-1 0 0 0 0,0 0 0 0 0,-4-3 0 0 0,4 3-191 0 0,1 1-1 0 0,-1 0 1 0 0,0 0-1 0 0,0 0 1 0 0,0 0 0 0 0,1 1-1 0 0,-1-1 1 0 0,0 0-1 0 0,0 1 1 0 0,0-1 0 0 0,0 1-1 0 0,0 0 1 0 0,0 0 0 0 0,0 0-1 0 0,0 0 1 0 0,0 0-1 0 0,-3 0 1 0 0,1 1-14 0 0,-1 0 1 0 0,0 0-1 0 0,1 1 1 0 0,-1 0-1 0 0,1 0 0 0 0,0 0 1 0 0,-5 2-1 0 0,-4 6 1 0 0,-1 0 0 0 0,1 0 0 0 0,-13 14 0 0 0,6-4-23 0 0,0 2 1 0 0,-34 47-1 0 0,46-58-45 0 0,1 0 0 0 0,0 1 1 0 0,1 1-1 0 0,1-1 0 0 0,0 1 1 0 0,0 0-1 0 0,2 0 0 0 0,-5 23 1 0 0,7-33 18 0 0,1 0 0 0 0,0 0 0 0 0,0-1 0 0 0,0 1 0 0 0,0 0 0 0 0,0 0 1 0 0,1 0-1 0 0,-1-1 0 0 0,1 1 0 0 0,-1 0 0 0 0,1 0 0 0 0,0-1 0 0 0,0 1 0 0 0,1-1 0 0 0,-1 1 0 0 0,0-1 1 0 0,1 1-1 0 0,0-1 0 0 0,-1 0 0 0 0,1 1 0 0 0,0-1 0 0 0,0 0 0 0 0,0-1 0 0 0,0 1 0 0 0,1 0 1 0 0,-1 0-1 0 0,0-1 0 0 0,1 0 0 0 0,-1 1 0 0 0,1-1 0 0 0,0 0 0 0 0,-1 0 0 0 0,1 0 0 0 0,0-1 0 0 0,5 2 1 0 0,1-1 23 0 0,0 0 1 0 0,0 0-1 0 0,0-1 1 0 0,0 0-1 0 0,0-1 1 0 0,1 0 0 0 0,-1 0-1 0 0,0-1 1 0 0,-1 0-1 0 0,11-4 1 0 0,-1-2-76 0 0,-2-1 1 0 0,1 0-1 0 0,-1-1 1 0 0,0-1-1 0 0,-1 0 1 0 0,-1-1-1 0 0,0-1 1 0 0,0 0-1 0 0,-1-1 1 0 0,-1 0-1 0 0,0-1 1 0 0,12-22-1 0 0,7-15-262 0 0,-2-1 0 0 0,33-88 0 0 0,-28 44 1150 0 0,36-176-1 0 0,-68 262-714 0 0,-1-5-78 0 0,-8 20-98 0 0,-10 21-26 0 0,-7 38 208 0 0,3 1 1 0 0,2 1 0 0 0,-10 71-1 0 0,22-102-89 0 0,-1 7-53 0 0,-5 79-1 0 0,13-97-1333 0 0,3 35 0 0 0,-1-42-625 0 0,1-1 1 0 0,1 1-1 0 0,5 15 1 0 0,-4-21-2682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7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46 5260 0 0,'-59'-8'5193'0'0,"9"1"-1245"0"0,10 0-823 0 0,6 2-737 0 0,2 0-480 0 0,8 0-412 0 0,3 1-356 0 0,3 1-344 0 0,8 1-52 0 0,25 2-1576 0 0,19 2-276 0 0,27 3-364 0 0,12 4-748 0 0,25 2-472 0 0,12 3-2929 0 0,7 0-4028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5769 0 0,'11'4'19837'0'0,"2"-6"-20769"0"0,2 4-11713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71 1040 0 0,'-8'-20'5240'0'0,"8"20"-5109"0"0,-1-1 0 0 0,1 0 0 0 0,0 1 0 0 0,0-1 0 0 0,0 0 0 0 0,0 1 0 0 0,0-1 0 0 0,0 1 0 0 0,0-1 0 0 0,0 0 0 0 0,1 1 0 0 0,-1-1 0 0 0,0 1 0 0 0,0-1 0 0 0,0 0 0 0 0,1 1 0 0 0,-1-1 0 0 0,0 1 0 0 0,1-1 0 0 0,-1 1 0 0 0,0-1 0 0 0,1 1 0 0 0,-1-1 0 0 0,1 1 0 0 0,-1-1 0 0 0,1 1 0 0 0,-1 0 0 0 0,1-1 0 0 0,-1 1 0 0 0,1 0 0 0 0,-1-1 0 0 0,1 1 0 0 0,-1 0 0 0 0,1 0 0 0 0,0-1 0 0 0,-1 1 0 0 0,1 0 0 0 0,-1 0 0 0 0,2 0 0 0 0,4-1 101 0 0,1 0 0 0 0,-1 1 0 0 0,1 0 0 0 0,-1 0 0 0 0,0 0 0 0 0,1 1 0 0 0,-1 0 0 0 0,1 1 0 0 0,-1-1 0 0 0,0 1-1 0 0,0 0 1 0 0,0 1 0 0 0,0-1 0 0 0,0 1 0 0 0,-1 0 0 0 0,1 1 0 0 0,-1-1 0 0 0,8 8 0 0 0,-7-7-148 0 0,-1 1 1 0 0,0 0-1 0 0,0 1 0 0 0,-1-1 0 0 0,1 1 0 0 0,-1 0 1 0 0,0 0-1 0 0,-1 1 0 0 0,0-1 0 0 0,0 1 0 0 0,0-1 0 0 0,-1 1 1 0 0,0 0-1 0 0,0 0 0 0 0,0 0 0 0 0,0 13 0 0 0,-2-5-35 0 0,-1-1 0 0 0,-1 0 0 0 0,0 1 1 0 0,-1-1-1 0 0,0 0 0 0 0,-2 0 0 0 0,1 0 0 0 0,-2-1 0 0 0,0 1 0 0 0,0-1 0 0 0,-11 15 0 0 0,6-10 52 0 0,-1-1-1 0 0,-1 0 1 0 0,-1-1-1 0 0,-1 0 1 0 0,0-1-1 0 0,0-1 1 0 0,-21 14-1 0 0,36-27-87 0 0,-1-1 0 0 0,1 1 0 0 0,-1-1 0 0 0,0 0 0 0 0,1 0 0 0 0,-1 1 0 0 0,1-1 0 0 0,-1 0 0 0 0,1 0 0 0 0,-1 0 0 0 0,0 1 0 0 0,1-1 0 0 0,-1 0 0 0 0,1 0 0 0 0,-1 0 0 0 0,0 0 1 0 0,1 0-1 0 0,-1 0 0 0 0,1-1 0 0 0,-1 1 0 0 0,0 0 0 0 0,1 0 0 0 0,-1 0 0 0 0,1 0 0 0 0,-1-1 0 0 0,1 1 0 0 0,-1 0 0 0 0,1 0 0 0 0,-2-1 0 0 0,2 0-42 0 0,0 1 29 0 0,-1 0 0 0 0,1 0 1 0 0,0 0-1 0 0,0 0 0 0 0,0 0 0 0 0,0 0 0 0 0,0 0 1 0 0,0 0-1 0 0,0 0 0 0 0,0 0 0 0 0,0 0 0 0 0,0 0 1 0 0,-1-1-1 0 0,1 1 0 0 0,0 0 0 0 0,0 0 0 0 0,0 0 0 0 0,0 0 1 0 0,0 0-1 0 0,0 0 0 0 0,0 0 0 0 0,0 0 0 0 0,0 0 1 0 0,0-1-1 0 0,0 1 0 0 0,0 0 0 0 0,0 0 0 0 0,0 0 1 0 0,0 0-1 0 0,0 0 0 0 0,0 0 0 0 0,0 0 0 0 0,0 0 1 0 0,0-1-1 0 0,0 1 0 0 0,0 0 0 0 0,0 0 0 0 0,0 0 0 0 0,0 0 1 0 0,0 0-1 0 0,0 0 0 0 0,0 0 0 0 0,0 0 0 0 0,0 0 1 0 0,0-1-1 0 0,1 1 0 0 0,-1 0 0 0 0,0 0 0 0 0,0 0 1 0 0,0 0-1 0 0,0 0 0 0 0,0 0 0 0 0,14-24-3 0 0,0 0 0 0 0,2 1 0 0 0,1 1 1 0 0,26-28-1 0 0,-12 14-6 0 0,41-46-17 0 0,-30 37 5 0 0,-3-2 1 0 0,55-83 0 0 0,-94 129 17 0 0,1 0 0 0 0,-1 0-1 0 0,1 0 1 0 0,-1 0 0 0 0,1 0 0 0 0,-1 0-1 0 0,0 1 1 0 0,1-1 0 0 0,-1 0 0 0 0,0 0 0 0 0,0 0-1 0 0,1 0 1 0 0,-1 0 0 0 0,0 0 0 0 0,0 0-1 0 0,0-2 1 0 0,-1 3 2 0 0,1 0 0 0 0,0-1 0 0 0,0 1 0 0 0,0 0 0 0 0,-1 0 1 0 0,1-1-1 0 0,0 1 0 0 0,-1 0 0 0 0,1 0 0 0 0,0 0 0 0 0,0 0 0 0 0,-1-1 0 0 0,1 1 0 0 0,0 0 0 0 0,-1 0 0 0 0,1 0 0 0 0,0 0 0 0 0,-1 0 0 0 0,1 0 0 0 0,0 0 0 0 0,-1 0 0 0 0,1 0 0 0 0,-1 0 0 0 0,1 0 0 0 0,0 0 1 0 0,-1 0-1 0 0,1 0 0 0 0,0 0 0 0 0,-1 0 0 0 0,-3 1 6 0 0,1 0 1 0 0,0 1 0 0 0,-1-1-1 0 0,1 1 1 0 0,0-1 0 0 0,0 1-1 0 0,-5 4 1 0 0,-14 12 173 0 0,2 1 1 0 0,0 1-1 0 0,1 1 0 0 0,2 1 1 0 0,0 0-1 0 0,1 1 1 0 0,1 1-1 0 0,-11 25 0 0 0,22-40-135 0 0,0-1 0 0 0,1 1-1 0 0,0 0 1 0 0,1 0 0 0 0,0 0-1 0 0,0 0 1 0 0,1 1 0 0 0,0-1-1 0 0,1 12 1 0 0,0-16-28 0 0,1-1 1 0 0,-1 1 0 0 0,1 0 0 0 0,1 0-1 0 0,-1 0 1 0 0,1-1 0 0 0,-1 1-1 0 0,1-1 1 0 0,1 1 0 0 0,-1-1-1 0 0,1 0 1 0 0,-1 0 0 0 0,1 0-1 0 0,0 0 1 0 0,1 0 0 0 0,-1-1-1 0 0,1 1 1 0 0,-1-1 0 0 0,7 4-1 0 0,4 2-270 0 0,0-1-1 0 0,1-1 0 0 0,0 0 0 0 0,0-1 1 0 0,0-1-1 0 0,1 0 0 0 0,23 3 1 0 0,-15-4-1568 0 0,32 1 1 0 0,-33-4-1677 0 0,29-4 0 0 0,-19-1-2781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27 125 388 0 0,'-1'-2'2708'0'0,"-23"-47"12360"0"0,24 48-14261 0 0,-1-15 2742 0 0,2 15-3464 0 0,1 0 1 0 0,0 1-1 0 0,-1-1 1 0 0,1 0-1 0 0,0 0 0 0 0,0 1 1 0 0,-1-1-1 0 0,1 1 0 0 0,0 0 1 0 0,0-1-1 0 0,2 1 0 0 0,1-1 96 0 0,145-18-69 0 0,-65 9-4402 0 0,-1-5-5797 0 0,-56 10 3031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3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87 1484 0 0,'-8'-7'2073'0'0,"-1"0"0"0"0,1 0 0 0 0,1 0 0 0 0,0-1-1 0 0,-11-14 1 0 0,18 21-1995 0 0,0 0 0 0 0,-1 1 0 0 0,1-1 0 0 0,0 1 0 0 0,0-1-1 0 0,0 0 1 0 0,0 1 0 0 0,-1-1 0 0 0,1 0 0 0 0,0 1 0 0 0,0-1-1 0 0,0 0 1 0 0,0 1 0 0 0,0-1 0 0 0,1 0 0 0 0,-1 1 0 0 0,0-1 0 0 0,0 1-1 0 0,0-1 1 0 0,1 0 0 0 0,-1 1 0 0 0,0-1 0 0 0,0 1 0 0 0,1-1-1 0 0,-1 0 1 0 0,1 1 0 0 0,-1-1 0 0 0,0 1 0 0 0,1-1 0 0 0,-1 1 0 0 0,1 0-1 0 0,0-1 1 0 0,0 0 21 0 0,1 0-1 0 0,-1 0 1 0 0,0 0 0 0 0,1 0-1 0 0,-1 1 1 0 0,1-1-1 0 0,-1 0 1 0 0,1 1 0 0 0,0-1-1 0 0,-1 1 1 0 0,1 0-1 0 0,-1 0 1 0 0,1-1-1 0 0,0 1 1 0 0,1 0 0 0 0,5 1 27 0 0,0 1 1 0 0,-1-1-1 0 0,1 1 1 0 0,0 0-1 0 0,-1 1 0 0 0,1 0 1 0 0,-1 0-1 0 0,0 1 1 0 0,0 0-1 0 0,-1 0 1 0 0,1 0-1 0 0,-1 1 1 0 0,0 0-1 0 0,0 0 1 0 0,0 1-1 0 0,-1-1 1 0 0,1 1-1 0 0,-2 1 1 0 0,1-1-1 0 0,4 8 1 0 0,-4-5-29 0 0,0 0 0 0 0,0 1 0 0 0,-1 0 1 0 0,0 0-1 0 0,-1 0 0 0 0,0 1 0 0 0,0-1 1 0 0,-1 1-1 0 0,-1 0 0 0 0,0-1 0 0 0,0 1 1 0 0,-1 0-1 0 0,0 0 0 0 0,-4 18 0 0 0,0-10 12 0 0,-1-1-1 0 0,-1 0 0 0 0,-1 0 1 0 0,0-1-1 0 0,-2 0 0 0 0,0 0 1 0 0,-1-1-1 0 0,0 0 0 0 0,-25 28 1 0 0,-7 1 965 0 0,-83 68 1 0 0,51-50 354 0 0,65-55-1283 0 0,7-7-114 0 0,-1 0 0 0 0,1 1-1 0 0,0 0 1 0 0,0-1 0 0 0,0 1 0 0 0,0 0-1 0 0,0 0 1 0 0,1 0 0 0 0,-1 0-1 0 0,0 0 1 0 0,-1 4 0 0 0,4-5-26 0 0,-1 0 0 0 0,1-1 1 0 0,-1 1-1 0 0,1 0 0 0 0,0-1 1 0 0,0 1-1 0 0,-1 0 0 0 0,1-1 1 0 0,0 1-1 0 0,0-1 0 0 0,0 1 1 0 0,-1-1-1 0 0,1 1 0 0 0,0-1 1 0 0,0 0-1 0 0,0 1 0 0 0,0-1 1 0 0,0 0-1 0 0,0 0 0 0 0,0 0 0 0 0,0 1 1 0 0,0-1-1 0 0,1-1 0 0 0,25 4 52 0 0,-26-3-56 0 0,42 1-962 0 0,70-8 0 0 0,-64 1-3344 0 0,56-16-1 0 0,-53 4-3364 0 0,-27 6 616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41 2336 0 0,'-6'-13'6141'0'0,"-2"-2"-1589"0"0,7 2 2342 0 0,-8 38-3783 0 0,9-6-2553 0 0,0 1 0 0 0,1-1 1 0 0,1 0-1 0 0,1 1 0 0 0,8 31 0 0 0,-7-39-523 0 0,0 0-1 0 0,1 1 1 0 0,0-2 0 0 0,1 1-1 0 0,0-1 1 0 0,1 1 0 0 0,0-2-1 0 0,0 1 1 0 0,13 12 0 0 0,-15-18-12 0 0,-4-3-28 0 0,0-1 1 0 0,1 1-1 0 0,-1-1 0 0 0,1 0 1 0 0,-1 0-1 0 0,1 1 0 0 0,-1-1 0 0 0,1 0 1 0 0,0-1-1 0 0,0 1 0 0 0,-1 0 1 0 0,1 0-1 0 0,0-1 0 0 0,0 1 1 0 0,0-1-1 0 0,0 1 0 0 0,0-1 1 0 0,0 0-1 0 0,0 0 0 0 0,0 0 0 0 0,2 0 1 0 0,1 0-66 0 0,0 0-1 0 0,1-1 1 0 0,-1 1 0 0 0,0-1 0 0 0,1 0 0 0 0,-1 0 0 0 0,0-1-1 0 0,0 0 1 0 0,0 0 0 0 0,0 0 0 0 0,0 0 0 0 0,-1-1 0 0 0,1 0 0 0 0,-1 0-1 0 0,1 0 1 0 0,-1 0 0 0 0,0-1 0 0 0,0 1 0 0 0,-1-1 0 0 0,1 0-1 0 0,5-9 1 0 0,7-10-127 0 0,-2 0 1 0 0,-1 0-1 0 0,12-31 0 0 0,-7 16 132 0 0,-8 17 39 0 0,-5 9-59 0 0,1 0-1 0 0,0 1 0 0 0,10-13 1 0 0,-15 22 83 0 0,15 27 715 0 0,-13-2-283 0 0,-1 0-1 0 0,0 0 1 0 0,-2 0 0 0 0,-4 37-1 0 0,2-26-121 0 0,-81 756 4331 0 0,78-754-4535 0 0,-3-1 1 0 0,0 0-1 0 0,-2 0 1 0 0,-2-1-1 0 0,-18 35 1 0 0,24-58-66 0 0,0 0 0 0 0,-1-1 0 0 0,0 0 1 0 0,-1 0-1 0 0,0 0 0 0 0,0-1 0 0 0,-19 15 1 0 0,19-19-29 0 0,0 0 0 0 0,0 0 0 0 0,0 0 0 0 0,-1-1 1 0 0,0 0-1 0 0,0-1 0 0 0,0 0 0 0 0,0-1 0 0 0,0 1 1 0 0,-1-2-1 0 0,-14 2 0 0 0,16-3-11 0 0,-1 1 0 0 0,0-2 0 0 0,1 1 0 0 0,-1-1 0 0 0,1-1 0 0 0,-1 0 0 0 0,1 0 0 0 0,0 0 0 0 0,-1-1 0 0 0,1 0 0 0 0,0-1 0 0 0,-11-7 0 0 0,16 9 0 0 0,0 0 0 0 0,-1-1 0 0 0,1 1 0 0 0,0-1 0 0 0,0 0 0 0 0,1 0 0 0 0,-1 0 0 0 0,1 0 0 0 0,-1 0 0 0 0,1-1 0 0 0,0 1 0 0 0,0-1 0 0 0,1 0 0 0 0,-1 1 0 0 0,1-1 0 0 0,-1 0 0 0 0,1 0 0 0 0,1 0 0 0 0,-1 0 0 0 0,0 0 0 0 0,1 0 0 0 0,0 0 0 0 0,0 0 0 0 0,0 0 0 0 0,0 0 0 0 0,1 0 0 0 0,0 0 0 0 0,1-6 0 0 0,4-9-235 0 0,2 0 0 0 0,-1 0 1 0 0,2 1-1 0 0,1 0 0 0 0,0 1 0 0 0,1 0 1 0 0,14-16-1 0 0,99-103-2360 0 0,-79 94-71 0 0,1 2 1 0 0,64-41-1 0 0,35-12-8036 0 0,-99 67 3511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18 112 1808 0 0,'-2'-2'2922'0'0,"-11"-39"11602"0"0,12 40-13419 0 0,1 1-938 0 0,0-1 0 0 0,-1 1-1 0 0,1-1 1 0 0,0 1 0 0 0,0-1-1 0 0,0 1 1 0 0,-1-1 0 0 0,1 1-1 0 0,0-1 1 0 0,0 1 0 0 0,0-1-1 0 0,0 1 1 0 0,0-1 0 0 0,0 1-1 0 0,0-1 1 0 0,0 1 0 0 0,0-1-1 0 0,0 1 1 0 0,1-2 0 0 0,10 0 163 0 0,0 0 1 0 0,0 0-1 0 0,0 1 0 0 0,0 1 1 0 0,22 1-1 0 0,3-1-125 0 0,14-1 22 0 0,76-4-1562 0 0,-1-10-4790 0 0,-90 6 2276 0 0,-12-2-1699 0 0,-8 1-1298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10 1724 0 0,'-2'-1'778'0'0,"-2"0"653"0"0,0-1 1 0 0,0 1-1 0 0,0 0 1 0 0,-1 0-1 0 0,1 0 0 0 0,0 0 1 0 0,-8 1-1 0 0,10 0-1270 0 0,1 1 0 0 0,0-1 0 0 0,-1 1 0 0 0,1-1 0 0 0,0 1 0 0 0,0 0 0 0 0,-1-1-1 0 0,1 1 1 0 0,0 0 0 0 0,0 0 0 0 0,0 0 0 0 0,0 0 0 0 0,0 0 0 0 0,0 0 0 0 0,0 0 0 0 0,0 0-1 0 0,1 0 1 0 0,-1 0 0 0 0,0 1 0 0 0,1-1 0 0 0,-1 0 0 0 0,1 1 0 0 0,-1-1 0 0 0,1 0-1 0 0,0 1 1 0 0,-1-1 0 0 0,1 0 0 0 0,0 3 0 0 0,-13 71 1515 0 0,-3 79 0 0 0,11-1-5814 0 0,8-110 187 0 0,3-15-2126 0 0,-3-15 676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4 164 940 0 0,'-1'-4'496'0'0,"0"1"1"0"0,1-1-1 0 0,-1 1 0 0 0,1-1 0 0 0,0 1 1 0 0,0-1-1 0 0,0 1 0 0 0,0-1 0 0 0,1 1 1 0 0,-1-1-1 0 0,1 1 0 0 0,0 0 0 0 0,0-1 1 0 0,0 1-1 0 0,2-5 0 0 0,0 3-104 0 0,0 0-1 0 0,1 0 0 0 0,-1 0 0 0 0,1 1 1 0 0,0-1-1 0 0,0 1 0 0 0,1 0 1 0 0,6-5-1 0 0,0 1-77 0 0,1 0 0 0 0,0 1 1 0 0,1 1-1 0 0,-1 0 0 0 0,1 0 0 0 0,0 1 0 0 0,15-3 0 0 0,-19 7-229 0 0,-1 0 0 0 0,1 0 0 0 0,0 0-1 0 0,0 1 1 0 0,1 1 0 0 0,-1 0 0 0 0,-1 0-1 0 0,1 0 1 0 0,0 1 0 0 0,0 1 0 0 0,-1-1 0 0 0,1 1-1 0 0,10 6 1 0 0,-16-8-49 0 0,1 1 1 0 0,-1 0-1 0 0,1 0 0 0 0,-1 0 0 0 0,0 0 1 0 0,0 1-1 0 0,0-1 0 0 0,0 1 0 0 0,0 0 1 0 0,0 0-1 0 0,-1 0 0 0 0,0 0 1 0 0,1 0-1 0 0,-1 1 0 0 0,0-1 0 0 0,-1 1 1 0 0,1-1-1 0 0,0 1 0 0 0,-1 0 0 0 0,0-1 1 0 0,0 1-1 0 0,0 0 0 0 0,-1 0 1 0 0,1 0-1 0 0,-1 0 0 0 0,0 0 0 0 0,0 0 1 0 0,0 0-1 0 0,0-1 0 0 0,-1 1 0 0 0,0 0 1 0 0,-1 6-1 0 0,-3 3 103 0 0,-1 1 0 0 0,1-1 0 0 0,-2 0 1 0 0,0-1-1 0 0,-1 0 0 0 0,-15 20 0 0 0,-64 60 929 0 0,59-64-487 0 0,24-25-502 0 0,-6 9 233 0 0,10-12-308 0 0,0 1-1 0 0,0-1 1 0 0,0 0-1 0 0,0 1 1 0 0,0-1 0 0 0,0 0-1 0 0,0 1 1 0 0,0-1-1 0 0,0 0 1 0 0,0 1-1 0 0,0-1 1 0 0,1 0 0 0 0,-1 1-1 0 0,0-1 1 0 0,0 0-1 0 0,0 0 1 0 0,0 1-1 0 0,1-1 1 0 0,-1 0-1 0 0,0 1 1 0 0,0-1 0 0 0,1 0-1 0 0,-1 0 1 0 0,0 0-1 0 0,1 1 1 0 0,-1-1-1 0 0,0 0 1 0 0,0 0 0 0 0,1 0-1 0 0,-1 0 1 0 0,0 1-1 0 0,1-1 1 0 0,-1 0-1 0 0,0 0 1 0 0,1 0 0 0 0,-1 0-1 0 0,0 0 1 0 0,1 0-1 0 0,0 0 1 0 0,19 6 3 0 0,0 0 0 0 0,27 14 0 0 0,-38-15-10 0 0,0 0 1 0 0,0 1-1 0 0,-1-1 1 0 0,0 2-1 0 0,0-1 1 0 0,-1 1-1 0 0,10 11 1 0 0,-10-10 52 0 0,0 1 1 0 0,-1-1 0 0 0,0 2 0 0 0,-1-1-1 0 0,0 1 1 0 0,0-1 0 0 0,-1 1 0 0 0,0 1 0 0 0,4 17-1 0 0,-7-23 103 0 0,-1-1 0 0 0,1 1 0 0 0,-1 0-1 0 0,0 0 1 0 0,0 0 0 0 0,-1 0 0 0 0,1 0 0 0 0,-1 0-1 0 0,0-1 1 0 0,-1 1 0 0 0,1 0 0 0 0,-1-1-1 0 0,0 1 1 0 0,0-1 0 0 0,0 1 0 0 0,0-1 0 0 0,-1 0-1 0 0,0 0 1 0 0,0 0 0 0 0,0 0 0 0 0,0-1-1 0 0,-1 1 1 0 0,-6 4 0 0 0,0 0 246 0 0,0-2 1 0 0,0 1-1 0 0,-1-1 0 0 0,0-1 1 0 0,0 0-1 0 0,0 0 0 0 0,-1-1 1 0 0,0-1-1 0 0,1 0 0 0 0,-18 2 1 0 0,13-3-186 0 0,0-1 1 0 0,0-1-1 0 0,0 0 1 0 0,0-1-1 0 0,1 0 1 0 0,-1-2 0 0 0,-21-5-1 0 0,33 7-378 0 0,1 0 0 0 0,0 0 0 0 0,0 0 0 0 0,0 0 0 0 0,0-1 0 0 0,0 1 0 0 0,0-1 0 0 0,1 1 0 0 0,-1-1 0 0 0,0 0 0 0 0,1-1 0 0 0,-1 1 0 0 0,-3-4 0 0 0,6 4-20 0 0,-1 1 0 0 0,1 0 0 0 0,-1-1-1 0 0,1 1 1 0 0,0 0 0 0 0,-1-1 0 0 0,1 1 0 0 0,0 0 0 0 0,0-1 0 0 0,0 1 0 0 0,0 0 0 0 0,0-1 0 0 0,0 1 0 0 0,1 0 0 0 0,-1-1 0 0 0,0 1 0 0 0,1 0-1 0 0,-1-1 1 0 0,1 1 0 0 0,-1 0 0 0 0,1 0 0 0 0,-1-1 0 0 0,1 1 0 0 0,0 0 0 0 0,0 0 0 0 0,0 0 0 0 0,0 0 0 0 0,0 0 0 0 0,0 0 0 0 0,0 0 0 0 0,0 0-1 0 0,0 0 1 0 0,2 0 0 0 0,14-12-1704 0 0,0 2 0 0 0,1 0 1 0 0,0 1-1 0 0,1 0 0 0 0,22-6 0 0 0,-21 7-681 0 0,17-6-3316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1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34 720 0 0,'28'-26'16938'0'0,"-27"25"-16394"0"0,1 0-413 0 0,0 0 0 0 0,-1 1 1 0 0,1-1-1 0 0,0 0 0 0 0,0 0 1 0 0,-1 1-1 0 0,1-1 0 0 0,0 1 1 0 0,0 0-1 0 0,0-1 0 0 0,0 1 1 0 0,0 0-1 0 0,0 0 0 0 0,3 1 1 0 0,38 4-107 0 0,-21-2 143 0 0,258 26 140 0 0,-278-29-333 0 0,-1 0 22 0 0,-1 1 0 0 0,0-1 0 0 0,1 1 0 0 0,-1-1-1 0 0,0 1 1 0 0,0-1 0 0 0,0 1 0 0 0,0-1 0 0 0,1 1 0 0 0,-1 0 0 0 0,0-1 0 0 0,0 1 0 0 0,0-1 0 0 0,0 1 0 0 0,0-1 0 0 0,0 1 0 0 0,0-1-1 0 0,0 1 1 0 0,-1 0 0 0 0,1 0 0 0 0,-34 28 381 0 0,-1 0 0 0 0,-52 31 0 0 0,16-11 1056 0 0,-51 43 241 0 0,120-91-1629 0 0,0 0-1 0 0,0 0 1 0 0,1 0-1 0 0,-1 1 1 0 0,0-1-1 0 0,1 1 1 0 0,-1-1-1 0 0,1 1 0 0 0,0 0 1 0 0,0-1-1 0 0,-1 1 1 0 0,1 0-1 0 0,0 0 1 0 0,0 0-1 0 0,1 0 1 0 0,-1 0-1 0 0,0 0 1 0 0,1 0-1 0 0,-1 0 1 0 0,0 4-1 0 0,2-5-28 0 0,-1 0 0 0 0,0-1 0 0 0,0 1 0 0 0,1 0 0 0 0,-1 0-1 0 0,1-1 1 0 0,-1 1 0 0 0,1 0 0 0 0,-1 0 0 0 0,1-1 0 0 0,-1 1 0 0 0,1-1 0 0 0,-1 1 0 0 0,1 0 0 0 0,0-1 0 0 0,-1 1-1 0 0,1-1 1 0 0,0 1 0 0 0,0-1 0 0 0,-1 0 0 0 0,1 1 0 0 0,0-1 0 0 0,0 0 0 0 0,0 1 0 0 0,1-1 0 0 0,22 5 136 0 0,-22-4-125 0 0,29 3-716 0 0,-1-2-1 0 0,1 0 0 0 0,0-2 0 0 0,46-7 0 0 0,-13-2-5566 0 0,69-21 0 0 0,-74 15-1789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46 600 0 0,'-29'-22'14197'0'0,"22"14"-11213"0"0,6 8-2916 0 0,1 0 1 0 0,0 0 0 0 0,0 0 0 0 0,0 0-1 0 0,-1 0 1 0 0,1 0 0 0 0,0-1 0 0 0,0 1-1 0 0,0 0 1 0 0,-1 0 0 0 0,1 0 0 0 0,0 0-1 0 0,0 0 1 0 0,0-1 0 0 0,0 1 0 0 0,0 0-1 0 0,-1 0 1 0 0,1 0 0 0 0,0-1 0 0 0,0 1-1 0 0,0 0 1 0 0,0 0 0 0 0,0 0 0 0 0,0-1-1 0 0,0 1 1 0 0,0 0 0 0 0,0 0 0 0 0,0-1-1 0 0,0 1 1 0 0,0 0 0 0 0,0 0 0 0 0,0 0-1 0 0,0-1 1 0 0,0 1 0 0 0,0 0 0 0 0,0 0 0 0 0,0 0-1 0 0,0-1 1 0 0,0 1 0 0 0,0 0 0 0 0,0 0-1 0 0,1 0 1 0 0,-1-1 0 0 0,0 1 0 0 0,47-5-500 0 0,1 3 1 0 0,66 5-1 0 0,-74-2-1744 0 0,-35-1 1836 0 0,58 0-8058 0 0,-46-2 2129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2336 0 0,'-71'40'14692'0'0,"69"-39"-13967"0"0,-1 4 431 0 0,1-1-575 0 0,12-1-105 0 0,15 1-680 0 0,0-1 0 0 0,0-2 0 0 0,36-1 0 0 0,-35-2-2574 0 0,-1-2-1 0 0,0 0 0 0 0,39-12 0 0 0,-26 5-2852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2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48 2144 0 0,'13'-17'6559'0'0,"1"-2"1852"0"0,-13 19-8212 0 0,-1 0 0 0 0,0-1 1 0 0,1 1-1 0 0,-1-1 0 0 0,0 1 1 0 0,1-1-1 0 0,-1 1 0 0 0,0-1 1 0 0,0 1-1 0 0,0-1 0 0 0,0 1 1 0 0,1-1-1 0 0,-1 1 0 0 0,0-1 1 0 0,0 1-1 0 0,0-1 1 0 0,0 1-1 0 0,0-1 0 0 0,0 1 1 0 0,0-1-1 0 0,0 1 0 0 0,-1-1 1 0 0,-7 3-19 0 0,0 0-1 0 0,-1 0 1 0 0,1 1 0 0 0,0 0 0 0 0,0 1 0 0 0,-8 5 0 0 0,-47 32 305 0 0,61-40-474 0 0,-12 8 43 0 0,0 1 0 0 0,0 0-1 0 0,1 1 1 0 0,0 1 0 0 0,1 0-1 0 0,1 0 1 0 0,-12 17 0 0 0,22-28-41 0 0,0 1 1 0 0,0-1 0 0 0,0 1-1 0 0,0-1 1 0 0,1 1-1 0 0,-1 0 1 0 0,0-1 0 0 0,1 1-1 0 0,0 0 1 0 0,-1 0-1 0 0,1-1 1 0 0,0 1 0 0 0,0 0-1 0 0,0 0 1 0 0,0-1-1 0 0,0 1 1 0 0,0 0 0 0 0,1 0-1 0 0,-1-1 1 0 0,1 1-1 0 0,-1 0 1 0 0,1-1 0 0 0,-1 1-1 0 0,1 0 1 0 0,0-1-1 0 0,0 1 1 0 0,0-1 0 0 0,0 1-1 0 0,0-1 1 0 0,0 0-1 0 0,0 1 1 0 0,0-1-1 0 0,1 0 1 0 0,-1 0 0 0 0,1 0-1 0 0,-1 0 1 0 0,0 0-1 0 0,1 0 1 0 0,2 1 0 0 0,7 4 15 0 0,1-1 0 0 0,0 0 0 0 0,0-1 1 0 0,18 5-1 0 0,-11-4-6 0 0,13 5-48 0 0,0 1 0 0 0,61 31 0 0 0,-85-37 81 0 0,0-1 0 0 0,0 2 0 0 0,-1-1 0 0 0,0 1 0 0 0,0 0 0 0 0,0 0 0 0 0,0 1 0 0 0,-1 0 0 0 0,0 1 0 0 0,-1-1 0 0 0,1 1 0 0 0,-2 0 0 0 0,1 0 0 0 0,-1 0 0 0 0,6 18 0 0 0,-9-22 86 0 0,0 0 0 0 0,0 0 0 0 0,0 0 0 0 0,-1 0 0 0 0,0 0 1 0 0,1 0-1 0 0,-2 0 0 0 0,1 0 0 0 0,0 0 0 0 0,-1 0 0 0 0,0 0 0 0 0,0 0 0 0 0,0 0 0 0 0,0-1 0 0 0,-1 1 0 0 0,1 0 0 0 0,-1-1 0 0 0,0 1 0 0 0,0-1 0 0 0,0 0 0 0 0,-1 1 0 0 0,1-1 0 0 0,-1 0 0 0 0,1 0 0 0 0,-4 2 0 0 0,-2 1 153 0 0,0-1-1 0 0,0 1 1 0 0,0-2 0 0 0,0 1-1 0 0,-1-1 1 0 0,0 0 0 0 0,1-1-1 0 0,-1 0 1 0 0,-1-1 0 0 0,1 0-1 0 0,-15 2 1 0 0,1-3-296 0 0,-1-2 0 0 0,2-1 0 0 0,2-4 0 0 0,-8-5 25 0 0,21 4-56 0 0,3 2-79 0 0,3 3-215 0 0,-1 0 0 0 0,1 0 0 0 0,0 0 0 0 0,0 0 0 0 0,0 0 0 0 0,1-1 0 0 0,-1 1 0 0 0,0 0 0 0 0,1-1 0 0 0,0 1 0 0 0,-1 0 0 0 0,1-1 0 0 0,0 1 0 0 0,0 0 0 0 0,0-1 0 0 0,1 1 0 0 0,-1-1 0 0 0,0 1 0 0 0,1 0 0 0 0,0 0 1 0 0,-1-1-1 0 0,1 1 0 0 0,2-4 0 0 0,3-6-1766 0 0,0 0 0 0 0,15-21 1 0 0,-17 26 1298 0 0,35-43-7116 0 0,-17 21 432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37 372 0 0,'-3'-1'3408'0'0,"-7"-4"-65"0"0,-23-13 11785 0 0,28 11-9220 0 0,11 5-5681 0 0,0 1-1 0 0,0 0 0 0 0,1 0 0 0 0,-1 1 1 0 0,0 0-1 0 0,0 0 0 0 0,0 0 1 0 0,12 3-1 0 0,14-1 169 0 0,177 8 483 0 0,77 1-2177 0 0,-250-11 602 0 0,135-1-1370 0 0,-62-5-2726 0 0,-92 2 1705 0 0,-10 0-295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67 304 0 0,'1'-3'2368'0'0,"2"-60"9273"0"0,9 81-9897 0 0,-9 9-1218 0 0,-1 0-1 0 0,-2 0 1 0 0,0 0-1 0 0,-1 0 0 0 0,-2 0 1 0 0,-1 0-1 0 0,-1-1 1 0 0,-10 30-1 0 0,-10 20-134 0 0,-50 104-1 0 0,54-137-314 0 0,13-28 211 0 0,0 0 0 0 0,1 1 0 0 0,-8 26 0 0 0,15-42-284 0 0,0 1 1 0 0,0-1 0 0 0,0 0-1 0 0,0 1 1 0 0,0-1 0 0 0,0 0-1 0 0,0 0 1 0 0,0 1 0 0 0,0-1-1 0 0,0 0 1 0 0,1 1 0 0 0,-1-1 0 0 0,0 0-1 0 0,0 0 1 0 0,0 1 0 0 0,0-1-1 0 0,0 0 1 0 0,1 0 0 0 0,-1 1-1 0 0,0-1 1 0 0,0 0 0 0 0,0 0-1 0 0,1 0 1 0 0,-1 1 0 0 0,0-1-1 0 0,0 0 1 0 0,1 0 0 0 0,-1 0-1 0 0,0 0 1 0 0,0 0 0 0 0,1 0-1 0 0,-1 1 1 0 0,0-1 0 0 0,1 0-1 0 0,-1 0 1 0 0,0 0 0 0 0,0 0-1 0 0,1 0 1 0 0,-1 0 0 0 0,0 0-1 0 0,1 0 1 0 0,-1 0 0 0 0,20-1 35 0 0,-15 1-25 0 0,187-22-831 0 0,-153 18 388 0 0,-7 2-30 0 0,0-2 1 0 0,0-1 0 0 0,35-11 0 0 0,-63 15 445 0 0,-1 0 1 0 0,1-1-1 0 0,-1 0 0 0 0,1 1 0 0 0,-1-1 1 0 0,1-1-1 0 0,-1 1 0 0 0,0 0 0 0 0,0-1 1 0 0,0 1-1 0 0,-1-1 0 0 0,1 0 0 0 0,-1 0 1 0 0,1 0-1 0 0,-1 0 0 0 0,0 0 0 0 0,0-1 0 0 0,0 1 1 0 0,-1-1-1 0 0,1 1 0 0 0,-1-1 0 0 0,0 0 1 0 0,0 1-1 0 0,0-1 0 0 0,1-8 0 0 0,-2-5 214 0 0,0 1-1 0 0,-1-1 0 0 0,0 0 0 0 0,-7-28 0 0 0,2 10 721 0 0,1 25-846 0 0,-1 12-18 0 0,-5 14-22 0 0,-94 367 195 0 0,97-348-1170 0 0,-3 39-1 0 0,11-19-2437 0 0,1-44 1417 0 0,0-1-1 0 0,1 1 1 0 0,3 10-1 0 0,0-8-4439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2320 0 0,'2'-14'1885'0'0,"13"-46"4676"0"0,-14 55-6158 0 0,1 0 1 0 0,0 0-1 0 0,0 0 1 0 0,1 0-1 0 0,-1 0 1 0 0,1 0-1 0 0,0 1 1 0 0,6-7-1 0 0,-7 9-330 0 0,-1 1 0 0 0,1 0-1 0 0,0-1 1 0 0,0 1 0 0 0,-1 0-1 0 0,1 0 1 0 0,0 0 0 0 0,0 0-1 0 0,0 1 1 0 0,0-1 0 0 0,0 0-1 0 0,1 1 1 0 0,-1-1 0 0 0,0 1-1 0 0,0 0 1 0 0,0 0 0 0 0,0 0-1 0 0,0 0 1 0 0,0 0 0 0 0,1 0-1 0 0,-1 1 1 0 0,0-1 0 0 0,0 1-1 0 0,0-1 1 0 0,0 1 0 0 0,0 0-1 0 0,0 0 1 0 0,0 0 0 0 0,0 0-1 0 0,0 0 1 0 0,-1 0 0 0 0,3 2-1 0 0,2 1 85 0 0,-1 0-1 0 0,0 1 1 0 0,0-1 0 0 0,-1 1-1 0 0,1 0 1 0 0,-1 0-1 0 0,0 1 1 0 0,-1-1-1 0 0,5 9 1 0 0,-5-6-20 0 0,0 0 0 0 0,-1 0 0 0 0,1 1 0 0 0,-2-1 0 0 0,1 1 0 0 0,-1-1 0 0 0,-1 1 0 0 0,0 0 0 0 0,0-1 0 0 0,0 1 0 0 0,-1-1 0 0 0,-1 1 0 0 0,-3 14 0 0 0,-3 3 93 0 0,-1 0-1 0 0,-1 0 1 0 0,-14 23-1 0 0,10-21 952 0 0,-2 0 0 0 0,-37 45 0 0 0,52-71-907 0 0,-7 1 236 0 0,9-8-512 0 0,1 0 0 0 0,0 0 1 0 0,0 0-1 0 0,0 1 0 0 0,0-1 1 0 0,1 0-1 0 0,6-7 0 0 0,28-33-141 0 0,-28 34 125 0 0,231-232-322 0 0,-111 118 161 0 0,-120 117-196 0 0,-20 19 267 0 0,-26 28 81 0 0,15-14-26 0 0,-36 55 0 0 0,51-70 56 0 0,1 0 0 0 0,1 0 0 0 0,0 1 0 0 0,0 0 0 0 0,1 0 0 0 0,1 1 0 0 0,0-1 0 0 0,0 1 0 0 0,-1 13 0 0 0,4-22-33 0 0,0 1 0 0 0,1-1 0 0 0,-1 1 1 0 0,1-1-1 0 0,-1 0 0 0 0,1 1 0 0 0,0-1 0 0 0,0 0 0 0 0,0 1 0 0 0,1-1 0 0 0,-1 0 0 0 0,1 0 0 0 0,0 0 0 0 0,0 0 0 0 0,0 0 0 0 0,0-1 0 0 0,0 1 1 0 0,1 0-1 0 0,-1-1 0 0 0,1 0 0 0 0,-1 1 0 0 0,1-1 0 0 0,0 0 0 0 0,0-1 0 0 0,0 1 0 0 0,0 0 0 0 0,0-1 0 0 0,1 0 0 0 0,3 2 0 0 0,10 2-668 0 0,1 0-1 0 0,0-1 0 0 0,-1-1 1 0 0,23 1-1 0 0,-39-4 674 0 0,99 3-4619 0 0,-33-8-1322 0 0,-18-1-848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9 135 3136 0 0,'-9'-31'15262'0'0,"9"30"-15211"0"0,0 1 1 0 0,0-1 0 0 0,0 0 0 0 0,1 0-1 0 0,-1 1 1 0 0,0-1 0 0 0,0 0-1 0 0,1 1 1 0 0,-1-1 0 0 0,0 0 0 0 0,1 1-1 0 0,-1-1 1 0 0,0 0 0 0 0,1 1-1 0 0,-1-1 1 0 0,1 1 0 0 0,-1-1 0 0 0,1 1-1 0 0,-1-1 1 0 0,1 1 0 0 0,0-1 0 0 0,-1 1-1 0 0,1 0 1 0 0,0-1 0 0 0,-1 1-1 0 0,1 0 1 0 0,0-1 0 0 0,-1 1 0 0 0,1 0-1 0 0,0 0 1 0 0,0 0 0 0 0,-1 0-1 0 0,1-1 1 0 0,1 1 0 0 0,38-7 246 0 0,-29 6-148 0 0,80-12 176 0 0,43-7-1522 0 0,-48-2-4222 0 0,-56 8-1091 0 0,-19 5 1054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32 2640 0 0,'-45'-28'12991'0'0,"44"27"-12069"0"0,-13-2 877 0 0,12 6-1628 0 0,-1-1 0 0 0,1 0 0 0 0,0 1 0 0 0,0 0 1 0 0,0-1-1 0 0,0 1 0 0 0,0 0 0 0 0,0 0 0 0 0,1 0 1 0 0,0 0-1 0 0,-1 0 0 0 0,0 5 0 0 0,-11 48 720 0 0,9-35-681 0 0,-30 157 707 0 0,25-87-2970 0 0,9-65-1726 0 0,3 36-1 0 0,0-47-520 0 0,0-2-1979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6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89 239 2976 0 0,'6'-26'3087'0'0,"-2"5"-682"0"0,1-1-1 0 0,1 1 1 0 0,17-38-1 0 0,-20 53-2246 0 0,0 0 0 0 0,1 0 0 0 0,-1 1-1 0 0,1-1 1 0 0,1 1 0 0 0,-1 0 0 0 0,1 0 0 0 0,0 1-1 0 0,0-1 1 0 0,0 1 0 0 0,1 0 0 0 0,-1 1 0 0 0,1-1-1 0 0,0 1 1 0 0,0 0 0 0 0,0 0 0 0 0,8-1 0 0 0,-5 1-111 0 0,1 1 0 0 0,-1 1 0 0 0,1 0 0 0 0,-1 0 0 0 0,1 1 0 0 0,-1 0-1 0 0,1 1 1 0 0,-1 0 0 0 0,1 0 0 0 0,9 3 0 0 0,-15-3-38 0 0,0 0-1 0 0,-1 0 1 0 0,1 0-1 0 0,0 1 0 0 0,0-1 1 0 0,-1 1-1 0 0,1 0 0 0 0,-1 0 1 0 0,1 0-1 0 0,-1 0 0 0 0,0 1 1 0 0,0 0-1 0 0,0-1 1 0 0,0 1-1 0 0,-1 0 0 0 0,1 0 1 0 0,-1 0-1 0 0,1 1 0 0 0,-1-1 1 0 0,0 1-1 0 0,-1-1 1 0 0,1 1-1 0 0,0 0 0 0 0,-1-1 1 0 0,0 1-1 0 0,1 5 0 0 0,-2-3 1 0 0,0 0 0 0 0,-1 0 1 0 0,1 0-1 0 0,-1-1 0 0 0,-1 1 0 0 0,1 0 0 0 0,-1-1 0 0 0,0 1 0 0 0,0-1 0 0 0,0 1 0 0 0,-1-1 0 0 0,0 0 0 0 0,0 0 0 0 0,-1 0 0 0 0,1 0 0 0 0,-7 6 0 0 0,-7 7 16 0 0,-1 0 0 0 0,-29 21 1 0 0,1-6 755 0 0,-70 38-1 0 0,108-67-518 0 0,6-3-174 0 0,1 1-2 0 0,1-2-83 0 0,0 0-1 0 0,0 0 1 0 0,-1 0-1 0 0,1 0 1 0 0,0 0-1 0 0,0 0 1 0 0,0 1-1 0 0,0-1 1 0 0,0 0-1 0 0,0 0 1 0 0,0 0 0 0 0,-1 0-1 0 0,1 0 1 0 0,0 0-1 0 0,0 1 1 0 0,0-1-1 0 0,0 0 1 0 0,0 0-1 0 0,0 0 1 0 0,0 0-1 0 0,0 0 1 0 0,0 0-1 0 0,0 1 1 0 0,0-1-1 0 0,0 0 1 0 0,0 0-1 0 0,0 0 1 0 0,0 0-1 0 0,0 1 1 0 0,0-1-1 0 0,0 0 1 0 0,0 0-1 0 0,0 0 1 0 0,0 0-1 0 0,0 0 1 0 0,0 1-1 0 0,0-1 1 0 0,0 0-1 0 0,0 0 1 0 0,0 0-1 0 0,0 0 1 0 0,0 0-1 0 0,1 1 1 0 0,35 11 42 0 0,-22-8-60 0 0,-1 1 0 0 0,0 0 1 0 0,0 0-1 0 0,0 2 1 0 0,-1-1-1 0 0,12 10 1 0 0,-17-11 55 0 0,0 1 0 0 0,0 0 1 0 0,0 1-1 0 0,-1 0 0 0 0,0 0 1 0 0,0 0-1 0 0,0 1 0 0 0,-1 0 1 0 0,-1 0-1 0 0,5 9 1 0 0,-8-14 109 0 0,1 1 1 0 0,-1-1 0 0 0,0 1-1 0 0,-1 0 1 0 0,1-1 0 0 0,0 1-1 0 0,-1 0 1 0 0,0-1 0 0 0,0 1 0 0 0,0 0-1 0 0,-1 0 1 0 0,1-1 0 0 0,-1 1-1 0 0,0 0 1 0 0,0-1 0 0 0,0 1-1 0 0,0-1 1 0 0,-1 1 0 0 0,1-1-1 0 0,-1 0 1 0 0,0 0 0 0 0,0 1 0 0 0,0-1-1 0 0,0 0 1 0 0,-1-1 0 0 0,1 1-1 0 0,-6 4 1 0 0,1-1 220 0 0,-1 1-1 0 0,-1-2 1 0 0,1 1-1 0 0,-1-1 1 0 0,0 0-1 0 0,0-1 1 0 0,-1 0-1 0 0,1-1 1 0 0,-1 1-1 0 0,0-2 1 0 0,0 0-1 0 0,-19 2 1 0 0,12-2-284 0 0,0-2 0 0 0,0-1 0 0 0,0 0 0 0 0,0-1 0 0 0,0 0 0 0 0,-29-9 1 0 0,45 11-263 0 0,0-1-1 0 0,0 1 1 0 0,0 0 0 0 0,0-1 0 0 0,0 1 0 0 0,0-1 0 0 0,0 1 0 0 0,0-1 0 0 0,0 1 0 0 0,0-1 0 0 0,0 0 0 0 0,0 0 0 0 0,0 1 0 0 0,0-1 0 0 0,0 0 0 0 0,0 0-1 0 0,1 0 1 0 0,-1 0 0 0 0,0-1 0 0 0,1 1-15 0 0,-1 0 0 0 0,1 0 1 0 0,0 0-1 0 0,0 0 0 0 0,0 1 0 0 0,0-1 0 0 0,0 0 0 0 0,0 0 0 0 0,0 0 0 0 0,1 0 0 0 0,-1 0 1 0 0,0 0-1 0 0,0 0 0 0 0,1 1 0 0 0,-1-1 0 0 0,0 0 0 0 0,1 0 0 0 0,0-1 0 0 0,2-2-590 0 0,1 0 0 0 0,-1 0 0 0 0,1 0 0 0 0,-1 1-1 0 0,1-1 1 0 0,6-3 0 0 0,29-19-7485 0 0,-14 10-237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37 912 0 0,'1'-2'2962'0'0,"8"-19"5011"0"0,-4 8-921 0 0,-4 35-5151 0 0,-2 2-889 0 0,0 0-1 0 0,2 0 1 0 0,7 43 0 0 0,-5-56-909 0 0,0 1-1 0 0,0-1 1 0 0,1 1 0 0 0,0-1-1 0 0,1 0 1 0 0,0-1 0 0 0,1 1-1 0 0,0-1 1 0 0,12 15 0 0 0,-15-22-69 0 0,0 1 1 0 0,0-1-1 0 0,1 0 1 0 0,0 0-1 0 0,7 4 1 0 0,-10-6-25 0 0,1 0-1 0 0,0 0 1 0 0,0 0 0 0 0,0-1-1 0 0,0 1 1 0 0,1 0 0 0 0,-1-1-1 0 0,0 1 1 0 0,0-1 0 0 0,0 0-1 0 0,0 0 1 0 0,1 1 0 0 0,-1-1-1 0 0,0-1 1 0 0,4 1 0 0 0,2-3-30 0 0,0 0 1 0 0,0-1 0 0 0,-1 0-1 0 0,1 0 1 0 0,-1 0-1 0 0,0-1 1 0 0,0 0 0 0 0,0-1-1 0 0,-1 1 1 0 0,0-1 0 0 0,9-12-1 0 0,5-8-27 0 0,30-52 1 0 0,0 0 419 0 0,-49 77-422 0 0,-1 1-12 0 0,1 0 56 0 0,-1 0-1 0 0,0 0 1 0 0,1 1-1 0 0,-1-1 1 0 0,1 0-1 0 0,-1 0 1 0 0,1 1-1 0 0,-1-1 1 0 0,0 0 0 0 0,1 1-1 0 0,-1-1 1 0 0,1 0-1 0 0,-1 1 1 0 0,0-1-1 0 0,1 0 1 0 0,-1 1-1 0 0,0-1 1 0 0,0 1-1 0 0,1-1 1 0 0,-1 1 0 0 0,0-1-1 0 0,0 1 1 0 0,0-1-1 0 0,0 1 1 0 0,0-1-1 0 0,0 1 1 0 0,1-1-1 0 0,-1 1 1 0 0,0-1 0 0 0,0 1-1 0 0,0-1 1 0 0,-1 1-1 0 0,1-1 1 0 0,0 1-1 0 0,-3 26 45 0 0,2-18-28 0 0,-54 350 2248 0 0,37-261-1603 0 0,-38 188 1180 0 0,-23-6 111 0 0,72-260-1941 0 0,-1 0-1 0 0,-1 0 1 0 0,-1-1 0 0 0,-1 0 0 0 0,0 0 0 0 0,-2-1 0 0 0,-18 21-1 0 0,26-33-5 0 0,0-1 0 0 0,-1 0-1 0 0,0 0 1 0 0,1 0-1 0 0,-2 0 1 0 0,1-1 0 0 0,-1 0-1 0 0,1-1 1 0 0,-1 1-1 0 0,0-1 1 0 0,0-1 0 0 0,0 1-1 0 0,-1-1 1 0 0,1 0-1 0 0,-1-1 1 0 0,1 0 0 0 0,-1 0-1 0 0,1 0 1 0 0,-1-1 0 0 0,1-1-1 0 0,-1 1 1 0 0,0-1-1 0 0,-13-3 1 0 0,14 2 0 0 0,0 0 0 0 0,1 0 0 0 0,-1 0 0 0 0,1-1 0 0 0,0 0 0 0 0,0 0 0 0 0,0-1 0 0 0,0 1 0 0 0,0-1 0 0 0,1-1 0 0 0,0 1 0 0 0,0-1 0 0 0,0 0 0 0 0,0 0 0 0 0,1 0 0 0 0,0-1 0 0 0,0 1 0 0 0,0-1 0 0 0,1 0 0 0 0,0 0 0 0 0,0 0 0 0 0,0-1 0 0 0,1 1 0 0 0,0-1 0 0 0,0 0 0 0 0,1 1 0 0 0,0-1 0 0 0,0 0 0 0 0,0 0 0 0 0,1 0 0 0 0,0 0 0 0 0,1-7 0 0 0,3-6-45 0 0,0-1 0 0 0,1 1-1 0 0,1 0 1 0 0,1 0 0 0 0,1 1 0 0 0,1 0 0 0 0,0 0-1 0 0,16-23 1 0 0,3 2-352 0 0,1 1 0 0 0,51-51 1 0 0,-46 55-1696 0 0,2 1 1 0 0,2 3-1 0 0,45-30 1 0 0,-37 32-4250 0 0,54-26 0 0 0,-66 40-1377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7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64 190 788 0 0,'-48'-29'15680'0'0,"47"28"-14770"0"0,-4-3 547 0 0,-4-5 950 0 0,9 9-2386 0 0,0-1-1 0 0,0 1 1 0 0,0 0-1 0 0,0 0 1 0 0,0-1 0 0 0,0 1-1 0 0,0 0 1 0 0,0-1-1 0 0,0 1 1 0 0,0 0 0 0 0,0 0-1 0 0,0-1 1 0 0,0 1-1 0 0,0 0 1 0 0,0-1 0 0 0,0 1-1 0 0,0 0 1 0 0,1 0-1 0 0,-1-1 1 0 0,0 1-1 0 0,0 0 1 0 0,0 0 0 0 0,0-1-1 0 0,1 1 1 0 0,-1 0-1 0 0,0 0 1 0 0,0 0 0 0 0,1 0-1 0 0,-1-1 1 0 0,0 1-1 0 0,0 0 1 0 0,1 0 0 0 0,-1 0-1 0 0,0 0 1 0 0,0 0-1 0 0,1 0 1 0 0,-1-1-1 0 0,0 1 1 0 0,1 0 0 0 0,-1 0-1 0 0,0 0 1 0 0,1 0-1 0 0,-1 0 1 0 0,244-63 1046 0 0,-66 19-6049 0 0,-145 31 1498 0 0,-14 3-1824 0 0,-10 3-1729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9 1100 0 0,'-26'-9'10498'0'0,"25"9"-10373"0"0,0 0 0 0 0,0 0 0 0 0,1 0 0 0 0,-1 0 0 0 0,0 0 0 0 0,0 0 0 0 0,0 0 0 0 0,1 0 0 0 0,-1 1 0 0 0,0-1 1 0 0,0 0-1 0 0,1 0 0 0 0,-1 1 0 0 0,0-1 0 0 0,0 0 0 0 0,1 1 0 0 0,-1-1 0 0 0,0 1 0 0 0,1-1 0 0 0,-1 1 0 0 0,0-1 0 0 0,1 1 0 0 0,-1-1 0 0 0,1 1 1 0 0,-1 0-1 0 0,1-1 0 0 0,-1 1 0 0 0,1 0 0 0 0,0-1 0 0 0,-1 1 0 0 0,1 0 0 0 0,0 0 0 0 0,-1-1 0 0 0,1 1 0 0 0,0 0 0 0 0,0 0 0 0 0,0 0 0 0 0,0-1 1 0 0,0 1-1 0 0,0 1 0 0 0,-3 41 2211 0 0,3-39-2146 0 0,-17 239 3605 0 0,4-96-5615 0 0,10-74-2611 0 0,4 1-3346 0 0,0-58 1162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87 772 0 0,'-16'-35'6560'0'0,"-8"-15"2510"0"0,23 48-7882 0 0,0 3-1090 0 0,0-1 0 0 0,1 1 1 0 0,-1-1-1 0 0,0 0 0 0 0,0 1 0 0 0,1 0 1 0 0,-1-1-1 0 0,1 1 0 0 0,-1-1 1 0 0,0 1-1 0 0,1 0 0 0 0,-1-1 1 0 0,1 1-1 0 0,-1 0 0 0 0,1-1 0 0 0,0 1 1 0 0,-1 0-1 0 0,1 0 0 0 0,0 0 1 0 0,0-1-1 0 0,-1 2 0 0 0,-6 23 1108 0 0,5-19-791 0 0,-10 31 819 0 0,-31 116 1072 0 0,38-134-2239 0 0,2 0 0 0 0,1 0 0 0 0,0 0 0 0 0,2 1 0 0 0,0-1 0 0 0,3 21 0 0 0,-3-35-101 0 0,1-1 0 0 0,0 0-1 0 0,-1 0 1 0 0,2 0 0 0 0,-1 0 0 0 0,0 0 0 0 0,1 0 0 0 0,0-1 0 0 0,0 1 0 0 0,0 0 0 0 0,0-1 0 0 0,1 1 0 0 0,-1-1 0 0 0,1 0 0 0 0,0 0 0 0 0,0 0 0 0 0,0 0 0 0 0,0 0 0 0 0,0-1-1 0 0,1 0 1 0 0,-1 1 0 0 0,1-1 0 0 0,0 0 0 0 0,0-1 0 0 0,-1 1 0 0 0,1-1 0 0 0,0 1 0 0 0,0-1 0 0 0,1-1 0 0 0,-1 1 0 0 0,0 0 0 0 0,0-1 0 0 0,0 0 0 0 0,0 0 0 0 0,6-1 0 0 0,-3 0-8 0 0,-1 0 0 0 0,1-1 1 0 0,-1 0-1 0 0,1-1 1 0 0,-1 1-1 0 0,0-1 0 0 0,0-1 1 0 0,0 1-1 0 0,0-1 1 0 0,-1 0-1 0 0,1 0 1 0 0,-1 0-1 0 0,0-1 0 0 0,7-9 1 0 0,5-6-25 0 0,-2-1 1 0 0,19-33 0 0 0,-26 40 35 0 0,6-8 23 0 0,1-2 244 0 0,13-30 1 0 0,-27 52-237 0 0,2 4 63 0 0,-3-2-57 0 0,0 0 0 0 0,0 0 1 0 0,1 0-1 0 0,-1 0 0 0 0,0 1 0 0 0,0-1 0 0 0,1 0 1 0 0,-1 0-1 0 0,0 0 0 0 0,0 0 0 0 0,0 0 0 0 0,1 0 0 0 0,-1 0 1 0 0,0 0-1 0 0,0 1 0 0 0,0-1 0 0 0,1 0 0 0 0,-1 0 0 0 0,0 0 1 0 0,0 0-1 0 0,0 1 0 0 0,0-1 0 0 0,1 0 0 0 0,-1 0 0 0 0,0 0 1 0 0,0 1-1 0 0,0-1 0 0 0,0 0 0 0 0,0 0 0 0 0,0 0 0 0 0,0 1 1 0 0,0-1-1 0 0,0 0 0 0 0,0 0 0 0 0,1 1 0 0 0,-1-1 0 0 0,-1 1 1 0 0,3 25 643 0 0,-2 0 1 0 0,-1 0 0 0 0,-5 31 0 0 0,-20 84 390 0 0,10-63-841 0 0,8-37-198 0 0,-11 74-2462 0 0,18-98 492 0 0,0 0 0 0 0,3 25 0 0 0,3-17-1970 0 0,4-12-2227 0 0,2-7-936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2904 0 0,'2'-32'10055'0'0,"-1"5"-5507"0"0,0 26-4471 0 0,-1 0 0 0 0,1-1-1 0 0,-1 1 1 0 0,1 0 0 0 0,0 0 0 0 0,-1 0 0 0 0,1 0 0 0 0,0 0-1 0 0,0 0 1 0 0,0 0 0 0 0,0 1 0 0 0,0-1 0 0 0,0 0 0 0 0,0 0-1 0 0,0 1 1 0 0,0-1 0 0 0,0 0 0 0 0,0 1 0 0 0,0-1 0 0 0,0 1-1 0 0,1 0 1 0 0,-1-1 0 0 0,0 1 0 0 0,0 0 0 0 0,2-1 0 0 0,32-4 194 0 0,-35 5-255 0 0,291-29 447 0 0,-288 29-519 0 0,-1 1 10 0 0,-2-1 44 0 0,1 0-1 0 0,-1 0 1 0 0,1 0-1 0 0,-1 0 1 0 0,0 1-1 0 0,1-1 1 0 0,-1 0-1 0 0,1 0 1 0 0,-1 1-1 0 0,0-1 1 0 0,1 0 0 0 0,-1 1-1 0 0,0-1 1 0 0,1 0-1 0 0,-1 1 1 0 0,0-1-1 0 0,0 0 1 0 0,0 1-1 0 0,1-1 1 0 0,-1 1-1 0 0,0-1 1 0 0,0 0-1 0 0,0 1 1 0 0,0-1-1 0 0,0 1 1 0 0,1-1-1 0 0,-1 1 1 0 0,0 0-1 0 0,-6 15-30 0 0,-23 21 34 0 0,20-26 9 0 0,-58 68 773 0 0,-39 51 1946 0 0,86-102-1895 0 0,1 0 0 0 0,-28 59-1 0 0,46-86-803 0 0,0 0 1 0 0,1 0-1 0 0,-1 0 0 0 0,1 0 0 0 0,0 0 0 0 0,-1 0 0 0 0,1 0 0 0 0,0 1 0 0 0,0-1 0 0 0,-1 0 0 0 0,1 0 0 0 0,0 0 0 0 0,0 0 1 0 0,0 1-1 0 0,1-1 0 0 0,-1 0 0 0 0,0 0 0 0 0,0 0 0 0 0,1 1 0 0 0,-1-1 0 0 0,0 0 0 0 0,1 0 0 0 0,-1 0 0 0 0,1 0 0 0 0,0 1 0 0 0,1 0-1 0 0,0-1 0 0 0,-1 0-1 0 0,1 1 1 0 0,0-1 0 0 0,0 0-1 0 0,-1 0 1 0 0,1 0 0 0 0,0 0-1 0 0,0-1 1 0 0,0 1 0 0 0,0-1-1 0 0,0 1 1 0 0,3 0 0 0 0,7 0-19 0 0,0 0 1 0 0,0-1 0 0 0,21-2-1 0 0,31-7-2228 0 0,-1-3-1 0 0,72-24 0 0 0,-86 22 445 0 0,67-20-6472 0 0,-58 15 28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61 2380 0 0,'-11'-15'21887'0'0,"14"13"-21779"0"0,-1 1 0 0 0,0 0 0 0 0,0-1 0 0 0,1 1 0 0 0,-1 0 0 0 0,1 0 0 0 0,-1 1 0 0 0,1-1 0 0 0,-1 0 0 0 0,6 0 0 0 0,33-3 199 0 0,-21 3-191 0 0,107-13-2016 0 0,-33 4-5187 0 0,-68 5-473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1412 0 0,'-71'37'10809'0'0,"9"-5"-1658"0"0,61-31-8355 0 0,5 2-362 0 0,-4-3-423 0 0,0 0 0 0 0,0 1 0 0 0,0-1 0 0 0,0 0-1 0 0,0 1 1 0 0,0-1 0 0 0,0 0 0 0 0,1 0-1 0 0,-1 1 1 0 0,0-1 0 0 0,0 0 0 0 0,0 0 0 0 0,1 1-1 0 0,-1-1 1 0 0,0 0 0 0 0,0 0 0 0 0,1 0-1 0 0,-1 1 1 0 0,0-1 0 0 0,0 0 0 0 0,1 0 0 0 0,-1 0-1 0 0,0 0 1 0 0,1 0 0 0 0,-1 0 0 0 0,0 0-1 0 0,1 0 1 0 0,-1 0 0 0 0,0 1 0 0 0,0-1 0 0 0,1 0-1 0 0,-1-1 1 0 0,21 2-171 0 0,0-1-1 0 0,0 0 1 0 0,39-8 0 0 0,66-20-4399 0 0,-79 17 2291 0 0,8-4-2876 0 0,0-2-2798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4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156 415 508 0 0,'3'-12'7324'0'0,"-1"7"-6184"0"0,1-1 1 0 0,-1 0-1 0 0,0 0 1 0 0,-1 1-1 0 0,1-1 0 0 0,-1 0 1 0 0,0 0-1 0 0,-1-1 1 0 0,1 1-1 0 0,-2-10 0 0 0,0 7-556 0 0,0 0-1 0 0,-1 0 0 0 0,0 1 0 0 0,-1-1 0 0 0,0 0 0 0 0,-6-12 1 0 0,-6-5-876 0 0,-1 1 1 0 0,-1 1 0 0 0,-30-33 0 0 0,20 24 1250 0 0,-2 1-1921 0 0,28 31 815 0 0,167 6-1058 0 0,-92-1 958 0 0,1-3 0 0 0,142-16 0 0 0,-76-23 1095 0 0,-105 27-155 0 0,-33 10-629 0 0,3 2-21 0 0,-6-2-41 0 0,0 1 1 0 0,1 0 0 0 0,-1 0-1 0 0,0 0 1 0 0,0 0 0 0 0,1 0 0 0 0,-1 0-1 0 0,0 0 1 0 0,1 0 0 0 0,-1 0-1 0 0,0 0 1 0 0,1 0 0 0 0,-1 0-1 0 0,0 0 1 0 0,1 0 0 0 0,-1 0 0 0 0,0 0-1 0 0,0 0 1 0 0,1 0 0 0 0,-1 0-1 0 0,0 0 1 0 0,1 0 0 0 0,-1 0-1 0 0,0 1 1 0 0,0-1 0 0 0,1 0-1 0 0,-1 0 1 0 0,0 0 0 0 0,0 0 0 0 0,1 1-1 0 0,-1-1 1 0 0,0 0 0 0 0,0 0-1 0 0,0 1 1 0 0,1-1 0 0 0,-1 6 36 0 0,-1 0 1 0 0,1-1 0 0 0,-1 1-1 0 0,0-1 1 0 0,0 1-1 0 0,0-1 1 0 0,-1 1-1 0 0,-2 5 1 0 0,-24 49 610 0 0,14-31-275 0 0,-52 115 678 0 0,-132 314-1068 0 0,133-264-4229 0 0,36-62-5471 0 0,22-84 716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69 1552 0 0,'-3'-1'1378'0'0,"-48"-8"5283"0"0,49 9-6136 0 0,-2-3 111 0 0,4 3-615 0 0,0 0 1 0 0,0-1-1 0 0,-1 1 1 0 0,1 0-1 0 0,0 0 1 0 0,0 0-1 0 0,-1 0 0 0 0,1 0 1 0 0,0 0-1 0 0,0 0 1 0 0,0 0-1 0 0,-1 0 0 0 0,1-1 1 0 0,0 1-1 0 0,0 0 1 0 0,0 0-1 0 0,0 0 1 0 0,-1 0-1 0 0,1-1 0 0 0,0 1 1 0 0,0 0-1 0 0,0 0 1 0 0,0 0-1 0 0,0-1 1 0 0,0 1-1 0 0,-1 0 0 0 0,1 0 1 0 0,0 0-1 0 0,0-1 1 0 0,0 1-1 0 0,0 0 0 0 0,0 0 1 0 0,0-1-1 0 0,0 1 1 0 0,1-2 33 0 0,-1 0 1 0 0,1 0 0 0 0,-1 0 0 0 0,1 0-1 0 0,0 0 1 0 0,0 0 0 0 0,0 1-1 0 0,0-1 1 0 0,0 0 0 0 0,0 1 0 0 0,0-1-1 0 0,1 0 1 0 0,-1 1 0 0 0,0 0-1 0 0,1-1 1 0 0,0 1 0 0 0,-1 0 0 0 0,1 0-1 0 0,0 0 1 0 0,-1 0 0 0 0,1 0-1 0 0,0 0 1 0 0,0 0 0 0 0,0 1-1 0 0,0-1 1 0 0,3 0 0 0 0,5-2 139 0 0,0 0 0 0 0,0 1 0 0 0,21-1 1 0 0,-24 3-129 0 0,1 0 1 0 0,-1 0 0 0 0,0 1 0 0 0,1 0-1 0 0,-1 1 1 0 0,0-1 0 0 0,0 1 0 0 0,0 0 0 0 0,0 1-1 0 0,0 0 1 0 0,-1 0 0 0 0,1 1 0 0 0,-1-1 0 0 0,0 1-1 0 0,10 8 1 0 0,-13-9 21 0 0,1 1 0 0 0,-1-1 0 0 0,0 1 0 0 0,0 0 0 0 0,0 0 0 0 0,-1 0 0 0 0,1 0 0 0 0,-1 0 0 0 0,0 0 0 0 0,0 1 0 0 0,0-1 0 0 0,-1 1 0 0 0,0 0 0 0 0,0-1 0 0 0,0 1 0 0 0,0 0 0 0 0,-1 0 0 0 0,0 0 0 0 0,0-1 0 0 0,0 1 0 0 0,0 0 0 0 0,-1 0 0 0 0,0 0 0 0 0,-2 6 0 0 0,-2 5 95 0 0,-1 0-1 0 0,0 0 1 0 0,-1-1-1 0 0,-1 0 1 0 0,-15 20-1 0 0,-55 64 747 0 0,52-69-453 0 0,-2 0 546 0 0,26-28-807 0 0,22-25-48 0 0,124-95-115 0 0,-91 78-61 0 0,82-82 0 0 0,-124 109 81 0 0,0 0 0 0 0,13-22 0 0 0,-20 29-61 0 0,-3 4-32 0 0,-1 2 18 0 0,0 0 0 0 0,1-1 0 0 0,-1 1 0 0 0,0 0 0 0 0,0 0 0 0 0,0-1 0 0 0,0 1 0 0 0,0 0 1 0 0,-1 0-1 0 0,1-1 0 0 0,0 1 0 0 0,0 0 0 0 0,0 0 0 0 0,0-1 0 0 0,0 1 0 0 0,0 0 0 0 0,0 0 1 0 0,0-1-1 0 0,-1 1 0 0 0,1 0 0 0 0,0 0 0 0 0,0 0 0 0 0,0-1 0 0 0,0 1 0 0 0,-1 0 0 0 0,1 0 0 0 0,0 0 1 0 0,0 0-1 0 0,0-1 0 0 0,-1 1 0 0 0,1 0 0 0 0,0 0 0 0 0,0 0 0 0 0,-1 0 0 0 0,1 0 0 0 0,0 0 1 0 0,0 0-1 0 0,-1 0 0 0 0,1 0 0 0 0,0 0 0 0 0,-1 0 0 0 0,1 0 0 0 0,-15 6-23 0 0,-11 16 12 0 0,16-12 15 0 0,0 2 1 0 0,1-1-1 0 0,1 1 0 0 0,0 1 1 0 0,1-1-1 0 0,0 1 1 0 0,1 1-1 0 0,-5 14 1 0 0,10-25 3 0 0,0 1 0 0 0,-1 0 1 0 0,2 0-1 0 0,-1 0 0 0 0,0 0 1 0 0,1 0-1 0 0,0 0 0 0 0,0 0 0 0 0,0 0 1 0 0,1 0-1 0 0,-1 0 0 0 0,1 0 1 0 0,0 0-1 0 0,0 0 0 0 0,0 0 0 0 0,0-1 1 0 0,1 1-1 0 0,0 0 0 0 0,-1-1 1 0 0,2 1-1 0 0,-1-1 0 0 0,0 1 0 0 0,0-1 1 0 0,1 0-1 0 0,0 0 0 0 0,0 0 1 0 0,0-1-1 0 0,0 1 0 0 0,0-1 0 0 0,0 1 1 0 0,1-1-1 0 0,-1 0 0 0 0,8 3 1 0 0,8 2-368 0 0,-1 0 1 0 0,2 0-1 0 0,-1-2 1 0 0,1-1 0 0 0,0 0-1 0 0,37 1 1 0 0,-19-4-3273 0 0,0-2 0 0 0,65-9 0 0 0,-59 3-1916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11 128 1740 0 0,'-3'-15'6728'0'0,"-4"-14"2814"0"0,6 27-8662 0 0,2 0-446 0 0,-1 2-419 0 0,0-1 0 0 0,0 1-1 0 0,0 0 1 0 0,0 0-1 0 0,0-1 1 0 0,0 1-1 0 0,0 0 1 0 0,0 0-1 0 0,0-1 1 0 0,0 1-1 0 0,0 0 1 0 0,0 0-1 0 0,0-1 1 0 0,0 1-1 0 0,0 0 1 0 0,0 0-1 0 0,0 0 1 0 0,1-1 0 0 0,-1 1-1 0 0,0 0 1 0 0,0 0-1 0 0,0 0 1 0 0,0-1-1 0 0,0 1 1 0 0,1 0-1 0 0,-1 0 1 0 0,0 0-1 0 0,0 0 1 0 0,0-1-1 0 0,1 1 1 0 0,-1 0-1 0 0,0 0 1 0 0,1 0-1 0 0,21-5 142 0 0,0 1-1 0 0,0 1 1 0 0,28-1-1 0 0,-3 1-87 0 0,4-2 6 0 0,68-8-1389 0 0,-95 9-776 0 0,28-9 0 0 0,-17 0-4395 0 0,-19 8 291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16 2144 0 0,'-3'-1'2603'0'0,"0"0"-1924"0"0,-25-10 6648 0 0,27 10-7116 0 0,0 1 0 0 0,0 0 0 0 0,0-1 0 0 0,-1 1 0 0 0,1 0 0 0 0,0 0 0 0 0,0 0 0 0 0,0 0 0 0 0,0 0 0 0 0,0 0 0 0 0,-1 0 0 0 0,1 0 0 0 0,0 0 0 0 0,0 0 0 0 0,0 1 0 0 0,0-1 0 0 0,0 0 0 0 0,0 1 0 0 0,0-1 0 0 0,0 1-1 0 0,0-1 1 0 0,0 1 0 0 0,0 0 0 0 0,0-1 0 0 0,-1 2 0 0 0,-3 6 203 0 0,0 1 0 0 0,1 0 0 0 0,0-1 0 0 0,0 1 0 0 0,1 1-1 0 0,0-1 1 0 0,0 0 0 0 0,-1 14 0 0 0,-5 85 385 0 0,7-58-566 0 0,2-48-233 0 0,-3 104-776 0 0,3-95-191 0 0,1-1 0 0 0,0 1 0 0 0,1 0-1 0 0,0-1 1 0 0,1 0 0 0 0,0 0 0 0 0,8 19-1 0 0,-3-17-3829 0 0,5-1-2483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57 2188 0 0,'5'-36'7543'0'0,"-1"15"352"0"0,-3 23-7644 0 0,0 0 1 0 0,0 0-1 0 0,0 0 0 0 0,0 1 1 0 0,0-1-1 0 0,-1 0 0 0 0,1 0 1 0 0,-1 1-1 0 0,0-1 0 0 0,1 4 1 0 0,1 9 53 0 0,1-1 1 0 0,0 0 0 0 0,2 1-1 0 0,-1-2 1 0 0,12 22 0 0 0,-13-28-271 0 0,1-1 0 0 0,0 0 0 0 0,1 0 0 0 0,0 0 0 0 0,-1 0 0 0 0,2-1 0 0 0,-1 0 0 0 0,1 0 0 0 0,-1 0 1 0 0,1-1-1 0 0,1 0 0 0 0,11 6 0 0 0,-10-6-54 0 0,0 0 0 0 0,1-1 0 0 0,-1 0 0 0 0,1-1 0 0 0,-1 0 0 0 0,1 0 0 0 0,0-1 0 0 0,9 0 0 0 0,-14-1-4 0 0,-1 0-1 0 0,1 0 1 0 0,0-1-1 0 0,0 1 1 0 0,-1-1-1 0 0,1 0 1 0 0,0 0-1 0 0,-1 0 1 0 0,1-1 0 0 0,-1 1-1 0 0,1-1 1 0 0,-1 0-1 0 0,0 0 1 0 0,0 0-1 0 0,0 0 1 0 0,0-1-1 0 0,0 1 1 0 0,0-1-1 0 0,0 0 1 0 0,-1 0-1 0 0,4-4 1 0 0,9-19 76 0 0,-1-1 0 0 0,21-53 1 0 0,-30 68 61 0 0,-5 10-125 0 0,-7 24 8 0 0,-35 184 2617 0 0,-15 213 1 0 0,36-243-1595 0 0,17-139-831 0 0,-19 106 526 0 0,20-130-518 0 0,-1 1 0 0 0,0-1 1 0 0,-1 0-1 0 0,0-1 1 0 0,-1 1-1 0 0,0-1 0 0 0,-1 0 1 0 0,-9 11-1 0 0,12-18-169 0 0,1-1-1 0 0,-1 0 1 0 0,0 0 0 0 0,0-1-1 0 0,0 1 1 0 0,-1-1-1 0 0,1 0 1 0 0,-1 0 0 0 0,0 0-1 0 0,0-1 1 0 0,0 1-1 0 0,0-1 1 0 0,0-1 0 0 0,0 1-1 0 0,-1-1 1 0 0,1 1-1 0 0,0-2 1 0 0,-1 1-1 0 0,1-1 1 0 0,-1 1 0 0 0,1-1-1 0 0,-1-1 1 0 0,1 1-1 0 0,-1-1 1 0 0,1 0 0 0 0,0 0-1 0 0,-1-1 1 0 0,1 0-1 0 0,0 1 1 0 0,-6-4 0 0 0,4 1 3 0 0,0 0 0 0 0,0 0 1 0 0,1 0-1 0 0,-1-1 1 0 0,1 0-1 0 0,0 0 0 0 0,0-1 1 0 0,0 0-1 0 0,1 0 1 0 0,0 0-1 0 0,0 0 0 0 0,1-1 1 0 0,0 0-1 0 0,0 0 1 0 0,0 0-1 0 0,1-1 0 0 0,0 1 1 0 0,1-1-1 0 0,-1 1 1 0 0,0-10-1 0 0,2 4-44 0 0,0 1 1 0 0,2-1-1 0 0,-1 0 0 0 0,2 1 1 0 0,-1-1-1 0 0,2 1 0 0 0,0 0 1 0 0,0 0-1 0 0,1 0 0 0 0,1 0 1 0 0,6-13-1 0 0,5-5-160 0 0,1 1 0 0 0,39-52 1 0 0,-30 49-1289 0 0,2 1 0 0 0,1 2 0 0 0,45-36 0 0 0,16-3-4094 0 0,2 4-5042 0 0,-64 46 2878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1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4 111 252 0 0,'0'0'6051'0'0,"-4"-16"3995"0"0,7 14-9816 0 0,0 0 0 0 0,0 0 0 0 0,0 0 0 0 0,0 0 0 0 0,0 0 0 0 0,1 1 0 0 0,-1 0 0 0 0,0-1 0 0 0,1 1 0 0 0,-1 1 0 0 0,1-1 0 0 0,3 0 0 0 0,-3 0-106 0 0,149-26 1419 0 0,-28 5-4195 0 0,-44 2-6396 0 0,-65 15 2146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175 151 1752 0 0,'0'0'21173'0'0,"-5"-11"-18954"0"0,1 4-2115 0 0,-1 0 0 0 0,0 1 0 0 0,-1 0 0 0 0,1 0 0 0 0,-1 0 0 0 0,-1 1 0 0 0,1 0 0 0 0,-1 0 0 0 0,0 1 0 0 0,0 0 0 0 0,0 0 0 0 0,-11-4 1 0 0,-15-10-431 0 0,32 17 100 0 0,-5 0-501 0 0,7-2-318 0 0,20 1 534 0 0,54 1 254 0 0,0-2 0 0 0,89-17 0 0 0,-112 13 177 0 0,34-3-32 0 0,-85 10 106 0 0,-1 0 0 0 0,1-1 0 0 0,-1 1 0 0 0,1 0 0 0 0,0 0 0 0 0,-1 0 0 0 0,1 0 0 0 0,0 0 0 0 0,-1 0 0 0 0,1 0 0 0 0,-1 1 0 0 0,1-1 0 0 0,0 0 0 0 0,-1 0 0 0 0,1 0 0 0 0,-1 1 0 0 0,1-1 0 0 0,-1 0 0 0 0,1 0 0 0 0,0 1 0 0 0,-1-1 0 0 0,1 0 0 0 0,-1 1 0 0 0,0-1 0 0 0,1 1 0 0 0,-1-1 0 0 0,1 2 0 0 0,0-1 2 0 0,-1 0 0 0 0,0 0 0 0 0,0 0 0 0 0,0 0 0 0 0,0 0 0 0 0,0 0-1 0 0,0 0 1 0 0,0 0 0 0 0,0 0 0 0 0,0-1 0 0 0,-1 1 0 0 0,1 0-1 0 0,0 0 1 0 0,-1 0 0 0 0,0 1 0 0 0,-20 33-33 0 0,20-34 30 0 0,-85 104 763 0 0,-153 145-1 0 0,164-176 153 0 0,-30 29 626 0 0,104-102-1374 0 0,19-6-62 0 0,124-38 21 0 0,61 13-5603 0 0,-54 12-7050 0 0,-107 11 6205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 1776 0 0,'0'-1'3708'0'0,"-1"-8"4557"0"0,1 8-7838 0 0,-1 0 1 0 0,1-1 0 0 0,0 1 0 0 0,0 0 0 0 0,0 0 0 0 0,1 0 0 0 0,-1 0 0 0 0,0 0 0 0 0,0 0 0 0 0,1-1 0 0 0,-1 1-1 0 0,0 0 1 0 0,1 0 0 0 0,-1 0 0 0 0,1 0 0 0 0,0 0 0 0 0,0-1 0 0 0,1 1-384 0 0,-1 1 0 0 0,0-1 0 0 0,1 0-1 0 0,-1 1 1 0 0,1-1 0 0 0,0 1 0 0 0,-1 0 0 0 0,1 0 0 0 0,-1-1 0 0 0,1 1 0 0 0,-1 0-1 0 0,4 1 1 0 0,176-10-532 0 0,-61-3-4671 0 0,-82 7-1707 0 0,-22 2-238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3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6 2548 0 0,'-32'16'3913'0'0,"-33"21"4976"0"0,65-37-8827 0 0,0 0 0 0 0,0 0-1 0 0,-1 0 1 0 0,1 0 0 0 0,0 0-1 0 0,-1 0 1 0 0,1 1 0 0 0,0-1 0 0 0,0 0-1 0 0,-1 0 1 0 0,1 0 0 0 0,0 1-1 0 0,0-1 1 0 0,-1 0 0 0 0,1 0 0 0 0,0 1-1 0 0,0-1 1 0 0,0 0 0 0 0,0 0-1 0 0,-1 1 1 0 0,1-1 0 0 0,0 0 0 0 0,0 1-1 0 0,0-1 1 0 0,0 0 0 0 0,0 1-1 0 0,0-1 1 0 0,0 0 0 0 0,0 0 0 0 0,0 1-1 0 0,0-1 1 0 0,0 0 0 0 0,0 1 0 0 0,0-1-1 0 0,0 0 1 0 0,0 1 0 0 0,1 0-2 0 0,0-1 0 0 0,0 1 0 0 0,0-1 0 0 0,0 1 1 0 0,0-1-1 0 0,0 0 0 0 0,0 1 0 0 0,1-1 0 0 0,-1 0 0 0 0,0 0 1 0 0,0 0-1 0 0,0 0 0 0 0,0 0 0 0 0,1 0 0 0 0,70-3-689 0 0,108-17-1 0 0,-8-12-7242 0 0,-92 16 871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14:53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85 2104 0 0,'-3'1'2272'0'0,"-51"15"12173"0"0,43-13-7655 0 0,51-14-6480 0 0,1 3 1 0 0,1 1-1 0 0,47-2 1 0 0,-14 2-166 0 0,191-21 172 0 0,-236 25-219 0 0,15-4-4320 0 0,-44 6 3052 0 0,9-8-5718 0 0,-3-6-5841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1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77 1524 0 0,'34'-66'12613'0'0,"-33"64"-12030"0"0,7-6 2663 0 0,-7 10-3113 0 0,0 0 1 0 0,0 0 0 0 0,0 0 0 0 0,0 1 0 0 0,-1-1-1 0 0,1 0 1 0 0,-1 0 0 0 0,0 1 0 0 0,0-1-1 0 0,0 0 1 0 0,0 1 0 0 0,0-1 0 0 0,0 0 0 0 0,0 1-1 0 0,-1 1 1 0 0,-11 46 1197 0 0,8-31-837 0 0,-94 323 2448 0 0,45-172-2657 0 0,29-91 2030 0 0,44-94-2038 0 0,-11 6-232 0 0,1 0 1 0 0,-1 1-1 0 0,2 0 1 0 0,-1 0 0 0 0,1 1-1 0 0,20-10 1 0 0,74-25-73 0 0,-11 6-268 0 0,-74 27 187 0 0,-8 4 10 0 0,-1-1 0 0 0,0 1 0 0 0,16-12 0 0 0,-24 14 81 0 0,1 0 0 0 0,-1 0 0 0 0,1-1 0 0 0,-1 1 0 0 0,-1-1 0 0 0,1 0 0 0 0,0 1 0 0 0,-1-1 0 0 0,0 0 0 0 0,1-1 0 0 0,-2 1 0 0 0,1 0 0 0 0,1-7-1 0 0,-2 6 9 0 0,0 0 1 0 0,0-1-1 0 0,-1 1 0 0 0,0-1 0 0 0,0 1 0 0 0,0 0 0 0 0,-3-11 0 0 0,2 4 2 0 0,0 9 37 0 0,-1-1-1 0 0,1 1 0 0 0,-1 0 0 0 0,1 0 0 0 0,-1 0 0 0 0,0 0 0 0 0,0 0 0 0 0,0 0 0 0 0,-1 0 0 0 0,-4-4 0 0 0,6 6 86 0 0,-11 9 265 0 0,8-2-248 0 0,0-1 1 0 0,0 1 0 0 0,0 0 0 0 0,1 0-1 0 0,0 0 1 0 0,0 1 0 0 0,1-1 0 0 0,0 1-1 0 0,-3 12 1 0 0,0 0 44 0 0,-31 112 310 0 0,6 1-1 0 0,-21 210 1 0 0,49-303-1249 0 0,1 0 0 0 0,1 0 1 0 0,7 40-1 0 0,8 17-4605 0 0,5 0-6226 0 0,-15-71 3295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29 792 0 0,'0'0'1732'0'0,"12"-3"2101"0"0,0-1-2221 0 0,1-1-1392 0 0,-4 0-788 0 0,6-2-2733 0 0,-7 2 1385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19 864 0 0,'-3'-19'15767'0'0,"3"21"-15322"0"0,-10 10 4660 0 0,6-12-5098 0 0,0-3-5 0 0,-15-1-11 0 0,6 3 14 0 0,-29-3-19 0 0,39 4 26 0 0,-9 0-167 0 0,221 284 359 0 0,-48-61-136 0 0,-130-183-58 0 0,47 66 339 0 0,-78-105-392 0 0,1 0 0 0 0,-1 0 0 0 0,1-1 0 0 0,-1 1 0 0 0,1 0 0 0 0,0 0-1 0 0,0 0 1 0 0,-1-1 0 0 0,1 1 0 0 0,0 0 0 0 0,0-1 0 0 0,0 1 0 0 0,-1-1 0 0 0,1 1 0 0 0,0-1 0 0 0,0 1 0 0 0,0-1-1 0 0,0 1 1 0 0,2-1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4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23 1124 0 0,'-9'-16'9561'0'0,"6"13"-8691"0"0,3 3-657 0 0,-1-1 1 0 0,0 1-1 0 0,1-1 1 0 0,-1 1-1 0 0,0 0 1 0 0,1-1 0 0 0,-1 1-1 0 0,0 0 1 0 0,0 0-1 0 0,1 0 1 0 0,-1 0 0 0 0,0 0-1 0 0,1-1 1 0 0,-1 1-1 0 0,0 0 1 0 0,0 1 0 0 0,1-1-1 0 0,-1 0 1 0 0,-1 0-1 0 0,-2 2-55 0 0,1-1 0 0 0,-1 1-1 0 0,0 0 1 0 0,1 1 0 0 0,-1-1-1 0 0,1 1 1 0 0,-6 5 0 0 0,-74 65 278 0 0,4 5 1 0 0,3 2 0 0 0,-74 104-1 0 0,139-166-390 0 0,-10 11-2705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2532 0 0,'3'0'4156'0'0,"4"-1"-2980"0"0,20-1 9740 0 0,-18 2-9104 0 0,21-2-1246 0 0,0-3-382 0 0,1-1 0 0 0,57-20-1 0 0,-53 15-119 0 0,85-25-675 0 0,-81 24-3085 0 0,-1 2-4996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0 2576 0 0,'-11'8'1274'0'0,"-157"113"15437"0"0,167-121-16687 0 0,1 0 0 0 0,0 1 0 0 0,0-1 0 0 0,-1 0 0 0 0,1 0 0 0 0,0 0 0 0 0,-1 1 0 0 0,1-1 0 0 0,0 0 0 0 0,0 0 0 0 0,0 1 0 0 0,-1-1 0 0 0,1 0 0 0 0,0 0 0 0 0,0 1 0 0 0,0-1 0 0 0,0 0 0 0 0,-1 1 0 0 0,1-1 0 0 0,0 0 0 0 0,0 1 0 0 0,0-1 0 0 0,0 0 0 0 0,0 1 0 0 0,0-1 0 0 0,0 0 0 0 0,0 1 0 0 0,0-1 0 0 0,0 0 0 0 0,0 1 0 0 0,0-1 0 0 0,0 0 0 0 0,1 1 0 0 0,-1-1 0 0 0,1 1-1 0 0,-1-1 0 0 0,1 1 1 0 0,0-1-1 0 0,-1 0 0 0 0,1 1 0 0 0,0-1 1 0 0,-1 0-1 0 0,1 0 0 0 0,0 0 1 0 0,0 0-1 0 0,-1 1 0 0 0,1-1 1 0 0,0 0-1 0 0,0 0 0 0 0,-1 0 0 0 0,1 0 1 0 0,1-1-1 0 0,35-2 44 0 0,62-15-1 0 0,44-18-3332 0 0,-76 17 16 0 0,-15 5-1889 0 0,2-2-2755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6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980 75 1840 0 0,'-2'-31'18208'0'0,"1"29"-17998"0"0,1 0 0 0 0,-1 0 1 0 0,0 0-1 0 0,0 1 0 0 0,0-1 0 0 0,0 0 1 0 0,0 0-1 0 0,0 1 0 0 0,-1-1 1 0 0,1 1-1 0 0,0-1 0 0 0,-1 1 0 0 0,1-1 1 0 0,-1 1-1 0 0,0 0 0 0 0,1 0 0 0 0,-1 0 1 0 0,0 0-1 0 0,0 0 0 0 0,0 0 0 0 0,0 0 1 0 0,-2 0-1 0 0,-4-1-150 0 0,1 0 1 0 0,-1 0-1 0 0,1 1 0 0 0,-1 0 0 0 0,-13 0 1 0 0,-6 0-16 0 0,24 1-41 0 0,-28 6 29 0 0,20-4-23 0 0,1 0-1 0 0,0 1 1 0 0,0 0-1 0 0,1 1 1 0 0,-1 0-1 0 0,0 0 1 0 0,1 1 0 0 0,0 0-1 0 0,1 1 1 0 0,-1 0-1 0 0,1 1 1 0 0,0-1-1 0 0,0 2 1 0 0,-6 7-1 0 0,-1 4 41 0 0,1 0-1 0 0,1 0 0 0 0,0 2 1 0 0,2-1-1 0 0,-11 28 1 0 0,2 3 364 0 0,1 2 1 0 0,3 1-1 0 0,-14 87 0 0 0,-6 170 752 0 0,2 131-163 0 0,-10 117 234 0 0,-62 221 512 0 0,74-633-1656 0 0,-58 159 1 0 0,62-209-94 0 0,3 1 0 0 0,-20 185 0 0 0,13 206 0 0 0,29-417 0 0 0,-28 438 0 0 0,30-487 0 0 0,0-1 0 0 0,2 0 0 0 0,1 0 0 0 0,0 0 0 0 0,1 0 0 0 0,11 35 0 0 0,-12-50 0 0 0,1 1 0 0 0,0-1 0 0 0,0-1 0 0 0,1 1 0 0 0,-1 0 0 0 0,2-1 0 0 0,-1 0 0 0 0,0 0 0 0 0,1 0 0 0 0,0-1 0 0 0,1 1 0 0 0,-1-1 0 0 0,1 0 0 0 0,0-1 0 0 0,0 0 0 0 0,1 0 0 0 0,-1 0 0 0 0,1 0 0 0 0,0-1 0 0 0,0 0 0 0 0,0-1 0 0 0,0 0 0 0 0,9 2 0 0 0,16 1-1005 0 0,1-1 1 0 0,0-1-1 0 0,0-2 0 0 0,0-2 0 0 0,0-1 1 0 0,38-7-1 0 0,9-7-4919 0 0,107-35 1 0 0,-63 10-5560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7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1700 0 0,'4'-9'6572'0'0,"-3"7"-6189"0"0,-1 0 0 0 0,1 1-1 0 0,0-1 1 0 0,0 1 0 0 0,0-1 0 0 0,0 1 0 0 0,0-1-1 0 0,0 1 1 0 0,0 0 0 0 0,0-1 0 0 0,0 1 0 0 0,3-2-1 0 0,-2 3-321 0 0,-1-1 0 0 0,0 1 0 0 0,1-1 0 0 0,-1 1 0 0 0,1 0 0 0 0,-1-1 0 0 0,1 1 0 0 0,-1 0 0 0 0,0 0 0 0 0,1 0 0 0 0,-1 0 0 0 0,1 0 0 0 0,-1 1 0 0 0,1-1 0 0 0,-1 0 0 0 0,1 1 0 0 0,-1-1 0 0 0,0 1 0 0 0,1-1 0 0 0,-1 1 0 0 0,0-1 0 0 0,1 1 0 0 0,-1 0 0 0 0,2 1 0 0 0,3 2 76 0 0,1 1 1 0 0,-1 0-1 0 0,0 0 1 0 0,0 0 0 0 0,-1 0-1 0 0,1 1 1 0 0,-1 0-1 0 0,-1 0 1 0 0,1 0-1 0 0,-1 1 1 0 0,0 0 0 0 0,0-1-1 0 0,-1 2 1 0 0,0-1-1 0 0,0 0 1 0 0,-1 0-1 0 0,0 1 1 0 0,0-1 0 0 0,-1 1-1 0 0,0 0 1 0 0,0 0-1 0 0,0-1 1 0 0,-1 1 0 0 0,-1 0-1 0 0,1 0 1 0 0,-1-1-1 0 0,-1 1 1 0 0,-2 8-1 0 0,-3 5 303 0 0,-2-1-1 0 0,0-1 1 0 0,-2 0-1 0 0,0 0 0 0 0,-1-1 1 0 0,-22 26-1 0 0,33-42-34 0 0,2-6-355 0 0,0 0-1 0 0,0 0 0 0 0,0 0 0 0 0,1 0 1 0 0,0 0-1 0 0,-1 1 0 0 0,2-1 0 0 0,-1 1 1 0 0,0-1-1 0 0,6-5 0 0 0,33-32-62 0 0,-22 24 49 0 0,181-165 45 0 0,-58 55 103 0 0,-140 125-127 0 0,0 1-1 0 0,0-1 1 0 0,0 0 0 0 0,0 0 0 0 0,0 0 0 0 0,0 0-1 0 0,-1 0 1 0 0,1-1 0 0 0,-1 1 0 0 0,0 0 0 0 0,0-1-1 0 0,1 1 1 0 0,-2-1 0 0 0,1 1 0 0 0,1-3 0 0 0,-4 4-46 0 0,1 1 0 0 0,-1-1 0 0 0,1 1 0 0 0,-1 0 0 0 0,1 0 0 0 0,-1 0 0 0 0,1 0 0 0 0,-1 0 0 0 0,0 0 0 0 0,1 0 0 0 0,-1 0 0 0 0,1 1 0 0 0,-1-1 0 0 0,-2 1 0 0 0,-12 9-13 0 0,0 0 0 0 0,0 1 1 0 0,1 0-1 0 0,1 1 0 0 0,-1 1 1 0 0,2 0-1 0 0,0 1 0 0 0,1 0 1 0 0,0 1-1 0 0,1 1 0 0 0,1 0 1 0 0,-15 30-1 0 0,23-40 7 0 0,0-1 0 0 0,0 1 1 0 0,0 0-1 0 0,1-1 0 0 0,-1 1 0 0 0,1 0 0 0 0,1 0 1 0 0,-1 0-1 0 0,1 0 0 0 0,0 0 0 0 0,1 0 0 0 0,0 0 1 0 0,1 7-1 0 0,0-5-48 0 0,1-1 1 0 0,0 1-1 0 0,0-1 1 0 0,0 0-1 0 0,1 0 1 0 0,0 0-1 0 0,1 0 1 0 0,9 10-1 0 0,7 4-865 0 0,0-1 0 0 0,1-1 0 0 0,1-2 0 0 0,34 21 0 0 0,-40-27-202 0 0,48 28-6662 0 0,-35-22-217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7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 1272 0 0,'-15'0'14849'0'0,"13"0"-14679"0"0,0 1-1 0 0,0 0 1 0 0,1-1 0 0 0,-1 1 0 0 0,0 0 0 0 0,1 0-1 0 0,-1 0 1 0 0,1 0 0 0 0,-1 1 0 0 0,1-1 0 0 0,0 0 0 0 0,-1 0-1 0 0,1 1 1 0 0,0-1 0 0 0,0 1 0 0 0,0-1 0 0 0,0 1-1 0 0,0 0 1 0 0,0-1 0 0 0,1 1 0 0 0,-1 0 0 0 0,0 0-1 0 0,1-1 1 0 0,-1 3 0 0 0,-3 11-45 0 0,1-1-1 0 0,-1 18 1 0 0,0-6 210 0 0,3-18-306 0 0,0-1 0 0 0,0 0 0 0 0,1 1 0 0 0,0-1 0 0 0,0 0-1 0 0,2 11 1 0 0,-2-15-13 0 0,1-1 0 0 0,-1 1-1 0 0,1-1 1 0 0,-1 0-1 0 0,1 1 1 0 0,0-1 0 0 0,0 0-1 0 0,0 1 1 0 0,1-1 0 0 0,-1 0-1 0 0,0 0 1 0 0,1 0 0 0 0,-1 0-1 0 0,1 0 1 0 0,0 0-1 0 0,0-1 1 0 0,0 1 0 0 0,0 0-1 0 0,0-1 1 0 0,0 1 0 0 0,3 1-1 0 0,0-2 8 0 0,1-1 0 0 0,-1 1 0 0 0,0-1-1 0 0,1 0 1 0 0,-1 0 0 0 0,1-1 0 0 0,-1 1-1 0 0,0-1 1 0 0,1 0 0 0 0,-1-1 0 0 0,0 1-1 0 0,0-1 1 0 0,0 0 0 0 0,6-3 0 0 0,-1 0-12 0 0,0-1 0 0 0,0 0 0 0 0,0-1 0 0 0,0 0 0 0 0,-1 0 0 0 0,12-13 0 0 0,42-55 285 0 0,-42 49 182 0 0,-14 15 36 0 0,-6 10-457 0 0,0-1 1 0 0,0 0 0 0 0,0 0 0 0 0,0 1-1 0 0,0-1 1 0 0,1 1 0 0 0,-1-1-1 0 0,0 1 1 0 0,1 0 0 0 0,-1-1-1 0 0,1 1 1 0 0,2-1 0 0 0,-4 4 52 0 0,0 1 1 0 0,0 0 0 0 0,0 0 0 0 0,0-1 0 0 0,-1 1 0 0 0,1 0 0 0 0,-2 4 0 0 0,-81 270 4987 0 0,-1 3-3173 0 0,70-239-1857 0 0,-53 149 375 0 0,50-149-353 0 0,-1-1-1 0 0,-37 58 0 0 0,18-49-89 0 0,34-45 0 0 0,-1-1 0 0 0,1 1 0 0 0,-1-1 0 0 0,0 0 0 0 0,0 0 0 0 0,-1 0 0 0 0,1 0 0 0 0,-1-1 0 0 0,-7 4 0 0 0,-2-4 0 0 0,12-2 0 0 0,0-1 0 0 0,0 1 0 0 0,-1-1 0 0 0,1 1 0 0 0,0-1 0 0 0,0 0 0 0 0,0 0 0 0 0,0 0 0 0 0,0 0 0 0 0,0 0 0 0 0,0 0 0 0 0,0 0 0 0 0,0-1 0 0 0,1 1 0 0 0,-1-1 0 0 0,0 0 0 0 0,1 1 0 0 0,-3-4 0 0 0,2 1 0 0 0,0 0 0 0 0,0 0 0 0 0,0 0 0 0 0,0-1 0 0 0,1 1 0 0 0,-1 0 0 0 0,1-1 0 0 0,-1-7 0 0 0,1-3 0 0 0,0 0 0 0 0,1 0 0 0 0,1 0 0 0 0,5-28 0 0 0,-2 24-742 0 0,2-1 0 0 0,0 1 0 0 0,1 0 0 0 0,1 0 0 0 0,0 1 0 0 0,2 0 0 0 0,0 0 0 0 0,1 1 0 0 0,15-18 0 0 0,-9 15-974 0 0,2 0 0 0 0,0 1 0 0 0,1 0-1 0 0,1 2 1 0 0,0 0 0 0 0,31-17 0 0 0,-19 16-9214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67 268 0 0,'-44'-7'11810'0'0,"28"5"-5612"0"0,-10-3 252 0 0,28 4-6388 0 0,14-5-17 0 0,-1 0-1 0 0,1 1 0 0 0,0 1 1 0 0,1 0-1 0 0,24-2 0 0 0,4-1-19 0 0,-16 2-30 0 0,52-3 1 0 0,-80 8 6 0 0,-1 0 0 0 0,1 0 1 0 0,0 0-1 0 0,-1 0 0 0 0,1 0 0 0 0,-1 0 1 0 0,1 0-1 0 0,-1 0 0 0 0,1 0 1 0 0,-1 1-1 0 0,1-1 0 0 0,-1 0 1 0 0,1 0-1 0 0,-1 1 0 0 0,1-1 0 0 0,-1 0 1 0 0,0 1-1 0 0,1-1 0 0 0,-1 0 1 0 0,1 1-1 0 0,-1-1 0 0 0,0 1 1 0 0,1-1-1 0 0,-1 0 0 0 0,0 1 0 0 0,1-1 1 0 0,-1 1-1 0 0,0-1 0 0 0,0 1 1 0 0,0-1-1 0 0,1 1 0 0 0,-1-1 1 0 0,0 1-1 0 0,0 0 0 0 0,0-1 0 0 0,0 1 1 0 0,0-1-1 0 0,0 1 0 0 0,0-1 1 0 0,0 1-1 0 0,0-1 0 0 0,0 1 1 0 0,0-1-1 0 0,-1 2 0 0 0,-8 22-31 0 0,-25 26 82 0 0,-3-2 1 0 0,-79 81-1 0 0,70-81 111 0 0,14-14 14 0 0,10-11-67 0 0,0 0 1 0 0,-18 28-1 0 0,39-50-101 0 0,1 0-1 0 0,-1-1 0 0 0,1 1 0 0 0,-1 0 0 0 0,1-1 1 0 0,-1 1-1 0 0,1 0 0 0 0,0-1 0 0 0,-1 1 0 0 0,1 0 1 0 0,0 0-1 0 0,0 0 0 0 0,-1 0 0 0 0,1-1 0 0 0,0 1 1 0 0,0 0-1 0 0,0 0 0 0 0,0 0 0 0 0,0 0 0 0 0,0-1 1 0 0,0 1-1 0 0,0 0 0 0 0,1 0 0 0 0,-1 0 0 0 0,0 0 1 0 0,1 1-1 0 0,0-1-1 0 0,0-1 0 0 0,0 1 0 0 0,0 0 0 0 0,0-1 0 0 0,0 1 0 0 0,0 0 0 0 0,0-1 1 0 0,0 1-1 0 0,0-1 0 0 0,0 0 0 0 0,1 1 0 0 0,-1-1 0 0 0,0 0 0 0 0,0 0 0 0 0,0 1 0 0 0,2-1 0 0 0,6 0 20 0 0,0 0 0 0 0,1-1-1 0 0,13-2 1 0 0,51-13 53 0 0,100-34 0 0 0,68-42-1808 0 0,-45 5-3147 0 0,-73 17-4954 0 0,-83 41 2022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1111 92 616 0 0,'-3'0'2140'0'0,"-59"-1"6853"0"0,59 1-8094 0 0,0 0-112 0 0,-11 0-75 0 0,11 0 512 0 0,0 0-727 0 0,-3-2 625 0 0,7 0-390 0 0,16-8-101 0 0,33-10-397 0 0,-47 20-160 0 0,51-20 150 0 0,73-16 0 0 0,-125 36-214 0 0,0 0 0 0 0,0 0 0 0 0,-1 0-1 0 0,1 0 1 0 0,0 0 0 0 0,0 0 0 0 0,0 0 0 0 0,0 1-1 0 0,0-1 1 0 0,-1 1 0 0 0,1-1 0 0 0,0 1 0 0 0,0 0 0 0 0,-1-1-1 0 0,1 1 1 0 0,0 0 0 0 0,-1 0 0 0 0,1 0 0 0 0,-1 1-1 0 0,1-1 1 0 0,-1 0 0 0 0,0 1 0 0 0,0-1 0 0 0,1 0 0 0 0,-1 1-1 0 0,0-1 1 0 0,0 1 0 0 0,1 2 0 0 0,2 4 162 0 0,0 0 1 0 0,-1 1-1 0 0,1 0 1 0 0,1 11-1 0 0,-3-14-39 0 0,5 24 457 0 0,0 1 0 0 0,-3 0 0 0 0,2 37 0 0 0,-5 96 1220 0 0,-2-125-1459 0 0,-7 130 1454 0 0,-52 299 0 0 0,-79 160-595 0 0,134-605-1183 0 0,-85 404 478 0 0,-35 446 0 0 0,110-733-434 0 0,-89 716 609 0 0,87-759-56 0 0,-48 156 1 0 0,60-238-625 0 0,0 0 0 0 0,-1-1 0 0 0,-11 18 0 0 0,15-28 0 0 0,-1 0 0 0 0,0 0 0 0 0,1 0 0 0 0,-2-1 0 0 0,1 1 0 0 0,0-1 0 0 0,-1 1 0 0 0,0-1 0 0 0,1 0 0 0 0,-1 0 0 0 0,0-1 0 0 0,-1 1 0 0 0,1-1 0 0 0,-8 3 0 0 0,-23 4-106 0 0,1-2 1 0 0,-62 6-1 0 0,-75-6-960 0 0,103-6 389 0 0,-38 1-4392 0 0,33-2-4560 0 0,19-2-3976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29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29 112 0 0,'-5'-29'14755'0'0,"-14"61"-13083"0"0,-15 36 0 0 0,6-12-1257 0 0,8-19-327 0 0,-56 109-1552 0 0,28-49-6197 0 0,30-58 476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195 100 628 0 0,'3'-29'11002'0'0,"9"-41"0"0"0,-39 234-7095 0 0,2-10-2719 0 0,-2-6-516 0 0,-32 132-56 0 0,50-242-572 0 0,6-24-383 0 0,0 0 0 0 0,-1-1 0 0 0,-9 21 0 0 0,13-33 241 0 0,0-1-1 0 0,0 0 0 0 0,0 1 0 0 0,0-1 1 0 0,-1 1-1 0 0,1-1 0 0 0,0 1 1 0 0,0-1-1 0 0,0 1 0 0 0,-1-1 1 0 0,1 0-1 0 0,0 1 0 0 0,0-1 1 0 0,-1 1-1 0 0,1-1 0 0 0,0 0 1 0 0,-1 1-1 0 0,1-1 0 0 0,0 0 1 0 0,-1 0-1 0 0,1 1 0 0 0,-1-1 1 0 0,1 0-1 0 0,0 0 0 0 0,-1 1 1 0 0,1-1-1 0 0,-1 0 0 0 0,1 0 1 0 0,-1 0-1 0 0,1 0 0 0 0,-1 0 0 0 0,1 0 1 0 0,-1 0-1 0 0,1 0 0 0 0,-1 0 1 0 0,1 0-1 0 0,0 0 0 0 0,-1 0 1 0 0,1 0-1 0 0,-1 0 0 0 0,1 0 1 0 0,-1 0-1 0 0,1 0 0 0 0,-1-1 1 0 0,1 1-1 0 0,0 0 0 0 0,-1 0 1 0 0,1-1-1 0 0,-1 1 0 0 0,1 0 1 0 0,0-1-1 0 0,-1 1 0 0 0,1 0 1 0 0,0-1-1 0 0,-1 1 0 0 0,1 0 1 0 0,0-1-1 0 0,0 1 0 0 0,-1-1 0 0 0,1 1 1 0 0,0 0-1 0 0,0-1 0 0 0,0 1 1 0 0,-1-1-1 0 0,1 1 0 0 0,0-1 1 0 0,0 0-1 0 0,-11-31-5291 0 0,8 12 169 0 0,-1-5-2757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1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1 157 804 0 0,'2'-10'1945'0'0,"1"0"-1"0"0,1 0 1 0 0,0 0 0 0 0,9-17 0 0 0,-8 19-1267 0 0,1 0 0 0 0,-1 0 0 0 0,1 1 0 0 0,0-1 0 0 0,13-10 0 0 0,-15 15-617 0 0,0-1 0 0 0,0 1 0 0 0,0 0 1 0 0,0 0-1 0 0,1 1 0 0 0,-1-1 0 0 0,1 1 0 0 0,0 0 0 0 0,0 1 0 0 0,0-1 0 0 0,-1 1 0 0 0,1-1 0 0 0,1 2 0 0 0,-1-1 0 0 0,0 0 1 0 0,0 1-1 0 0,0 0 0 0 0,0 0 0 0 0,0 1 0 0 0,0-1 0 0 0,0 1 0 0 0,0 0 0 0 0,0 1 0 0 0,0-1 0 0 0,0 1 0 0 0,6 3 0 0 0,-7-3 26 0 0,-1 0-1 0 0,1 0 0 0 0,-1 0 0 0 0,0 0 1 0 0,0 1-1 0 0,0-1 0 0 0,0 1 0 0 0,0 0 1 0 0,-1 0-1 0 0,1 0 0 0 0,-1 0 0 0 0,0 1 1 0 0,0-1-1 0 0,0 0 0 0 0,2 6 0 0 0,-2-3 48 0 0,-1 0-1 0 0,1 0 0 0 0,-1 0 1 0 0,0 1-1 0 0,-1-1 1 0 0,1 0-1 0 0,-1 1 0 0 0,-1 10 1 0 0,-2 0 76 0 0,-1-1 1 0 0,0 1-1 0 0,0-1 0 0 0,-2 0 1 0 0,0-1-1 0 0,-12 21 1 0 0,-42 60 570 0 0,10-18 1213 0 0,43-67-1381 0 0,4-5 125 0 0,12-12-485 0 0,-4 3-247 0 0,1 0 1 0 0,0 1 0 0 0,-1-1 0 0 0,1 1 0 0 0,0 0 0 0 0,0 0 0 0 0,0 1 0 0 0,0 0 0 0 0,0 0-1 0 0,1 0 1 0 0,-1 1 0 0 0,0 0 0 0 0,0 0 0 0 0,1 1 0 0 0,-1-1 0 0 0,0 1 0 0 0,0 1-1 0 0,0-1 1 0 0,0 1 0 0 0,0 0 0 0 0,0 0 0 0 0,-1 1 0 0 0,1 0 0 0 0,-1 0 0 0 0,6 4 0 0 0,-1 0 5 0 0,0 0 0 0 0,0 0 1 0 0,-1 1-1 0 0,0 0 0 0 0,-1 1 1 0 0,0 0-1 0 0,0 0 1 0 0,-1 1-1 0 0,0 0 0 0 0,-1 0 1 0 0,0 1-1 0 0,6 15 1 0 0,-8-14 221 0 0,0 0 1 0 0,-1 1-1 0 0,-1-1 1 0 0,0 1-1 0 0,-1-1 1 0 0,0 1-1 0 0,-1-1 1 0 0,0 1-1 0 0,-1 0 1 0 0,-1-1-1 0 0,0 1 1 0 0,0-1-1 0 0,-1 0 0 0 0,-1 1 1 0 0,-9 19-1 0 0,9-22-52 0 0,-1-1-1 0 0,0 1 0 0 0,-1-2 0 0 0,0 1 0 0 0,0 0 0 0 0,-1-1 0 0 0,0 0 0 0 0,0-1 0 0 0,-1 0 1 0 0,0 0-1 0 0,0 0 0 0 0,0-1 0 0 0,-1 0 0 0 0,0-1 0 0 0,-1 0 0 0 0,1 0 0 0 0,-1-1 0 0 0,0-1 1 0 0,-12 4-1 0 0,9-4-140 0 0,-1 0 1 0 0,1-1 0 0 0,-1-1-1 0 0,1 0 1 0 0,-1-1 0 0 0,1-1 0 0 0,-1 0-1 0 0,-13-3 1 0 0,12 1-42 0 0,-9-4-5 0 0,19 4-59 0 0,2-1-97 0 0,2 4-18 0 0,0-1-1 0 0,0 0 1 0 0,0 0 0 0 0,0 0-1 0 0,0 0 1 0 0,0 0 0 0 0,0 0 0 0 0,0-1-1 0 0,0 1 1 0 0,0 0 0 0 0,1 0-1 0 0,-1-1 1 0 0,0 1 0 0 0,1 0-1 0 0,-1-1 1 0 0,1 1 0 0 0,0-1 0 0 0,-1 1-1 0 0,1 0 1 0 0,0-1 0 0 0,0 1-1 0 0,0-1 1 0 0,0 1 0 0 0,0-1-1 0 0,0 1 1 0 0,0-1 0 0 0,1 1-1 0 0,-1-1 1 0 0,1 1 0 0 0,-1 0 0 0 0,1-3-1 0 0,2-1-888 0 0,-1 0-1 0 0,1-1 1 0 0,0 1-1 0 0,0 0 1 0 0,0 1-1 0 0,7-8 1 0 0,7-7-5463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1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3536 0 0,'8'-8'12686'0'0,"7"2"-12332"0"0,0 0-1 0 0,0 2 1 0 0,0-1-1 0 0,1 2 0 0 0,0 0 1 0 0,29-1-1 0 0,-5-1-269 0 0,24-1-2023 0 0,-21 6-5490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1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40 2596 0 0,'-102'79'10664'0'0,"89"-65"-8737"0"0,13-13-1890 0 0,1-1 0 0 0,-1 0 0 0 0,0 0 0 0 0,0 1 0 0 0,0-1 0 0 0,1 0 0 0 0,-1 0-1 0 0,0 0 1 0 0,0 0 0 0 0,1 1 0 0 0,-1-1 0 0 0,0 0 0 0 0,0 0 0 0 0,1 0 0 0 0,-1 0 0 0 0,0 0 0 0 0,0 0-1 0 0,1 0 1 0 0,-1 1 0 0 0,0-1 0 0 0,1 0 0 0 0,-1 0 0 0 0,0 0 0 0 0,0 0 0 0 0,1 0 0 0 0,-1 0 0 0 0,0-1 0 0 0,1 1-1 0 0,-1 0 1 0 0,0 0 0 0 0,0 0 0 0 0,1 0 0 0 0,39-10 829 0 0,-35 8-865 0 0,147-53-1691 0 0,-53 12-4881 0 0,-48 18-36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1301 167 1044 0 0,'6'-12'3043'0'0,"-1"0"-1"0"0,0 0 1 0 0,-1-1-1 0 0,0 1 1 0 0,-1-1-1 0 0,2-20 1 0 0,-5 31-2897 0 0,-1 0-1 0 0,1-1 1 0 0,-1 1 0 0 0,1 0-1 0 0,-1-1 1 0 0,0 1 0 0 0,0 0-1 0 0,0 0 1 0 0,0 0 0 0 0,-1-1-1 0 0,1 2 1 0 0,-1-1-1 0 0,1 0 1 0 0,-1 0 0 0 0,1 0-1 0 0,-1 1 1 0 0,0-1 0 0 0,0 0-1 0 0,0 1 1 0 0,0 0 0 0 0,0 0-1 0 0,0-1 1 0 0,0 1 0 0 0,-1 0-1 0 0,1 1 1 0 0,0-1-1 0 0,-4-1 1 0 0,-4 0-75 0 0,0-1 1 0 0,0 1-1 0 0,0 1 0 0 0,0 0 1 0 0,-11 0-1 0 0,-1 1-31 0 0,-1 1 0 0 0,1 1 0 0 0,0 1 0 0 0,0 1 0 0 0,0 0 0 0 0,0 2 0 0 0,-21 9 0 0 0,32-10-36 0 0,0 0 0 0 0,0 1 0 0 0,0 0 0 0 0,0 1 0 0 0,1 0-1 0 0,0 1 1 0 0,1 0 0 0 0,0 0 0 0 0,0 1 0 0 0,1 1 0 0 0,0-1 0 0 0,0 1 0 0 0,1 0 0 0 0,-7 15-1 0 0,0 4 39 0 0,2 1-1 0 0,1 0 1 0 0,2 0-1 0 0,0 1 0 0 0,-4 42 1 0 0,-10 164 48 0 0,20-189-67 0 0,-10 119-36 0 0,-53 253-1 0 0,-10-44 328 0 0,-67 563 559 0 0,140-913-864 0 0,-31 207 572 0 0,-89 326 0 0 0,-22-62-38 0 0,91-287 79 0 0,19-69 477 0 0,-35 212-545 0 0,60-290-524 0 0,8-53-30 0 0,0 1 0 0 0,1-1 0 0 0,0 1 0 0 0,1-1 0 0 0,0 1 0 0 0,1-1 0 0 0,2 15 0 0 0,-2-23 0 0 0,0-1 0 0 0,0 0 0 0 0,-1 1 0 0 0,1-1 0 0 0,0 0 0 0 0,0 1 0 0 0,0-1 0 0 0,1 0 0 0 0,-1 0 0 0 0,0 0 0 0 0,0 0 0 0 0,1 0 0 0 0,-1-1 0 0 0,0 1 0 0 0,1 0 0 0 0,-1 0 0 0 0,1-1 0 0 0,-1 1 0 0 0,1-1 0 0 0,-1 1 0 0 0,1-1 0 0 0,-1 0 0 0 0,1 0 0 0 0,-1 0 0 0 0,4 0 0 0 0,44-2 0 0 0,-47 2 0 0 0,51-9-1207 0 0,0-1 0 0 0,53-19 0 0 0,101-45-5100 0 0,-104 32-1477 0 0,19-11-4867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3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73 130 512 0 0,'-3'-1'2516'0'0,"-43"-12"8887"0"0,44 13-10678 0 0,-1-1 1 0 0,1 1-1 0 0,0-1 0 0 0,0 0 0 0 0,-1 0 0 0 0,1 1 1 0 0,0-2-1 0 0,-3-1 0 0 0,6 2-674 0 0,1-1 0 0 0,0 0 0 0 0,-1 0 1 0 0,1 0-1 0 0,0 1 0 0 0,0-1 0 0 0,0 1 0 0 0,0 0 0 0 0,0-1 0 0 0,0 1 1 0 0,0 0-1 0 0,1 0 0 0 0,3-1 0 0 0,38-11 162 0 0,-30 10-123 0 0,42-13-600 0 0,85-22 637 0 0,-94 29-4440 0 0,-1 3-4485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2452 0 0,'-9'3'1331'0'0,"0"1"0"0"0,0-1-1 0 0,1 1 1 0 0,-1 1-1 0 0,1 0 1 0 0,-12 9 0 0 0,7-4-164 0 0,2 1 1 0 0,-1 0-1 0 0,-13 17 1 0 0,2 4-53 0 0,1 1-1 0 0,-22 43 1 0 0,43-74-1096 0 0,-1 1 26 0 0,0-1-1 0 0,1 1 0 0 0,-1 0 0 0 0,1 0 0 0 0,0-1 0 0 0,0 1 0 0 0,0 0 0 0 0,0 0 0 0 0,0 0 0 0 0,1 0 0 0 0,-1 1 1 0 0,1-1-1 0 0,0 0 0 0 0,0 0 0 0 0,1 4 0 0 0,-1-6-27 0 0,1 0 1 0 0,1 0-1 0 0,-1 0 1 0 0,0 0-1 0 0,0 0 1 0 0,0 0-1 0 0,0-1 1 0 0,1 1-1 0 0,-1 0 1 0 0,0-1-1 0 0,1 1 1 0 0,-1-1-1 0 0,0 1 1 0 0,1-1-1 0 0,-1 1 1 0 0,1-1-1 0 0,-1 0 1 0 0,1 0-1 0 0,-1 0 1 0 0,1 0-1 0 0,-1 0 1 0 0,0 0-1 0 0,3-1 1 0 0,40-6 112 0 0,-18 2-64 0 0,1 2 0 0 0,0 0-1 0 0,35 2 1 0 0,-56 1-22 0 0,-1 1-1 0 0,1-1 1 0 0,-1 1-1 0 0,1 0 1 0 0,-1 1-1 0 0,0-1 1 0 0,1 1-1 0 0,-1 1 1 0 0,0-1-1 0 0,0 0 1 0 0,-1 1-1 0 0,1 0 1 0 0,0 0-1 0 0,-1 1 1 0 0,0-1-1 0 0,0 1 1 0 0,0 0-1 0 0,0 0 1 0 0,0 0-1 0 0,-1 1 1 0 0,0-1-1 0 0,0 1 1 0 0,4 7-1 0 0,-4-5 191 0 0,0 0-1 0 0,-1 1 1 0 0,1-1 0 0 0,-1 1-1 0 0,-1-1 1 0 0,1 1 0 0 0,-1 0-1 0 0,-1 0 1 0 0,1-1-1 0 0,-2 1 1 0 0,1 0 0 0 0,-1 0-1 0 0,0 0 1 0 0,0-1-1 0 0,-4 12 1 0 0,0-8 42 0 0,0 0 0 0 0,0-1-1 0 0,-1 0 1 0 0,0 0 0 0 0,-1 0 0 0 0,0-1-1 0 0,-1 0 1 0 0,0 0 0 0 0,0-1 0 0 0,-1 0-1 0 0,0 0 1 0 0,0-1 0 0 0,-17 10 0 0 0,12-9-86 0 0,0 0 1 0 0,-1-1 0 0 0,0-1-1 0 0,0 0 1 0 0,0-1 0 0 0,-1 0-1 0 0,0-1 1 0 0,0-1 0 0 0,-21 1-1 0 0,21-4-214 0 0,0 0-1 0 0,1-1 0 0 0,-1-1 1 0 0,0-1-1 0 0,-19-5 0 0 0,-7-8-6221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1944 0 0,'14'-26'27156'0'0,"-9"17"-26908"0"0,155-50-110 0 0,-57 23 59 0 0,-86 29-176 0 0,7-2 23 0 0,36-9 0 0 0,-58 17-16 0 0,1 1-28 0 0,-2 0 14 0 0,-1 0 1 0 0,1 0-1 0 0,-1 0 0 0 0,1 0 0 0 0,-1 0 0 0 0,0 0 1 0 0,1 0-1 0 0,-1 0 0 0 0,1 0 0 0 0,-1 0 0 0 0,1 0 1 0 0,-1 0-1 0 0,0 0 0 0 0,1 0 0 0 0,-1 0 0 0 0,1 0 1 0 0,-1 0-1 0 0,1 1 0 0 0,-1-1 0 0 0,0 0 0 0 0,1 0 1 0 0,0 1-1 0 0,-3 9 255 0 0,0-1 1 0 0,0 0-1 0 0,-1 1 1 0 0,0-1-1 0 0,0 0 0 0 0,-1 0 1 0 0,-7 11-1 0 0,1 0-11 0 0,-43 92-64 0 0,3-9-204 0 0,-43 128-1 0 0,54-105-4985 0 0,26-84-388 0 0,2-1-3925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61 2832 0 0,'-15'-3'14628'0'0,"7"3"-14311"0"0,9-1 259 0 0,19 0 468 0 0,-9 0-1128 0 0,313-38 96 0 0,-263 31-2981 0 0,-24 1-5449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44 2020 0 0,'38'-41'22860'0'0,"-32"38"-20484"0"0,-19 48-1325 0 0,-2 0 0 0 0,-36 72 1 0 0,22-53-747 0 0,9-19-192 0 0,1 1 1 0 0,-18 75-1 0 0,36-120-111 0 0,1 1 1 0 0,0-1-1 0 0,-1 1 0 0 0,1 0 1 0 0,0-1-1 0 0,0 1 1 0 0,0-1-1 0 0,0 1 0 0 0,0 0 1 0 0,0-1-1 0 0,1 1 0 0 0,-1-1 1 0 0,0 1-1 0 0,1-1 1 0 0,-1 1-1 0 0,1-1 0 0 0,0 1 1 0 0,0-1-1 0 0,-1 1 0 0 0,1-1 1 0 0,0 0-1 0 0,2 2 1 0 0,-2-1-8 0 0,1-1 1 0 0,0 0-1 0 0,0 1 1 0 0,0-1-1 0 0,1 0 1 0 0,-1 0-1 0 0,0 0 1 0 0,0-1 0 0 0,1 1-1 0 0,-1-1 1 0 0,0 1-1 0 0,1-1 1 0 0,2 1-1 0 0,5-1-69 0 0,0-1 0 0 0,0 1 0 0 0,0-2 0 0 0,0 1 0 0 0,-1-1 0 0 0,11-4 0 0 0,4-3-131 0 0,1-1 0 0 0,-2-1 0 0 0,0 0 1 0 0,0-2-1 0 0,-1-1 0 0 0,-1-1 0 0 0,0-1 0 0 0,-1-1 1 0 0,-1 0-1 0 0,0-1 0 0 0,31-41 0 0 0,-14 6 2413 0 0,-35 52-1945 0 0,4-2 117 0 0,-4 2-102 0 0,-5 9-8 0 0,-10 19-136 0 0,2 0-1 0 0,0 2 0 0 0,-12 48 1 0 0,12-37-90 0 0,9-31-172 0 0,-79 268 49 0 0,57-156-6473 0 0,22-102 2427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1155 239 312 0 0,'-53'-27'9196'0'0,"-77"-30"0"0"0,113 48-7351 0 0,17 9-1819 0 0,0 0 0 0 0,0 0 1 0 0,0 0-1 0 0,0 0 0 0 0,0-1 0 0 0,0 1 0 0 0,0 0 1 0 0,0 0-1 0 0,-1 0 0 0 0,1 0 0 0 0,0 0 1 0 0,0-1-1 0 0,0 1 0 0 0,0 0 0 0 0,0 0 0 0 0,0 0 1 0 0,0 0-1 0 0,0-1 0 0 0,0 1 0 0 0,0 0 0 0 0,0 0 1 0 0,0 0-1 0 0,0 0 0 0 0,0-1 0 0 0,1 1 1 0 0,-1 0-1 0 0,0 0 0 0 0,0 0 0 0 0,0 0 0 0 0,0 0 1 0 0,0-1-1 0 0,0 1 0 0 0,0 0 0 0 0,0 0 1 0 0,0 0-1 0 0,1 0 0 0 0,-1 0 0 0 0,0 0 0 0 0,0 0 1 0 0,0-1-1 0 0,0 1 0 0 0,0 0 0 0 0,0 0 1 0 0,1 0-1 0 0,-1 0 0 0 0,0 0 0 0 0,31-7 925 0 0,-18 5-1018 0 0,638-112 831 0 0,-623 109-742 0 0,-10 2-5 0 0,2-1 70 0 0,31-1 0 0 0,-50 5-72 0 0,0 0 1 0 0,1 0-1 0 0,-1 1 0 0 0,0-1 0 0 0,0 0 0 0 0,0 1 1 0 0,0-1-1 0 0,0 1 0 0 0,0-1 0 0 0,0 1 0 0 0,0-1 1 0 0,0 1-1 0 0,0 0 0 0 0,0-1 0 0 0,0 1 0 0 0,0 0 1 0 0,0 0-1 0 0,0 0 0 0 0,-1 0 0 0 0,1-1 1 0 0,0 1-1 0 0,-1 0 0 0 0,1 0 0 0 0,-1 1 0 0 0,1-1 1 0 0,-1 0-1 0 0,1 0 0 0 0,-1 0 0 0 0,1 2 0 0 0,4 36 498 0 0,-5-31-350 0 0,1 68 826 0 0,-4 0 0 0 0,-18 115 1 0 0,13-123-681 0 0,-156 1004 1305 0 0,56-406-1412 0 0,-67 421 2266 0 0,117-735-2036 0 0,-17 27-432 0 0,33-176 0 0 0,34-161 0 0 0,-2-2 0 0 0,-2 1 0 0 0,-19 42 0 0 0,25-67 0 0 0,1-6 0 0 0,0 0 0 0 0,-1 0 0 0 0,0 0 0 0 0,-1-1 0 0 0,-13 16 0 0 0,10-14 0 0 0,-3-2 0 0 0,-2-2 0 0 0,-2-2 0 0 0,15-4 0 0 0,-1 0 0 0 0,0 0 0 0 0,1-1 0 0 0,-1 1 0 0 0,0-1 0 0 0,1 1 0 0 0,-1-1 0 0 0,0 0 0 0 0,0 0 0 0 0,1-1 0 0 0,-1 1 0 0 0,-4-1 0 0 0,-1-1 0 0 0,-244-6-2030 0 0,64 12-3213 0 0,-204 31 0 0 0,340-29-1757 0 0,7-3-3847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2656 0 0,'0'0'23970'0'0,"3"0"-23792"0"0,21-2-18 0 0,0-2 0 0 0,0 0 0 0 0,-1-2 0 0 0,27-9 0 0 0,-2 0-92 0 0,1 4-31 0 0,-30 7 8 0 0,0 0 0 0 0,27-11-1 0 0,-2 1-2017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0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52 2316 0 0,'4'-24'12007'0'0,"-4"23"-11859"0"0,0-1 0 0 0,1 1 0 0 0,-1 0 0 0 0,1 0-1 0 0,-1-1 1 0 0,1 1 0 0 0,0 0 0 0 0,-1 0 0 0 0,1 0 0 0 0,0 0-1 0 0,0 0 1 0 0,0 0 0 0 0,0 0 0 0 0,0 0 0 0 0,0 0 0 0 0,0 0 0 0 0,0 1-1 0 0,0-1 1 0 0,0 0 0 0 0,0 1 0 0 0,1-1 0 0 0,-1 1 0 0 0,0-1-1 0 0,0 1 1 0 0,1-1 0 0 0,1 1 0 0 0,4-2-84 0 0,0 2 0 0 0,0-1 0 0 0,13 1 0 0 0,-13 0 162 0 0,-3 0-202 0 0,1 0-1 0 0,-1 0 1 0 0,0 1 0 0 0,0 0-1 0 0,0-1 1 0 0,1 1 0 0 0,-1 1-1 0 0,0-1 1 0 0,0 1 0 0 0,-1-1-1 0 0,1 1 1 0 0,0 0 0 0 0,0 1-1 0 0,-1-1 1 0 0,0 1 0 0 0,1-1-1 0 0,-1 1 1 0 0,0 0 0 0 0,0 0-1 0 0,0 1 1 0 0,-1-1 0 0 0,1 0-1 0 0,-1 1 1 0 0,0 0 0 0 0,0-1-1 0 0,0 1 1 0 0,0 0 0 0 0,-1 0-1 0 0,0 0 1 0 0,1 0 0 0 0,0 6-1 0 0,0 3 161 0 0,0 1-1 0 0,0 0 0 0 0,-2 0 1 0 0,0 0-1 0 0,0-1 0 0 0,-1 1 1 0 0,-1 0-1 0 0,-3 15 1 0 0,-4 4 361 0 0,-1-1 0 0 0,-2 0 0 0 0,-1-1 0 0 0,-1-1 0 0 0,-24 38 0 0 0,-104 134 2932 0 0,124-177-3042 0 0,9-7-101 0 0,9-18-325 0 0,0 1-1 0 0,0-1 0 0 0,0 1 0 0 0,0-1 1 0 0,0 1-1 0 0,0-1 0 0 0,0 1 0 0 0,0-1 1 0 0,0 1-1 0 0,0-1 0 0 0,1 1 0 0 0,-1-1 1 0 0,0 1-1 0 0,0-1 0 0 0,0 0 1 0 0,1 1-1 0 0,-1-1 0 0 0,0 1 0 0 0,1-1 1 0 0,-1 0-1 0 0,0 1 0 0 0,1 0 0 0 0,2 0 8 0 0,0 0 0 0 0,0 1 0 0 0,0-1 1 0 0,0 0-1 0 0,1-1 0 0 0,-1 1 0 0 0,0 0 0 0 0,4-1 0 0 0,-4 1-9 0 0,23 1 67 0 0,1-1 0 0 0,52-4 0 0 0,-32 0-5 0 0,290-19 177 0 0,-214 11-351 0 0,-120 10-118 0 0,5-4-1973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75 1832 0 0,'-8'-8'5568'0'0,"5"4"-4283"0"0,0 1 0 0 0,1-1 0 0 0,-1 0 1 0 0,0 0-1 0 0,1 0 0 0 0,0 0 0 0 0,0-1 0 0 0,-2-4 0 0 0,4 8-1249 0 0,1 0 0 0 0,-1 0-1 0 0,0 1 1 0 0,0-1 0 0 0,0 0-1 0 0,0 1 1 0 0,1-1 0 0 0,-1 1-1 0 0,0-1 1 0 0,0 0 0 0 0,1 1-1 0 0,-1-1 1 0 0,1 1 0 0 0,-1-1-1 0 0,0 1 1 0 0,1-1 0 0 0,-1 1-1 0 0,1-1 1 0 0,-1 1 0 0 0,1-1-1 0 0,-1 1 1 0 0,1 0 0 0 0,0-1-1 0 0,-1 1 1 0 0,1 0 0 0 0,0-1-1 0 0,-1 1 1 0 0,1 0 0 0 0,-1 0-1 0 0,1 0 1 0 0,0-1-1 0 0,-1 1 1 0 0,2 0 0 0 0,1-1 53 0 0,5-1-40 0 0,0 0 0 0 0,1 0 0 0 0,0 1 0 0 0,-1 0 0 0 0,1 1-1 0 0,0 0 1 0 0,-1 0 0 0 0,1 1 0 0 0,10 1 0 0 0,-15-1-42 0 0,0-1 1 0 0,1 1-1 0 0,-1 0 0 0 0,0 1 0 0 0,0-1 1 0 0,0 1-1 0 0,0-1 0 0 0,0 1 0 0 0,0 0 0 0 0,-1 1 1 0 0,1-1-1 0 0,-1 1 0 0 0,1-1 0 0 0,-1 1 0 0 0,0 0 1 0 0,0 0-1 0 0,0 1 0 0 0,0-1 0 0 0,-1 1 1 0 0,1-1-1 0 0,2 6 0 0 0,-4-5 4 0 0,-1-1 0 0 0,1 1 0 0 0,-1-1 1 0 0,1 1-1 0 0,-1-1 0 0 0,0 1 0 0 0,0 0 0 0 0,-1-1 0 0 0,1 1 0 0 0,-1-1 1 0 0,0 1-1 0 0,0-1 0 0 0,0 0 0 0 0,0 1 0 0 0,0-1 0 0 0,-1 0 1 0 0,0 0-1 0 0,0 0 0 0 0,1 0 0 0 0,-2 0 0 0 0,-1 3 0 0 0,-7 7 36 0 0,-1 0 0 0 0,-24 22 0 0 0,34-34-39 0 0,-29 23 687 0 0,0-1-1 0 0,-53 28 1 0 0,82-50-110 0 0,5 0-556 0 0,16 4 13 0 0,45 17 13 0 0,-56-18-34 0 0,-1 0-1 0 0,0 0 1 0 0,0 1-1 0 0,-1-1 1 0 0,9 8-1 0 0,2 4 35 0 0,-1 0-1 0 0,21 26 1 0 0,-31-34 129 0 0,0 0 0 0 0,-1 0 0 0 0,0 0-1 0 0,-1 1 1 0 0,1 0 0 0 0,-1 0 0 0 0,-1 0 0 0 0,4 14 0 0 0,-7-20-59 0 0,1 1 0 0 0,-1-1 0 0 0,1 1 0 0 0,-1-1 0 0 0,0 1 0 0 0,-1-1 0 0 0,1 1 0 0 0,-1-1 0 0 0,1 1 1 0 0,-1-1-1 0 0,0 1 0 0 0,0-1 0 0 0,0 0 0 0 0,-1 1 0 0 0,1-1 0 0 0,-1 0 0 0 0,0 0 0 0 0,-2 3 0 0 0,0-2 12 0 0,0 1-1 0 0,0-1 1 0 0,-1 0-1 0 0,0 0 1 0 0,1-1-1 0 0,-1 1 1 0 0,-1-1 0 0 0,1 0-1 0 0,-11 4 1 0 0,-2-1 55 0 0,0-1 0 0 0,-1 0 0 0 0,0-1 0 0 0,0-1 0 0 0,-32 1 1 0 0,21-3 58 0 0,-34-4 0 0 0,53 2-565 0 0,0 0 1 0 0,0-1 0 0 0,0-1-1 0 0,1 0 1 0 0,-1 0-1 0 0,-12-6 1 0 0,22 8 104 0 0,0 1 1 0 0,0-1-1 0 0,1 1 0 0 0,-1-1 0 0 0,0 1 1 0 0,0-1-1 0 0,0 1 0 0 0,0-1 0 0 0,0 0 1 0 0,0 0-1 0 0,1 1 0 0 0,-1-1 1 0 0,0 0-1 0 0,1 0 0 0 0,-1 0 0 0 0,1 0 1 0 0,-1 0-1 0 0,1 1 0 0 0,-1-1 0 0 0,1 0 1 0 0,-1 0-1 0 0,1-1 0 0 0,0 1 0 0 0,0 0 1 0 0,0 0-1 0 0,-1 0 0 0 0,1 0 1 0 0,0 0-1 0 0,0 0 0 0 0,0 0 0 0 0,1 0 1 0 0,-1 0-1 0 0,0 0 0 0 0,0 0 0 0 0,1-2 1 0 0,1-1-1335 0 0,0 0 0 0 0,0 0 0 0 0,0 0-1 0 0,1 1 1 0 0,0-1 0 0 0,4-5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7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1028 716 0 0,'7'52'7976'0'0,"-5"2"-3642"0"0,0 12-531 0 0,-1-59-3607 0 0,3 17 2393 0 0,-4-24-2565 0 0,0 0 0 0 0,0 1 0 0 0,0-1 0 0 0,1 0 0 0 0,-1 0 0 0 0,0 0 1 0 0,0 0-1 0 0,0 0 0 0 0,0 0 0 0 0,0 0 0 0 0,0 0 0 0 0,0 0 0 0 0,0 1 0 0 0,0-1 0 0 0,0 0 0 0 0,0 0 0 0 0,0 0 0 0 0,0 0 0 0 0,1 0 0 0 0,-1 0 0 0 0,0 0 0 0 0,0 0 0 0 0,0 0 0 0 0,0 0 0 0 0,0 0 0 0 0,0 0 0 0 0,0 0 0 0 0,0 0 0 0 0,1 0 0 0 0,-1 0 0 0 0,0 0 0 0 0,0 0 1 0 0,0 0-1 0 0,0 0 0 0 0,0 0 0 0 0,0 0 0 0 0,0 0 0 0 0,0 0 0 0 0,1 0 0 0 0,-1 0 0 0 0,0 0 0 0 0,0 0 0 0 0,0 0 0 0 0,0 0 0 0 0,0 0 0 0 0,0 0 0 0 0,0 0 0 0 0,0 0 0 0 0,0 0 0 0 0,1-1 0 0 0,5-11 279 0 0,163-429 669 0 0,-5 12-1050 0 0,-142 375 58 0 0,2 1-1 0 0,2 2 1 0 0,3 0-1 0 0,45-60 1 0 0,-72 108 14 0 0,0 1-1 0 0,0 0 1 0 0,0-1 0 0 0,0 1 0 0 0,1 0 0 0 0,-1 0 0 0 0,1 0-1 0 0,-1 0 1 0 0,1 0 0 0 0,0 1 0 0 0,0-1 0 0 0,0 1 0 0 0,5-2-1 0 0,-6 3 6 0 0,0 0-1 0 0,0 0 0 0 0,0 0 0 0 0,-1 0 0 0 0,1 0 0 0 0,0 0 0 0 0,0 1 0 0 0,0-1 0 0 0,-1 1 0 0 0,1-1 0 0 0,0 1 1 0 0,-1 0-1 0 0,1 0 0 0 0,0 0 0 0 0,-1-1 0 0 0,1 2 0 0 0,-1-1 0 0 0,1 0 0 0 0,-1 0 0 0 0,0 0 0 0 0,1 1 0 0 0,-1-1 0 0 0,0 0 1 0 0,2 4-1 0 0,6 8 6 0 0,-1 1 0 0 0,0 0 1 0 0,0 1-1 0 0,-1 0 0 0 0,7 26 1 0 0,17 81 65 0 0,-14-31 585 0 0,8 154 0 0 0,-26 94 465 0 0,-3-255 164 0 0,4-81-604 0 0,3-74-559 0 0,-1-30-231 0 0,-3 75-148 0 0,-2 0 1 0 0,0 1-1 0 0,-2-1 1 0 0,-13-43-1 0 0,14 60 162 0 0,0-1 0 0 0,0 1-1 0 0,-1 0 1 0 0,0 1 0 0 0,-1-1-1 0 0,1 1 1 0 0,-2 0 0 0 0,1 0-1 0 0,-1 1 1 0 0,0 0 0 0 0,-1 0-1 0 0,1 1 1 0 0,-1-1-1 0 0,-1 2 1 0 0,-12-7 0 0 0,4 3 22 0 0,-1 2 1 0 0,-1 0-1 0 0,1 1 1 0 0,-1 1 0 0 0,-1 1-1 0 0,1 0 1 0 0,0 2-1 0 0,-39-1 1 0 0,16 4 16 0 0,0 3 1 0 0,0 1-1 0 0,-44 12 0 0 0,81-16 58 0 0,-1 0 0 0 0,1 1-1 0 0,0-1 1 0 0,0 1 0 0 0,0 0-1 0 0,0 1 1 0 0,0-1 0 0 0,1 1-1 0 0,-1 0 1 0 0,-6 5 0 0 0,10-6 1 0 0,1-2 1 0 0,0 1-1 0 0,0-1 0 0 0,0 1 0 0 0,0-1 1 0 0,0 0-1 0 0,0 1 0 0 0,1-1 0 0 0,-1 1 1 0 0,0-1-1 0 0,0 1 0 0 0,0-1 0 0 0,0 0 1 0 0,1 1-1 0 0,-1-1 0 0 0,0 0 0 0 0,0 1 1 0 0,1-1-1 0 0,-1 1 0 0 0,0-1 0 0 0,1 0 1 0 0,-1 0-1 0 0,0 1 0 0 0,1-1 0 0 0,-1 0 1 0 0,0 0-1 0 0,1 1 0 0 0,-1-1 1 0 0,1 0-1 0 0,29 0-186 0 0,-1-2 1 0 0,0 0 0 0 0,1-3 0 0 0,-1 0-1 0 0,32-11 1 0 0,0 2-1092 0 0,44-12-1639 0 0,-50 13 931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7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3048 0 0,'-29'16'12667'0'0,"16"-8"-9728"0"0,12-8-2874 0 0,1 0-1 0 0,0 0 1 0 0,0 1-1 0 0,0-1 1 0 0,0 0-1 0 0,0 0 1 0 0,-1 0-1 0 0,1 0 1 0 0,0 1-1 0 0,0-1 1 0 0,0 0-1 0 0,0 0 1 0 0,0 0 0 0 0,0 1-1 0 0,0-1 1 0 0,0 0-1 0 0,-1 0 1 0 0,1 0-1 0 0,0 1 1 0 0,0-1-1 0 0,0 0 1 0 0,0 0-1 0 0,0 1 1 0 0,0-1 0 0 0,0 0-1 0 0,0 0 1 0 0,0 0-1 0 0,1 1 1 0 0,-1-1-1 0 0,0 0 1 0 0,0 0-1 0 0,0 0 1 0 0,0 1-1 0 0,0-1 1 0 0,0 0-1 0 0,0 0 1 0 0,0 0 0 0 0,1 0-1 0 0,-1 1 1 0 0,0-1-1 0 0,0 0 1 0 0,0 0-1 0 0,0 0 1 0 0,1 0-1 0 0,-1 0 1 0 0,0 1-1 0 0,0-1 1 0 0,0 0-1 0 0,0 0 1 0 0,1 0 0 0 0,-1 0-1 0 0,0 0 1 0 0,4 1 7 0 0,0 0 0 0 0,0-1 0 0 0,0 1 0 0 0,0-1 0 0 0,-1 0 0 0 0,1 0 0 0 0,0 0 0 0 0,0-1 1 0 0,7-1-1 0 0,-6 1-50 0 0,117-15 478 0 0,-66 8-2680 0 0,-2 2-4945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 2732 0 0,'-44'25'6532'0'0,"-50"39"-1"0"0,93-64-6497 0 0,1 0 0 0 0,0 1 0 0 0,0-1-1 0 0,-1 0 1 0 0,1 0 0 0 0,0 0 0 0 0,0 1 0 0 0,-1-1 0 0 0,1 0 0 0 0,0 0 0 0 0,0 1 0 0 0,0-1 0 0 0,-1 0 0 0 0,1 0 0 0 0,0 1 0 0 0,0-1-1 0 0,0 0 1 0 0,0 1 0 0 0,0-1 0 0 0,0 0 0 0 0,0 0 0 0 0,0 1 0 0 0,0-1 0 0 0,0 0 0 0 0,0 1 0 0 0,0-1 0 0 0,0 0 0 0 0,0 1 0 0 0,0-1 0 0 0,0 0-1 0 0,0 1 1 0 0,0-1 0 0 0,0 0 0 0 0,0 0 0 0 0,0 1 0 0 0,0-1 0 0 0,1 0 0 0 0,-1 1 0 0 0,0-1 0 0 0,0 0 0 0 0,0 0 0 0 0,0 1 0 0 0,1-1-1 0 0,-1 0 1 0 0,0 0 0 0 0,0 0 0 0 0,1 1 0 0 0,-1-1 0 0 0,0 0 0 0 0,0 0 0 0 0,1 0 0 0 0,-1 0 0 0 0,0 0 0 0 0,1 1 0 0 0,-1-1 0 0 0,0 0-1 0 0,1 0 1 0 0,-1 0 0 0 0,0 0 0 0 0,0 0 0 0 0,1 0 0 0 0,-1 0 0 0 0,1 0 0 0 0,20 4 542 0 0,26-7-575 0 0,0-2 0 0 0,-1-2 0 0 0,50-14 0 0 0,-56 12-733 0 0,67-18-2681 0 0,-37 5-1686 0 0,-9 1-1799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8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1371 130 2484 0 0,'3'-5'2117'0'0,"-1"0"1"0"0,0-1-1 0 0,0 1 0 0 0,0-1 0 0 0,0-5 0 0 0,-1 8-1285 0 0,-1-1 0 0 0,0 1 0 0 0,0-1 0 0 0,0 1 0 0 0,0 0 0 0 0,-1-1-1 0 0,1 1 1 0 0,-2-4 0 0 0,1 3-606 0 0,0 1-1 0 0,-1 0 0 0 0,0 0 0 0 0,1 0 1 0 0,-1 0-1 0 0,0 0 0 0 0,-1 0 0 0 0,1 0 1 0 0,0 1-1 0 0,-1-1 0 0 0,0 1 1 0 0,1-1-1 0 0,-1 1 0 0 0,0 0 0 0 0,0 0 1 0 0,0 1-1 0 0,0-1 0 0 0,-7-2 0 0 0,5 3-201 0 0,0-1-1 0 0,0 1 1 0 0,0 0-1 0 0,-1 1 1 0 0,1-1-1 0 0,0 1 1 0 0,-1 0-1 0 0,1 0 1 0 0,0 1-1 0 0,-1-1 0 0 0,1 1 1 0 0,0 0-1 0 0,0 1 1 0 0,0 0-1 0 0,0-1 1 0 0,0 1-1 0 0,0 1 1 0 0,0-1-1 0 0,1 1 1 0 0,-6 3-1 0 0,-10 8-5 0 0,0 1 1 0 0,-33 33-1 0 0,51-46-11 0 0,-27 27 115 0 0,1 2 1 0 0,1 1-1 0 0,2 1 0 0 0,1 2 0 0 0,-20 39 0 0 0,19-26 361 0 0,3 1-1 0 0,1 1 1 0 0,-19 77-1 0 0,-118 595 1841 0 0,76-143-2149 0 0,18-104-76 0 0,-95 381-98 0 0,73-377 0 0 0,9-45 0 0 0,-25 47 0 0 0,23-67 0 0 0,50-262 0 0 0,28-138 0 0 0,0 1 0 0 0,0-2 0 0 0,3-1 0 0 0,4-3 0 0 0,-4-8 0 0 0,0 0 0 0 0,0 0 0 0 0,0 0 0 0 0,0 0 0 0 0,0 0 0 0 0,0-1 0 0 0,0 1 0 0 0,0-1 0 0 0,1 1 0 0 0,-1-1 0 0 0,0 0 0 0 0,0 0 0 0 0,4 0 0 0 0,32-6 0 0 0,-26 4 0 0 0,84-19-2969 0 0,139-48 0 0 0,83-59-8406 0 0,-189 68-1675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39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76 300 0 0,'10'-36'11215'0'0,"0"-4"1445"0"0,-10 51-11727 0 0,-41 220 2274 0 0,9-73-2706 0 0,-3 1-369 0 0,15-99-2890 0 0,17-52-1053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73 720 0 0,'44'-68'19010'0'0,"-37"64"-17793"0"0,-12 26-676 0 0,0 0 1 0 0,-1-1 0 0 0,-2 1 0 0 0,-15 31-1 0 0,12-28-273 0 0,1 0-1 0 0,-14 51 1 0 0,23-71-283 0 0,0 0 34 0 0,0 1 1 0 0,0 0-1 0 0,0 0 1 0 0,1 0-1 0 0,-1 0 1 0 0,1 0-1 0 0,1 7 1 0 0,0-12-12 0 0,-1 1-1 0 0,1-1 1 0 0,0 1 0 0 0,-1-1 0 0 0,1 1 0 0 0,0-1-1 0 0,0 0 1 0 0,0 1 0 0 0,0-1 0 0 0,0 0 0 0 0,0 0-1 0 0,0 1 1 0 0,0-1 0 0 0,0 0 0 0 0,1 0 0 0 0,-1 0-1 0 0,0-1 1 0 0,1 1 0 0 0,-1 0 0 0 0,1 0 0 0 0,-1-1-1 0 0,1 1 1 0 0,-1-1 0 0 0,1 1 0 0 0,-1-1-1 0 0,1 0 1 0 0,-1 1 0 0 0,1-1 0 0 0,0 0 0 0 0,-1 0-1 0 0,1 0 1 0 0,-1 0 0 0 0,1-1 0 0 0,2 1 0 0 0,11-2 10 0 0,1-1 0 0 0,-1 0-1 0 0,0-1 1 0 0,0-1 0 0 0,-1 0 0 0 0,1-1 0 0 0,-1 0 0 0 0,0-1 0 0 0,-1-1 0 0 0,23-16 0 0 0,-10 4 222 0 0,-1-2-1 0 0,0 0 0 0 0,-2-2 1 0 0,24-30-1 0 0,-10 14 2374 0 0,-36 39-2138 0 0,-1 3-350 0 0,0 4 3 0 0,-2 1 0 0 0,1-1-1 0 0,-1 0 1 0 0,0 0-1 0 0,0 0 1 0 0,0 0 0 0 0,-6 9-1 0 0,-4 10 178 0 0,-85 248 1263 0 0,80-213-1654 0 0,2 0-1 0 0,-10 104 1 0 0,24-148-514 0 0,-3 56-2372 0 0,5-65 1975 0 0,-1-1 0 0 0,1 0 0 0 0,0 1 0 0 0,0-1 0 0 0,1 0 0 0 0,-1 0 0 0 0,1 0 0 0 0,6 11-1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4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0 213 600 0 0,'53'-90'11115'0'0,"-1"3"-2343"0"0,-32 58-5071 0 0,-19 28-3292 0 0,5-3 747 0 0,-4 2-406 0 0,1 10-668 0 0,-3-1 102 0 0,1 0 0 0 0,-1 1 0 0 0,0-1 0 0 0,-1 0 0 0 0,0 1 0 0 0,0-1 0 0 0,-3 10 0 0 0,-1 10 163 0 0,-38 210 935 0 0,8-51-926 0 0,29-144-326 0 0,5-26-296 0 0,-1 1 0 0 0,-1-1 0 0 0,-9 28 0 0 0,12-44-69 0 0,0 1 0 0 0,-1 0 1 0 0,1 0-1 0 0,0 0 0 0 0,-1 0 0 0 0,1 0 0 0 0,0-1 0 0 0,0 1 1 0 0,0 0-1 0 0,0 0 0 0 0,0 0 0 0 0,0 0 0 0 0,0 0 1 0 0,0 0-1 0 0,0 0 0 0 0,0 0 0 0 0,0 0 0 0 0,1 1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5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18 1816 0 0,'-14'-18'20282'0'0,"12"18"-19928"0"0,-1 15 2455 0 0,3-9-2858 0 0,-73 423 6012 0 0,35-241-4371 0 0,10-45-1959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1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255 111 488 0 0,'-4'-14'7551'0'0,"4"13"-7387"0"0,-2-29 8924 0 0,2 17-7957 0 0,1 12-1036 0 0,0-1 1 0 0,-1 1-1 0 0,1-1 1 0 0,0 1-1 0 0,0-1 1 0 0,0 1-1 0 0,0-1 0 0 0,0 1 1 0 0,0 0-1 0 0,0 0 1 0 0,0 0-1 0 0,0-1 1 0 0,1 1-1 0 0,-1 0 1 0 0,0 1-1 0 0,3-2 1 0 0,23-11 441 0 0,-17 9-482 0 0,1 0 0 0 0,0 2 0 0 0,0-1 0 0 0,1 1 0 0 0,-1 1 0 0 0,0 0 0 0 0,1 1 0 0 0,-1 0 0 0 0,0 0 0 0 0,1 1-1 0 0,-1 1 1 0 0,13 3 0 0 0,-20-4-39 0 0,1 0-1 0 0,-1 0 1 0 0,0 1 0 0 0,0 0-1 0 0,0 0 1 0 0,0 0-1 0 0,0 0 1 0 0,0 0-1 0 0,0 1 1 0 0,-1 0-1 0 0,1-1 1 0 0,-1 1-1 0 0,0 1 1 0 0,0-1-1 0 0,0 0 1 0 0,0 1 0 0 0,-1 0-1 0 0,1-1 1 0 0,-1 1-1 0 0,0 0 1 0 0,0 0-1 0 0,0 0 1 0 0,-1 1-1 0 0,1-1 1 0 0,-1 0-1 0 0,0 1 1 0 0,0-1-1 0 0,-1 0 1 0 0,1 1 0 0 0,-1-1-1 0 0,0 1 1 0 0,0-1-1 0 0,-1 6 1 0 0,-1 0 41 0 0,0 0 1 0 0,-1 1-1 0 0,0-1 1 0 0,-1 0-1 0 0,0-1 1 0 0,0 1-1 0 0,-1-1 0 0 0,-8 12 1 0 0,-5 5 161 0 0,-31 35 0 0 0,43-54 15 0 0,1 0 1 0 0,0 0-1 0 0,-7 15 1 0 0,12-21-80 0 0,3 2-79 0 0,-3-2-75 0 0,0-1 0 0 0,0 0 1 0 0,0 1-1 0 0,0-1 0 0 0,0 0 0 0 0,0 1 0 0 0,0-1 0 0 0,0 0 0 0 0,1 1 0 0 0,-1-1 0 0 0,0 0 0 0 0,0 1 0 0 0,0-1 0 0 0,1 0 1 0 0,-1 0-1 0 0,0 1 0 0 0,0-1 0 0 0,1 0 0 0 0,-1 0 0 0 0,0 0 0 0 0,0 1 0 0 0,1-1 0 0 0,-1 0 0 0 0,0 0 0 0 0,1 0 1 0 0,13 5 37 0 0,0 1 1 0 0,-1 0-1 0 0,0 1 0 0 0,0 0 1 0 0,-1 1-1 0 0,22 17 1 0 0,-16-10 364 0 0,-1 2-1 0 0,0-1 1 0 0,23 31 0 0 0,-32-36-7 0 0,-1-1-1 0 0,0 1 1 0 0,-1 0 0 0 0,0 0-1 0 0,0 1 1 0 0,-1 0 0 0 0,-1 0-1 0 0,4 15 1 0 0,-7-22-239 0 0,-1 1 1 0 0,1-1-1 0 0,-1 1 1 0 0,0 0-1 0 0,0-1 1 0 0,-1 1-1 0 0,1 0 1 0 0,-1-1-1 0 0,0 1 1 0 0,-1-1-1 0 0,0 1 1 0 0,0-1-1 0 0,0 0 1 0 0,0 0-1 0 0,-1 0 1 0 0,0 0-1 0 0,0 0 1 0 0,0 0-1 0 0,0-1 0 0 0,-8 8 1 0 0,1-3-159 0 0,1-1 0 0 0,-1-1 0 0 0,0 0 0 0 0,-1 0 0 0 0,0-1 0 0 0,0 0 0 0 0,0-1 0 0 0,-1 0 0 0 0,1-1 0 0 0,-26 6 0 0 0,4-4 0 0 0,-1 0 0 0 0,-61 0 0 0 0,65-6-517 0 0,-1-2-1 0 0,1-1 1 0 0,-1-1-1 0 0,1-2 1 0 0,1-1 0 0 0,-1-1-1 0 0,1-1 1 0 0,-28-14 0 0 0,25 5-5301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4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62 2920 0 0,'16'-24'7862'0'0,"0"-1"-2670"0"0,-12 21-4242 0 0,4-4 242 0 0,-8 8-1180 0 0,1 0-1 0 0,-1 0 1 0 0,0 0-1 0 0,1 0 1 0 0,-1 0-1 0 0,0 0 1 0 0,1 0-1 0 0,-1 0 1 0 0,0 1 0 0 0,1-1-1 0 0,-1 0 1 0 0,0 0-1 0 0,1 0 1 0 0,-1 0-1 0 0,0 1 1 0 0,0-1-1 0 0,1 0 1 0 0,-1 0-1 0 0,0 1 1 0 0,0-1-1 0 0,0 0 1 0 0,1 0-1 0 0,-1 1 1 0 0,0-1-1 0 0,0 0 1 0 0,0 1-1 0 0,0-1 1 0 0,1 0-1 0 0,-1 1 1 0 0,0-1-1 0 0,0 0 1 0 0,0 1-1 0 0,0-1 1 0 0,0 0-1 0 0,0 1 1 0 0,0-1-1 0 0,0 0 1 0 0,0 1-1 0 0,0-1 1 0 0,0 1-1 0 0,3 20 374 0 0,-1 0 0 0 0,-1 1 0 0 0,0-1 0 0 0,-4 28 0 0 0,-16 88 653 0 0,-15-2-27 0 0,24-103 2044 0 0,13-33-2921 0 0,5-2-47 0 0,1 0 0 0 0,-1 0 1 0 0,0-1-1 0 0,8-5 0 0 0,-6 3-63 0 0,1 0-1 0 0,20-7 1 0 0,7 4-85 0 0,69-8 0 0 0,0 1-134 0 0,-102 15 196 0 0,-1 0 0 0 0,0 0 0 0 0,0-1 0 0 0,-1 1 0 0 0,1-1 1 0 0,0 1-1 0 0,0-1 0 0 0,-1-1 0 0 0,1 1 0 0 0,-1 0 0 0 0,0-1 0 0 0,1 0 0 0 0,-1 1 0 0 0,-1-1 0 0 0,1 0 0 0 0,0-1 0 0 0,-1 1 0 0 0,1 0 1 0 0,1-5-1 0 0,1-3 446 0 0,0-1 0 0 0,-2 0 0 0 0,1 0 1 0 0,3-24-1 0 0,-3 15 1907 0 0,-5 21-2330 0 0,-1 1 0 0 0,1 0-1 0 0,-1 0 1 0 0,1 0-1 0 0,-1 0 1 0 0,1 0 0 0 0,0 0-1 0 0,0 0 1 0 0,-1 0-1 0 0,1 0 1 0 0,0 1 0 0 0,0-1-1 0 0,0 0 1 0 0,1 1 0 0 0,-2 1-1 0 0,-12 28 343 0 0,11-23-214 0 0,-12 31 153 0 0,2 1 1 0 0,2 1-1 0 0,1 0 0 0 0,2 0 1 0 0,-4 79-1 0 0,12 44-3839 0 0,4-81-2596 0 0,3-1-4146 0 0,-5-54-661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97 1488 0 0,'-2'0'4456'0'0,"-6"-2"-3324"0"0,-22-2 11119 0 0,21 3-9629 0 0,35-5-2209 0 0,91-13 12 0 0,87-17-1173 0 0,-161 21-3798 0 0,-15 1-3851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6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48 2728 0 0,'22'-48'22794'0'0,"-23"60"-21988"0"0,-1-1 0 0 0,-1 0 1 0 0,0 1-1 0 0,0-2 1 0 0,-8 18-1 0 0,0 1 185 0 0,-123 482 425 0 0,129-489-1600 0 0,-1 6-1189 0 0,0 0 1 0 0,-2 47-1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4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1544 20 36 0 0,'-3'-1'2367'0'0,"-42"-3"8713"0"0,26 2-5828 0 0,196-3 252 0 0,67 0-5608 0 0,-197 3 111 0 0,-44 2 70 0 0,1 0-1 0 0,-1 0 0 0 0,1 0 1 0 0,-1 0-1 0 0,1 1 0 0 0,-1-1 1 0 0,1 1-1 0 0,-1 0 1 0 0,0 0-1 0 0,0 0 0 0 0,1 1 1 0 0,-1-1-1 0 0,0 1 0 0 0,0 0 1 0 0,0 0-1 0 0,0 0 0 0 0,4 4 1 0 0,-4-2 68 0 0,0 1-1 0 0,0 0 1 0 0,0-1 0 0 0,-1 1-1 0 0,0 0 1 0 0,0 0 0 0 0,0 1-1 0 0,0-1 1 0 0,-1 0 0 0 0,2 9-1 0 0,3 30 683 0 0,-1 0 0 0 0,-2 0 0 0 0,-6 85-1 0 0,-30 132 362 0 0,22-192-940 0 0,-64 812 315 0 0,67-626-522 0 0,-22 536 154 0 0,-30-2-78 0 0,22-461-117 0 0,-118 472 0 0 0,126-675 0 0 0,-42 143 0 0 0,69-258 0 0 0,0 2 0 0 0,1-2 0 0 0,-1 0 0 0 0,-2-2 0 0 0,2-3 0 0 0,-2-1 0 0 0,1 0 0 0 0,0 0 0 0 0,-1 0 0 0 0,0-1 0 0 0,1 0 0 0 0,-2 0 0 0 0,1 0 0 0 0,0 0 0 0 0,0-1 0 0 0,-10 3 0 0 0,3 0 0 0 0,-561 177-100 0 0,481-156-102 0 0,-178 43-4436 0 0,-8-5-6667 0 0,54-17-2813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35 1128 0 0,'-29'-34'19935'0'0,"30"46"-19585"0"0,0 1-1 0 0,1-1 1 0 0,0 0-1 0 0,1 0 1 0 0,5 15-1 0 0,26 60 901 0 0,-14-40-670 0 0,169 384 1802 0 0,-174-403-1978 0 0,-1-2-3355 0 0,-1-67-11704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2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 78 568 0 0,'-6'-74'14648'0'0,"6"74"-14609"0"0,0-1 1 0 0,0 1-1 0 0,0 0 1 0 0,0 0-1 0 0,0 0 0 0 0,0-1 1 0 0,0 1-1 0 0,-1 0 0 0 0,1 0 1 0 0,0 0-1 0 0,0 0 0 0 0,0-1 1 0 0,0 1-1 0 0,-1 0 0 0 0,1 0 1 0 0,0 0-1 0 0,0 0 1 0 0,0 0-1 0 0,-1 0 0 0 0,1 0 1 0 0,0 0-1 0 0,0-1 0 0 0,-1 1 1 0 0,1 0-1 0 0,0 0 0 0 0,0 0 1 0 0,-1 0-1 0 0,1 0 1 0 0,0 0-1 0 0,0 0 0 0 0,0 0 1 0 0,-1 1-1 0 0,1-1 0 0 0,0 0 1 0 0,0 0-1 0 0,-1 0 0 0 0,1 0 1 0 0,0 0-1 0 0,0 0 1 0 0,0 0-1 0 0,-1 0 0 0 0,1 1 1 0 0,0-1-1 0 0,0 0 0 0 0,0 0 1 0 0,0 0-1 0 0,-1 0 0 0 0,1 1 1 0 0,0-1-1 0 0,-12 7 692 0 0,12-7-702 0 0,-35 33 1199 0 0,2 1 0 0 0,-29 39-1 0 0,12-14-695 0 0,-382 408 2933 0 0,405-438-3289 0 0,15-15 437 0 0,-30 24-1 0 0,41-37-484 0 0,-26 25 434 0 0,25-25-598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43 2680 0 0,'-3'0'2130'0'0,"-5"1"-809"0"0,-23 2 7412 0 0,22-2-6631 0 0,-13 6 1805 0 0,68-10-3794 0 0,-1-2 1 0 0,55-12-1 0 0,-12 1-1659 0 0,-25 8-1628 0 0,-22 4-3561 0 0,-20 3-619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1 224 0 0,'-159'74'15507'0'0,"157"-74"-14873"0"0,4 5-253 0 0,-2-5-373 0 0,0 1 0 0 0,0-1 1 0 0,0 0-1 0 0,0 1 0 0 0,0-1 1 0 0,1 0-1 0 0,-1 1 1 0 0,0-1-1 0 0,0 0 0 0 0,0 0 1 0 0,0 1-1 0 0,0-1 0 0 0,0 0 1 0 0,1 0-1 0 0,-1 1 0 0 0,0-1 1 0 0,0 0-1 0 0,1 0 0 0 0,-1 1 1 0 0,0-1-1 0 0,0 0 1 0 0,1 0-1 0 0,-1 0 0 0 0,0 0 1 0 0,0 1-1 0 0,1-1 0 0 0,-1 0 1 0 0,0 0-1 0 0,1 0 0 0 0,-1 0 1 0 0,0 0-1 0 0,0 0 0 0 0,1 0 1 0 0,-1 0-1 0 0,0 0 0 0 0,1 0 1 0 0,-1 0-1 0 0,0 0 1 0 0,1 0-1 0 0,-1 0 0 0 0,85-9-844 0 0,106-26-1 0 0,-66 10-5710 0 0,-57 13 83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246 356 2000 0 0,'1'-43'9374'0'0,"0"13"-5144"0"0,-1 28-3658 0 0,-3-8 1360 0 0,-41 133-232 0 0,6-14-1065 0 0,-96 213 368 0 0,110-269 2423 0 0,24-54-3380 0 0,-1 1 0 0 0,1-1 0 0 0,-1 1 1 0 0,1-1-1 0 0,0 1 0 0 0,-1-1 1 0 0,1 0-1 0 0,0 1 0 0 0,-1-1 0 0 0,1 0 1 0 0,0 1-1 0 0,0-1 0 0 0,0 0 1 0 0,0 1-1 0 0,-1-1 0 0 0,1-1 0 0 0,6-30 153 0 0,1 1 0 0 0,1 0 0 0 0,20-47 0 0 0,-16 44-164 0 0,113-270-156 0 0,-93 241-11 0 0,3 1 0 0 0,70-94 0 0 0,-98 146 70 0 0,1 0 0 0 0,1 0-1 0 0,-1 1 1 0 0,1 0 0 0 0,17-12-1 0 0,-24 20 56 0 0,-1 0-1 0 0,0 1 1 0 0,0-1-1 0 0,1 1 1 0 0,-1-1-1 0 0,0 1 1 0 0,1-1-1 0 0,-1 1 0 0 0,1 0 1 0 0,-1 0-1 0 0,0-1 1 0 0,1 1-1 0 0,-1 0 1 0 0,1 0-1 0 0,-1 0 1 0 0,1 1-1 0 0,-1-1 1 0 0,0 0-1 0 0,1 1 0 0 0,-1-1 1 0 0,3 1-1 0 0,-2 1 9 0 0,0-1 0 0 0,0 1 0 0 0,0-1 0 0 0,0 1-1 0 0,0 0 1 0 0,0 0 0 0 0,0 0 0 0 0,-1 0 0 0 0,1 0 0 0 0,-1 0-1 0 0,2 3 1 0 0,1 4 9 0 0,0 0 0 0 0,0 0 0 0 0,-1 0-1 0 0,0 0 1 0 0,1 11 0 0 0,3 25 68 0 0,-2-1 0 0 0,-2 71 0 0 0,-15 91 206 0 0,4-98-267 0 0,-10 119 14 0 0,17-220 1950 0 0,1 0-3363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4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94 180 0 0,'-28'-4'6899'0'0,"22"2"-5207"0"0,-1 1-1 0 0,0 0 1 0 0,0 0 0 0 0,0 1 0 0 0,-10 1 0 0 0,41-10-1018 0 0,81-14-162 0 0,8-3-3297 0 0,-38 7-4495 0 0,-45 11 1333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29 127 3080 0 0,'-29'-29'17989'0'0,"34"25"-17830"0"0,0 0 1 0 0,1 0-1 0 0,-1 0 0 0 0,1 1 0 0 0,0-1 1 0 0,0 2-1 0 0,11-5 0 0 0,51-12-140 0 0,-28 8-464 0 0,17-5-3376 0 0,-8 3-4874 0 0,-27 6 1698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43 3276 0 0,'-11'-42'22040'0'0,"11"42"-21907"0"0,-9 14 2256 0 0,-11 38-2316 0 0,16-39 643 0 0,-136 312 1060 0 0,89-233-2179 0 0,50-89-359 0 0,-1-1-1 0 0,1 1 1 0 0,-1-1 0 0 0,0 1 0 0 0,1-1-1 0 0,-1 0 1 0 0,0 0 0 0 0,-4 4-1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86 816 0 0,'-6'-17'6287'0'0,"2"0"0"0"0,-6-30 0 0 0,10 45-5583 0 0,0 2-684 0 0,0 0 0 0 0,-1 0-1 0 0,1 0 1 0 0,0 1 0 0 0,0-1 0 0 0,0 0-1 0 0,0 0 1 0 0,0 0 0 0 0,0 0 0 0 0,-1 0 0 0 0,1 0-1 0 0,0 0 1 0 0,0 0 0 0 0,0-1 0 0 0,0 1-1 0 0,0 0 1 0 0,0 0 0 0 0,-1 0 0 0 0,1 0-1 0 0,0 0 1 0 0,0 0 0 0 0,0 0 0 0 0,0 0-1 0 0,0 0 1 0 0,0 0 0 0 0,0 0 0 0 0,0 0-1 0 0,-1 0 1 0 0,1-1 0 0 0,0 1 0 0 0,0 0-1 0 0,0 0 1 0 0,0 0 0 0 0,0 0 0 0 0,0 0-1 0 0,0 0 1 0 0,0 0 0 0 0,0-1 0 0 0,0 1-1 0 0,0 0 1 0 0,0 0 0 0 0,0 0 0 0 0,0 0-1 0 0,0 0 1 0 0,0 0 0 0 0,0-1 0 0 0,0 1-1 0 0,-8 14 310 0 0,-97 342 2200 0 0,22-84-2356 0 0,52-164-210 0 0,17-66-3227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5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207 177 120 0 0,'-23'-56'12793'0'0,"23"55"-12717"0"0,-1-1 0 0 0,2 1 0 0 0,-1 0 0 0 0,0 0 0 0 0,0-1 0 0 0,0 1 0 0 0,0 0 1 0 0,1-1-1 0 0,-1 1 0 0 0,1 0 0 0 0,-1 0 0 0 0,1-1 0 0 0,-1 1 0 0 0,1 0 0 0 0,0 0 0 0 0,0 0 0 0 0,-1 0 0 0 0,1 0 0 0 0,0 0 0 0 0,1-1 0 0 0,20-17 499 0 0,-5 9-403 0 0,0-1 0 0 0,1 2 0 0 0,0 0 0 0 0,1 2 0 0 0,34-10-1 0 0,-41 13-149 0 0,1 1 0 0 0,-1 1-1 0 0,1 0 1 0 0,0 1 0 0 0,0 1-1 0 0,-1 0 1 0 0,1 0 0 0 0,0 1-1 0 0,0 1 1 0 0,14 3 0 0 0,-24-4-17 0 0,1 0 1 0 0,0 0-1 0 0,0 1 0 0 0,-1-1 1 0 0,1 1-1 0 0,-1 0 1 0 0,0 0-1 0 0,1 0 0 0 0,-1 1 1 0 0,0-1-1 0 0,0 1 0 0 0,0-1 1 0 0,-1 1-1 0 0,1 0 1 0 0,-1 0-1 0 0,1 0 0 0 0,-1 1 1 0 0,0-1-1 0 0,0 0 1 0 0,0 1-1 0 0,-1-1 0 0 0,1 1 1 0 0,-1 0-1 0 0,0-1 0 0 0,0 1 1 0 0,0 0-1 0 0,-1 0 1 0 0,1 0-1 0 0,-1 0 0 0 0,0 0 1 0 0,0 0-1 0 0,0 0 1 0 0,-1-1-1 0 0,1 1 0 0 0,-1 0 1 0 0,0 0-1 0 0,-2 5 1 0 0,-3 8 26 0 0,0 0 1 0 0,-1-1-1 0 0,-1 0 1 0 0,0 0-1 0 0,-1 0 1 0 0,-1-1-1 0 0,-13 15 1 0 0,-91 91 1046 0 0,83-90-166 0 0,0-3 751 0 0,30-27-1480 0 0,0 0-118 0 0,0 0 1 0 0,0 0 0 0 0,0 0-1 0 0,1 0 1 0 0,-1 0-1 0 0,0 0 1 0 0,0 0-1 0 0,1 0 1 0 0,-1 1-1 0 0,1-1 1 0 0,-2 2 0 0 0,5-4-57 0 0,26 1 60 0 0,-12 2-63 0 0,-1 0 1 0 0,0 1 0 0 0,0 1 0 0 0,0 1 0 0 0,0 0-1 0 0,0 1 1 0 0,-1 1 0 0 0,0 0 0 0 0,-1 1 0 0 0,0 0-1 0 0,0 1 1 0 0,0 1 0 0 0,-1 0 0 0 0,-1 1-1 0 0,0 1 1 0 0,0 0 0 0 0,-1 0 0 0 0,-1 1 0 0 0,0 0-1 0 0,-1 1 1 0 0,11 21 0 0 0,-17-29 110 0 0,-1 0 0 0 0,0 0 0 0 0,0 0 0 0 0,0 0 0 0 0,-1 0 0 0 0,0 1 0 0 0,0-1 0 0 0,-1 1 0 0 0,0-1 0 0 0,0 1-1 0 0,0-1 1 0 0,-1 0 0 0 0,0 1 0 0 0,-3 10 0 0 0,1-8 262 0 0,-1 0 0 0 0,0-1-1 0 0,0 0 1 0 0,0 1-1 0 0,-1-2 1 0 0,-1 1 0 0 0,1 0-1 0 0,-1-1 1 0 0,-9 8-1 0 0,-2 0 308 0 0,0-1-1 0 0,-1-1 1 0 0,0 0-1 0 0,-1-2 1 0 0,0 0-1 0 0,0-1 1 0 0,-41 14-1 0 0,47-20-860 0 0,0-1 0 0 0,0 0 1 0 0,0-1-1 0 0,0 0 0 0 0,0-1 0 0 0,0-1 0 0 0,-1 0 1 0 0,1 0-1 0 0,0-2 0 0 0,-1 1 0 0 0,1-2 0 0 0,0 0 1 0 0,-13-5-1 0 0,-2-2-600 0 0,1-2-1 0 0,0-2 1 0 0,1 0 0 0 0,-43-31-1 0 0,26 18-10708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5:56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1128 0 0,'0'0'2144'0'0,"-8"3"-136"0"0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28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2236 0 0,'15'-3'12425'0'0,"-1"3"-8583"0"0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0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4 288 0 0,'0'0'3560'0'0,"0"0"-3402"0"0,1 0 0 0 0,-1-1 0 0 0,1 1 0 0 0,-1 0 0 0 0,1-1 0 0 0,-1 1 0 0 0,1 0 1 0 0,-1 0-1 0 0,1-1 0 0 0,-1 1 0 0 0,1 0 0 0 0,-1 0 0 0 0,1 0 0 0 0,-1 0 0 0 0,1 0 1 0 0,-1 0-1 0 0,1 0 0 0 0,-1 0 0 0 0,2 0 0 0 0,-1 8 195 0 0,-1 1 0 0 0,1-1-1 0 0,-1 0 1 0 0,-1 1 0 0 0,0-1 0 0 0,0 0 0 0 0,0 1-1 0 0,-5 13 1 0 0,0 5 146 0 0,-54 262 3117 0 0,-12 69-1092 0 0,-90 718 622 0 0,67 8-824 0 0,72-451-981 0 0,-8 164 855 0 0,21-537-1543 0 0,-28 308 163 0 0,36-554-1144 0 0,-21 123-1240 0 0,11-93-2867 0 0,-4-3-4509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177 105 600 0 0,'1'-2'2408'0'0,"11"-40"5502"0"0,-12 40-7423 0 0,2-3 1045 0 0,-7 31-890 0 0,-1-1 0 0 0,-14 42 0 0 0,5-20-226 0 0,5-12-216 0 0,-108 392 2343 0 0,111-402-1936 0 0,4-18 363 0 0,1 0-1 0 0,1 0 0 0 0,-1 0 1 0 0,-1 15-1 0 0,6-60-670 0 0,2-1-1 0 0,1 1 1 0 0,2 0 0 0 0,14-40-1 0 0,-2 1-237 0 0,37-125-118 0 0,-42 158 41 0 0,3 0-1 0 0,32-60 1 0 0,-47 100 6 0 0,-1 0 0 0 0,1 1 1 0 0,0-1-1 0 0,0 0 0 0 0,1 1 1 0 0,-1 0-1 0 0,1 0 0 0 0,-1 0 1 0 0,1 0-1 0 0,0 0 0 0 0,0 1 1 0 0,0-1-1 0 0,0 1 0 0 0,1 0 1 0 0,-1 1-1 0 0,0-1 0 0 0,1 1 1 0 0,0 0-1 0 0,-1 0 0 0 0,1 0 1 0 0,6 0-1 0 0,-7 1 9 0 0,-1 1 0 0 0,0-1 0 0 0,1 1 0 0 0,-1-1-1 0 0,0 1 1 0 0,1 0 0 0 0,-1 0 0 0 0,0 0 0 0 0,0 1 0 0 0,0-1 0 0 0,0 1 0 0 0,0 0 0 0 0,0-1-1 0 0,5 6 1 0 0,-1 0-4 0 0,1 0 0 0 0,0 0-1 0 0,6 11 1 0 0,-5-6 23 0 0,-1 1-1 0 0,0 1 1 0 0,-1-1 0 0 0,-1 1 0 0 0,0 1-1 0 0,0-1 1 0 0,-2 1 0 0 0,4 16-1 0 0,1 19 30 0 0,3 54 0 0 0,-9-42-5 0 0,-2 0 0 0 0,-11 91 0 0 0,7-109-444 0 0,2-16-3969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3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63 123 2344 0 0,'-3'-1'2359'0'0,"-42"-3"5835"0"0,42 4-7318 0 0,-1-1 27 0 0,-3-1 951 0 0,14-3-916 0 0,4 1-842 0 0,1 1 1 0 0,-1 0-1 0 0,20-1 1 0 0,0-1-19 0 0,136-35-2166 0 0,-58 5-5352 0 0,-72 20 1440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3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38 140 0 0,'16'-37'25143'0'0,"-18"51"-23522"0"0,-13 142 496 0 0,7 199 0 0 0,3-57-488 0 0,3-246-2174 0 0,-11 135-4781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77 364 0 0,'-1'-26'9756'0'0,"1"6"-3925"0"0,1-10 4493 0 0,-9 73-9102 0 0,3 1 0 0 0,-1 83 0 0 0,5-104-960 0 0,34 615 1726 0 0,-20-495-1915 0 0,-9-102 55 0 0,1 9-138 0 0,-4-15-3240 0 0,15-43-228 0 0,-10 5 1501 0 0,-1-1 1 0 0,0 0-1 0 0,10-10 0 0 0,3-3-4689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1672 0 0,'35'-10'19196'0'0,"-10"8"-15251"0"0,12 3-2198 0 0,29 0-1173 0 0,106-13 0 0 0,-72-1-8729 0 0,-53 7-604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34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2080 0 0,'-187'90'17246'0'0,"186"-90"-17174"0"0,1 0 0 0 0,0 0 0 0 0,-1 0 0 0 0,1 1 0 0 0,0-1 0 0 0,-1 0 0 0 0,1 0 0 0 0,0 0 0 0 0,-1 1 0 0 0,1-1 0 0 0,0 0 0 0 0,-1 0 0 0 0,1 1 0 0 0,0-1 0 0 0,0 0 0 0 0,0 0 0 0 0,-1 1 1 0 0,1-1-1 0 0,0 0 0 0 0,0 1 0 0 0,0-1 0 0 0,0 0 0 0 0,-1 1 0 0 0,1-1 0 0 0,0 0 0 0 0,0 1 0 0 0,0-1 0 0 0,0 1 0 0 0,0-1 0 0 0,0 0 0 0 0,0 1 0 0 0,0-1 0 0 0,0 0 0 0 0,0 1 0 0 0,0-1 0 0 0,0 0 0 0 0,0 1 0 0 0,1-1 0 0 0,-1 0 0 0 0,0 1 1 0 0,0-1-1 0 0,0 0 0 0 0,0 1 0 0 0,1-1 0 0 0,-1 0 0 0 0,0 1 0 0 0,0-1 0 0 0,1 0 0 0 0,-1 0 0 0 0,1 1 0 0 0,15 9 1138 0 0,4-8-892 0 0,0 0 0 0 0,0-1 0 0 0,0-1 0 0 0,-1-1 0 0 0,38-6 0 0 0,-27 3-182 0 0,183-31-2953 0 0,-76-5-8121 0 0,-85 22 843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7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5 436 0 0,'-13'2'12902'0'0,"-3"4"-9235"0"0,23-5-2458 0 0,38-4-1835 0 0,-28 2 976 0 0,36-4-1124 0 0,7 1-2595 0 0,-23 4-3511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7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 2048 0 0,'-1'0'81'0'0,"-26"15"1998"0"0,2 1 0 0 0,0 1 0 0 0,-34 30 0 0 0,58-47-2017 0 0,1 1 0 0 0,-1-1 0 0 0,1 0 0 0 0,-1 1-1 0 0,1 0 1 0 0,-1-1 0 0 0,1 1 0 0 0,-1-1 0 0 0,1 1 0 0 0,0-1 0 0 0,-1 1 0 0 0,1 0 0 0 0,0-1-1 0 0,-1 1 1 0 0,1 0 0 0 0,0 0 0 0 0,0-1 0 0 0,0 1 0 0 0,-1 0 0 0 0,1-1 0 0 0,0 2 0 0 0,1-1-25 0 0,-1-1 1 0 0,0 1-1 0 0,1-1 1 0 0,-1 1-1 0 0,0-1 1 0 0,1 0-1 0 0,-1 1 1 0 0,1-1-1 0 0,-1 0 1 0 0,0 1-1 0 0,1-1 1 0 0,-1 0-1 0 0,1 0 1 0 0,-1 1-1 0 0,1-1 1 0 0,-1 0-1 0 0,1 0 1 0 0,-1 0-1 0 0,1 0 1 0 0,0 0 0 0 0,0 1-1 0 0,31-2 470 0 0,217-51-889 0 0,-126 23-2501 0 0,-61 15-282 0 0,1-1-1140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47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 2052 0 0,'3'-7'13971'0'0,"-7"38"-13097"0"0,-1 35 0 0 0,-1 4-104 0 0,-12 66 125 0 0,-10 116-250 0 0,25-222-670 0 0,-1 5-2596 0 0,5-14-6233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48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67 2120 0 0,'-1'-8'1333'0'0,"-7"-26"3997"0"0,7 32-5100 0 0,1 0 1 0 0,-1 1-1 0 0,0-1 1 0 0,0 0 0 0 0,0 1-1 0 0,0-1 1 0 0,0 1 0 0 0,0-1-1 0 0,0 1 1 0 0,0 0-1 0 0,-1-1 1 0 0,1 1 0 0 0,0 0-1 0 0,-1 0 1 0 0,-2-2-1 0 0,3 3-166 0 0,0 0-1 0 0,0 0 1 0 0,0 0-1 0 0,0 1 1 0 0,0-1-1 0 0,0 0 1 0 0,0 0-1 0 0,1 1 1 0 0,-1-1-1 0 0,0 0 1 0 0,0 1-1 0 0,0-1 1 0 0,0 1 0 0 0,0-1-1 0 0,1 1 1 0 0,-1-1-1 0 0,-1 2 1 0 0,1-1 89 0 0,-5 4 122 0 0,0 0 1 0 0,-1 1-1 0 0,2-1 1 0 0,-1 1-1 0 0,1 1 1 0 0,0-1-1 0 0,0 1 1 0 0,-5 11-1 0 0,3-7-21 0 0,-60 104 1822 0 0,-95 227 1 0 0,-10 101-237 0 0,135-331-1506 0 0,5 2-1 0 0,-17 121 1 0 0,41-173-222 0 0,2-1 1 0 0,3 1-1 0 0,3 0 0 0 0,2 0 0 0 0,3 0 1 0 0,22 101-1 0 0,-17-123-569 0 0,1 0-1 0 0,2-1 1 0 0,2 0 0 0 0,1-1-1 0 0,2-1 1 0 0,2 0 0 0 0,1-2 0 0 0,2 0-1 0 0,1-2 1 0 0,56 59 0 0 0,-63-76-1149 0 0,26 20 0 0 0,5-5-3400 0 0,16 1-3624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4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53 184 0 0,'-5'-8'5333'0'0,"-2"-6"-2317"0"0,-2 2-2268 0 0,3 1-1796 0 0,0 4-1548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0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63 2524 0 0,'0'0'5806'0'0,"-25"8"4614"0"0,41-8-10067 0 0,0-1-1 0 0,0-1 1 0 0,17-3 0 0 0,272-47 113 0 0,-303 52-436 0 0,27-7 24 0 0,-22 4-3165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0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34 143 2172 0 0,'-1'-2'2194'0'0,"-32"-62"13207"0"0,34 54-14181 0 0,-1 9-1194 0 0,-1 1 0 0 0,1-1 1 0 0,0 0-1 0 0,0 0 0 0 0,0 1 0 0 0,0-1 0 0 0,0 0 0 0 0,0 0 0 0 0,0 1 0 0 0,1-1 0 0 0,-1 0 0 0 0,0 0 0 0 0,0 1 0 0 0,0-1 0 0 0,1 0 0 0 0,-1 1 0 0 0,1-1 0 0 0,-1 0 0 0 0,0 1 0 0 0,1-1 0 0 0,-1 0 0 0 0,1 0 0 0 0,6-4 38 0 0,-1 0 1 0 0,1 0-1 0 0,0 0 1 0 0,0 1-1 0 0,0 0 0 0 0,1 1 1 0 0,-1-1-1 0 0,1 1 1 0 0,0 1-1 0 0,0 0 0 0 0,15-3 1 0 0,-17 4-62 0 0,0 0 0 0 0,0 1 0 0 0,1-1 1 0 0,-1 1-1 0 0,0 0 0 0 0,0 1 0 0 0,0 0 0 0 0,1 0 1 0 0,-1 0-1 0 0,0 1 0 0 0,0-1 0 0 0,-1 2 1 0 0,1-1-1 0 0,0 0 0 0 0,-1 1 0 0 0,8 5 0 0 0,-10-5 2 0 0,0 0-1 0 0,0 0 0 0 0,0 1 0 0 0,0-1 0 0 0,-1 1 0 0 0,0-1 0 0 0,0 1 0 0 0,0 0 0 0 0,0 0 0 0 0,0 0 1 0 0,-1 0-1 0 0,1 0 0 0 0,-1 1 0 0 0,-1-1 0 0 0,1 0 0 0 0,0 1 0 0 0,-1-1 0 0 0,0 0 0 0 0,0 1 1 0 0,0-1-1 0 0,-1 0 0 0 0,1 1 0 0 0,-3 6 0 0 0,-2 11 21 0 0,-1-1-1 0 0,-2 0 1 0 0,-13 28-1 0 0,14-32-5 0 0,-35 73 80 0 0,41-89-106 0 0,-5 21 37 0 0,11-19-33 0 0,-1 1-1 0 0,1-1 0 0 0,0 0 0 0 0,0-1 0 0 0,0 1 1 0 0,0-1-1 0 0,9 3 0 0 0,22 11 14 0 0,-21-7-3 0 0,-1 1 0 0 0,-1 0 0 0 0,1 1 0 0 0,-2 1 0 0 0,1 0 0 0 0,-2 0 0 0 0,0 2 0 0 0,18 25 0 0 0,-27-35 174 0 0,0 0 0 0 0,0 1 1 0 0,0-1-1 0 0,0 1 0 0 0,-1-1 0 0 0,1 1 0 0 0,-1 0 0 0 0,0 0 1 0 0,-1 0-1 0 0,1-1 0 0 0,-1 1 0 0 0,0 0 0 0 0,0 0 0 0 0,-1 0 1 0 0,1 0-1 0 0,-1 0 0 0 0,0-1 0 0 0,0 1 0 0 0,-1 0 0 0 0,1-1 1 0 0,-1 1-1 0 0,0-1 0 0 0,-1 0 0 0 0,1 1 0 0 0,-1-1 1 0 0,-5 7-1 0 0,2-4 117 0 0,-1 0 0 0 0,1-1 0 0 0,-1 1 0 0 0,-1-2 0 0 0,1 1 0 0 0,-1-1 0 0 0,0 0 0 0 0,0 0 0 0 0,0-1 1 0 0,-1 0-1 0 0,1-1 0 0 0,-1 0 0 0 0,-10 2 0 0 0,6-2-99 0 0,-1-1 1 0 0,0-1 0 0 0,-24 0-1 0 0,28-1-143 0 0,3 0-10 0 0,-9-2-38 0 0,12 2-60 0 0,1 0 1 0 0,-1-1-1 0 0,1 1 1 0 0,0-1-1 0 0,0 0 0 0 0,-1 0 1 0 0,1 0-1 0 0,-3-2 1 0 0,-1 0-323 0 0,6 3 255 0 0,1 0 1 0 0,-1-1-1 0 0,1 1 1 0 0,-1 0-1 0 0,1-1 0 0 0,-1 1 1 0 0,1 0-1 0 0,-1-1 1 0 0,1 1-1 0 0,-1-1 1 0 0,1 1-1 0 0,-1-1 0 0 0,1 1 1 0 0,-1-1-1 0 0,1 1 1 0 0,0-1-1 0 0,-1 1 1 0 0,1-1-1 0 0,0 1 0 0 0,0-1 1 0 0,-1 0-1 0 0,1 1 1 0 0,0-1-1 0 0,0 1 0 0 0,0-1 1 0 0,0 0-1 0 0,0 1 1 0 0,0-1-1 0 0,0 0 1 0 0,0 0-1 0 0,4-17-3339 0 0,0 12 1613 0 0,0 1 0 0 0,1-1 1 0 0,-1 1-1 0 0,1 0 0 0 0,0 0 0 0 0,1 0 1 0 0,6-4-1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1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71 476 0 0,'-3'0'3107'0'0,"-43"4"11005"0"0,27-4-9555 0 0,81-9-447 0 0,78-17-4242 0 0,-85 15 493 0 0,63-14-189 0 0,-115 25-141 0 0,18-3-56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89 980 0 0,'-2'-16'6503'0'0,"-6"-56"12534"0"0,8 74-18939 0 0,-9 177 1617 0 0,-1-91-1007 0 0,-37 151 0 0 0,41-220-85 0 0,-6 36 1772 0 0,11-44-2395 0 0,4-5 0 0 0,10-9 0 0 0,149-68-1551 0 0,-135 57 1111 0 0,0-1-1 0 0,-1-2 1 0 0,42-33-1 0 0,-61 43 247 0 0,1 1-1 0 0,-1-1 1 0 0,0-1-1 0 0,-1 1 1 0 0,0-1-1 0 0,0 0 1 0 0,0-1-1 0 0,-1 1 1 0 0,-1-1 0 0 0,1 0-1 0 0,-1-1 1 0 0,-1 1-1 0 0,5-18 1 0 0,-8 19 200 0 0,0 1 1 0 0,0-1-1 0 0,-1 1 1 0 0,0 0-1 0 0,0-1 0 0 0,-1 1 1 0 0,0 0-1 0 0,-3-9 1 0 0,4 14 133 0 0,-2-3 168 0 0,-4-6 295 0 0,3 11-406 0 0,1 9-172 0 0,-11 87 1104 0 0,-2 191 0 0 0,13-166-913 0 0,2 81-710 0 0,7-136-2069 0 0,4 1-3368 0 0,-5-55 1997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2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48 114 976 0 0,'-6'-10'2099'0'0,"-1"1"-117"0"0,2-1 0 0 0,-1 0 1 0 0,1 0-1 0 0,0 0 0 0 0,1-1 0 0 0,1 0 0 0 0,-4-11 0 0 0,7 21-1927 0 0,0 1 0 0 0,0 0 0 0 0,0-1 0 0 0,0 1 0 0 0,0-1-1 0 0,0 1 1 0 0,1 0 0 0 0,-1-1 0 0 0,0 1 0 0 0,0 0-1 0 0,0-1 1 0 0,0 1 0 0 0,0-1 0 0 0,1 1 0 0 0,-1 0 0 0 0,0 0-1 0 0,0-1 1 0 0,0 1 0 0 0,1 0 0 0 0,-1-1 0 0 0,0 1-1 0 0,1 0 1 0 0,-1 0 0 0 0,0-1 0 0 0,0 1 0 0 0,1 0 0 0 0,-1 0-1 0 0,0 0 1 0 0,1-1 0 0 0,-1 1 0 0 0,1 0 0 0 0,-1 0 0 0 0,0 0-1 0 0,1 0 1 0 0,-1 0 0 0 0,0 0 0 0 0,1 0 0 0 0,14 0 1040 0 0,-15 0-1042 0 0,16 3 580 0 0,-1 1-1 0 0,0 0 1 0 0,0 1 0 0 0,-1 1-1 0 0,0 1 1 0 0,20 11 0 0 0,-26-14-445 0 0,18 11 47 0 0,0 0 0 0 0,0 2 0 0 0,-2 2-1 0 0,0 0 1 0 0,-1 1 0 0 0,-1 1 0 0 0,-1 1 0 0 0,-1 1 0 0 0,-1 1-1 0 0,-1 0 1 0 0,-1 2 0 0 0,-1 0 0 0 0,-1 1 0 0 0,-2 0 0 0 0,0 1-1 0 0,-2 0 1 0 0,7 32 0 0 0,-7-12-132 0 0,-2 0 0 0 0,-2 1 0 0 0,-2-1 1 0 0,-3 1-1 0 0,-2 0 0 0 0,-1 0 0 0 0,-16 92 0 0 0,-6-30-1228 0 0,-4 0 0 0 0,-53 134-1 0 0,-25 10-3838 0 0,26-90-3623 0 0,9-30-3915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2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 3732 0 0,'-3'-7'5125'0'0,"-6"-3"-4565"0"0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1536 0 0,'-3'1'1833'0'0,"-40"19"7588"0"0,29-15-5459 0 0,2 2-1834 0 0,9-2-383 0 0,11-2-1111 0 0,46-1 220 0 0,106-10-1 0 0,-106 4-713 0 0,32-4 154 0 0,-84 7-295 0 0,9 0-612 0 0,8-7-7616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4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2760 0 0,'2'-12'8236'0'0,"3"-7"-2668"0"0,7 12-3387 0 0,2 6-1727 0 0,0 1 0 0 0,0 1-1 0 0,0 0 1 0 0,0 0 0 0 0,-1 1 0 0 0,1 1 0 0 0,-1 0-1 0 0,24 10 1 0 0,-18-6-248 0 0,-1 2 0 0 0,1 0-1 0 0,-1 1 1 0 0,-1 1 0 0 0,23 17 0 0 0,-36-24-85 0 0,1 0 0 0 0,-1 0 1 0 0,0 0-1 0 0,0 1 1 0 0,-1-1-1 0 0,1 1 0 0 0,-1 0 1 0 0,0 0-1 0 0,0 0 1 0 0,-1 0-1 0 0,1 1 0 0 0,-1-1 1 0 0,-1 1-1 0 0,1-1 1 0 0,1 8-1 0 0,-2-4 24 0 0,-1 0-1 0 0,0 0 1 0 0,0 0-1 0 0,-1 0 1 0 0,0-1 0 0 0,0 1-1 0 0,-1 0 1 0 0,0 0 0 0 0,-4 8-1 0 0,-7 13 159 0 0,-1-1 0 0 0,-1-1 0 0 0,-1-1 0 0 0,-29 37 0 0 0,-117 146 623 0 0,147-193-841 0 0,10-12-55 0 0,0 0 0 0 0,0 1 1 0 0,1 0-1 0 0,-1 0 0 0 0,-5 12 0 0 0,10-17-10 0 0,-1 0 1 0 0,1-1 0 0 0,0 1 0 0 0,0 0-1 0 0,-1 0 1 0 0,1 0 0 0 0,0 0-1 0 0,0 0 1 0 0,0 0 0 0 0,0 0-1 0 0,0 0 1 0 0,0 0 0 0 0,0 0-1 0 0,0 0 1 0 0,1 0 0 0 0,-1-1 0 0 0,0 1-1 0 0,1 0 1 0 0,-1 0 0 0 0,0 0-1 0 0,1 0 1 0 0,-1 0 0 0 0,1-1-1 0 0,-1 1 1 0 0,1 0 0 0 0,-1 0 0 0 0,1-1-1 0 0,0 1 1 0 0,-1 0 0 0 0,1-1-1 0 0,0 1 1 0 0,0-1 0 0 0,0 1-1 0 0,-1-1 1 0 0,1 1 0 0 0,0-1-1 0 0,0 0 1 0 0,0 1 0 0 0,1-1 0 0 0,4 2 34 0 0,0 0 0 0 0,-1-1 1 0 0,1 0-1 0 0,10 1 1 0 0,-14-2-18 0 0,19 1 43 0 0,0-1 1 0 0,0-1-1 0 0,0-1 0 0 0,36-8 0 0 0,84-29 108 0 0,-92 24-89 0 0,-35 11-186 0 0,6-1-630 0 0,30-14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6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1 268 0 0,'14'12'26021'0'0,"24"395"-22372"0"0,-24-220-3229 0 0,-10-150-207 0 0,7 157 1142 0 0,-11-192-540 0 0,0-4-790 0 0,-2-10-692 0 0,-1-31-3273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7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601 96 1444 0 0,'-6'-15'2768'0'0,"0"-1"0"0"0,-1 1-1 0 0,-11-19 1 0 0,17 33-2184 0 0,0 0-191 0 0,1 0-272 0 0,0 0 1 0 0,-1 0 0 0 0,1 0 0 0 0,-1 1-1 0 0,0-1 1 0 0,1 0 0 0 0,-1 0 0 0 0,0 1-1 0 0,1-1 1 0 0,-1 0 0 0 0,0 1 0 0 0,0-1-1 0 0,0 1 1 0 0,1-1 0 0 0,-1 1-1 0 0,0-1 1 0 0,0 1 0 0 0,0 0 0 0 0,0-1-1 0 0,-2 1 1 0 0,-4 3 0 0 0,-1 0-1 0 0,1 1 1 0 0,0 0 0 0 0,0 1-1 0 0,0 0 1 0 0,1 0-1 0 0,0 0 1 0 0,0 1 0 0 0,0-1-1 0 0,-8 12 1 0 0,-49 73 930 0 0,61-88-1026 0 0,-49 83 788 0 0,4 1 0 0 0,4 3 0 0 0,-35 105 0 0 0,26-35 86 0 0,-33 169-1 0 0,71-260-756 0 0,2 1-1 0 0,4 1 0 0 0,2-1 0 0 0,4 1 0 0 0,9 106 0 0 0,-3-139-207 0 0,2-1 0 0 0,2 1 1 0 0,1-2-1 0 0,1 1 0 0 0,2-1 0 0 0,2-1 0 0 0,1 0 0 0 0,2-1 0 0 0,1-1 0 0 0,1 0 1 0 0,2-2-1 0 0,28 32 0 0 0,-25-35-1220 0 0,2-2 0 0 0,58 44 0 0 0,-54-48-3022 0 0,42 22-1 0 0,-22-19-4347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38 1976 0 0,'-1'-24'21090'0'0,"0"18"-19592"0"0,-2-2-5087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59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6 113 2460 0 0,'-5'-6'17103'0'0,"18"1"-16982"0"0,1 0 0 0 0,0 1 1 0 0,0 0-1 0 0,0 2 0 0 0,18-2 0 0 0,-8 0-44 0 0,213-46 238 0 0,-235 49-312 0 0,27-5-1541 0 0,-24 4-131 0 0,-1 0 0 0 0,1 0 0 0 0,-1 0 0 0 0,1-1 0 0 0,-1 1 0 0 0,7-6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0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68 1824 0 0,'2'-6'1783'0'0,"-1"1"0"0"0,1-1 1 0 0,-1 0-1 0 0,0 1 0 0 0,0-1 0 0 0,-1-10 1124 0 0,3-2 1858 0 0,-14 87-3264 0 0,4-32-1154 0 0,-4 66-1 0 0,11-93-324 0 0,0 0-1 0 0,0 0 0 0 0,1 0 1 0 0,1 0-1 0 0,-1-1 0 0 0,2 1 1 0 0,-1 0-1 0 0,1-1 0 0 0,1 0 1 0 0,0 1-1 0 0,8 13 0 0 0,-10-19-6 0 0,1 0 0 0 0,0 0 0 0 0,0 0 0 0 0,1 0 0 0 0,-1-1 0 0 0,1 1 0 0 0,0-1 0 0 0,0 0 0 0 0,0 0 0 0 0,0 0 0 0 0,0-1 0 0 0,1 0 0 0 0,-1 1-1 0 0,1-1 1 0 0,0-1 0 0 0,-1 1 0 0 0,1-1 0 0 0,0 0 0 0 0,0 0 0 0 0,0 0 0 0 0,0-1 0 0 0,0 1 0 0 0,0-1 0 0 0,0 0 0 0 0,0-1 0 0 0,8-1 0 0 0,-4 0-19 0 0,-1 0 0 0 0,0-1 0 0 0,0 0 0 0 0,0 0 1 0 0,0-1-1 0 0,-1 0 0 0 0,1-1 0 0 0,-1 1 0 0 0,0-1 1 0 0,0-1-1 0 0,-1 1 0 0 0,0-1 0 0 0,0 0 0 0 0,9-13 0 0 0,-4 2 182 0 0,-2 0-1 0 0,-1-1 0 0 0,0-1 0 0 0,-1 1 0 0 0,-1-1 0 0 0,0 0 0 0 0,4-34 0 0 0,-10 52 390 0 0,-6 17 130 0 0,-4 21 60 0 0,2-1-1 0 0,-6 76 1 0 0,8-58-517 0 0,-23 249 395 0 0,26-173-4000 0 0,3-128 2476 0 0,1 23-408 0 0,4-14-1971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0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23 136 3412 0 0,'-22'-33'19742'0'0,"45"23"-17598"0"0,-19 9-1901 0 0,50-16 186 0 0,14-4 624 0 0,-23 4-3224 0 0,-10 0-3121 0 0,-1-3-4422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69 2804 0 0,'-1'-15'6422'0'0,"-2"-4"-1465"0"0,0 7 144 0 0,-1-10 2623 0 0,1 49-5769 0 0,2 52-1 0 0,1-26-1318 0 0,-2-6-393 0 0,1-1 0 0 0,3 0-1 0 0,2 1 1 0 0,13 58 0 0 0,-17-101-243 0 0,1-1 0 0 0,-1 0 0 0 0,1 0 0 0 0,0 0 0 0 0,0 0 0 0 0,0-1 0 0 0,1 1 0 0 0,-1 0 0 0 0,1 0 0 0 0,-1-1 0 0 0,1 1 0 0 0,0-1 0 0 0,0 1 0 0 0,0-1 0 0 0,0 0 0 0 0,1 0 0 0 0,-1 0 0 0 0,1 0 0 0 0,4 3 0 0 0,6-3 0 0 0,-8-3-66 0 0,-1 1 0 0 0,0-1 1 0 0,1-1-1 0 0,-1 1 0 0 0,0-1 0 0 0,0 1 0 0 0,0-1 1 0 0,0 0-1 0 0,0 0 0 0 0,-1-1 0 0 0,1 1 0 0 0,-1-1 0 0 0,1 0 1 0 0,-1 0-1 0 0,0 0 0 0 0,3-4 0 0 0,7-9-464 0 0,-1-1 0 0 0,13-22 0 0 0,-14 21 363 0 0,8-17-41 0 0,-2-1-1 0 0,-1-1 1 0 0,-2-1-1 0 0,15-58 0 0 0,-23 73 436 0 0,-5 21-243 0 0,1 364 3724 0 0,31-57-9644 0 0,-29-291 520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1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60 177 3460 0 0,'-59'-176'18757'0'0,"62"177"-17630"0"0,2 1-828 0 0,-1 0 0 0 0,1 0 0 0 0,-1 1 0 0 0,1 0-1 0 0,-1 0 1 0 0,0 0 0 0 0,0 1 0 0 0,0-1 0 0 0,-1 1 0 0 0,1 0 0 0 0,3 6-1 0 0,36 54 1299 0 0,-41-60-1486 0 0,27 47 271 0 0,-3 1 1 0 0,-2 1-1 0 0,-3 2 1 0 0,-2 0-1 0 0,19 90 1 0 0,-14-13 534 0 0,10 175 0 0 0,-22 60-917 0 0,-14-291 0 0 0,-4 0 0 0 0,-28 136 0 0 0,22-166-1420 0 0,-1 0 0 0 0,-30 65 0 0 0,32-87 572 0 0,-1-1 0 0 0,-1 0 0 0 0,-1-1 0 0 0,-1 0 0 0 0,-1-2 0 0 0,-21 22 0 0 0,11-19-3680 0 0,7-12-1365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53 134 2784 0 0,'-23'-13'10867'0'0,"-7"-13"-677"0"0,32 24-9660 0 0,4-1-309 0 0,0-1 0 0 0,0 1 0 0 0,1 1 0 0 0,-1-1 0 0 0,1 1 0 0 0,9-3 0 0 0,48-7 346 0 0,-42 8-405 0 0,10-2-170 0 0,62-12 167 0 0,-33 1-3908 0 0,-38 4-1260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2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 3676 0 0,'-3'0'2893'0'0,"-26"-6"5761"0"0,28 6-8358 0 0,0 1 0 0 0,0-1 0 0 0,1 0 0 0 0,-1 1 0 0 0,0-1 0 0 0,0 1 0 0 0,0-1 0 0 0,0 1 0 0 0,0-1 0 0 0,1 1 0 0 0,-1 0 0 0 0,0-1 0 0 0,0 1-1 0 0,1 0 1 0 0,-1 0 0 0 0,1-1 0 0 0,-1 1 0 0 0,1 0 0 0 0,-1 0 0 0 0,0 1 0 0 0,0 1 211 0 0,0 0 0 0 0,0 0-1 0 0,1 0 1 0 0,-1 0 0 0 0,1 0 0 0 0,-1 1-1 0 0,1 2 1 0 0,1 10 872 0 0,1-1 0 0 0,4 19 0 0 0,-3-17-437 0 0,30 180 113 0 0,15 117 86 0 0,-37-254-11345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277 116 3680 0 0,'1'-28'7989'0'0,"-1"20"-5666"0"0,0 1 1 0 0,1 0-1 0 0,-1 0 0 0 0,4-10 0 0 0,-3 14-2147 0 0,1 1-1 0 0,0 0 1 0 0,-1 0-1 0 0,1 0 1 0 0,0 0-1 0 0,0 0 1 0 0,1 1-1 0 0,-1-1 0 0 0,0 1 1 0 0,0-1-1 0 0,1 1 1 0 0,-1 0-1 0 0,1 0 1 0 0,-1 0-1 0 0,5-1 0 0 0,-6 1-133 0 0,9-2 63 0 0,0 0-1 0 0,1 1 1 0 0,-1 0 0 0 0,0 0 0 0 0,1 1 0 0 0,-1 1-1 0 0,1-1 1 0 0,-1 2 0 0 0,1 0 0 0 0,-1 0 0 0 0,16 4 0 0 0,-22-4-91 0 0,0-1 1 0 0,-1 1-1 0 0,0 1 1 0 0,1-1 0 0 0,-1 0-1 0 0,0 1 1 0 0,1 0-1 0 0,-1 0 1 0 0,0 0 0 0 0,0 0-1 0 0,0 0 1 0 0,-1 1 0 0 0,1-1-1 0 0,-1 1 1 0 0,1 0-1 0 0,-1-1 1 0 0,0 1 0 0 0,0 0-1 0 0,0 1 1 0 0,0-1 0 0 0,0 0-1 0 0,-1 0 1 0 0,0 1-1 0 0,0-1 1 0 0,0 1 0 0 0,0-1-1 0 0,0 1 1 0 0,0 0 0 0 0,-1-1-1 0 0,0 1 1 0 0,0-1-1 0 0,0 1 1 0 0,0 0 0 0 0,-1-1-1 0 0,0 7 1 0 0,-2 2 21 0 0,-1 0 0 0 0,0-1 0 0 0,0 1 0 0 0,-1-1 0 0 0,0 0-1 0 0,-1 0 1 0 0,-1-1 0 0 0,0 0 0 0 0,-14 17 0 0 0,-7 3 172 0 0,-48 42-1 0 0,44-44 1338 0 0,31-27-1109 0 0,28-6-269 0 0,-18 4-144 0 0,1 0-1 0 0,-1 0 0 0 0,0 1 1 0 0,0 1-1 0 0,0-1 1 0 0,0 1-1 0 0,0 1 1 0 0,0 0-1 0 0,0 0 0 0 0,0 0 1 0 0,0 1-1 0 0,11 6 1 0 0,-4-1 75 0 0,-1 1 1 0 0,0 0-1 0 0,-1 1 1 0 0,0 0-1 0 0,18 18 1 0 0,-21-18-46 0 0,-1 1 0 0 0,0 0 0 0 0,0 1 0 0 0,-2-1 0 0 0,1 2 0 0 0,-2-1 1 0 0,1 1-1 0 0,-2 0 0 0 0,0 1 0 0 0,6 20 0 0 0,-10-27-34 0 0,0 1 0 0 0,-1-1 0 0 0,0 0 1 0 0,0 0-1 0 0,-1 1 0 0 0,0-1 0 0 0,-1 0 0 0 0,1 0 0 0 0,-1 1 1 0 0,-1-1-1 0 0,1 0 0 0 0,-1 0 0 0 0,-1 0 0 0 0,1 0 0 0 0,-1-1 1 0 0,0 1-1 0 0,0-1 0 0 0,-1 1 0 0 0,0-1 0 0 0,0 0 0 0 0,-1 0 1 0 0,0-1-1 0 0,-5 6 0 0 0,2-4-147 0 0,0 0 0 0 0,0 0 0 0 0,-1-1-1 0 0,0 0 1 0 0,0 0 0 0 0,0-1 0 0 0,-1 0 0 0 0,1-1 0 0 0,-1 0 0 0 0,-1 0-1 0 0,-11 2 1 0 0,6-3-392 0 0,-1-1 0 0 0,1-1 0 0 0,0 0-1 0 0,-1-1 1 0 0,1-1 0 0 0,-26-4 0 0 0,-7-5-1422 0 0,2-3 1 0 0,-1-2-1 0 0,-80-38 1 0 0,76 28-4891 0 0,-1-2-3754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34 1024 0 0,'10'-34'9709'0'0,"-13"53"-9008"0"0,-51 263 3939 0 0,-35 228-954 0 0,29 64-1374 0 0,54-441-2032 0 0,5 0 0 0 0,22 177 0 0 0,-12-252-137 0 0,25 92 1 0 0,-23-117-107 0 0,0 0 1 0 0,2-1-1 0 0,2-1 1 0 0,19 33-1 0 0,-29-56-137 0 0,0-1 0 0 0,1 1 0 0 0,0-1-1 0 0,0 0 1 0 0,0 0 0 0 0,1-1 0 0 0,0 0-1 0 0,0 0 1 0 0,1-1 0 0 0,0 1 0 0 0,-1-2 0 0 0,13 6-1 0 0,-13-7-362 0 0,0-1 0 0 0,0 0 0 0 0,0 0-1 0 0,1-1 1 0 0,-1 0 0 0 0,1 0 0 0 0,-1-1-1 0 0,1 0 1 0 0,-1 0 0 0 0,1 0 0 0 0,-1-1-1 0 0,1-1 1 0 0,-1 1 0 0 0,0-1 0 0 0,11-4-1 0 0,17-11-4405 0 0,1-4-2529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1604 0 0,'1'-3'1698'0'0,"13"-38"6654"0"0,-10 29-6219 0 0,11 129-129 0 0,-12-91-1904 0 0,1-1 0 0 0,1 0-1 0 0,2 0 1 0 0,17 45 0 0 0,-20-61-64 0 0,1-1 0 0 0,-1 0-1 0 0,1 0 1 0 0,1 0 0 0 0,0 0 0 0 0,0-1 0 0 0,8 8 0 0 0,-9-11-2 0 0,0 0 0 0 0,0-1 1 0 0,0 1-1 0 0,0-1 0 0 0,0 0 1 0 0,1-1-1 0 0,-1 1 0 0 0,1-1 1 0 0,0 0-1 0 0,-1-1 0 0 0,1 1 1 0 0,9 0-1 0 0,-11-2-22 0 0,1 1 1 0 0,-1-2-1 0 0,1 1 0 0 0,0 0 1 0 0,-1-1-1 0 0,1 0 0 0 0,-1 0 1 0 0,1-1-1 0 0,-1 1 1 0 0,0-1-1 0 0,1 0 0 0 0,-1 0 1 0 0,0 0-1 0 0,0-1 0 0 0,0 1 1 0 0,-1-1-1 0 0,1 0 1 0 0,-1 0-1 0 0,1 0 0 0 0,-1-1 1 0 0,0 1-1 0 0,3-5 0 0 0,6-9 97 0 0,0-1 0 0 0,-1 0 0 0 0,12-31 0 0 0,-10 23 421 0 0,11-28 1228 0 0,-22 52-1647 0 0,2-1 126 0 0,-2 2-23 0 0,-1 7 6 0 0,1 7 363 0 0,-1-1 0 0 0,-1 1 0 0 0,0 0 1 0 0,-2 14-1 0 0,0 14 307 0 0,1 70 449 0 0,-1-11-940 0 0,21 189 0 0 0,-18-284-823 0 0,0 1 0 0 0,0-1 0 0 0,0 1-1 0 0,1-1 1 0 0,0 0 0 0 0,3 7 0 0 0,-4-10-242 0 0,1 0 1 0 0,-1 0-1 0 0,1 0 1 0 0,-1 0-1 0 0,1 0 1 0 0,0 0 0 0 0,0-1-1 0 0,0 1 1 0 0,4 2-1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2512 0 0,'2'-11'8688'0'0,"-2"5"-6174"0"0,2-16 4813 0 0,-1 20-7221 0 0,-1 1 1 0 0,1 0-1 0 0,0 0 1 0 0,0 0 0 0 0,0-1-1 0 0,0 1 1 0 0,-1 0-1 0 0,2 0 1 0 0,-1 0-1 0 0,0 1 1 0 0,0-1-1 0 0,0 0 1 0 0,0 0 0 0 0,0 0-1 0 0,1 1 1 0 0,-1-1-1 0 0,0 1 1 0 0,2-1-1 0 0,12-5 85 0 0,90-33-3951 0 0,-35 9-7422 0 0,-53 21 5272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6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31 2500 0 0,'-7'-20'14984'0'0,"9"19"-14824"0"0,0-1 1 0 0,0 1 0 0 0,0 0 0 0 0,1 0 0 0 0,-1 0 0 0 0,0 0-1 0 0,1 0 1 0 0,-1 1 0 0 0,1-1 0 0 0,-1 1 0 0 0,1-1-1 0 0,-1 1 1 0 0,1 0 0 0 0,-1 0 0 0 0,1 0 0 0 0,0 1 0 0 0,2-1-1 0 0,46 8 304 0 0,-47-8-447 0 0,0 1 1 0 0,-1 0-1 0 0,1 0 1 0 0,0 0-1 0 0,0 1 0 0 0,-1-1 1 0 0,1 1-1 0 0,-1 0 1 0 0,0 0-1 0 0,1 0 0 0 0,-1 0 1 0 0,0 0-1 0 0,0 1 1 0 0,0-1-1 0 0,-1 1 1 0 0,1 0-1 0 0,-1 0 0 0 0,1 0 1 0 0,-1 0-1 0 0,0 1 1 0 0,0-1-1 0 0,0 0 0 0 0,-1 1 1 0 0,1 0-1 0 0,-1-1 1 0 0,0 1-1 0 0,0 0 1 0 0,0-1-1 0 0,-1 1 0 0 0,1 0 1 0 0,-1 0-1 0 0,0 0 1 0 0,0 0-1 0 0,0 0 0 0 0,0-1 1 0 0,-1 1-1 0 0,1 0 1 0 0,-1 0-1 0 0,0 0 1 0 0,-3 5-1 0 0,-1 5 18 0 0,-1-1 1 0 0,-1 0-1 0 0,1 0 0 0 0,-2-1 1 0 0,0 0-1 0 0,-10 11 0 0 0,-61 61 228 0 0,52-58-163 0 0,-1 2 141 0 0,27-27-220 0 0,27-8 2 0 0,-20 6 0 0 0,0 0 0 0 0,-1 1 0 0 0,1 0 0 0 0,0 0 0 0 0,0 1 0 0 0,-1-1 0 0 0,1 1 0 0 0,0 0 0 0 0,9 4 0 0 0,-4-1 157 0 0,0 1 0 0 0,0 1-1 0 0,-1-1 1 0 0,0 2 0 0 0,0-1-1 0 0,0 2 1 0 0,-1-1-1 0 0,0 1 1 0 0,0 0 0 0 0,8 12-1 0 0,-11-14 150 0 0,-1 1 0 0 0,0 0 0 0 0,0 0 0 0 0,-1 0 0 0 0,0 0 0 0 0,0 1-1 0 0,-1 0 1 0 0,0 0 0 0 0,0 0 0 0 0,-1 0 0 0 0,0 0 0 0 0,0 0 0 0 0,-1 0 0 0 0,0 1 0 0 0,0 10-1 0 0,-1-16-206 0 0,-1 0-1 0 0,1 1 1 0 0,-1-1-1 0 0,0 0 0 0 0,0 1 1 0 0,0-1-1 0 0,0 0 0 0 0,0 0 1 0 0,-1 0-1 0 0,1 0 0 0 0,-1 0 1 0 0,0 0-1 0 0,0 0 1 0 0,0-1-1 0 0,0 1 0 0 0,-5 4 1 0 0,3-5-39 0 0,0 1-1 0 0,0 0 1 0 0,0-1 0 0 0,0 0 0 0 0,0 0-1 0 0,-1 0 1 0 0,1-1 0 0 0,-1 1 0 0 0,1-1 0 0 0,-1 0-1 0 0,-5 0 1 0 0,2 0-386 0 0,0 0 0 0 0,0-1 0 0 0,0-1 0 0 0,0 1 0 0 0,0-1 0 0 0,0 0 0 0 0,0-1 0 0 0,0 0 0 0 0,0 0 0 0 0,1-1-1 0 0,-1 0 1 0 0,1 0 0 0 0,-14-9 0 0 0,15 7-673 0 0,0 0 0 0 0,1 0 0 0 0,-1 0 0 0 0,1-1 0 0 0,-8-11 0 0 0,-6-19-8367 0 0,10 7-1787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230 101 720 0 0,'-5'-26'9144'0'0,"-1"-44"3255"0"0,6 70-12344 0 0,0 0 1 0 0,0 0 0 0 0,0 0 0 0 0,0 0 0 0 0,0-1 0 0 0,0 1 0 0 0,0 0-1 0 0,0 0 1 0 0,0 0 0 0 0,0 0 0 0 0,0-1 0 0 0,0 1 0 0 0,0 0-1 0 0,0 0 1 0 0,1-1 559 0 0,-1 0-559 0 0,0 1-1 0 0,0 0 1 0 0,1 0 0 0 0,-1 0 0 0 0,0 0 0 0 0,0 0 0 0 0,0 0-1 0 0,0 0 1 0 0,1 0 0 0 0,-1 0 0 0 0,0 0 0 0 0,0 0 0 0 0,0 0 0 0 0,0 0-1 0 0,0 0 1 0 0,1 0 0 0 0,-1 0 0 0 0,0 0 0 0 0,0 0 0 0 0,13 12 1097 0 0,0 0 0 0 0,-1 1 1 0 0,-1 1-1 0 0,12 16 1 0 0,0 1-329 0 0,24 30-521 0 0,-3 2 0 0 0,49 93 0 0 0,-69-108-218 0 0,-3 0 0 0 0,-1 1 1 0 0,-3 1-1 0 0,15 70 0 0 0,-16-27-86 0 0,-4 0 0 0 0,-5 1 0 0 0,-3 0 0 0 0,-4 0 0 0 0,-5 0 0 0 0,-4 0 0 0 0,-23 108 0 0 0,17-138-606 0 0,-3 0 0 0 0,-2-2 0 0 0,-3 0 1 0 0,-3-2-1 0 0,-40 71 0 0 0,38-84-336 0 0,-3-1 0 0 0,-2-1-1 0 0,-1-1 1 0 0,-3-2 0 0 0,-1-2 0 0 0,-66 54 0 0 0,38-47-6880 0 0,-3-7-4489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81 1168 0 0,'-4'0'2656'0'0,"3"0"-2347"0"0,-38 2 13533 0 0,51-5-10634 0 0,198-40-2018 0 0,-148 29-1228 0 0,-52 12-297 0 0,45-10-4043 0 0,-23 3-4814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8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186 243 976 0 0,'9'-12'16963'0'0,"-7"8"-15794"0"0,-11-6-879 0 0,-1 1 0 0 0,0 1-1 0 0,-1 0 1 0 0,0 1-1 0 0,0 0 1 0 0,-1 0 0 0 0,-23-9-1 0 0,9 3-126 0 0,-7-2-116 0 0,32 14-32 0 0,-22-12-63 0 0,18 6-1 0 0,6 6 48 0 0,-1 1 0 0 0,1 0 1 0 0,-1-1-1 0 0,1 1 1 0 0,0 0-1 0 0,-1-1 1 0 0,1 1-1 0 0,-1 0 1 0 0,1 0-1 0 0,0 0 1 0 0,-1-1-1 0 0,1 1 1 0 0,0 0-1 0 0,-1 0 1 0 0,1 0-1 0 0,0 0 1 0 0,-1 0-1 0 0,1 0 0 0 0,0 1 1 0 0,40-5-7 0 0,-1 0 0 0 0,-1-3 0 0 0,48-14 0 0 0,-45 11-24 0 0,-28 6 25 0 0,98-27 40 0 0,-73 11 1271 0 0,-37 19-968 0 0,2 5-327 0 0,-4-4-9 0 0,0 0 1 0 0,0 1 0 0 0,1-1-1 0 0,-1 0 1 0 0,0 0 0 0 0,0 0-1 0 0,1 0 1 0 0,-1 1-1 0 0,0-1 1 0 0,0 0 0 0 0,1 0-1 0 0,-1 0 1 0 0,0 1-1 0 0,0-1 1 0 0,0 0 0 0 0,0 0-1 0 0,1 1 1 0 0,-1-1-1 0 0,0 0 1 0 0,0 0 0 0 0,0 1-1 0 0,0-1 1 0 0,0 0 0 0 0,0 0-1 0 0,0 1 1 0 0,0-1-1 0 0,0 0 1 0 0,0 1 0 0 0,0-1-1 0 0,0 0 1 0 0,0 0-1 0 0,0 1 1 0 0,0-1 0 0 0,0 0-1 0 0,0 1 1 0 0,0-1 0 0 0,0 0-1 0 0,-89 602 4120 0 0,87-585-4131 0 0,-32 212-431 0 0,34-209-3549 0 0,31-32-8610 0 0,-28 9 11227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0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8 2320 0 0,'-112'-4'15733'0'0,"46"1"-1293"0"0,64 4-14210 0 0,-8 2-186 0 0,2 1-44 0 0,2 2 0 0 0,6-6 0 0 0,0 0 0 0 0,0 0 0 0 0,0 1 0 0 0,0-1 0 0 0,-1 0 0 0 0,1 0 0 0 0,0 0 0 0 0,0 0 0 0 0,0 0 0 0 0,0 0 0 0 0,0 1 0 0 0,0-1 0 0 0,0 0 0 0 0,0 0 0 0 0,0 0 0 0 0,-1 0 0 0 0,1 1 0 0 0,0-1 0 0 0,0 0 0 0 0,0 0 0 0 0,0 0 0 0 0,0 1 0 0 0,0-1 0 0 0,0 0 0 0 0,0 0 0 0 0,0 0 0 0 0,0 0 0 0 0,0 1 0 0 0,1-1 0 0 0,-1 0 0 0 0,0 0 0 0 0,0 0 0 0 0,0 1 0 0 0,0-1 0 0 0,0 0 0 0 0,0 0 0 0 0,0 0 0 0 0,0 1 0 0 0,17 0 0 0 0,174-8 0 0 0,-58 1 0 0 0,-109 5 0 0 0,-2 1 0 0 0,-3 0 0 0 0,-9 1 0 0 0,-16 4 0 0 0,-20 3 0 0 0,-1 0 0 0 0,-40 6 0 0 0,-74 18 0 0 0,127-28 0 0 0,1-1 0 0 0,212-58 0 0 0,-183 51 0 0 0,0 0 0 0 0,-3-1 0 0 0,-2 2 0 0 0,-2-1 0 0 0,-16 0 0 0 0,-5 3-13 0 0,9 1-172 0 0,-3 0 1368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0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1516 0 0,'4'-19'7706'0'0,"-3"10"-3933"0"0,0 1 0 0 0,0-1-1 0 0,-1-11 1 0 0,9 44-673 0 0,28 201-995 0 0,-29-127-481 0 0,-7 145 1 0 0,-4-152-1625 0 0,3-74 0 0 0,-1-3 0 0 0,-1 8 10 0 0,3-19-121 0 0,0-1-574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0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436 128 580 0 0,'7'-10'1951'0'0,"22"-38"8685"0"0,-26 43-9567 0 0,-1 0 0 0 0,0 1 0 0 0,0-1 0 0 0,-1 0 0 0 0,1 0 0 0 0,-1 0 1 0 0,0 0-1 0 0,0-8 0 0 0,-1 12-1011 0 0,0 0 0 0 0,0 1 0 0 0,0-1 0 0 0,0 0 0 0 0,0 1 0 0 0,0-1 0 0 0,0 0 0 0 0,-1 1 0 0 0,1-1 1 0 0,0 0-1 0 0,0 1 0 0 0,-1-1 0 0 0,1 0 0 0 0,0 1 0 0 0,-1-1 0 0 0,1 1 0 0 0,0-1 0 0 0,-1 1 0 0 0,1-1 0 0 0,-1 1 0 0 0,1-1 0 0 0,-1 1 1 0 0,1-1-1 0 0,-1 1 0 0 0,0 0 0 0 0,1-1 0 0 0,-1 1 0 0 0,1 0 0 0 0,-1-1 0 0 0,0 1 0 0 0,1 0 0 0 0,-1 0 0 0 0,0 0 0 0 0,1 0 0 0 0,-1-1 1 0 0,0 1-1 0 0,1 0 0 0 0,-1 0 0 0 0,0 0 0 0 0,1 0 0 0 0,-1 0 0 0 0,0 1 0 0 0,1-1 0 0 0,-1 0 0 0 0,0 0 0 0 0,1 0 0 0 0,-1 1 0 0 0,0-1 0 0 0,-32 14 533 0 0,32-13-523 0 0,-20 12 419 0 0,0 1 1 0 0,1 0-1 0 0,-34 33 0 0 0,-45 58 528 0 0,72-75-723 0 0,1 1 1 0 0,2 2 0 0 0,1 1 0 0 0,2 0 0 0 0,1 2-1 0 0,2 0 1 0 0,-25 71 0 0 0,40-96-241 0 0,0 1 0 0 0,1-1 1 0 0,0 1-1 0 0,1-1 0 0 0,0 1 0 0 0,1 0 1 0 0,0-1-1 0 0,1 1 0 0 0,0 0 0 0 0,1-1 1 0 0,4 14-1 0 0,-5-20-31 0 0,1 0 0 0 0,0 0-1 0 0,0 0 1 0 0,0 0 0 0 0,1 0 0 0 0,0 0 0 0 0,0-1-1 0 0,0 1 1 0 0,0-1 0 0 0,1 0 0 0 0,0 0 0 0 0,0 0-1 0 0,0-1 1 0 0,0 1 0 0 0,0-1 0 0 0,1 0 0 0 0,-1 0 0 0 0,1 0-1 0 0,0-1 1 0 0,0 0 0 0 0,0 0 0 0 0,0 0 0 0 0,0 0-1 0 0,1-1 1 0 0,7 1 0 0 0,-1-1-21 0 0,-1 0 0 0 0,0-1 0 0 0,0-1 0 0 0,0 0 0 0 0,1 0 0 0 0,-1-1 0 0 0,0-1 0 0 0,0 0 0 0 0,-1 0 0 0 0,1-1 0 0 0,-1 0 0 0 0,0-1 0 0 0,0 0 0 0 0,0-1 0 0 0,0 0 0 0 0,-1 0 0 0 0,0-1 0 0 0,-1 0 0 0 0,1-1 0 0 0,-1 0 0 0 0,-1 0 0 0 0,1-1 0 0 0,-2 0 0 0 0,1 0 0 0 0,6-13 0 0 0,-12 20-1 0 0,0 0-1 0 0,0 0 1 0 0,0-1 0 0 0,0 1 0 0 0,-1-1-1 0 0,1 1 1 0 0,-1 0 0 0 0,1-1-1 0 0,-1 1 1 0 0,0-1 0 0 0,0 1 0 0 0,0-1-1 0 0,0 1 1 0 0,-1-1 0 0 0,1 1 0 0 0,-1-1-1 0 0,1 1 1 0 0,-1-1 0 0 0,0 1-1 0 0,0 0 1 0 0,0 0 0 0 0,0-1 0 0 0,0 1-1 0 0,0 0 1 0 0,-3-3 0 0 0,-1 2-194 0 0,1 0 1 0 0,0 0 0 0 0,-1 1-1 0 0,1 0 1 0 0,-1 0 0 0 0,0 0-1 0 0,1 0 1 0 0,-1 1 0 0 0,0 0 0 0 0,0 0-1 0 0,0 0 1 0 0,0 0 0 0 0,0 1-1 0 0,0 0 1 0 0,0 0 0 0 0,0 1-1 0 0,-1-1 1 0 0,1 1 0 0 0,1 0-1 0 0,-1 0 1 0 0,0 1 0 0 0,-6 2-1 0 0,0 0-1601 0 0,1 1-1 0 0,0 0 1 0 0,-16 11-1 0 0,14-7-2018 0 0,0 0 0 0 0,-12 12-1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71 244 0 0,'0'0'1856'0'0,"-15"-4"3540"0"0,4 3-3141 0 0,-9-3 5613 0 0,21 4-7726 0 0,0-1 1 0 0,0 0-1 0 0,1 0 0 0 0,-1 1 1 0 0,0-1-1 0 0,0 1 1 0 0,1-1-1 0 0,-1 1 1 0 0,0 0-1 0 0,1-1 0 0 0,-1 1 1 0 0,1 0-1 0 0,-1 0 1 0 0,3 0-1 0 0,120-16-17 0 0,10-2-61 0 0,-38 8 289 0 0,-93 9-273 0 0,4 0 0 0 0,-3 0-59 0 0,-5 0 97 0 0,-21 2-87 0 0,0 0 0 0 0,-39 8 0 0 0,-28 6-54 0 0,54-9-25 0 0,33-6 53 0 0,32 1 23 0 0,204-35 206 0 0,-232 33-217 0 0,21-3-183 0 0,-14 2-3574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2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25 908 0 0,'-24'-24'15857'0'0,"23"34"-13953"0"0,17 151 5886 0 0,14 83-3943 0 0,18 24-2180 0 0,-46-258-25 0 0,-2-1-5088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85 148 2048 0 0,'-19'-56'19380'0'0,"19"56"-19307"0"0,0-1 1 0 0,0 1-1 0 0,-1 0 0 0 0,1-1 0 0 0,0 1 1 0 0,0 0-1 0 0,-1-1 0 0 0,1 1 1 0 0,0-1-1 0 0,0 1 0 0 0,0 0 1 0 0,0-1-1 0 0,0 1 0 0 0,-1-1 0 0 0,1 1 1 0 0,0 0-1 0 0,0-1 0 0 0,0 1 1 0 0,0-1-1 0 0,0 1 0 0 0,0-1 1 0 0,0 1-1 0 0,1 0 0 0 0,-1-1 1 0 0,0 1-1 0 0,0-1 0 0 0,0 1 0 0 0,0 0 1 0 0,0-1-1 0 0,1 1 0 0 0,-1-1 1 0 0,0 1-1 0 0,0 0 0 0 0,1-1 1 0 0,-1 1-1 0 0,1-1 0 0 0,7-14 807 0 0,-1 9-791 0 0,0-1-1 0 0,1 2 1 0 0,0-1-1 0 0,0 1 1 0 0,0 0 0 0 0,1 1-1 0 0,0-1 1 0 0,-1 2-1 0 0,2-1 1 0 0,12-2-1 0 0,-16 5-78 0 0,0-1 1 0 0,0 1-1 0 0,0 1 0 0 0,0-1 1 0 0,0 1-1 0 0,0 0 0 0 0,0 0 1 0 0,0 1-1 0 0,0 0 0 0 0,0 0 1 0 0,-1 0-1 0 0,1 1 0 0 0,0 0 1 0 0,-1 0-1 0 0,1 0 0 0 0,-1 1 0 0 0,10 5 1 0 0,-13-6-17 0 0,1 0 0 0 0,-1 0 1 0 0,0 0-1 0 0,0 0 1 0 0,0 0-1 0 0,-1 0 0 0 0,1 1 1 0 0,0-1-1 0 0,-1 1 0 0 0,0-1 1 0 0,1 1-1 0 0,-1-1 0 0 0,0 1 1 0 0,0 0-1 0 0,0 0 0 0 0,0 3 1 0 0,-1-1 0 0 0,1-1 0 0 0,-1 1 0 0 0,0 0 1 0 0,-1 0-1 0 0,1 0 0 0 0,-1 0 0 0 0,0 0 0 0 0,-3 8 1 0 0,-1 0 0 0 0,-1 0 0 0 0,-1 0 0 0 0,0-1 0 0 0,0 1 0 0 0,-14 15 0 0 0,-5 5-28 0 0,-1-2 1 0 0,-2-1-1 0 0,-33 28 0 0 0,45-41 334 0 0,19-13-8 0 0,9-5-237 0 0,-6 0-61 0 0,1 1 0 0 0,-1-1 0 0 0,0 1 0 0 0,0 0 0 0 0,1 1 0 0 0,-1-1 1 0 0,0 1-1 0 0,0 0 0 0 0,0 1 0 0 0,0-1 0 0 0,7 3 0 0 0,-1 1-23 0 0,1 1 1 0 0,-1 0-1 0 0,14 9 1 0 0,-10-5 190 0 0,0 1 1 0 0,-1 1 0 0 0,0 0-1 0 0,-1 0 1 0 0,0 2 0 0 0,19 26-1 0 0,-29-35 20 0 0,1 0-1 0 0,-1 1 0 0 0,0 0 1 0 0,0-1-1 0 0,-1 1 0 0 0,0 0 1 0 0,0 0-1 0 0,0 0 0 0 0,-1 0 1 0 0,0 1-1 0 0,0-1 0 0 0,0 0 1 0 0,-1 0-1 0 0,0 1 0 0 0,0-1 1 0 0,-1 0-1 0 0,0 1 0 0 0,0-1 1 0 0,0 0-1 0 0,-1 0 0 0 0,0 0 1 0 0,0 0-1 0 0,-3 6 0 0 0,-1-1-135 0 0,0-1-1 0 0,-1 0 1 0 0,0-1-1 0 0,0 0 0 0 0,-1 0 1 0 0,0 0-1 0 0,-1-1 1 0 0,0 0-1 0 0,0-1 1 0 0,-17 10-1 0 0,11-8-4 0 0,0-1 1 0 0,-1 0-1 0 0,0-2 0 0 0,0 0 0 0 0,0-1 1 0 0,-29 6-1 0 0,28-9-43 0 0,-6-1 0 0 0,1-3 0 0 0,1-1 0 0 0,3-3 0 0 0,4-3 0 0 0,13 8-128 0 0,0 0 0 0 0,0 0 0 0 0,0 0-1 0 0,0-1 1 0 0,0 1 0 0 0,0 0 0 0 0,0-1 0 0 0,0 1 0 0 0,0-1-1 0 0,1 1 1 0 0,-1-1 0 0 0,1 1 0 0 0,-1-1 0 0 0,1 0 0 0 0,-1 1 0 0 0,1-1-1 0 0,0 0 1 0 0,0 1 0 0 0,0-4 0 0 0,0 2-479 0 0,1 0 1 0 0,0 0-1 0 0,0 0 1 0 0,0 0-1 0 0,0 0 1 0 0,0 0-1 0 0,1 0 1 0 0,-1 0-1 0 0,4-4 1 0 0,4-5-2618 0 0,1 1 0 0 0,0 0 1 0 0,18-14-1 0 0,-21 19 2200 0 0,14-13-6792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49 2152 0 0,'-71'-8'10720'0'0,"37"3"-6380"0"0,31 4-3773 0 0,-6-2 2018 0 0,264-13-1707 0 0,-200 8-4802 0 0,-1 0-3695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3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2452 0 0,'-19'8'2585'0'0,"0"2"0"0"0,1 0 0 0 0,1 1-1 0 0,-28 23 1 0 0,44-34-2509 0 0,1 1 1 0 0,-1-1-1 0 0,1 1 0 0 0,-1-1 0 0 0,0 1 0 0 0,1-1 1 0 0,-1 1-1 0 0,1-1 0 0 0,0 1 0 0 0,-1 0 1 0 0,1-1-1 0 0,-1 1 0 0 0,1-1 0 0 0,0 1 1 0 0,-1 0-1 0 0,1 0 0 0 0,0-1 0 0 0,0 1 0 0 0,0 0 1 0 0,0-1-1 0 0,-1 1 0 0 0,1 0 0 0 0,0 0 1 0 0,0-1-1 0 0,0 1 0 0 0,0 0 0 0 0,1 0 1 0 0,-1-1-1 0 0,0 1 0 0 0,0 0 0 0 0,0-1 0 0 0,1 1 1 0 0,-1 0-1 0 0,0 0 0 0 0,1-1 0 0 0,-1 1 1 0 0,0-1-1 0 0,1 1 0 0 0,-1 0 0 0 0,1-1 1 0 0,-1 1-1 0 0,1-1 0 0 0,-1 1 0 0 0,1-1 0 0 0,-1 1 1 0 0,1-1-1 0 0,0 0 0 0 0,-1 1 0 0 0,1-1 1 0 0,0 0-1 0 0,-1 1 0 0 0,1-1 0 0 0,0 0 1 0 0,0 0-1 0 0,-1 1 0 0 0,2-1 0 0 0,4 2 68 0 0,1-1 1 0 0,-1 1-1 0 0,0-1 0 0 0,12 1 1 0 0,20-2-436 0 0,0-2 1 0 0,0-1-1 0 0,0-2 1 0 0,53-15-1 0 0,64-30-9023 0 0,-104 30 2042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74 1956 0 0,'-35'-26'17554'0'0,"36"26"-17445"0"0,0-1-85 0 0,0 1-1 0 0,0-1 1 0 0,0 1 0 0 0,1-1-1 0 0,-1 1 1 0 0,0 0-1 0 0,0 0 1 0 0,0-1 0 0 0,0 1-1 0 0,1 0 1 0 0,-1 0-1 0 0,0 0 1 0 0,0 0 0 0 0,1 0-1 0 0,1 1 1 0 0,1-1 36 0 0,400-35 1298 0 0,-401 35-1292 0 0,16-2 123 0 0,1-5-725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4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87 1440 0 0,'-5'-35'22860'0'0,"6"33"-22788"0"0,0 1 0 0 0,-1 0 0 0 0,1-1 0 0 0,0 1 0 0 0,0 0 0 0 0,0 0 0 0 0,0 0 0 0 0,0 0 1 0 0,0 0-1 0 0,0 0 0 0 0,3-1 0 0 0,6-3-53 0 0,0 0 1 0 0,0 0-1 0 0,0 2 1 0 0,1-1-1 0 0,0 1 1 0 0,-1 1-1 0 0,1 0 1 0 0,0 0-1 0 0,13 0 1 0 0,-2 0-11 0 0,-12 1-24 0 0,-1 1 0 0 0,1 0 0 0 0,-1 0 0 0 0,1 1-1 0 0,-1 0 1 0 0,0 1 0 0 0,1 0 0 0 0,-1 0 0 0 0,0 1 0 0 0,0 0 0 0 0,9 5 0 0 0,-14-6 5 0 0,-1 0 1 0 0,1 0-1 0 0,-1 0 1 0 0,1 1-1 0 0,-1-1 0 0 0,0 1 1 0 0,0 0-1 0 0,0 0 1 0 0,0 0-1 0 0,-1 0 1 0 0,1 0-1 0 0,-1 1 1 0 0,0-1-1 0 0,0 1 0 0 0,0-1 1 0 0,0 1-1 0 0,-1 0 1 0 0,0 0-1 0 0,1 0 1 0 0,-1 0-1 0 0,-1 0 1 0 0,1 0-1 0 0,0 0 0 0 0,-1 0 1 0 0,0 0-1 0 0,0 0 1 0 0,-1 8-1 0 0,-1 0 24 0 0,-1 0-1 0 0,0 0 0 0 0,-1 0 0 0 0,0 0 1 0 0,-1-1-1 0 0,0 0 0 0 0,-1 0 0 0 0,-8 12 1 0 0,-9 10 49 0 0,-32 35 1 0 0,20-26 31 0 0,-22 20 165 0 0,20-23-90 0 0,-19 21 400 0 0,55-59-444 0 0,1-1-121 0 0,0 1 0 0 0,0-1 1 0 0,1 1-1 0 0,-1-1 1 0 0,0 1-1 0 0,0-1 0 0 0,1 0 1 0 0,-1 1-1 0 0,0-1 0 0 0,1 1 1 0 0,-1-1-1 0 0,0 0 0 0 0,1 1 1 0 0,-1-1-1 0 0,1 0 0 0 0,-1 0 1 0 0,1 1-1 0 0,-1-1 1 0 0,1 0-1 0 0,-1 0 0 0 0,0 0 1 0 0,1 0-1 0 0,-1 1 0 0 0,1-1 1 0 0,-1 0-1 0 0,1 0 0 0 0,-1 0 1 0 0,1 0-1 0 0,0 0 1 0 0,20 0 60 0 0,12-6-587 0 0,0-1-1 0 0,-1-1 1 0 0,0-1 0 0 0,-1-2-1 0 0,43-22 1 0 0,147-90-13525 0 0,-213 119 13314 0 0,25-17-5573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9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1272 0 0,'0'0'4312'0'0,"26"-15"7002"0"0,-18 3-11023 0 0,0 1 1 0 0,0 0 0 0 0,1 0 0 0 0,1 1 0 0 0,0 0-1 0 0,0 0 1 0 0,1 1 0 0 0,16-11 0 0 0,-13 12-285 0 0,-1 1 1 0 0,1 0-1 0 0,0 1 1 0 0,1 0-1 0 0,-1 1 1 0 0,20-3-1 0 0,-25 6-6 0 0,0 0-1 0 0,0 1 1 0 0,1 0-1 0 0,-1 1 1 0 0,0 0-1 0 0,0 0 1 0 0,1 1-1 0 0,-1 0 1 0 0,0 1-1 0 0,0 0 1 0 0,16 5-1 0 0,-22-6 2 0 0,0 1-1 0 0,-1-1 0 0 0,1 0 0 0 0,0 1 0 0 0,0 0 0 0 0,-1 0 0 0 0,1 0 0 0 0,-1 0 0 0 0,1 0 0 0 0,-1 0 1 0 0,0 1-1 0 0,0-1 0 0 0,0 1 0 0 0,0-1 0 0 0,0 1 0 0 0,-1 0 0 0 0,1 0 0 0 0,-1 0 0 0 0,0 0 0 0 0,0 0 0 0 0,0 0 1 0 0,1 6-1 0 0,-2-4 3 0 0,0 0 0 0 0,0 0 0 0 0,0 0 0 0 0,-1 0 0 0 0,0 0 0 0 0,0 0 0 0 0,0 0 1 0 0,-1 0-1 0 0,1 0 0 0 0,-1 0 0 0 0,0-1 0 0 0,-1 1 0 0 0,-4 6 0 0 0,-5 7 1 0 0,-1-1-1 0 0,-1-1 1 0 0,-28 27-1 0 0,-53 37 230 0 0,81-69-136 0 0,13-10-82 0 0,-1 0 19 0 0,-1 3-33 0 0,21 0 67 0 0,-3-2-76 0 0,0 1 0 0 0,0 1 0 0 0,0 0 1 0 0,0 1-1 0 0,-1 0 0 0 0,0 2 1 0 0,0-1-1 0 0,0 2 0 0 0,-1 0 0 0 0,21 16 1 0 0,-10-4 56 0 0,-1 1 1 0 0,0 1 0 0 0,-2 1-1 0 0,24 32 1 0 0,-43-52 112 0 0,0 0 0 0 0,0 0-1 0 0,0 0 1 0 0,0 1 0 0 0,-1-1 0 0 0,0 1 0 0 0,1-1 0 0 0,-1 1 0 0 0,0 0 0 0 0,0-1-1 0 0,-1 1 1 0 0,1 0 0 0 0,-1 0 0 0 0,0 0 0 0 0,-1 6 0 0 0,1-7-35 0 0,0-1 1 0 0,-1 1-1 0 0,0-1 1 0 0,0 1-1 0 0,0-1 1 0 0,0 0-1 0 0,0 1 1 0 0,0-1-1 0 0,-1 0 1 0 0,1 0-1 0 0,-1 0 1 0 0,1 0-1 0 0,-1 0 1 0 0,0 0-1 0 0,0 0 1 0 0,0 0-1 0 0,0-1 1 0 0,0 1-1 0 0,0-1 1 0 0,0 0-1 0 0,0 1 1 0 0,-1-1-1 0 0,-4 1 1 0 0,-4 2-16 0 0,0 0 0 0 0,-1-1 0 0 0,0-1 0 0 0,1 0 0 0 0,-1-1 0 0 0,0 0 0 0 0,0-1 0 0 0,0 0 0 0 0,1-1 0 0 0,-1 0 0 0 0,0-1 0 0 0,0 0 0 0 0,-12-4 0 0 0,8 1-50 0 0,11 4-525 0 0,0 0 1 0 0,1-1-1 0 0,0 0 1 0 0,-1 1-1 0 0,1-1 0 0 0,0-1 1 0 0,-7-3-1 0 0,11 5 283 0 0,-1 1 0 0 0,1 0 1 0 0,-1-1-1 0 0,1 1 0 0 0,0-1 0 0 0,-1 1 0 0 0,1 0 0 0 0,-1-1 0 0 0,1 1 1 0 0,0-1-1 0 0,0 1 0 0 0,-1-1 0 0 0,1 0 0 0 0,0 1 0 0 0,0-1 0 0 0,0 1 0 0 0,-1-1 1 0 0,1 1-1 0 0,0-1 0 0 0,0 0 0 0 0,0 1 0 0 0,0-1 0 0 0,0 1 0 0 0,0-1 1 0 0,0 1-1 0 0,1-1 0 0 0,-1 0 0 0 0,0 1 0 0 0,0-1 0 0 0,0 1 0 0 0,0-1 0 0 0,1 1 1 0 0,-1-1-1 0 0,0 1 0 0 0,1-1 0 0 0,-1 1 0 0 0,0-1 0 0 0,1 1 0 0 0,-1-1 1 0 0,0 1-1 0 0,1-1 0 0 0,20-14-5789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99 792 0 0,'0'0'14898'0'0,"0"-1"-14781"0"0,0 1 0 0 0,1 0 1 0 0,-1-1-1 0 0,0 1 0 0 0,1 0 0 0 0,-1-1 0 0 0,0 1 1 0 0,1 0-1 0 0,-1-1 0 0 0,1 1 0 0 0,-1 0 0 0 0,0 0 0 0 0,1 0 1 0 0,-1-1-1 0 0,1 1 0 0 0,-1 0 0 0 0,1 0 0 0 0,-1 0 1 0 0,1 0-1 0 0,-1 0 0 0 0,1 0 0 0 0,-1 0 0 0 0,1 0 1 0 0,0 0-1 0 0,33 1 521 0 0,1-1 0 0 0,0-2 0 0 0,67-13 0 0 0,-71 9-1488 0 0,-1-2-1 0 0,42-17 1 0 0,-31 4-2847 0 0,-18 3-2580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1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3 832 0 0,'-2'-1'1847'0'0,"1"1"-1558"0"0,-1 0 1 0 0,1-1-1 0 0,0 1 0 0 0,-1 0 1 0 0,1 0-1 0 0,0 0 1 0 0,-1 0-1 0 0,1 0 0 0 0,0 0 1 0 0,0 0-1 0 0,-1 0 0 0 0,1 0 1 0 0,0 1-1 0 0,-1-1 1 0 0,1 0-1 0 0,0 1 0 0 0,0-1 1 0 0,0 1-1 0 0,-1 0 0 0 0,1-1 1 0 0,0 1-1 0 0,0 0 0 0 0,0 0 1 0 0,0-1-1 0 0,0 1 1 0 0,-1 1-1 0 0,1 1 39 0 0,0-1 1 0 0,0 0 0 0 0,0 1-1 0 0,0-1 1 0 0,0 1-1 0 0,0-1 1 0 0,1 1-1 0 0,-1-1 1 0 0,1 1-1 0 0,0-1 1 0 0,0 1-1 0 0,0 0 1 0 0,1 3-1 0 0,16 133 6679 0 0,-8-86-6001 0 0,2 85 0 0 0,-12-105-1424 0 0,0 21-2798 0 0,7-17-8080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0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45 107 1288 0 0,'-1'-4'966'0'0,"0"0"-1"0"0,0 0 1 0 0,1 0-1 0 0,-1 0 1 0 0,1 0-1 0 0,0 0 1 0 0,2-8-1 0 0,-2 10-621 0 0,1-1-1 0 0,0 0 1 0 0,-1 1 0 0 0,1-1-1 0 0,1 1 1 0 0,-1-1 0 0 0,0 1-1 0 0,1-1 1 0 0,-1 1 0 0 0,3-2-1 0 0,-1 0-107 0 0,1 1 0 0 0,0 0 0 0 0,0 0 0 0 0,0 0-1 0 0,0 0 1 0 0,0 1 0 0 0,1-1 0 0 0,0 1 0 0 0,-1 0 0 0 0,1 1-1 0 0,0-1 1 0 0,8-1 0 0 0,-4 2-118 0 0,0-1 0 0 0,-1 2 0 0 0,1-1 0 0 0,0 1-1 0 0,0 1 1 0 0,0-1 0 0 0,0 2 0 0 0,0-1 0 0 0,-1 1 0 0 0,1 0 0 0 0,0 1 0 0 0,-1 0-1 0 0,0 0 1 0 0,15 9 0 0 0,-19-10-94 0 0,-1 0 0 0 0,1 1 0 0 0,-1-1 0 0 0,1 1 0 0 0,-1 0 0 0 0,0 0 0 0 0,0 0 0 0 0,-1 0 0 0 0,1 0 0 0 0,-1 1 0 0 0,1-1 0 0 0,-1 1 0 0 0,0 0 0 0 0,0 0 1 0 0,-1 0-1 0 0,1-1 0 0 0,-1 2 0 0 0,0-1 0 0 0,0 0 0 0 0,0 0 0 0 0,0 0 0 0 0,-1 0 0 0 0,0 0 0 0 0,0 1 0 0 0,0-1 0 0 0,0 0 0 0 0,-1 0 0 0 0,1 1 0 0 0,-1-1 0 0 0,0 0 0 0 0,0 0 0 0 0,-3 6 0 0 0,0-1 1 0 0,-1 0 1 0 0,1 0-1 0 0,-2-1 0 0 0,1 1 1 0 0,-1-1-1 0 0,0 0 1 0 0,-9 7-1 0 0,-54 46-141 0 0,9-9 414 0 0,57-50-202 0 0,-1 1-106 0 0,13 3 352 0 0,-3-6-339 0 0,-1-1 4 0 0,1 1 0 0 0,0 0 0 0 0,0 0 1 0 0,0 0-1 0 0,0 0 0 0 0,0 1 0 0 0,0 0 0 0 0,0 0 0 0 0,0 1 0 0 0,-1 0 0 0 0,1 0 1 0 0,-1 0-1 0 0,1 0 0 0 0,6 5 0 0 0,-4-3 7 0 0,5 3 239 0 0,-1 1-1 0 0,0 0 0 0 0,0 0 0 0 0,-1 1 1 0 0,0 1-1 0 0,-1 0 0 0 0,0 0 0 0 0,17 23 1 0 0,-24-28-18 0 0,0-1 0 0 0,0 0-1 0 0,-1 1 1 0 0,0-1 0 0 0,0 1 0 0 0,0 0 0 0 0,0 0 0 0 0,0-1 0 0 0,-1 1 0 0 0,0 0 0 0 0,0 1 0 0 0,-1-1 0 0 0,1 0 0 0 0,-1 0-1 0 0,0 0 1 0 0,-1 0 0 0 0,1 0 0 0 0,-1 0 0 0 0,0 0 0 0 0,0 0 0 0 0,0 0 0 0 0,-1 0 0 0 0,0 0 0 0 0,0 0 0 0 0,0-1 0 0 0,-1 1-1 0 0,1-1 1 0 0,-4 5 0 0 0,-4 2 83 0 0,1 0 1 0 0,-1-1-1 0 0,-1 0 0 0 0,0-1 0 0 0,-1 0 0 0 0,1-1 0 0 0,-1 0 1 0 0,-1-1-1 0 0,-19 9 0 0 0,22-12-261 0 0,1 0-1 0 0,-1-1 1 0 0,0 0 0 0 0,0 0-1 0 0,0-1 1 0 0,0 0 0 0 0,-1-1-1 0 0,1 0 1 0 0,0-1 0 0 0,-1 0-1 0 0,1 0 1 0 0,0-1 0 0 0,-20-5-1 0 0,26 5-302 0 0,0 0 0 0 0,0-1 0 0 0,1 0 0 0 0,-1 0-1 0 0,0 0 1 0 0,1 0 0 0 0,0 0 0 0 0,-1-1 0 0 0,1 1-1 0 0,0-1 1 0 0,0 0 0 0 0,0 0 0 0 0,1 0 0 0 0,-1 0-1 0 0,1-1 1 0 0,-4-6 0 0 0,5 7-321 0 0,0 1 0 0 0,0-1 0 0 0,0 0 0 0 0,0 0 0 0 0,1 1 1 0 0,-1-1-1 0 0,1 0 0 0 0,0 0 0 0 0,0 0 0 0 0,0-4 0 0 0,0 4-404 0 0,1-1 1 0 0,0 1-1 0 0,0 0 0 0 0,0 0 1 0 0,0 0-1 0 0,0 0 0 0 0,1 0 1 0 0,-1 0-1 0 0,1 0 0 0 0,2-4 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64 864 0 0,'-7'-6'9546'0'0,"7"5"-9340"0"0,1-1-25 0 0,1 0 0 0 0,0 1 0 0 0,-1-1 0 0 0,1 0 1 0 0,0 1-1 0 0,0-1 0 0 0,0 1 0 0 0,0 0 1 0 0,0 0-1 0 0,1 0 0 0 0,-1 0 0 0 0,0 0 0 0 0,0 0 1 0 0,1 0-1 0 0,2 0 0 0 0,48-9 407 0 0,-35 7-326 0 0,87-10 358 0 0,-60 9-2585 0 0,-2-2-4787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 1764 0 0,'-64'41'13293'0'0,"71"-36"-11462"0"0,-6-5-1761 0 0,-1 1 1 0 0,1-1-1 0 0,0 1 1 0 0,0-1-1 0 0,0 1 1 0 0,0-1-1 0 0,-1 1 1 0 0,1-1 0 0 0,0 0-1 0 0,0 1 1 0 0,0-1-1 0 0,0 0 1 0 0,0 0-1 0 0,0 0 1 0 0,0 0-1 0 0,0 0 1 0 0,0 0-1 0 0,0 0 1 0 0,1 0-1 0 0,45-2 292 0 0,91-16 0 0 0,-74 5-3439 0 0,-3 0-3750 0 0,-35 6 113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1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88 1612 0 0,'-41'-8'19792'0'0,"51"4"-18613"0"0,206-41 981 0 0,-207 43-3831 0 0,0 0 1 0 0,0 0-1 0 0,-1-1 1 0 0,1-1-1 0 0,11-5 1 0 0,-3 0-4447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128 101 2028 0 0,'-1'-4'1276'0'0,"0"-1"1"0"0,0 1-1 0 0,1-1 0 0 0,0 1 1 0 0,-1 0-1 0 0,2-6 0 0 0,-1 7-722 0 0,1 1-1 0 0,-1-1 1 0 0,1 1-1 0 0,-1-1 1 0 0,1 1-1 0 0,0-1 1 0 0,0 1-1 0 0,1 0 1 0 0,1-3-1 0 0,-1 1-280 0 0,1 1 0 0 0,0 1-1 0 0,0-1 1 0 0,0 0 0 0 0,0 1-1 0 0,0 0 1 0 0,0-1 0 0 0,1 1-1 0 0,-1 0 1 0 0,1 1 0 0 0,-1-1-1 0 0,1 1 1 0 0,0 0 0 0 0,5-2-1 0 0,-1 2-113 0 0,-1 0 0 0 0,1 0-1 0 0,-1 1 1 0 0,1 0 0 0 0,0 0-1 0 0,-1 0 1 0 0,1 1 0 0 0,-1 1-1 0 0,1-1 1 0 0,-1 1 0 0 0,0 0-1 0 0,0 1 1 0 0,0 0 0 0 0,0 0 0 0 0,0 0-1 0 0,0 1 1 0 0,-1 0 0 0 0,0 0-1 0 0,6 6 1 0 0,-6-6-71 0 0,-1 0-1 0 0,-1 0 1 0 0,1 1-1 0 0,0 0 1 0 0,-1 0-1 0 0,0 0 1 0 0,0 0-1 0 0,-1 1 1 0 0,0-1-1 0 0,0 1 1 0 0,0 0-1 0 0,0 0 1 0 0,-1 0 0 0 0,0 0-1 0 0,0 1 1 0 0,-1-1-1 0 0,0 0 1 0 0,0 1-1 0 0,0-1 1 0 0,-1 1-1 0 0,0-1 1 0 0,-1 9-1 0 0,-2-1 43 0 0,-1 0-1 0 0,0 0 0 0 0,-1 0 0 0 0,-1-1 1 0 0,0 0-1 0 0,-1 0 0 0 0,0-1 1 0 0,-17 21-1 0 0,-9 8 378 0 0,-40 38 1 0 0,53-58-315 0 0,-181 174 2544 0 0,201-195-2711 0 0,-1 0 0 0 0,1 1 0 0 0,-1-1 0 0 0,1 0 0 0 0,0 1 1 0 0,-1-1-1 0 0,1 0 0 0 0,0 1 0 0 0,-1-1 0 0 0,1 0 0 0 0,0 1 0 0 0,0-1 0 0 0,0 0 1 0 0,-1 1-1 0 0,1-1 0 0 0,0 1 0 0 0,0-1 0 0 0,0 1 0 0 0,0-1 0 0 0,0 0 0 0 0,-1 1 1 0 0,1-1-1 0 0,0 1 0 0 0,0-1 0 0 0,0 1 0 0 0,0-1 0 0 0,1 1 0 0 0,-1-1 0 0 0,0 1 1 0 0,0-1-1 0 0,0 0 0 0 0,0 1 0 0 0,0-1 0 0 0,1 1 0 0 0,0 0 6 0 0,0 0-1 0 0,0-1 1 0 0,0 1 0 0 0,0 0-1 0 0,0-1 1 0 0,0 1 0 0 0,0-1-1 0 0,0 1 1 0 0,0-1 0 0 0,0 0-1 0 0,0 1 1 0 0,2-1 0 0 0,31 2 200 0 0,3-4-225 0 0,0-1-1 0 0,0-3 1 0 0,64-17 0 0 0,-76 15-2344 0 0,34-16 0 0 0,25-25-8404 0 0,-46 25 2964 0 0,-16 11 905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22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55 2176 0 0,'0'-12'5948'0'0,"-5"-27"8097"0"0,-13 59-12348 0 0,-2 10-171 0 0,2 1-1 0 0,-27 59 0 0 0,37-69-1259 0 0,0 0 0 0 0,1 1-1 0 0,2 0 1 0 0,0 0-1 0 0,-3 35 1 0 0,8-52-207 0 0,-1 1 0 0 0,1-1-1 0 0,1 0 1 0 0,-1 0 0 0 0,1 0-1 0 0,0 0 1 0 0,0 1 0 0 0,0-1 0 0 0,1 0-1 0 0,-1-1 1 0 0,1 1 0 0 0,1 0 0 0 0,-1 0-1 0 0,1-1 1 0 0,-1 1 0 0 0,1-1 0 0 0,4 4-1 0 0,-2-3-16 0 0,0-1 0 0 0,0 0 0 0 0,1 0 0 0 0,-1 0 0 0 0,1-1-1 0 0,0 1 1 0 0,0-1 0 0 0,0-1 0 0 0,0 1 0 0 0,1-1 0 0 0,-1 0 0 0 0,12 1 0 0 0,-2-1-16 0 0,0 0 1 0 0,0-2-1 0 0,0 0 1 0 0,0 0 0 0 0,0-2-1 0 0,0 0 1 0 0,-1-1-1 0 0,30-9 1 0 0,-8-1-37 0 0,-1-1 0 0 0,50-28 1 0 0,-56 25 41 0 0,55-39 0 0 0,-75 49-1 0 0,-1-1-1 0 0,-1 0 1 0 0,1 0-1 0 0,-1-1 1 0 0,-1 0-1 0 0,1 0 1 0 0,-2 0 0 0 0,1-1-1 0 0,7-17 1 0 0,-12 23-29 0 0,-1 0 0 0 0,1 0 0 0 0,-1-1 0 0 0,0 1 0 0 0,0 0 0 0 0,-1-1 0 0 0,1 1 0 0 0,-1 0 1 0 0,0-1-1 0 0,0 1 0 0 0,0 0 0 0 0,-1-1 0 0 0,0 1 0 0 0,1 0 0 0 0,-2-1 0 0 0,1 1 0 0 0,-2-5 1 0 0,-1 3 3 0 0,1 0 1 0 0,-1 0-1 0 0,0 0 1 0 0,0 1-1 0 0,-1 0 1 0 0,1 0 0 0 0,-1 0-1 0 0,0 0 1 0 0,0 1-1 0 0,-8-5 1 0 0,-2-1-36 0 0,-1 2-1 0 0,0-1 1 0 0,-1 2 0 0 0,0 0-1 0 0,0 1 1 0 0,0 1-1 0 0,-28-5 1 0 0,14 6-677 0 0,-1 2 1 0 0,1 1 0 0 0,-1 1-1 0 0,0 2 1 0 0,1 1-1 0 0,-40 9 1 0 0,-56 22-4382 0 0,5 9-3646 0 0,40-8-2198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5:2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1 179 844 0 0,'163'-31'756'0'0,"-16"7"-180"0"0,14-1-136 0 0,7 1-112 0 0,5 2-56 0 0,3 2-56 0 0,1 5-56 0 0,2 3-16 0 0,-1 7-44 0 0,-3 5 0 0 0,-6 5-24 0 0,-4 5-8 0 0,-4 3-24 0 0,-3 6-44 0 0,-4 0-208 0 0,-5 3-452 0 0,-25-2-360 0 0,-5 0 316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311 481 1560 0 0,'0'0'1959'0'0,"-2"-22"7076"0"0,2 21-8964 0 0,0 1-1 0 0,0-1 1 0 0,-1 1-1 0 0,1-1 0 0 0,0 1 1 0 0,0 0-1 0 0,0-1 0 0 0,0 1 1 0 0,-1-1-1 0 0,1 1 0 0 0,0 0 1 0 0,0-1-1 0 0,-1 1 0 0 0,1 0 1 0 0,0-1-1 0 0,0 1 1 0 0,-1 0-1 0 0,1-1 0 0 0,-1 1 1 0 0,1 0-1 0 0,0 0 0 0 0,-1-1 1 0 0,1 1-1 0 0,0 0 0 0 0,-1 0 1 0 0,1 0-1 0 0,-1-1 0 0 0,1 1 1 0 0,-1 0-1 0 0,-11 9 612 0 0,-11 29-837 0 0,17-27 440 0 0,-218 407 1448 0 0,190-354 407 0 0,37-80-1907 0 0,3 0-173 0 0,0 0 1 0 0,1 0-1 0 0,10-16 1 0 0,4-7-30 0 0,-7 9-18 0 0,169-341-44 0 0,-139 294-34 0 0,3 2-1 0 0,94-116 0 0 0,-125 173 50 0 0,33-29 0 0 0,-42 41 11 0 0,1 0-1 0 0,-1 0 1 0 0,1 1 0 0 0,1 1 0 0 0,-1-1 0 0 0,1 1 0 0 0,11-4 0 0 0,-18 8 7 0 0,0 0 0 0 0,0 0 0 0 0,-1 0 0 0 0,1 0 1 0 0,0 0-1 0 0,0 0 0 0 0,0 0 0 0 0,0 0 0 0 0,-1 1 0 0 0,1-1 1 0 0,0 1-1 0 0,0-1 0 0 0,-1 1 0 0 0,1 0 0 0 0,0-1 0 0 0,-1 1 1 0 0,1 0-1 0 0,-1 0 0 0 0,1 0 0 0 0,-1 0 0 0 0,1 1 0 0 0,-1-1 0 0 0,0 0 1 0 0,0 1-1 0 0,1-1 0 0 0,-1 1 0 0 0,0-1 0 0 0,0 1 0 0 0,-1-1 1 0 0,1 1-1 0 0,0 0 0 0 0,1 3 0 0 0,1 3 37 0 0,0 0 1 0 0,0 1-1 0 0,-1-1 0 0 0,0 1 1 0 0,1 10-1 0 0,-2 8 193 0 0,0 1-1 0 0,-1 0 1 0 0,-6 30-1 0 0,-17 83 362 0 0,9-68-402 0 0,-9 48 90 0 0,7-45-11 0 0,-8 117 0 0 0,23-176-242 0 0,-1-5 24 0 0,2-1 0 0 0,0 1-1 0 0,0-1 1 0 0,1 1 0 0 0,3 17 0 0 0,-3-28-45 0 0,-1 0 0 0 0,0 0 0 0 0,1 0-1 0 0,-1-1 1 0 0,1 1 0 0 0,-1 0 0 0 0,1 0 0 0 0,-1 0 0 0 0,1 0 0 0 0,0-1 0 0 0,-1 1 0 0 0,1 0 0 0 0,0-1 0 0 0,0 1 0 0 0,0-1 0 0 0,-1 1-1 0 0,1 0 1 0 0,0-1 0 0 0,0 0 0 0 0,0 1 0 0 0,0-1 0 0 0,0 0 0 0 0,1 1 0 0 0,1-1 5 0 0,0 1 0 0 0,-1-1 1 0 0,1 0-1 0 0,0 0 0 0 0,-1-1 0 0 0,1 1 1 0 0,0 0-1 0 0,4-2 0 0 0,1-1-79 0 0,0 0 0 0 0,1 0 0 0 0,-1-1 0 0 0,10-6-1 0 0,-7 3-834 0 0,-1 0-1 0 0,0-1 1 0 0,0 0-1 0 0,0-1 0 0 0,12-14 1 0 0,-18 17-312 0 0,0 1 1 0 0,0-1-1 0 0,-1 0 1 0 0,1 0-1 0 0,-1 0 1 0 0,-1 0-1 0 0,4-9 1 0 0,-3-1-3945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76 172 0 0,'-82'-8'13602'0'0,"79"8"-12859"0"0,-10-2 1658 0 0,20-1-2325 0 0,1-1-1 0 0,0 1 0 0 0,0 0 1 0 0,1 0-1 0 0,-1 1 0 0 0,1 1 1 0 0,16-2-1 0 0,-9 0-54 0 0,175-23-4739 0 0,-115 16-670 0 0,-38 5 356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3 464 0 0,'-30'26'18081'0'0,"30"-26"-17968"0"0,4 1 17 0 0,-1 0 0 0 0,0 0 0 0 0,1-1 1 0 0,-1 0-1 0 0,1 0 0 0 0,-1 0 0 0 0,1 0 0 0 0,-1 0 0 0 0,5-1 0 0 0,-6 0-104 0 0,124-14 1091 0 0,-58 5-2153 0 0,-2 5-5144 0 0,-49 7 142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2116 0 0,'-49'25'6079'0'0,"35"-19"-3905"0"0,0 1-1 0 0,0 1 1 0 0,-17 14 0 0 0,29-21-1497 0 0,2 2 130 0 0,0-3-786 0 0,0 0 0 0 0,0 0 0 0 0,0 1-1 0 0,-1-1 1 0 0,1 0 0 0 0,0 0 0 0 0,0 1 0 0 0,0-1 0 0 0,0 0 0 0 0,0 1-1 0 0,0-1 1 0 0,0 0 0 0 0,0 0 0 0 0,0 1 0 0 0,0-1 0 0 0,0 0-1 0 0,1 0 1 0 0,-1 1 0 0 0,0-1 0 0 0,0 0 0 0 0,0 0 0 0 0,0 0-1 0 0,0 1 1 0 0,0-1 0 0 0,0 0 0 0 0,1 0 0 0 0,-1 1 0 0 0,0-1-1 0 0,0 0 1 0 0,0 0 0 0 0,1 0 0 0 0,-1 1 0 0 0,32 0 271 0 0,0-1-1 0 0,0-1 1 0 0,46-8 0 0 0,8 0-2434 0 0,-14 2-1408 0 0,-25 0-2864 0 0,-26 3 695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8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 68 952 0 0,'6'-10'4740'0'0,"1"-2"-509"0"0,-6 11-3504 0 0,0-1-1 0 0,-1 0 1 0 0,1 0-1 0 0,0 0 1 0 0,-1 1-1 0 0,0-1 1 0 0,1-3-1 0 0,-1 4-645 0 0,0 0 0 0 0,-1 0 0 0 0,1 0 0 0 0,0 1 0 0 0,-1-1-1 0 0,1 0 1 0 0,-1 0 0 0 0,1 0 0 0 0,-1 0 0 0 0,0 1 0 0 0,1-1-1 0 0,-1 0 1 0 0,0 0 0 0 0,1 1 0 0 0,-1-1 0 0 0,0 1 0 0 0,0-1-1 0 0,0 0 1 0 0,1 1 0 0 0,-1 0 0 0 0,0-1 0 0 0,0 1 0 0 0,0 0-1 0 0,0-1 1 0 0,0 1 0 0 0,0 0 0 0 0,0 0 0 0 0,-1-1 0 0 0,-16-2 9 0 0,0 0 0 0 0,-1 1 0 0 0,1 0 0 0 0,0 2 0 0 0,0 0 0 0 0,-1 1 0 0 0,-33 7 0 0 0,25-3-72 0 0,0 2-1 0 0,1 0 0 0 0,0 2 0 0 0,-43 21 0 0 0,59-24-11 0 0,-1 0 0 0 0,1 0 0 0 0,0 1 0 0 0,1 0 0 0 0,0 1 0 0 0,0 0-1 0 0,0 0 1 0 0,1 1 0 0 0,0 0 0 0 0,1 1 0 0 0,0-1 0 0 0,1 1 0 0 0,0 1-1 0 0,0-1 1 0 0,1 1 0 0 0,0 0 0 0 0,1 0 0 0 0,-4 19 0 0 0,-1 23 282 0 0,-5 89 1 0 0,12 58 1224 0 0,1-68-806 0 0,-11 292 1213 0 0,-78 475-1 0 0,48-632-1445 0 0,-44 289-68 0 0,32 2 78 0 0,45-400-278 0 0,17 211 1 0 0,-6-353-189 0 0,0 1 0 0 0,1-1-1 0 0,0 1 1 0 0,1-1 0 0 0,1 0-1 0 0,9 18 1 0 0,-11-28-6 0 0,0 1-1 0 0,1-1 1 0 0,0 0-1 0 0,0 0 1 0 0,0-1-1 0 0,1 1 1 0 0,0-1-1 0 0,0 0 1 0 0,0 0-1 0 0,1-1 1 0 0,0 1-1 0 0,0-1 1 0 0,0-1 0 0 0,0 1-1 0 0,0-1 1 0 0,13 5-1 0 0,-3-4-58 0 0,0 0 0 0 0,0-1-1 0 0,0-1 1 0 0,0 0 0 0 0,27-2 0 0 0,81-11-919 0 0,-31-3-691 0 0,114-33-1 0 0,86-47-3777 0 0,-118 26-2429 0 0,-91 30 400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9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32 1100 0 0,'55'-32'30712'0'0,"-56"34"-30771"0"0,-15 99 224 0 0,-22 108 205 0 0,6-73-208 0 0,32-135-168 0 0,-1 5-1462 0 0,-2 4 3960 0 0,0-2-2365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1936 0 0,'28'-78'14084'0'0,"-27"76"-13593"0"0,0-5 271 0 0,0 10-11 0 0,-1 13-225 0 0,-8 31-20 0 0,-6 52-95 0 0,13-86-369 0 0,0-1 1 0 0,2 1-1 0 0,0-1 0 0 0,0 1 1 0 0,6 23-1 0 0,-6-34-24 0 0,0 1-1 0 0,0-1 1 0 0,0 1-1 0 0,0-1 1 0 0,0 0-1 0 0,1 0 1 0 0,-1 0-1 0 0,1 0 1 0 0,-1 0-1 0 0,1 0 1 0 0,0 0-1 0 0,0 0 1 0 0,0-1-1 0 0,0 1 1 0 0,0-1-1 0 0,0 1 1 0 0,0-1-1 0 0,0 0 1 0 0,1 0-1 0 0,-1 0 1 0 0,1 0-1 0 0,2 1 1 0 0,0-1 0 0 0,-1 0 1 0 0,1-1-1 0 0,-1 1 1 0 0,1-1-1 0 0,0 0 1 0 0,-1 0 0 0 0,1-1-1 0 0,-1 1 1 0 0,1-1-1 0 0,-1 0 1 0 0,8-2 0 0 0,0-2-5 0 0,-1 0 0 0 0,0 0 0 0 0,0-2 0 0 0,0 1 0 0 0,-1-1 1 0 0,15-13-1 0 0,50-56 762 0 0,-32 30 1468 0 0,-43 46-2233 0 0,0 0 0 0 0,1-1 0 0 0,-1 1 0 0 0,0 0 0 0 0,0-1 0 0 0,1 1 0 0 0,-1 0 0 0 0,0 0 0 0 0,1-1 1 0 0,-1 1-1 0 0,0 0 0 0 0,1 0 0 0 0,-1-1 0 0 0,0 1 0 0 0,1 0 0 0 0,-1 0 0 0 0,0 0 0 0 0,1 0 0 0 0,-1 0 0 0 0,1 0 0 0 0,-1 0 0 0 0,0 0 0 0 0,1 0 0 0 0,-1 0 0 0 0,1 0 0 0 0,-1 0 0 0 0,0 0 0 0 0,1 0 0 0 0,-1 0 0 0 0,1 0 0 0 0,0 0 0 0 0,4 12 161 0 0,-5 22 7 0 0,0-32-151 0 0,-5 46 337 0 0,-18 75 1 0 0,-2 20-1088 0 0,23-121-702 0 0,1-1 0 0 0,2 32 0 0 0,0-48 874 0 0,0 0-1 0 0,0 0 1 0 0,0 0 0 0 0,0 0-1 0 0,1 0 1 0 0,-1-1-1 0 0,4 7 1 0 0,14 12-5566 0 0,-3-10-896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2228 0 0,'91'-196'18003'0'0,"-90"194"-17735"0"0,-1 1-225 0 0,0 1-1 0 0,0-1 1 0 0,0 1-1 0 0,0 0 1 0 0,1-1-1 0 0,-1 1 1 0 0,0 0 0 0 0,0-1-1 0 0,0 1 1 0 0,1-1-1 0 0,-1 1 1 0 0,0 0-1 0 0,1 0 1 0 0,-1-1-1 0 0,0 1 1 0 0,1 0-1 0 0,-1 0 1 0 0,0-1 0 0 0,1 1-1 0 0,0 0 1 0 0,1 4 148 0 0,-1 0-1 0 0,1 0 1 0 0,-1 0 0 0 0,1 0 0 0 0,-1 1 0 0 0,-1-1 0 0 0,1 1 0 0 0,0-1 0 0 0,-1 7 0 0 0,-3 45 1219 0 0,1-38-1062 0 0,-59 372 1778 0 0,28-217-3144 0 0,31-160 123 0 0,-7 49-2140 0 0,9-31-1040 0 0,7-3-3981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3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144 228 224 0 0,'-61'-63'356'0'0,"17"-11"-560"0"0,5-16 72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324 112 128 0 0,'-18'10'1276'0'0,"1"-3"-364"0"0,-2-2-160 0 0,0-2-108 0 0,1-1-84 0 0,-1 0-88 0 0,-1-4-92 0 0,-2-1-92 0 0,1-2-47 0 0,1 0-53 0 0,-2-6-52 0 0,0-2-100 0 0,2-2-216 0 0,1-4-213 0 0,2-1-239 0 0,0-4-896 0 0,3 0 652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4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0 363 268 0 0,'29'-227'4388'0'0,"-27"186"-4266"0"0,-4-42 0 0 0,4 71-2236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60 1012 0 0,'-1'-5'1686'0'0,"-1"-7"2609"0"0,0 1 0 0 0,-7-20 1100 0 0,7 34-5269 0 0,2-3-124 0 0,0 0 1 0 0,-1 0 0 0 0,1 0 0 0 0,0 0 0 0 0,0 0-1 0 0,-1 0 1 0 0,1 1 0 0 0,0-1 0 0 0,0 0 0 0 0,-1 0-1 0 0,1 0 1 0 0,0 0 0 0 0,0 1 0 0 0,0-1-1 0 0,0 0 1 0 0,-1 0 0 0 0,1 0 0 0 0,0 1 0 0 0,0-1-1 0 0,0 0 1 0 0,0 0 0 0 0,0 1 0 0 0,0-1 0 0 0,0 0-1 0 0,-1 0 1 0 0,1 1 0 0 0,0-1 0 0 0,0 0 0 0 0,0 0-1 0 0,0 1 1 0 0,0-1 0 0 0,0 0 0 0 0,0 1 0 0 0,-15 282 572 0 0,-2 7-308 0 0,-15 67 137 0 0,27-318-52 0 0,5-37-303 0 0,-7 6-941 0 0,5-11 394 0 0,1 1 0 0 0,0-1 0 0 0,0 0 1 0 0,0 1-1 0 0,0-1 0 0 0,1 0 0 0 0,-1 0 0 0 0,1 0 1 0 0,0 0-1 0 0,0 1 0 0 0,0-6 0 0 0,0-3-2898 0 0,-2-7-2489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55 283 1676 0 0,'-2'-15'2088'0'0,"-1"-3"237"0"0,2 0 1 0 0,0 0-1 0 0,2-33 0 0 0,0 46-2185 0 0,0-1-1 0 0,0 1 1 0 0,1-1 0 0 0,-1 1-1 0 0,1 0 1 0 0,0 0-1 0 0,1-1 1 0 0,0 1-1 0 0,-1 1 1 0 0,1-1 0 0 0,1 0-1 0 0,-1 1 1 0 0,1-1-1 0 0,-1 1 1 0 0,1 0 0 0 0,7-5-1 0 0,1 0-111 0 0,1 1 0 0 0,-1-1-1 0 0,1 2 1 0 0,1 0 0 0 0,-1 1 0 0 0,1 0-1 0 0,0 1 1 0 0,1 1 0 0 0,-1 0 0 0 0,1 1-1 0 0,0 0 1 0 0,0 1 0 0 0,0 1 0 0 0,0 0 0 0 0,0 1-1 0 0,0 1 1 0 0,0 1 0 0 0,0 0 0 0 0,0 0-1 0 0,-1 2 1 0 0,1 0 0 0 0,-1 0 0 0 0,0 1-1 0 0,19 10 1 0 0,-27-11-23 0 0,-1-1 0 0 0,1 1-1 0 0,-1 0 1 0 0,0 0 0 0 0,0 0-1 0 0,0 1 1 0 0,-1-1 0 0 0,0 1-1 0 0,0 1 1 0 0,0-1 0 0 0,0 0-1 0 0,-1 1 1 0 0,0 0 0 0 0,4 10-1 0 0,-4-7 12 0 0,-1 0 0 0 0,0 0-1 0 0,0 1 1 0 0,-1-1-1 0 0,0 0 1 0 0,-1 1-1 0 0,0-1 1 0 0,-1 0-1 0 0,-1 13 1 0 0,-3 1 13 0 0,-1 1 0 0 0,-1-2 0 0 0,-1 1 0 0 0,-1-1 0 0 0,-1 0 0 0 0,0-1 0 0 0,-19 26 0 0 0,2-7 127 0 0,-2-2 0 0 0,-55 57 0 0 0,54-69 1726 0 0,28-25-1694 0 0,5-2-173 0 0,7-2-9 0 0,1 1 0 0 0,0-1 0 0 0,1 2 0 0 0,-1 0 0 0 0,0 0 1 0 0,0 1-1 0 0,1 0 0 0 0,-1 1 0 0 0,0 1 0 0 0,0-1 0 0 0,0 2 0 0 0,11 3 0 0 0,5 2-5 0 0,0 2 0 0 0,-1 0 0 0 0,43 26 0 0 0,-59-31-3 0 0,-1 1-1 0 0,0 0 1 0 0,0 1 0 0 0,-1 0-1 0 0,1 0 1 0 0,-2 1-1 0 0,1 0 1 0 0,-1 1-1 0 0,0-1 1 0 0,-1 2-1 0 0,0-1 1 0 0,7 14-1 0 0,-10-16 49 0 0,-1 0 0 0 0,1 1 0 0 0,-1-1 0 0 0,-1 1 0 0 0,1-1 0 0 0,-1 1 0 0 0,-1 0 0 0 0,1-1 0 0 0,-1 1 0 0 0,-1 0 0 0 0,1 0 0 0 0,-1-1 0 0 0,-1 1-1 0 0,1 0 1 0 0,-1-1 0 0 0,0 0 0 0 0,-1 1 0 0 0,-4 8 0 0 0,-2 0 194 0 0,0-1-1 0 0,0-1 1 0 0,-2 1 0 0 0,0-1-1 0 0,0-1 1 0 0,-1 0 0 0 0,-1-1-1 0 0,0 0 1 0 0,0-1-1 0 0,-1-1 1 0 0,-1 0 0 0 0,0-1-1 0 0,0 0 1 0 0,-1-1 0 0 0,0-1-1 0 0,0-1 1 0 0,-18 5-1 0 0,11-4-61 0 0,-1-1 0 0 0,1-2 0 0 0,-1 0 0 0 0,0-2-1 0 0,0 0 1 0 0,0-2 0 0 0,0-1 0 0 0,0 0-1 0 0,0-2 1 0 0,0-1 0 0 0,-44-13 0 0 0,53 13-113 0 0,1-2 1 0 0,1 0-1 0 0,-26-14 1 0 0,36 18-175 0 0,0 0 0 0 0,1 1-1 0 0,-1-2 1 0 0,0 1 0 0 0,1 0 0 0 0,-1 0 0 0 0,1-1 0 0 0,-1 1 0 0 0,1-1 0 0 0,0 0 0 0 0,0 0 0 0 0,0 0 0 0 0,1 0-1 0 0,-1 0 1 0 0,1 0 0 0 0,-1 0 0 0 0,1 0 0 0 0,0-1 0 0 0,1 1 0 0 0,-1 0 0 0 0,0-1 0 0 0,1 1 0 0 0,0-4 0 0 0,0 3-277 0 0,1 1 0 0 0,-1 0 0 0 0,1-1 0 0 0,0 1 0 0 0,0 0 0 0 0,1 0 0 0 0,-1 0 0 0 0,1 0 0 0 0,0 0 0 0 0,-1 0 0 0 0,1 0 0 0 0,0 1 0 0 0,1-1 0 0 0,2-2 0 0 0,3-3-2787 0 0,1 1 1 0 0,18-12-1 0 0,-9 9-3273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6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8 110 580 0 0,'-6'-23'16045'0'0,"5"15"-12788"0"0,3 6-3210 0 0,-1-1 0 0 0,1 1-1 0 0,0 0 1 0 0,1 0 0 0 0,-1 0-1 0 0,0 0 1 0 0,0 1-1 0 0,1-1 1 0 0,-1 0 0 0 0,1 1-1 0 0,0 0 1 0 0,4-2-1 0 0,42-14 78 0 0,-35 13-79 0 0,-11 3-143 0 0,96-26-503 0 0,-66 23-3020 0 0,-1 4-4439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1308 0 0,'-44'32'5621'0'0,"21"-15"-1110"0"0,-29 27 0 0 0,52-44-4473 0 0,0 0 0 0 0,-1 0 0 0 0,1 1 0 0 0,0-1 0 0 0,0 0 1 0 0,-1 0-1 0 0,1 0 0 0 0,0 1 0 0 0,0-1 0 0 0,-1 0 0 0 0,1 1 0 0 0,0-1 0 0 0,0 0 1 0 0,0 1-1 0 0,0-1 0 0 0,-1 0 0 0 0,1 0 0 0 0,0 1 0 0 0,0-1 0 0 0,0 1 0 0 0,0-1 1 0 0,0 0-1 0 0,0 1 0 0 0,0-1 0 0 0,0 0 0 0 0,0 1 0 0 0,0-1 0 0 0,0 0 0 0 0,0 1 1 0 0,0-1-1 0 0,0 0 0 0 0,1 1 0 0 0,-1-1 0 0 0,12 5 319 0 0,18-4-196 0 0,143-27-2017 0 0,-56 0-4549 0 0,-35 6-695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3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693 47 860 0 0,'32'-22'16132'0'0,"-32"22"-16067"0"0,0 0-1 0 0,1 1 0 0 0,-1-1 0 0 0,0 0 1 0 0,0 0-1 0 0,0 0 0 0 0,1 0 1 0 0,-1 0-1 0 0,0 0 0 0 0,0 0 1 0 0,0 0-1 0 0,1 0 0 0 0,-1 0 1 0 0,0-1-1 0 0,0 1 0 0 0,0 0 1 0 0,2-1 771 0 0,-2 1-772 0 0,0 0 0 0 0,0-1 1 0 0,1 1-1 0 0,-1 0 0 0 0,0 0 1 0 0,0 0-1 0 0,0 0 0 0 0,0-1 0 0 0,0 1 1 0 0,0 0-1 0 0,0 0 0 0 0,0 0 1 0 0,0-1-1 0 0,0 1 0 0 0,0 0 1 0 0,0 0-1 0 0,0 0 0 0 0,0 0 1 0 0,0-1-1 0 0,0 1 0 0 0,0 0 1 0 0,0 0-1 0 0,0 0 0 0 0,-2-2 644 0 0,2 2-644 0 0,0 0 0 0 0,0 0 1 0 0,-15-10 1359 0 0,0 7-1356 0 0,0 1 0 0 0,-1 0 0 0 0,1 1 0 0 0,-1 1 0 0 0,1 1 0 0 0,0 0 0 0 0,-1 1-1 0 0,1 0 1 0 0,-20 7 0 0 0,23-6-71 0 0,1 0-1 0 0,-1 2 0 0 0,1-1 1 0 0,0 1-1 0 0,0 1 0 0 0,0 0 1 0 0,1 0-1 0 0,0 1 0 0 0,0 1 0 0 0,1 0 1 0 0,0 0-1 0 0,-14 15 0 0 0,14-9 11 0 0,0 1-1 0 0,1-1 1 0 0,1 1-1 0 0,0 1 1 0 0,1-1-1 0 0,1 1 1 0 0,0 0-1 0 0,-3 23 1 0 0,-1 19 5 0 0,0 59-1 0 0,8-101-5 0 0,11 570 162 0 0,-4-491-202 0 0,14 210 124 0 0,7 199 349 0 0,-25-268 1158 0 0,-44 378 1 0 0,16-425-440 0 0,-47 288 1591 0 0,-77 246-1256 0 0,140-672-1493 0 0,-17 80 0 0 0,-17 219 0 0 0,43-340 0 0 0,1 1 0 0 0,0-1 0 0 0,1 1 0 0 0,0-1 0 0 0,3 12 0 0 0,-3-19 0 0 0,0 0 0 0 0,0 0 0 0 0,0 0 0 0 0,0-1 0 0 0,1 1 0 0 0,-1 0 0 0 0,1 0 0 0 0,0-1 0 0 0,0 1 0 0 0,0-1 0 0 0,0 0 0 0 0,0 1 0 0 0,0-1 0 0 0,1 0 0 0 0,-1 0 0 0 0,1 0 0 0 0,-1-1 0 0 0,1 1 0 0 0,0-1 0 0 0,-1 1 0 0 0,5 0 0 0 0,2 1 0 0 0,0-1 0 0 0,0 0 0 0 0,0-1 0 0 0,1 0 0 0 0,-1 0 0 0 0,0-1 0 0 0,14-1 0 0 0,69-15 0 0 0,-83 14 0 0 0,290-74-4490 0 0,141-73-9291 0 0,-300 96 1689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09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44 1704 0 0,'-28'13'18625'0'0,"38"-13"-18076"0"0,17-2-437 0 0,234-41 726 0 0,-203 35-523 0 0,-55 8-276 0 0,5-3-534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80 820 0 0,'0'-11'8304'0'0,"5"-16"-2138"0"0,-4 25-6059 0 0,0 0 0 0 0,0 0 0 0 0,0 0 0 0 0,0 0 0 0 0,0 1 0 0 0,1-1 1 0 0,-1 0-1 0 0,1 1 0 0 0,0-1 0 0 0,-1 1 0 0 0,1-1 0 0 0,0 1 0 0 0,0 0 0 0 0,-1 0 0 0 0,1 0 0 0 0,0 0 0 0 0,0 0 0 0 0,1 0 1 0 0,2 0-1 0 0,6-3-50 0 0,0 2 1 0 0,0 0 0 0 0,0 0 0 0 0,0 1 0 0 0,0 0-1 0 0,17 1 1 0 0,-25 0-45 0 0,0 0 0 0 0,-1 0 0 0 0,1 1 0 0 0,0-1 0 0 0,0 1 0 0 0,0-1 0 0 0,-1 1 0 0 0,1 0 0 0 0,0 0 0 0 0,-1 0 0 0 0,1 1 0 0 0,-1-1 0 0 0,1 0 0 0 0,-1 1 0 0 0,0 0 0 0 0,1-1 0 0 0,-1 1 0 0 0,0 0 0 0 0,0 0 0 0 0,-1 0 0 0 0,1 1 0 0 0,0-1 0 0 0,0 0 0 0 0,-1 1 0 0 0,0-1-1 0 0,1 1 1 0 0,-1-1 0 0 0,0 1 0 0 0,0 0 0 0 0,-1-1 0 0 0,1 1 0 0 0,0 0 0 0 0,-1 0 0 0 0,0 0 0 0 0,1-1 0 0 0,-2 6 0 0 0,1 3 58 0 0,-1-1-1 0 0,-1 1 1 0 0,0-1 0 0 0,-1 0-1 0 0,1 0 1 0 0,-2 0-1 0 0,0 0 1 0 0,-6 12 0 0 0,-23 34 757 0 0,-75 97 0 0 0,22-34 645 0 0,85-118-1459 0 0,1-1-1 0 0,0 0 1 0 0,0 0-1 0 0,-1 1 1 0 0,1-1-1 0 0,0 0 1 0 0,0 0-1 0 0,0 1 1 0 0,-1-1-1 0 0,1 0 0 0 0,0 1 1 0 0,0-1-1 0 0,0 0 1 0 0,0 1-1 0 0,0-1 1 0 0,0 0-1 0 0,0 1 1 0 0,0-1-1 0 0,0 1 1 0 0,0-1-1 0 0,0 0 1 0 0,0 1-1 0 0,0-1 1 0 0,0 0-1 0 0,0 1 0 0 0,0-1 1 0 0,0 0-1 0 0,0 1 1 0 0,0-1-1 0 0,0 0 1 0 0,1 1-1 0 0,-1-1 1 0 0,0 0-1 0 0,0 1 1 0 0,0-1-1 0 0,1 0 1 0 0,-1 0-1 0 0,0 1 1 0 0,1-1-1 0 0,17 4 277 0 0,24-9-52 0 0,-41 5-222 0 0,207-51 287 0 0,-98 21-183 0 0,-56 13-507 0 0,-24 6-3687 0 0,-5-8-6673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40 214 432 0 0,'10'-19'4541'0'0,"2"-6"1133"0"0,22-33 0 0 0,-28 49-5307 0 0,1 1 0 0 0,0 0 1 0 0,0 0-1 0 0,1 0 0 0 0,0 1 0 0 0,17-12 0 0 0,-14 12-269 0 0,0 1-1 0 0,0 0 1 0 0,1 1-1 0 0,-1 0 1 0 0,21-5 0 0 0,-26 9-83 0 0,0-1 0 0 0,0 1 1 0 0,0 0-1 0 0,1 1 0 0 0,-1-1 1 0 0,0 1-1 0 0,1 0 0 0 0,-1 1 1 0 0,0 0-1 0 0,1 0 0 0 0,-1 0 0 0 0,0 1 1 0 0,6 2-1 0 0,-10-4-9 0 0,1 1-1 0 0,-1 0 1 0 0,0 1-1 0 0,0-1 1 0 0,-1 0-1 0 0,1 1 1 0 0,0-1-1 0 0,0 1 1 0 0,-1-1-1 0 0,1 1 1 0 0,0 0 0 0 0,-1-1-1 0 0,0 1 1 0 0,1 0-1 0 0,-1 0 1 0 0,0 0-1 0 0,0 0 1 0 0,0 0-1 0 0,0 1 1 0 0,0 2-1 0 0,0-1 5 0 0,-1 0 0 0 0,0-1 0 0 0,0 1 0 0 0,0 0 0 0 0,-1 0 0 0 0,1 0 0 0 0,-1 0 0 0 0,0-1 0 0 0,0 1 0 0 0,0 0 0 0 0,-2 4 0 0 0,-5 7 26 0 0,0 1 1 0 0,-1-2 0 0 0,-1 1 0 0 0,-13 15 0 0 0,-8 7 26 0 0,-2-1 1 0 0,-50 42-1 0 0,63-60-28 0 0,10-9-19 0 0,2-2-6 0 0,8-7-10 0 0,0 0 0 0 0,-1 1 0 0 0,1-1 0 0 0,0 0 0 0 0,-1 0 0 0 0,1 0 0 0 0,0 1 0 0 0,0-1 0 0 0,-1 0 0 0 0,1 0 0 0 0,0 1 0 0 0,0-1 0 0 0,0 0 0 0 0,-1 1 0 0 0,1-1 0 0 0,0 0 0 0 0,0 1 0 0 0,0-1 0 0 0,0 0 0 0 0,0 1 0 0 0,-1-1 0 0 0,1 0 0 0 0,0 1 0 0 0,0-1 0 0 0,0 0 0 0 0,0 1 0 0 0,0-1 0 0 0,0 1 0 0 0,0-1 0 0 0,0 0 0 0 0,0 1 0 0 0,1-1 0 0 0,-1 0 0 0 0,0 1 0 0 0,0-1 0 0 0,0 0 0 0 0,0 1 0 0 0,0-1 0 0 0,1 0 0 0 0,-1 1 0 0 0,0-1 0 0 0,0 0 0 0 0,0 0 0 0 0,1 1 0 0 0,-1-1 0 0 0,0 0 0 0 0,0 0 0 0 0,1 1 0 0 0,-1-1 0 0 0,0 0 0 0 0,1 0 0 0 0,-1 0 0 0 0,0 0 0 0 0,1 1 0 0 0,-1-1 0 0 0,0 0 0 0 0,1 0 0 0 0,-1 0 0 0 0,0 0 0 0 0,1 0 0 0 0,-1 0 0 0 0,1 0 0 0 0,35 4-23 0 0,-17-3 26 0 0,-5 1 4 0 0,0 1 1 0 0,-1 0-1 0 0,1 2 0 0 0,-1-1 1 0 0,0 2-1 0 0,0-1 0 0 0,0 2 1 0 0,22 14-1 0 0,-31-18 54 0 0,0 0 0 0 0,-1 1 0 0 0,1-1-1 0 0,-1 1 1 0 0,0 0 0 0 0,0-1 0 0 0,0 1 0 0 0,0 1-1 0 0,0-1 1 0 0,-1 0 0 0 0,0 1 0 0 0,3 7 0 0 0,-4-7 54 0 0,-1-1 1 0 0,1 0-1 0 0,-1 0 1 0 0,0 1 0 0 0,0-1-1 0 0,0 0 1 0 0,0 0 0 0 0,-1 1-1 0 0,0-1 1 0 0,0 0 0 0 0,0 0-1 0 0,0 0 1 0 0,-1 0 0 0 0,0 0-1 0 0,1 0 1 0 0,-2 0-1 0 0,-1 3 1 0 0,-4 5 76 0 0,0-1 1 0 0,-1 0-1 0 0,0-1 0 0 0,-1 0 0 0 0,0 0 0 0 0,-1-1 1 0 0,1 0-1 0 0,-2-1 0 0 0,1 0 0 0 0,-1-1 0 0 0,0-1 1 0 0,-1 1-1 0 0,1-2 0 0 0,-1 0 0 0 0,-1 0 0 0 0,1-2 1 0 0,-27 5-1 0 0,33-7-179 0 0,-1-1-1 0 0,0 0 1 0 0,0 0 0 0 0,0-1 0 0 0,0 0 0 0 0,-12-3 0 0 0,15 3-275 0 0,1 0 0 0 0,0-1-1 0 0,0 0 1 0 0,0 1 0 0 0,0-1 0 0 0,0-1 0 0 0,0 1 0 0 0,1-1 0 0 0,-1 1 0 0 0,1-1 0 0 0,0 0 0 0 0,-6-6 0 0 0,8 7-37 0 0,0 1 1 0 0,1-1-1 0 0,-1 1 1 0 0,0-1-1 0 0,1 0 1 0 0,-1 1-1 0 0,1-1 1 0 0,-1 0-1 0 0,1 0 1 0 0,0 1-1 0 0,0-1 1 0 0,0 0-1 0 0,0 0 1 0 0,0 1-1 0 0,0-1 1 0 0,0 0-1 0 0,1 0 1 0 0,-1 1-1 0 0,1-1 1 0 0,-1 0-1 0 0,1 1 1 0 0,0-1-1 0 0,1-2 1 0 0,1-3-1298 0 0,1 0-1 0 0,0 1 1 0 0,1 0 0 0 0,5-6 0 0 0,6-6-4278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1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89 2404 0 0,'1'-13'3677'0'0,"0"7"-1199"0"0,-1-1 0 0 0,1 1-1 0 0,1 0 1 0 0,2-9 0 0 0,-3 13-1970 0 0,-1 1-445 0 0,1 0-1 0 0,-1 0 1 0 0,1 0 0 0 0,-1-1 0 0 0,1 1 0 0 0,0 0 0 0 0,-1 0-1 0 0,1 0 1 0 0,0 0 0 0 0,0 0 0 0 0,0 0 0 0 0,0 1 0 0 0,0-1-1 0 0,0 0 1 0 0,0 0 0 0 0,0 1 0 0 0,0-1 0 0 0,0 0 0 0 0,2 0-1 0 0,26-11 351 0 0,-25 11-390 0 0,1 1 1 0 0,-1-1-1 0 0,1 1 0 0 0,0 0 0 0 0,-1 0 0 0 0,1 0 1 0 0,0 1-1 0 0,-1-1 0 0 0,7 3 0 0 0,-8-2-18 0 0,-1 0 0 0 0,1 0 0 0 0,-1 0 0 0 0,1 1 0 0 0,-1-1 0 0 0,0 1 0 0 0,1 0 0 0 0,-1 0 0 0 0,0-1 0 0 0,0 1 0 0 0,0 0 0 0 0,0 1 0 0 0,-1-1 0 0 0,1 0 0 0 0,-1 1-1 0 0,1-1 1 0 0,-1 0 0 0 0,1 4 0 0 0,-1-3-1 0 0,0 1 0 0 0,0-1-1 0 0,-1 0 1 0 0,0 0 0 0 0,0 1-1 0 0,0-1 1 0 0,0 0 0 0 0,0 1-1 0 0,-1-1 1 0 0,1 0 0 0 0,-1 1 0 0 0,0-1-1 0 0,0 0 1 0 0,0 0 0 0 0,0 0-1 0 0,-3 4 1 0 0,-4 8 9 0 0,-1-1 0 0 0,0 0-1 0 0,-1 0 1 0 0,-18 18 0 0 0,15-17 11 0 0,6-7 29 0 0,5-6-16 0 0,0 0 1 0 0,1 0-1 0 0,-1 0 0 0 0,0 0 1 0 0,0 0-1 0 0,1 1 1 0 0,0-1-1 0 0,-1 1 1 0 0,1-1-1 0 0,-1 5 1 0 0,2-7-38 0 0,0 0 1 0 0,0 1-1 0 0,0-1 1 0 0,0 0 0 0 0,0 0-1 0 0,0 1 1 0 0,0-1 0 0 0,0 0-1 0 0,0 0 1 0 0,0 1-1 0 0,0-1 1 0 0,0 0 0 0 0,0 0-1 0 0,1 0 1 0 0,-1 1-1 0 0,0-1 1 0 0,0 0 0 0 0,0 0-1 0 0,0 0 1 0 0,1 1-1 0 0,-1-1 1 0 0,0 0 0 0 0,0 0-1 0 0,0 0 1 0 0,1 0 0 0 0,-1 0-1 0 0,0 1 1 0 0,0-1-1 0 0,1 0 1 0 0,-1 0 0 0 0,0 0-1 0 0,0 0 1 0 0,1 0-1 0 0,-1 0 1 0 0,0 0 0 0 0,0 0-1 0 0,1 0 1 0 0,-1 0-1 0 0,15 1-2 0 0,-13-1 1 0 0,11 0-1 0 0,-1 1 0 0 0,1 1 0 0 0,0 0 0 0 0,-1 1-1 0 0,1 0 1 0 0,-1 1 0 0 0,0 0 0 0 0,0 1 0 0 0,0 0 0 0 0,18 12 0 0 0,-23-12 52 0 0,0 0 0 0 0,0 0 0 0 0,0 0 1 0 0,-1 1-1 0 0,1 0 0 0 0,-1 0 0 0 0,-1 1 1 0 0,1 0-1 0 0,-1 0 0 0 0,-1 0 0 0 0,1 0 1 0 0,-1 1-1 0 0,0 0 0 0 0,-1 0 0 0 0,0 0 1 0 0,0 0-1 0 0,2 9 0 0 0,-5-11 153 0 0,0 0 0 0 0,0 0 0 0 0,0 0-1 0 0,-1 0 1 0 0,0-1 0 0 0,0 1 0 0 0,0 0 0 0 0,-1 0 0 0 0,0-1-1 0 0,0 1 1 0 0,0-1 0 0 0,-1 1 0 0 0,0-1 0 0 0,0 0 0 0 0,0 0-1 0 0,0-1 1 0 0,-1 1 0 0 0,-5 5 0 0 0,-3 3 440 0 0,-1 0 0 0 0,0-2-1 0 0,-1 0 1 0 0,-27 18 0 0 0,26-21-371 0 0,1-1 0 0 0,-1 0 0 0 0,0-1-1 0 0,-1-1 1 0 0,1 0 0 0 0,-1-2 0 0 0,0 1 0 0 0,0-2 0 0 0,0 0-1 0 0,-1-1 1 0 0,1 0 0 0 0,0-2 0 0 0,-23-2 0 0 0,21 0-812 0 0,0 0-1 0 0,-27-10 1 0 0,29 7-1099 0 0,0 0-1 0 0,-27-17 0 0 0,23 9-3919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2856 0 0,'10'-10'6015'0'0,"6"-12"2496"0"0,-1 12-4300 0 0,-25 66-3788 0 0,4-26-335 0 0,-3 35 1 0 0,9-57-65 0 0,-1 0 0 0 0,1-1 1 0 0,1 1-1 0 0,0 0 0 0 0,0-1 1 0 0,0 1-1 0 0,1-1 0 0 0,0 0 1 0 0,6 14-1 0 0,-6-18-8 0 0,0 1-1 0 0,0-1 1 0 0,1 0 0 0 0,-1 0 0 0 0,1 0-1 0 0,0 0 1 0 0,0 0 0 0 0,0-1-1 0 0,1 1 1 0 0,-1-1 0 0 0,0 0 0 0 0,1 0-1 0 0,0 0 1 0 0,-1 0 0 0 0,1-1-1 0 0,0 0 1 0 0,0 1 0 0 0,0-1-1 0 0,0-1 1 0 0,0 1 0 0 0,0-1 0 0 0,0 1-1 0 0,0-1 1 0 0,6-1 0 0 0,2 1 23 0 0,1-1 1 0 0,0-1-1 0 0,-1 0 0 0 0,1-1 1 0 0,-1-1-1 0 0,18-6 1 0 0,-17 4-28 0 0,0-1 1 0 0,0-1-1 0 0,0 0 1 0 0,-1-1-1 0 0,22-20 1 0 0,-13 8 1004 0 0,-1 0 0 0 0,19-26 0 0 0,-11 13 2529 0 0,-28 33-3295 0 0,7-4 332 0 0,-13 20-498 0 0,0 0-1 0 0,-14 23 1 0 0,-1 3 9 0 0,19-36-137 0 0,-145 336 1048 0 0,87-164-3178 0 0,18 4-6756 0 0,31-114-720 0 0,7-39 883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4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126 131 1116 0 0,'3'-25'7134'0'0,"-1"-30"-1"0"0,0 13-298 0 0,-5 33-4401 0 0,-6 36-1096 0 0,1 1-1 0 0,-9 56 1 0 0,6-29-796 0 0,-65 347 79 0 0,70-347-4236 0 0,4-39-177 0 0,3-7 523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5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2600 0 0,'9'17'22337'0'0,"-3"-12"-21920"0"0,35-8-214 0 0,0-2 0 0 0,41-9 1 0 0,-29 4-138 0 0,23-7 68 0 0,-74 17-137 0 0,2-2-272 0 0,14-6-7022 0 0,-15 3 5363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33 400 0 0,'14'-33'27608'0'0,"-17"50"-24798"0"0,-8 30-2548 0 0,-76 330 929 0 0,47-121-695 0 0,38-241-1740 0 0,-3 49-16250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16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935 60 892 0 0,'-22'-25'15832'0'0,"13"15"-12816"0"0,11 5-1341 0 0,20 0-862 0 0,-17 4-852 0 0,303-13 536 0 0,-299 14-496 0 0,0 0-1 0 0,1 1 1 0 0,-1 0 0 0 0,1 0-1 0 0,-1 1 1 0 0,15 5 0 0 0,-20-6 17 0 0,0 2 0 0 0,0-1 0 0 0,0 0 0 0 0,0 1 0 0 0,0 0 0 0 0,0 0 0 0 0,-1 0 0 0 0,1 0 1 0 0,-1 0-1 0 0,0 1 0 0 0,0 0 0 0 0,0-1 0 0 0,0 1 0 0 0,3 7 0 0 0,5 12 446 0 0,0 2 1 0 0,-1-1-1 0 0,-2 1 0 0 0,-1 0 0 0 0,8 49 0 0 0,4 135 1192 0 0,-15-148-1302 0 0,1 421 1406 0 0,-33 1-420 0 0,15-274-673 0 0,-14 303-58 0 0,-7 95 25 0 0,-35 147-634 0 0,65-725 0 0 0,2-3 0 0 0,-1-1 0 0 0,-2 0 0 0 0,-1 0 0 0 0,-15 44 0 0 0,18-63 0 0 0,-1 0 0 0 0,0-1 0 0 0,0 1 0 0 0,-1-1 0 0 0,1 1 0 0 0,-1-1 0 0 0,0-1 0 0 0,-1 1 0 0 0,1-1 0 0 0,-1 0 0 0 0,0 0 0 0 0,0 0 0 0 0,-10 4 0 0 0,-10 3 0 0 0,-56 16 0 0 0,49-17 0 0 0,-330 90-511 0 0,111-34-1015 0 0,192-49-13 0 0,-158 44-10284 0 0,76-23-3141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5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18 60 0 0,'0'0'1228'0'0,"-10"5"1632"0"0,0 0-1411 0 0,3-12-1782 0 0,4-5-1775 0 0,-1 4 1356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5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6 328 0 0,'0'0'3380'0'0,"6"-5"-1691"0"0,-1 12-3888 0 0,-1 3 1405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5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65 244 0 0,'-23'17'7420'0'0,"23"-17"-7399"0"0,0 0-1 0 0,0 0 0 0 0,-1 0 1 0 0,1 1-1 0 0,0-1 0 0 0,0 0 1 0 0,0 0-1 0 0,0 0 0 0 0,0 0 0 0 0,0 0 1 0 0,0 0-1 0 0,0 0 0 0 0,-1 0 1 0 0,1 0-1 0 0,0 0 0 0 0,0 0 1 0 0,0 0-1 0 0,0 0 0 0 0,0 0 1 0 0,0 0-1 0 0,0 0 0 0 0,-1 0 1 0 0,1 0-1 0 0,0 0 0 0 0,0 0 1 0 0,0 0-1 0 0,0 0 0 0 0,0 0 1 0 0,0 0-1 0 0,0 0 0 0 0,-1 0 0 0 0,1-1 1 0 0,0 1-1 0 0,0 0 0 0 0,0 0 1 0 0,0 0-1 0 0,0 0 0 0 0,0 0 1 0 0,0 0-1 0 0,0 0 0 0 0,0 0 1 0 0,0 0-1 0 0,0 0 0 0 0,-1-1 1 0 0,1 1-1 0 0,0 0 0 0 0,0 0 1 0 0,0 0-1 0 0,0 0 0 0 0,0 0 1 0 0,0 0-1 0 0,0 0 0 0 0,0-1 1 0 0,0 1-1 0 0,0 0 0 0 0,7-16-1281 0 0,15-26-2413 0 0,-10 20 2211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6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1 360 0 0,'0'0'4212'0'0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7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0 400 0 0,'-8'8'3271'0'0,"-25"28"7841"0"0,33-36-11063 0 0,-1 0 1 0 0,1 0 0 0 0,0 0 0 0 0,-1 0 0 0 0,1 0 0 0 0,0 0-1 0 0,0 0 1 0 0,-1 1 0 0 0,1-1 0 0 0,0 0 0 0 0,-1 0-1 0 0,1 0 1 0 0,0 0 0 0 0,0 0 0 0 0,-1 1 0 0 0,1-1-1 0 0,0 0 1 0 0,0 0 0 0 0,-1 1 0 0 0,1-1 0 0 0,0 0 0 0 0,0 0-1 0 0,0 1 1 0 0,0-1 0 0 0,-1 0 0 0 0,1 0 0 0 0,0 1-1 0 0,0-1 1 0 0,0 0 0 0 0,0 1 0 0 0,0-1 0 0 0,0 0-1 0 0,0 1 1 0 0,0-1 0 0 0,0 0 0 0 0,0 0 0 0 0,0 1-1 0 0,0-1 1 0 0,0 1 0 0 0,0-1-21 0 0,0 1 0 0 0,0 0-1 0 0,1-1 1 0 0,-1 1 0 0 0,0-1 0 0 0,0 1-1 0 0,1-1 1 0 0,-1 1 0 0 0,0-1 0 0 0,1 1 0 0 0,-1-1-1 0 0,1 0 1 0 0,-1 1 0 0 0,0-1 0 0 0,1 1-1 0 0,-1-1 1 0 0,1 0 0 0 0,-1 0 0 0 0,1 1 0 0 0,-1-1-1 0 0,1 0 1 0 0,0 0 0 0 0,-1 1 0 0 0,1-1-1 0 0,-1 0 1 0 0,1 0 0 0 0,-1 0 0 0 0,1 0-1 0 0,0 0 1 0 0,41 1 161 0 0,-1-2-1 0 0,0-1 0 0 0,74-15 0 0 0,-27 4-34 0 0,-21 1 103 0 0,-65 12-222 0 0,25-5 165 0 0,-19 2 27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47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150 229 1556 0 0,'8'-7'20239'0'0,"-10"3"-20172"0"0,0 0-1 0 0,-1 0 1 0 0,1 0 0 0 0,-1 1 0 0 0,0-1 0 0 0,0 1 0 0 0,0-1-1 0 0,0 1 1 0 0,0 0 0 0 0,-1 0 0 0 0,-6-4 0 0 0,-19-15-35 0 0,-33-19 1 0 0,60 40-32 0 0,-15-9 19 0 0,11 2-53 0 0,6 7 30 0 0,0 1 0 0 0,0 0 0 0 0,0-1 0 0 0,0 1 0 0 0,0 0 0 0 0,0 0 0 0 0,0-1 0 0 0,1 1 0 0 0,-1 0 0 0 0,0-1 0 0 0,0 1 0 0 0,0 0 0 0 0,1 0 0 0 0,-1 0-1 0 0,0-1 1 0 0,0 1 0 0 0,1 0 0 0 0,-1 0 0 0 0,0 0 0 0 0,0-1 0 0 0,1 1 0 0 0,-1 0 0 0 0,0 0 0 0 0,0 0 0 0 0,1 0 0 0 0,-1 0 0 0 0,0 0 0 0 0,1 0 0 0 0,-1 0 0 0 0,0 0 0 0 0,1 0 0 0 0,-1 0 0 0 0,1 0 0 0 0,166-22-9 0 0,-107 14-24 0 0,132-20 62 0 0,-176 25-25 0 0,-12 3 12 0 0,0-1 0 0 0,0 1 0 0 0,0-1 0 0 0,0 0 1 0 0,0-1-1 0 0,0 1 0 0 0,6-4 0 0 0,-8 4 37 0 0,21-13 5269 0 0,-26 27-5295 0 0,0 0 1 0 0,-1 0-1 0 0,-1-1 1 0 0,-7 16-1 0 0,-1 0-19 0 0,-100 246 184 0 0,-96 238-4231 0 0,123-289-6356 0 0,46-121-1074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51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38 152 0 0,'0'0'728'0'0,"14"-10"308"0"0,-6 1-408 0 0,-1 2-264 0 0,0 2-92 0 0,0-1-260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5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24 114 304 0 0,'-15'0'14583'0'0,"6"2"-11916"0"0,27-4-2459 0 0,-1-1 0 0 0,0-1 0 0 0,0 0 0 0 0,-1-1 1 0 0,0-1-1 0 0,16-8 0 0 0,4 0-102 0 0,-22 8-451 0 0,61-25 577 0 0,-66 27-2270 0 0,-1-1-1 0 0,0 0 0 0 0,10-7 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5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24 2164 0 0,'-26'-20'11761'0'0,"26"20"-11579"0"0,-1 0 1 0 0,1-1 0 0 0,-1 1-1 0 0,0-1 1 0 0,1 1-1 0 0,-1 0 1 0 0,0 0 0 0 0,0-1-1 0 0,1 1 1 0 0,-1 0-1 0 0,0 0 1 0 0,0 0 0 0 0,1 0-1 0 0,-1 0 1 0 0,0 0-1 0 0,0 0 1 0 0,1 0 0 0 0,-1 0-1 0 0,0 0 1 0 0,0 0-1 0 0,1 0 1 0 0,-1 1 0 0 0,0-1-1 0 0,1 0 1 0 0,-2 1-1 0 0,1 1 30 0 0,0 0 0 0 0,0-1 0 0 0,0 1 0 0 0,0 0 0 0 0,0 0 0 0 0,1 0 0 0 0,-1 0 0 0 0,1 0-1 0 0,-1 0 1 0 0,1 1 0 0 0,0-1 0 0 0,0 2 0 0 0,-2 5 352 0 0,-2 21 489 0 0,1 1-1 0 0,2-1 0 0 0,3 58 0 0 0,1-8-369 0 0,4 125-179 0 0,23-246-17843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6:5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77 2524 0 0,'10'-10'3763'0'0,"-1"-2"0"0"0,0 1 0 0 0,8-17 816 0 0,-13 21-3003 0 0,1-2 200 0 0,-16 14-1341 0 0,-19 16-355 0 0,2 1 0 0 0,0 2 1 0 0,2 1-1 0 0,0 1 0 0 0,-25 34 1 0 0,42-48-72 0 0,0 0 0 0 0,2 1 0 0 0,-13 26 0 0 0,19-37-9 0 0,0 0 1 0 0,0 0 0 0 0,0 0-1 0 0,1 0 1 0 0,-1 0-1 0 0,1 0 1 0 0,-1 0 0 0 0,1 0-1 0 0,0 0 1 0 0,0 0 0 0 0,0 0-1 0 0,0 0 1 0 0,0 0-1 0 0,0 0 1 0 0,1 0 0 0 0,-1 0-1 0 0,0 0 1 0 0,2 2-1 0 0,-1-2 9 0 0,0-1 0 0 0,0 1 0 0 0,0-1 0 0 0,0 1-1 0 0,1-1 1 0 0,-1 1 0 0 0,0-1 0 0 0,1 0 0 0 0,-1 0-1 0 0,1 0 1 0 0,-1 0 0 0 0,3 1 0 0 0,8 4-2 0 0,1 0 1 0 0,1-1-1 0 0,14 4 1 0 0,-16-5-11 0 0,-1-1 0 0 0,0 2 0 0 0,0-1 1 0 0,18 11-1 0 0,-12-3 68 0 0,0 0 0 0 0,-1 0 0 0 0,0 2 0 0 0,-1 0 0 0 0,0 1 0 0 0,22 30 0 0 0,-33-38 142 0 0,0-1 1 0 0,0 1 0 0 0,0 0 0 0 0,-1 0-1 0 0,0 0 1 0 0,0 0 0 0 0,-1 0 0 0 0,0 1-1 0 0,0-1 1 0 0,-1 1 0 0 0,0 0 0 0 0,0-1-1 0 0,-1 1 1 0 0,0 0 0 0 0,0-1-1 0 0,-1 1 1 0 0,0 0 0 0 0,0-1 0 0 0,-1 1-1 0 0,0-1 1 0 0,-4 12 0 0 0,2-11-57 0 0,0 0 0 0 0,-1 0-1 0 0,0-1 1 0 0,0 1 0 0 0,-1-1 0 0 0,0 0 0 0 0,0-1 0 0 0,-1 0 0 0 0,1 0-1 0 0,-1 0 1 0 0,-1-1 0 0 0,1 0 0 0 0,-1 0 0 0 0,0 0 0 0 0,0-1 0 0 0,-10 3-1 0 0,11-4-33 0 0,0 0 0 0 0,-1-1 0 0 0,1 0 0 0 0,-1-1 0 0 0,1 0 0 0 0,-1 0 0 0 0,1 0 0 0 0,-1-1 0 0 0,1 0 0 0 0,-1 0 0 0 0,1-1 0 0 0,-1 0 0 0 0,1-1-1 0 0,-1 1 1 0 0,1-1 0 0 0,0-1 0 0 0,0 1 0 0 0,0-1 0 0 0,-12-8 0 0 0,16 10-117 0 0,0-1 0 0 0,1 0 0 0 0,0 0 0 0 0,-1 0 0 0 0,1-1 0 0 0,0 1 0 0 0,0-1 0 0 0,0 1 0 0 0,0-1 0 0 0,1 1 0 0 0,-1-1 0 0 0,1 0 0 0 0,0 0 0 0 0,-1 0 0 0 0,0-6 0 0 0,1 4 0 0 0,0-1 0 0 0,1 1 0 0 0,0-1 0 0 0,0 1 0 0 0,0-1 0 0 0,0 1 0 0 0,1-1 0 0 0,2-7 0 0 0,3-7 0 0 0,1 0 0 0 0,1 1 0 0 0,18-32 0 0 0,-23 46 0 0 0,122-186 0 0 0,-87 138 0 0 0,-1-1 0 0 0,35-73 0 0 0,-70 121 1 0 0,1 1 0 0 0,-2 0 1 0 0,1-1-1 0 0,0 1 0 0 0,-1-1 0 0 0,0 1 1 0 0,-1-1-1 0 0,1 0 0 0 0,-1 1 0 0 0,-1-11 1 0 0,1 14-4 0 0,0 0 0 0 0,-1 0 0 0 0,1 0 0 0 0,-1 0 0 0 0,1 0 0 0 0,-1 1 0 0 0,0-1 0 0 0,0 0 0 0 0,0 0 0 0 0,0 1 0 0 0,0-1 0 0 0,0 0 0 0 0,0 1 1 0 0,-1-1-1 0 0,1 1 0 0 0,0 0 0 0 0,-1-1 0 0 0,0 1 0 0 0,1 0 0 0 0,-1 0 0 0 0,1 0 0 0 0,-1 0 0 0 0,0 0 0 0 0,0 1 0 0 0,0-1 0 0 0,0 0 0 0 0,1 1 1 0 0,-1-1-1 0 0,0 1 0 0 0,0 0 0 0 0,0-1 0 0 0,0 1 0 0 0,0 0 0 0 0,-3 1 0 0 0,-11-1-634 0 0,0 2 1 0 0,1 0-1 0 0,-1 1 1 0 0,0 1-1 0 0,1 0 1 0 0,-22 9-1 0 0,-87 46-4925 0 0,89-41 3553 0 0,-39 20-5036 0 0,-2 3-4203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0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24 940 0 0,'5'-24'23929'0'0,"-5"34"-25042"0"0,-15 294 1123 0 0,7-172 32 0 0,-3 92 144 0 0,5-100-35 0 0,6-122-119 0 0,-4 14 165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07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155 102 200 0 0,'0'0'1056'0'0,"2"-12"1994"0"0,-4-18 761 0 0,2 28-3358 0 0,0-10 1116 0 0,-3-3 457 0 0,-2-15 9001 0 0,1 33-11020 0 0,4-3-7 0 0,-1 0 0 0 0,1 1 0 0 0,0-1 0 0 0,-1 0 0 0 0,1 0 0 0 0,-1 0 0 0 0,1 1 0 0 0,0-1 0 0 0,-1 0 0 0 0,1 0 0 0 0,0 1 0 0 0,-1-1 0 0 0,1 0 0 0 0,0 1 0 0 0,-1-1 0 0 0,1 0 0 0 0,0 1 0 0 0,0-1 0 0 0,0 0 0 0 0,-1 1 0 0 0,1-1 0 0 0,0 1 0 0 0,0-1 0 0 0,0 1 0 0 0,-29 143 65 0 0,8-27-25 0 0,-1-13-17 0 0,-21 82 6 0 0,23-112 411 0 0,20-73-370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08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15 820 0 0,'0'0'4743'0'0,"-3"0"-3605"0"0,-2 1-257 0 0,-10 1 2685 0 0,11 0-1611 0 0,3-1-1852 0 0,1-1 0 0 0,0 0 0 0 0,0 0 0 0 0,0 1-1 0 0,0-1 1 0 0,0 0 0 0 0,0 0 0 0 0,0 1 0 0 0,0-1 0 0 0,0 0 0 0 0,0 1 0 0 0,0-1 0 0 0,0 0 0 0 0,0 0 0 0 0,0 1-1 0 0,0-1 1 0 0,0 0 0 0 0,0 1 0 0 0,0-1 0 0 0,0 0 0 0 0,0 0 0 0 0,0 1 0 0 0,0-1 0 0 0,1 1-62 0 0,0-1-1 0 0,0 1 1 0 0,-1-1 0 0 0,1 1 0 0 0,0-1-1 0 0,0 0 1 0 0,0 1 0 0 0,0-1 0 0 0,0 0 0 0 0,0 0-1 0 0,0 1 1 0 0,0-1 0 0 0,0 0 0 0 0,-1 0-1 0 0,3 0 1 0 0,-1 0 42 0 0,43 4 293 0 0,0-2-1 0 0,0-2 1 0 0,85-12-1 0 0,-50 4-239 0 0,-37 5-44 0 0,60-4 1434 0 0,-99 7-1413 0 0,10-8-909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0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2768 0 0,'24'-32'16192'0'0,"-25"61"-14408"0"0,-10 53 1 0 0,7-63-1733 0 0,0 1 1 0 0,2 0-1 0 0,1 0 1 0 0,0 0 0 0 0,1 1-1 0 0,4 24 1 0 0,-3-40-45 0 0,0 0 1 0 0,0-1-1 0 0,1 1 0 0 0,-1 0 1 0 0,1-1-1 0 0,0 1 1 0 0,0-1-1 0 0,1 1 1 0 0,-1-1-1 0 0,1 0 1 0 0,0 0-1 0 0,0 0 0 0 0,0-1 1 0 0,1 1-1 0 0,0-1 1 0 0,4 4-1 0 0,-4-5-6 0 0,-1 0 0 0 0,1 0 0 0 0,0 0 0 0 0,-1-1 0 0 0,1 0 0 0 0,0 0 0 0 0,0 0 0 0 0,0 0 0 0 0,0 0 0 0 0,0-1 0 0 0,0 0 0 0 0,0 0 0 0 0,0 0 0 0 0,0 0 0 0 0,0-1 0 0 0,0 1 0 0 0,0-1 0 0 0,0 0 0 0 0,-1 0-1 0 0,8-3 1 0 0,-1-1-10 0 0,0 0 0 0 0,0 0 0 0 0,0-1 0 0 0,-1 0 0 0 0,0-1 0 0 0,0 0 0 0 0,0 0 0 0 0,14-17 0 0 0,0-5 304 0 0,27-43 0 0 0,-34 48 271 0 0,6-11 2339 0 0,-21 33-2722 0 0,2-4 43 0 0,-2 4-170 0 0,-1 3 357 0 0,-11 54 61 0 0,-23 143 64 0 0,25-72-544 0 0,-1 4-294 0 0,-1-45-3984 0 0,7-77 1914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42 1296 0 0,'-7'-3'2023'0'0,"0"1"1"0"0,0 0-1 0 0,0 0 1 0 0,0 0-1 0 0,-1 1 0 0 0,1 0 1 0 0,-12 1 2828 0 0,35 2-4822 0 0,0-1 1 0 0,0 0 0 0 0,-1-1-1 0 0,1-1 1 0 0,0 0-1 0 0,27-7 1 0 0,3 2-1183 0 0,-4-2-2296 0 0,-16 0-3416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42 492 0 0,'0'-16'8605'0'0,"-3"-9"1710"0"0,1 36-9156 0 0,-39 266 4358 0 0,26-209-6807 0 0,-4 0 0 0 0,-27 67 1 0 0,34-108-3147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32 289 1084 0 0,'23'-24'8104'0'0,"6"-8"2906"0"0,-28 30-10679 0 0,0 0 0 0 0,0 0-1 0 0,0 0 1 0 0,0 0 0 0 0,0 0 0 0 0,0 0-1 0 0,0-1 1 0 0,-1 1 0 0 0,1 0 0 0 0,-1 0 0 0 0,0-1-1 0 0,1 1 1 0 0,-1 0 0 0 0,0-1 0 0 0,-1-2-1 0 0,0-2-171 0 0,-1 0 1 0 0,0 1-1 0 0,0-1 0 0 0,-1 1 0 0 0,0-1 0 0 0,0 1 0 0 0,-6-8 0 0 0,-32-40 120 0 0,20 27-157 0 0,20 26-158 0 0,1 1 31 0 0,-1-1 0 0 0,1 1 0 0 0,-1-1 1 0 0,1 1-1 0 0,0 0 0 0 0,-1-1 0 0 0,1 1 0 0 0,0-1 1 0 0,0 1-1 0 0,-1-1 0 0 0,1 1 0 0 0,0-1 0 0 0,0 1 1 0 0,0-1-1 0 0,0 1 0 0 0,-1-1 0 0 0,1 0 1 0 0,0 1-1 0 0,0-1 0 0 0,0 0 0 0 0,15-3-18 0 0,0 1 1 0 0,0 1-1 0 0,-1 0 0 0 0,1 1 1 0 0,19 1-1 0 0,14-1-139 0 0,15-3 3 0 0,131-12-533 0 0,-176 11 1036 0 0,0 1 508 0 0,-15 8-502 0 0,-6 6-197 0 0,-32 73-218 0 0,3 2 1 0 0,5 0-1 0 0,-18 93 1 0 0,27-83-4879 0 0,4 1-4865 0 0,12-69-356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4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99 1156 0 0,'1'-2'1518'0'0,"77"-67"11146"0"0,-76 67-11920 0 0,2-1 744 0 0,-3 1-744 0 0,1 0 0 0 0,-1 1 0 0 0,1-1 0 0 0,-1 0 0 0 0,0 0 0 0 0,0 0 0 0 0,2-4-1 0 0,-5 6-732 0 0,0-1 0 0 0,1 0 0 0 0,-1 1 0 0 0,0-1 0 0 0,1 1 0 0 0,-1 0 0 0 0,0-1 0 0 0,0 1 0 0 0,1 0 0 0 0,-1 0 0 0 0,0 0 0 0 0,0 0 0 0 0,1 1 0 0 0,-1-1 0 0 0,0 0 0 0 0,0 1 0 0 0,1-1-1 0 0,-1 1 1 0 0,1 0 0 0 0,-4 1 0 0 0,-37 20 5 0 0,36-19-10 0 0,-5 4-17 0 0,0 0 1 0 0,0 0-1 0 0,1 1 0 0 0,0 1 1 0 0,0-1-1 0 0,1 2 0 0 0,1-1 1 0 0,-1 1-1 0 0,-6 12 0 0 0,14-21 11 0 0,0 1-1 0 0,0-1 1 0 0,0 1-1 0 0,0 0 0 0 0,0-1 1 0 0,1 1-1 0 0,-1-1 1 0 0,1 1-1 0 0,-1 0 1 0 0,1 0-1 0 0,0-1 1 0 0,0 1-1 0 0,-1 0 1 0 0,1 0-1 0 0,0-1 0 0 0,1 1 1 0 0,-1 0-1 0 0,0 0 1 0 0,0-1-1 0 0,1 1 1 0 0,-1 0-1 0 0,1-1 1 0 0,0 1-1 0 0,-1 0 0 0 0,1-1 1 0 0,0 1-1 0 0,0-1 1 0 0,0 1-1 0 0,0-1 1 0 0,0 0-1 0 0,0 1 1 0 0,0-1-1 0 0,1 0 1 0 0,-1 0-1 0 0,3 2 0 0 0,4 3 7 0 0,1-1-1 0 0,0 0 0 0 0,0-1 0 0 0,0 0 0 0 0,11 3 0 0 0,-1 0-17 0 0,132 65 54 0 0,-128-58-58 0 0,0 0 0 0 0,-1 2 0 0 0,-1 0 0 0 0,25 25 0 0 0,-40-35 65 0 0,0 1 1 0 0,0-1 0 0 0,0 1-1 0 0,-1 0 1 0 0,0 1-1 0 0,0-1 1 0 0,-1 1-1 0 0,0 0 1 0 0,0 0 0 0 0,2 11-1 0 0,-5-15 49 0 0,0 0 0 0 0,-1 0 0 0 0,1 1 0 0 0,-1-1 0 0 0,0 0 0 0 0,0 1 0 0 0,-1-1-1 0 0,1 0 1 0 0,-1 0 0 0 0,0 1 0 0 0,0-1 0 0 0,0 0 0 0 0,-1 0 0 0 0,1 0 0 0 0,-1 0 0 0 0,0 0 0 0 0,0-1-1 0 0,-1 1 1 0 0,1 0 0 0 0,-1-1 0 0 0,1 0 0 0 0,-1 1 0 0 0,-4 2 0 0 0,-2 2 93 0 0,-1-1 0 0 0,0 1 0 0 0,0-1 0 0 0,0-1 0 0 0,-1 0 0 0 0,0-1 0 0 0,-1 0 1 0 0,1 0-1 0 0,-1-1 0 0 0,0-1 0 0 0,0 0 0 0 0,-18 2 0 0 0,26-4-145 0 0,1-1 0 0 0,0 0 1 0 0,-1 0-1 0 0,1 0 0 0 0,0 0 0 0 0,-1 0 1 0 0,1-1-1 0 0,0 1 0 0 0,0-1 0 0 0,-1 0 1 0 0,1 0-1 0 0,0 0 0 0 0,0 0 0 0 0,0-1 1 0 0,0 1-1 0 0,-4-4 0 0 0,5 4-36 0 0,1 0 0 0 0,0-1 0 0 0,-1 1 0 0 0,1-1 0 0 0,0 1 0 0 0,0-1-1 0 0,0 0 1 0 0,0 0 0 0 0,0 1 0 0 0,0-1 0 0 0,0 0 0 0 0,0 0 0 0 0,1 0 0 0 0,-1 0 0 0 0,1 0 0 0 0,0 0-1 0 0,-1 0 1 0 0,1 0 0 0 0,0 0 0 0 0,0 0 0 0 0,0 0 0 0 0,0 0 0 0 0,1 0 0 0 0,-1 0 0 0 0,1 0 0 0 0,0-2-1 0 0,3-7 13 0 0,0-1 0 0 0,1 1 0 0 0,0 1 0 0 0,0-1 0 0 0,2 1 0 0 0,7-11 0 0 0,50-55 153 0 0,-42 52-159 0 0,30-33 30 0 0,32-37 23 0 0,-71 77-61 0 0,-1-1 1 0 0,0 0-1 0 0,16-35 1 0 0,-26 50-37 0 0,0-1 0 0 0,0 0 0 0 0,-1 0 0 0 0,0 0 1 0 0,0-1-1 0 0,0 1 0 0 0,0 0 0 0 0,-1 0 0 0 0,1-1 0 0 0,-1 1 0 0 0,0 0 1 0 0,-1 0-1 0 0,1-1 0 0 0,-1 1 0 0 0,0 0 0 0 0,0 0 0 0 0,0 0 0 0 0,0 0 1 0 0,-1 0-1 0 0,1 0 0 0 0,-1 0 0 0 0,0 0 0 0 0,0 0 0 0 0,-1 1 1 0 0,1-1-1 0 0,-1 1 0 0 0,0 0 0 0 0,0 0 0 0 0,0 0 0 0 0,0 0 0 0 0,0 0 1 0 0,-1 0-1 0 0,1 1 0 0 0,-1 0 0 0 0,0 0 0 0 0,0 0 0 0 0,1 0 0 0 0,-1 1 1 0 0,-1-1-1 0 0,1 1 0 0 0,0 0 0 0 0,0 0 0 0 0,-8 0 0 0 0,2-1-619 0 0,0 2 0 0 0,0-1 0 0 0,0 2 0 0 0,0-1 0 0 0,0 1-1 0 0,0 1 1 0 0,0 0 0 0 0,0 0 0 0 0,-10 4 0 0 0,4 0-3381 0 0,0 1 0 0 0,-20 12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0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96 0 0,'-12'9'4994'0'0,"-25"15"3393"0"0,12-4-1781 0 0,25-19-6497 0 0,-1-1 0 0 0,1 1 0 0 0,-1-1 0 0 0,1 0 0 0 0,0 1-1 0 0,-1-1 1 0 0,1 1 0 0 0,0 0 0 0 0,-1-1 0 0 0,1 1 0 0 0,0-1 0 0 0,0 1 0 0 0,0-1-1 0 0,-1 1 1 0 0,1 0 0 0 0,0-1 0 0 0,0 1 0 0 0,0 0 0 0 0,0-1 0 0 0,0 1 0 0 0,0-1-1 0 0,0 1 1 0 0,0 0 0 0 0,1-1 0 0 0,-1 2 0 0 0,1-2-75 0 0,0 1 1 0 0,0 0-1 0 0,0 0 1 0 0,0-1-1 0 0,0 1 1 0 0,0-1-1 0 0,0 1 1 0 0,1-1-1 0 0,-1 1 1 0 0,0-1-1 0 0,0 1 1 0 0,0-1-1 0 0,1 0 1 0 0,-1 0-1 0 0,0 0 1 0 0,0 0-1 0 0,3 0 1 0 0,186 0 734 0 0,-87-2-552 0 0,-62-3 30 0 0,-39 5-350 0 0,1-4-1166 0 0,-3 4 1190 0 0,1 0-1 0 0,-1 0 1 0 0,0 0-1 0 0,0 0 1 0 0,0 0-1 0 0,1 0 0 0 0,-1 0 1 0 0,2-3-1035 0 0,-2 3 1034 0 0,0 0 1 0 0,0-1-1 0 0,0 1 1 0 0,0 0-1 0 0,0 0 1 0 0,0-1-1 0 0,0 1 0 0 0,0 0 1 0 0,0 0-1 0 0,0-1 1 0 0,0 1-1 0 0,0 0 1 0 0,0 0-1 0 0,-1-1 1 0 0,-1-6-1087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84 2572 0 0,'4'-11'5694'0'0,"-3"7"-4823"0"0,1 0 0 0 0,0 0 0 0 0,0 0-1 0 0,0 0 1 0 0,0 0 0 0 0,1 0 0 0 0,0 0 0 0 0,-1 1-1 0 0,6-5 1 0 0,-4 5-766 0 0,0-1 0 0 0,0 1-1 0 0,0 1 1 0 0,1-1 0 0 0,-1 1-1 0 0,1-1 1 0 0,0 1 0 0 0,0 1-1 0 0,0-1 1 0 0,0 1 0 0 0,0 0-1 0 0,0 0 1 0 0,0 0 0 0 0,7 0-1 0 0,-5 1-84 0 0,0 0 0 0 0,0 0 0 0 0,1 1 0 0 0,-1 0 0 0 0,0 0 0 0 0,0 1-1 0 0,0 0 1 0 0,0 0 0 0 0,0 1 0 0 0,-1 0 0 0 0,1 0 0 0 0,-1 0 0 0 0,0 1 0 0 0,0 0-1 0 0,7 6 1 0 0,-9-8-3 0 0,-1 2 0 0 0,0-1 0 0 0,0 0 0 0 0,0 1 0 0 0,0-1 0 0 0,0 1-1 0 0,-1 0 1 0 0,0 0 0 0 0,0 0 0 0 0,0 0 0 0 0,0 0 0 0 0,0 1 0 0 0,-1-1-1 0 0,0 0 1 0 0,0 1 0 0 0,0-1 0 0 0,-1 1 0 0 0,1 0 0 0 0,-1-1 0 0 0,0 1 0 0 0,0-1-1 0 0,-1 1 1 0 0,0-1 0 0 0,1 1 0 0 0,-1-1 0 0 0,-2 6 0 0 0,-2 3 36 0 0,-1 1 1 0 0,0-1-1 0 0,0 0 1 0 0,-2-1-1 0 0,-12 18 1 0 0,-51 53 224 0 0,40-48-66 0 0,-5 5 1577 0 0,35-39-1656 0 0,-3 7 127 0 0,4-8-254 0 0,-1 1-1 0 0,1-1 1 0 0,0 0-1 0 0,0 0 1 0 0,-1 1-1 0 0,1-1 1 0 0,0 0-1 0 0,0 1 1 0 0,0-1-1 0 0,-1 1 0 0 0,1-1 1 0 0,0 0-1 0 0,0 1 1 0 0,0-1-1 0 0,0 0 1 0 0,0 1-1 0 0,0-1 1 0 0,0 1-1 0 0,0-1 0 0 0,0 0 1 0 0,0 1-1 0 0,0-1 1 0 0,0 1-1 0 0,0-1 1 0 0,0 0-1 0 0,0 1 1 0 0,1-1-1 0 0,-1 0 1 0 0,0 1-1 0 0,0-1 0 0 0,0 0 1 0 0,0 1-1 0 0,1-1 1 0 0,-1 0-1 0 0,0 1 1 0 0,0-1-1 0 0,1 0 1 0 0,-1 1-1 0 0,0-1 1 0 0,1 0-1 0 0,-1 0 0 0 0,0 0 1 0 0,1 1-1 0 0,-1-1 1 0 0,0 0-1 0 0,1 0 1 0 0,-1 0-1 0 0,0 0 1 0 0,1 1-1 0 0,21 15 5 0 0,-1 1-1 0 0,0 1 1 0 0,30 37-1 0 0,-42-45 66 0 0,0 1-1 0 0,-1 0 1 0 0,-1 0-1 0 0,0 1 1 0 0,0 0-1 0 0,-2 1 1 0 0,1-1-1 0 0,-1 1 1 0 0,4 21-1 0 0,-8-28 167 0 0,0 0 0 0 0,0 0 1 0 0,-1-1-1 0 0,0 1 0 0 0,0 0 0 0 0,-1 0 0 0 0,0 0 0 0 0,0-1 0 0 0,0 1 0 0 0,0 0 0 0 0,-1-1 0 0 0,0 0 0 0 0,0 1 0 0 0,-1-1 0 0 0,-3 7 0 0 0,1-6-30 0 0,0 1 0 0 0,0 0 0 0 0,-1-1 0 0 0,0 0 0 0 0,0 0 0 0 0,-1-1 0 0 0,1 0 0 0 0,-1 0 0 0 0,-13 6 0 0 0,5-3-96 0 0,0-1 1 0 0,0-1 0 0 0,-1-1 0 0 0,0 0-1 0 0,0-1 1 0 0,0-1 0 0 0,0-1 0 0 0,-1 0-1 0 0,1-1 1 0 0,-21-1 0 0 0,7-3-1696 0 0,0-1-1 0 0,-41-12 1 0 0,29 4-3898 0 0,-1-2-3880 0 0,23 7 732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4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59 2192 0 0,'40'-59'23809'0'0,"-39"63"-23711"0"0,1-1 0 0 0,-1 0 0 0 0,0 0 0 0 0,0 1 0 0 0,0-1 0 0 0,0 0-1 0 0,0 1 1 0 0,-1-1 0 0 0,0 1 0 0 0,1-1 0 0 0,-2 5 0 0 0,-2 43 978 0 0,3-44-925 0 0,-63 423 1611 0 0,54-388-2637 0 0,0-3-6138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83 2392 0 0,'1'-81'24296'0'0,"-1"79"-23840"0"0,-2 15 835 0 0,-44 293 89 0 0,20-151-8398 0 0,22-126 2654 0 0,3-10-1461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6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1006 121 1148 0 0,'-8'-21'2171'0'0,"5"11"-931"0"0,-1 0 1 0 0,0 0-1 0 0,-1 1 1 0 0,-20-38 12365 0 0,112 50-12185 0 0,50-1-882 0 0,-28-6-359 0 0,118-9 41 0 0,-217 12-208 0 0,-1 1 0 0 0,1 0-1 0 0,10 1 1 0 0,-14 0-14 0 0,0-1 0 0 0,0 1 1 0 0,0-1-1 0 0,0-1 0 0 0,0 1 0 0 0,6-3 1 0 0,-11 3 0 0 0,0 0 0 0 0,0 0 0 0 0,-1 0 0 0 0,1 0 0 0 0,0 0 0 0 0,0 1 0 0 0,-1-1 0 0 0,1 0 0 0 0,0 0 0 0 0,0 0 0 0 0,-1 1 0 0 0,1-1 0 0 0,0 0 0 0 0,-1 1 0 0 0,1-1 0 0 0,0 0 0 0 0,-1 1 1 0 0,1-1-1 0 0,-1 1 0 0 0,1-1 0 0 0,-1 1 0 0 0,1 0 0 0 0,-1-1 0 0 0,1 1 0 0 0,-1-1 0 0 0,1 2 0 0 0,9 19 19 0 0,-9-19-14 0 0,6 21 302 0 0,-2 0 0 0 0,0 0 0 0 0,-2 0 0 0 0,0 0 0 0 0,-2 1 0 0 0,-1 25 1 0 0,0-13-6 0 0,-24 838 3245 0 0,15-687-3494 0 0,-7 299 223 0 0,6 19 993 0 0,3-92-418 0 0,5 461-851 0 0,6-766 0 0 0,-4 1 0 0 0,-15 111 0 0 0,11-193 0 0 0,3-11 0 0 0,-1-1 0 0 0,-1 1 0 0 0,-7 20 0 0 0,8-31 0 0 0,0 0 0 0 0,0 0 0 0 0,-1 0 0 0 0,1 0 0 0 0,-1-1 0 0 0,0 1 0 0 0,-1-1 0 0 0,1 0 0 0 0,-1 0 0 0 0,0 0 0 0 0,0-1 0 0 0,0 1 0 0 0,-8 5 0 0 0,-2-2 0 0 0,0 0 0 0 0,-1-1 0 0 0,1 0 0 0 0,-1-1 0 0 0,-29 6 0 0 0,-81 7 0 0 0,101-15 0 0 0,-430 39-2514 0 0,139-16-537 0 0,188-14-258 0 0,-65 7-5591 0 0,30-2-3689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7:1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38 253 2268 0 0,'-26'-109'9950'0'0,"22"83"-8420"0"0,0 1 1 0 0,0-33 0 0 0,4 56-1645 0 0,0 1 0 0 0,0 0 0 0 0,0-1 0 0 0,0 1 0 0 0,0 0 0 0 0,1-1 1 0 0,-1 1-1 0 0,0 0 0 0 0,1-1 0 0 0,-1 1 0 0 0,0 0 0 0 0,1 0 0 0 0,0-1 1 0 0,-1 1-1 0 0,1 0 0 0 0,0 0 0 0 0,0 0 0 0 0,-1 0 0 0 0,1 0 0 0 0,0 0 1 0 0,2-2-1 0 0,7-3-4042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0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17 112 0 0,'10'-16'13289'0'0,"-10"33"-12540"0"0,0 0 0 0 0,-2-1 1 0 0,0 1-1 0 0,-7 29 0 0 0,-2 8 40 0 0,-66 317 1424 0 0,10-127-5400 0 0,67-244 3155 0 0,-10 30-2828 0 0,3-11-2473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71 197 1480 0 0,'27'-39'10364'0'0,"-21"49"-8431"0"0,-6-3-1569 0 0,0-1 0 0 0,0 0 1 0 0,0 0-1 0 0,-1 0 0 0 0,1 0 0 0 0,-1 0 0 0 0,-1 0 0 0 0,-1 6 0 0 0,-2 9 228 0 0,-51 339 2049 0 0,47-292-2427 0 0,7-53-148 0 0,-11 53 1202 0 0,13-66-846 0 0,-10-22-56 0 0,9-5-355 0 0,1 1 0 0 0,1-1 0 0 0,1 1 0 0 0,8-35 0 0 0,-8 51-23 0 0,9-55 32 0 0,3 0 1 0 0,3 1-1 0 0,3 1 0 0 0,2 0 1 0 0,42-81-1 0 0,-53 124-30 0 0,0-1-1 0 0,14-16 1 0 0,-21 29-3 0 0,1 1-1 0 0,0 0 1 0 0,1-1 0 0 0,-1 2 0 0 0,1-1 0 0 0,0 0 0 0 0,0 1 0 0 0,0 0 0 0 0,8-3 0 0 0,-11 6 10 0 0,-1 1 0 0 0,0-1-1 0 0,1 1 1 0 0,-1-1 0 0 0,0 1 0 0 0,1 0-1 0 0,-1 0 1 0 0,0 0 0 0 0,1 0 0 0 0,-1 1-1 0 0,1-1 1 0 0,-1 1 0 0 0,0-1 0 0 0,0 1-1 0 0,1 0 1 0 0,-1 0 0 0 0,0 0 0 0 0,0 0-1 0 0,0 0 1 0 0,0 0 0 0 0,0 0 0 0 0,0 1-1 0 0,0-1 1 0 0,3 4 0 0 0,1 2-5 0 0,1-1 0 0 0,-1 1 1 0 0,-1 0-1 0 0,9 15 0 0 0,-2 0-6 0 0,-1 0 0 0 0,-1 1 0 0 0,-2 0 0 0 0,7 26 0 0 0,17 100 204 0 0,-29-132-177 0 0,6 31-1016 0 0,2 52 0 0 0,-10-80-1539 0 0,-2 0 1 0 0,-4 37-1 0 0,1-39-1757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1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55 133 340 0 0,'-32'-10'9817'0'0,"20"6"-7066"0"0,12 4-2533 0 0,-1 0-1 0 0,0 0 1 0 0,1 0 0 0 0,-1 0-1 0 0,1-1 1 0 0,-1 1 0 0 0,0 0-1 0 0,1 0 1 0 0,-1-1 0 0 0,1 1 0 0 0,-3-2 870 0 0,2 0-870 0 0,10-3-48 0 0,0 1 0 0 0,0 0 1 0 0,0 1-1 0 0,1 0 0 0 0,18-4 1 0 0,-9 2-80 0 0,94-30-2577 0 0,-39 5-4005 0 0,-37 14 150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9 2056 0 0,'2'-8'12301'0'0,"-6"12"-11506"0"0,1 1-1 0 0,0 0 1 0 0,1 0 0 0 0,-1 0 0 0 0,1 1 0 0 0,0-1 0 0 0,-2 8 0 0 0,-9 45 2753 0 0,10-39-2732 0 0,-65 381 4518 0 0,7-36-7072 0 0,56-342 90 0 0,-2 11-1785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1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1160 0 0,'13'-27'12997'0'0,"-2"10"-8874"0"0,-6 9-2040 0 0,-2 6-1980 0 0,1 0 1 0 0,-1 1-1 0 0,1 0 1 0 0,0-1-1 0 0,0 1 1 0 0,0 1-1 0 0,-1-1 1 0 0,1 0 0 0 0,0 1-1 0 0,6 0 1 0 0,2-1 1 0 0,1-1-533 0 0,47-4-250 0 0,-39 6-2999 0 0,0 1-3815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1 668 0 0,'-78'64'19001'0'0,"77"-59"-17986"0"0,2 2 449 0 0,11-6-775 0 0,11-4-880 0 0,0-1 0 0 0,42-14 0 0 0,10-7-6582 0 0,-45 14 1820 0 0,0 0-3181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33 952 0 0,'-70'19'29532'0'0,"67"-16"-28985"0"0,10-1 151 0 0,11-2 313 0 0,-17 0-984 0 0,390-40-27 0 0,-373 38 0 0 0,-4 0 0 0 0,1-2 0 0 0,6-3 11 0 0,-20 5-159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81 2856 0 0,'9'-15'10176'0'0,"-2"3"-7543"0"0,-4 8-2047 0 0,1 0-1 0 0,-1 1 0 0 0,1-1 1 0 0,-1 1-1 0 0,1-1 0 0 0,0 1 1 0 0,0 1-1 0 0,0-1 0 0 0,9-4 1 0 0,-6 4-308 0 0,0 0 1 0 0,0 1-1 0 0,0 0 1 0 0,1 0-1 0 0,-1 1 1 0 0,11-1-1 0 0,-11 1-249 0 0,-1 1 0 0 0,0 0 1 0 0,0 0-1 0 0,0 0 0 0 0,0 1 0 0 0,0 0 0 0 0,0 0 1 0 0,0 1-1 0 0,0 0 0 0 0,0 0 0 0 0,0 0 0 0 0,-1 1 1 0 0,1-1-1 0 0,-1 1 0 0 0,0 1 0 0 0,1-1 0 0 0,7 9 1 0 0,-9-8-4 0 0,-2 0 1 0 0,1 0-1 0 0,0 1 1 0 0,-1 0-1 0 0,0-1 1 0 0,0 1 0 0 0,0 0-1 0 0,-1 0 1 0 0,0 0-1 0 0,0 0 1 0 0,0 0-1 0 0,0 0 1 0 0,-1 1 0 0 0,0-1-1 0 0,0 0 1 0 0,0 0-1 0 0,-1 0 1 0 0,1 0 0 0 0,-1 0-1 0 0,0 0 1 0 0,-3 7-1 0 0,-2 8 179 0 0,-1-1 0 0 0,-1 0 0 0 0,-21 35 0 0 0,-4-4 693 0 0,-1-1 0 0 0,-3-3 0 0 0,-50 49 0 0 0,-38 48 2173 0 0,110-126-2378 0 0,12-9-680 0 0,11-2-13 0 0,6-5 0 0 0,-1 0 0 0 0,0 0 0 0 0,0-1 0 0 0,0-1 0 0 0,0 0 0 0 0,0-1 0 0 0,14-4 0 0 0,11 0 0 0 0,-11 2 0 0 0,8-1 0 0 0,-1-1 0 0 0,41-12 0 0 0,-68 16-1250 0 0,1 0 0 0 0,-1-1 0 0 0,1 0 0 0 0,8-5 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166 188 1244 0 0,'1'-3'3026'0'0,"4"-53"19174"0"0,-9 57-22028 0 0,0 1-1 0 0,1-1 0 0 0,-1 1 0 0 0,0 0 0 0 0,1 0 0 0 0,-1 0 1 0 0,1 1-1 0 0,-1-1 0 0 0,1 1 0 0 0,0 0 0 0 0,0 0 0 0 0,1 0 1 0 0,-1 0-1 0 0,0 0 0 0 0,1 1 0 0 0,-2 3 0 0 0,-9 13 647 0 0,-14 31 0 0 0,14-23-527 0 0,1 1 1 0 0,1 0 0 0 0,2 0 0 0 0,1 1 0 0 0,-8 57 0 0 0,14-76-292 0 0,0 6 0 0 0,1 0 0 0 0,0 0 0 0 0,3 30 0 0 0,-2-43 0 0 0,1 0 0 0 0,-1 0 0 0 0,1 0 0 0 0,0-1 0 0 0,0 1 0 0 0,1 0 0 0 0,-1-1 0 0 0,1 1 0 0 0,0 0 0 0 0,0-1 0 0 0,0 0 0 0 0,0 0 0 0 0,0 1 0 0 0,1-1 0 0 0,0 0 0 0 0,-1-1 0 0 0,1 1 0 0 0,0 0 0 0 0,0-1 0 0 0,1 0 0 0 0,-1 0 0 0 0,4 2 0 0 0,0-1 0 0 0,0 0 0 0 0,0-1 0 0 0,0 0 0 0 0,0 0 0 0 0,0-1 0 0 0,1 0 0 0 0,-1 0 0 0 0,0-1 0 0 0,1 0 0 0 0,-1 0 0 0 0,11-3 0 0 0,-6 1 0 0 0,0-1 0 0 0,0 0 0 0 0,-1-1 0 0 0,1-1 0 0 0,-1 0 0 0 0,14-8 0 0 0,-2-2 0 0 0,-1 0 0 0 0,0-2 0 0 0,-2-1 0 0 0,0 0 0 0 0,26-32 0 0 0,-18 18 0 0 0,38-61 0 0 0,-58 81 0 0 0,-1 0 0 0 0,-1-1 0 0 0,0 0 0 0 0,0 0 0 0 0,-2-1 0 0 0,0 0 0 0 0,0 1 0 0 0,3-29 0 0 0,-7 35 1 0 0,0 0 0 0 0,0 0 0 0 0,-1 0 0 0 0,0 0 0 0 0,0 0 0 0 0,-1 1 0 0 0,0-1 0 0 0,0 0 0 0 0,0 1 0 0 0,-1-1 0 0 0,-5-9 0 0 0,2 7-4 0 0,0 0 1 0 0,0 0 0 0 0,-1 1-1 0 0,0 0 1 0 0,-1 1 0 0 0,1-1-1 0 0,-11-6 1 0 0,5 5-38 0 0,0 0-1 0 0,-1 1 1 0 0,1 0-1 0 0,-2 1 1 0 0,1 1-1 0 0,-1 1 1 0 0,0 0-1 0 0,0 0 1 0 0,0 2-1 0 0,-23-3 1 0 0,26 5-707 0 0,1 1 1 0 0,0 1-1 0 0,0 0 0 0 0,-1 0 1 0 0,1 1-1 0 0,0 1 0 0 0,0 0 0 0 0,-16 7 1 0 0,-3 3-5290 0 0,-46 28 0 0 0,29-11-5083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6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150 419 660 0 0,'0'-3'1702'0'0,"-2"-18"2514"0"0,0 0-1 0 0,-6-23 1 0 0,8 43-3642 0 0,0 1-496 0 0,0-1 0 0 0,0 1 0 0 0,0 0-1 0 0,0-1 1 0 0,0 1 0 0 0,0 0 0 0 0,0-1 0 0 0,0 1 0 0 0,-1 0 0 0 0,1-1 0 0 0,0 1 0 0 0,0 0 0 0 0,0-1 0 0 0,0 1 0 0 0,0 0 0 0 0,-1-1 0 0 0,1 1 0 0 0,0 0-1 0 0,0 0 1 0 0,-1-1 0 0 0,1 1 0 0 0,0 0 0 0 0,0 0 0 0 0,-1-1 0 0 0,1 1 0 0 0,-1 0 0 0 0,-1 7 25 0 0,-1 0 1 0 0,1 1-1 0 0,0-1 0 0 0,1 1 1 0 0,0 0-1 0 0,0-1 1 0 0,0 15-1 0 0,-2 16 419 0 0,-21 156 1156 0 0,-13 74-587 0 0,22-179-904 0 0,-12 79 1663 0 0,24-157 1089 0 0,-2-19-2359 0 0,-1-22-645 0 0,9-39 226 0 0,20-131 1 0 0,35-64-247 0 0,9 30-44 0 0,-47 180 7 0 0,2 1-1 0 0,35-61 0 0 0,22-20-417 0 0,-79 133 521 0 0,1 0 14 0 0,0 1 0 0 0,0 0 0 0 0,0 0 0 0 0,0 0 0 0 0,-1-1 0 0 0,1 1 0 0 0,0 0 0 0 0,0 0 0 0 0,0 0 0 0 0,0 0 0 0 0,0 0 0 0 0,-1 0-1 0 0,1 1 1 0 0,0-1 0 0 0,0 0 0 0 0,0 0 0 0 0,1 1 0 0 0,1 0 20 0 0,0 1-1 0 0,-1 0 0 0 0,0 1-1 0 0,0-1 1 0 0,0 1 0 0 0,0 0-1 0 0,0-1 1 0 0,-1 1 0 0 0,1 0-1 0 0,-1 0 1 0 0,2 5-1 0 0,9 28-4 0 0,-1 1-1 0 0,-2 0 1 0 0,-1 0 0 0 0,3 45-1 0 0,-1 155-18 0 0,-8-118-146 0 0,-2 100 144 0 0,-1-97 42 0 0,-3-54 207 0 0,4-67-189 0 0,0 3 242 0 0,-4 9-940 0 0,2-21-2431 0 0,1 1 1715 0 0,-4-17-9140 0 0,4 19 8676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6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68 1776 0 0,'-25'9'8602'0'0,"6"-3"-1182"0"0,-19 13 5946 0 0,36-18-13280 0 0,-1 1 0 0 0,0-1 0 0 0,0 0 0 0 0,0 0 0 0 0,1-1 0 0 0,-1 1 0 0 0,0-1 0 0 0,0 1 0 0 0,0-1 0 0 0,-4 0 0 0 0,6 0-139 0 0,26-8 58 0 0,44-8 0 0 0,-3 2 3 0 0,195-50-29 0 0,-259 63-11 0 0,23-6-2626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7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80 1492 0 0,'-15'-2'8454'0'0,"-22"2"2379"0"0,21 0-5937 0 0,28-1-4066 0 0,20-3-512 0 0,39-10 0 0 0,-26 4-221 0 0,88-20 76 0 0,-123 27-150 0 0,-6 1-20 0 0,24-3 23 0 0,0-4-1697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7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17 2176 0 0,'3'-17'19381'0'0,"-26"185"-11563"0"0,-21 142-5229 0 0,42-299-2550 0 0,-28 136 429 0 0,27-133-482 0 0,-2 5 29 0 0,-3-11-2749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1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846 35 348 0 0,'23'-17'18320'0'0,"-22"16"-17564"0"0,-2-5-83 0 0,0 4-459 0 0,-13-3 214 0 0,-17 3-378 0 0,-1 1 0 0 0,1 2 1 0 0,0 1-1 0 0,-1 1 0 0 0,1 2 1 0 0,0 1-1 0 0,-48 16 0 0 0,69-18-18 0 0,0 1-1 0 0,1 0 1 0 0,-1 0 0 0 0,1 1-1 0 0,0 0 1 0 0,0 1-1 0 0,1 0 1 0 0,0 0-1 0 0,0 1 1 0 0,1 0 0 0 0,0 0-1 0 0,0 1 1 0 0,1 0-1 0 0,-9 15 1 0 0,2 1 286 0 0,0 1-1 0 0,2 1 1 0 0,1 0-1 0 0,-8 38 1 0 0,4 6 483 0 0,4 0 1 0 0,-1 132-1 0 0,9-128-566 0 0,-14 260 441 0 0,-10 412 148 0 0,43 305-9 0 0,-11-852-717 0 0,-1 73-14 0 0,-40 362 0 0 0,-124 251-50 0 0,117-690-28 0 0,-27 339 0 0 0,68-528-17 0 0,-1 25-21 0 0,5 54-1 0 0,-3-78 40 0 0,1 0 0 0 0,0-1 1 0 0,1 1-1 0 0,0 0 0 0 0,0-1 1 0 0,1 1-1 0 0,-1-1 0 0 0,2 0 1 0 0,-1 0-1 0 0,1 0 0 0 0,0 0 1 0 0,8 9-1 0 0,-6-11 0 0 0,-1 0 0 0 0,1-1 0 0 0,0 0 0 0 0,0 0 1 0 0,1 0-1 0 0,-1-1 0 0 0,1 0 0 0 0,0 0 0 0 0,0-1 0 0 0,0 0 0 0 0,0 0 1 0 0,0 0-1 0 0,12 0 0 0 0,11 1 3 0 0,59-4 1 0 0,-66 0-12 0 0,75-4-782 0 0,-1-5 0 0 0,106-24 0 0 0,-120 15-2502 0 0,90-35 0 0 0,-142 42-1013 0 0,38-22-1 0 0,-22 9-4389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2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28 2028 0 0,'0'0'1791'0'0,"-16"2"4716"0"0,-4 8 2279 0 0,28-6-8240 0 0,36 1-132 0 0,0-1 0 0 0,79-4-1 0 0,-54-1-219 0 0,-67 1-172 0 0,1 0 0 0 0,1-1-100 0 0,-1 1-2 0 0,0 0 1 0 0,0-1-1 0 0,0 1 1 0 0,0-1-1 0 0,-1 1 1 0 0,1-1-1 0 0,4-2 1 0 0,-5 2-361 0 0,0 0 0 0 0,0 0 1 0 0,-1-1-1 0 0,1 1 0 0 0,-1 0 1 0 0,1-1-1 0 0,-1 1 1 0 0,1-1-1 0 0,-1 1 0 0 0,2-3 1 0 0,0-3-654 0 0,9-13-5749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41 218 1080 0 0,'38'-13'22865'0'0,"-37"13"-22796"0"0,-1 0 1 0 0,0 0-1 0 0,0 0 1 0 0,0 0-1 0 0,1 0 1 0 0,-1-1-1 0 0,0 1 1 0 0,0 0 0 0 0,0 0-1 0 0,1 0 1 0 0,-1-1-1 0 0,0 1 1 0 0,0 0-1 0 0,0 0 1 0 0,0 0-1 0 0,0-1 1 0 0,1 1-1 0 0,-1 0 1 0 0,0 0-1 0 0,0-1 1 0 0,0 1-1 0 0,0 0 1 0 0,0 0-1 0 0,0-1 1 0 0,0 1-1 0 0,0 0 1 0 0,0 0-1 0 0,0-1 1 0 0,0 1-1 0 0,0 0 1 0 0,0 0-1 0 0,0-1 1 0 0,0 1-1 0 0,0 0 1 0 0,-1 0-1 0 0,1-1 1 0 0,0 1 0 0 0,0 0-1 0 0,-9-14 733 0 0,-22-13-566 0 0,-3-1-98 0 0,33 26-154 0 0,0 2 14 0 0,1 0-1 0 0,0 0 1 0 0,0 0 0 0 0,-1 0-1 0 0,1 0 1 0 0,0 0 0 0 0,0 0-1 0 0,-1 0 1 0 0,1 0 0 0 0,0 0 0 0 0,0 0-1 0 0,-1-1 1 0 0,1 1 0 0 0,0 0-1 0 0,0 0 1 0 0,-1 0 0 0 0,1 0 0 0 0,0 0-1 0 0,0-1 1 0 0,0 1 0 0 0,-1 0-1 0 0,1 0 1 0 0,0 0 0 0 0,0-1-1 0 0,0 1 1 0 0,0 0 0 0 0,0 0 0 0 0,-1-1-1 0 0,1 1 1 0 0,0 0 0 0 0,0 0-1 0 0,0-1 1 0 0,0 1 0 0 0,0 0-1 0 0,0-1 1 0 0,0 1 0 0 0,0 0 0 0 0,0 0-1 0 0,0-1 1 0 0,0 1 0 0 0,0 0-1 0 0,0 0 1 0 0,0-1 0 0 0,0 1-1 0 0,0 0 1 0 0,1 0 0 0 0,-1-1 0 0 0,0 1-1 0 0,0 0 1 0 0,0 0 0 0 0,0-1-1 0 0,0 1 1 0 0,0 0 0 0 0,1 0-1 0 0,-1 0 1 0 0,0-1 0 0 0,0 1 0 0 0,0 0-1 0 0,1 0 1 0 0,-1 0 0 0 0,0-1-1 0 0,12-12-142 0 0,10 4-30 0 0,-1 1 1 0 0,2 1-1 0 0,25-5 1 0 0,-1 1-19 0 0,81-16-172 0 0,-24 6 118 0 0,-100 20 335 0 0,1 0 0 0 0,-1 0 0 0 0,1 0 1 0 0,-1 0-1 0 0,1 1 0 0 0,0 0 0 0 0,-1 0 0 0 0,1 0 0 0 0,7 1 0 0 0,-10-1-36 0 0,-3 4-49 0 0,-63 233-20 0 0,27-118 77 0 0,-5 69-1128 0 0,21-61-2574 0 0,-4 24-8218 0 0,16-110 3830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3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62 996 0 0,'4'-15'5743'0'0,"-4"13"-5270"0"0,1 0 0 0 0,-1 0-1 0 0,1-1 1 0 0,-1 1 0 0 0,0 0 0 0 0,0 0-1 0 0,0 0 1 0 0,0 0 0 0 0,0 0 0 0 0,-1 0-1 0 0,1 0 1 0 0,0 0 0 0 0,-2-3-1 0 0,1 3-358 0 0,0 1 0 0 0,1 0 0 0 0,-1 0-1 0 0,0 0 1 0 0,0 1 0 0 0,0-1-1 0 0,0 0 1 0 0,0 0 0 0 0,0 0-1 0 0,0 1 1 0 0,0-1 0 0 0,0 1-1 0 0,-1-1 1 0 0,1 1 0 0 0,0-1 0 0 0,0 1-1 0 0,0-1 1 0 0,-1 1 0 0 0,1 0-1 0 0,0 0 1 0 0,-1 0 0 0 0,1 0-1 0 0,0 0 1 0 0,0 0 0 0 0,-1 0-1 0 0,1 0 1 0 0,-2 1 0 0 0,-4 0-42 0 0,0 0 1 0 0,0 1-1 0 0,0 0 1 0 0,1 1-1 0 0,-1-1 1 0 0,1 1-1 0 0,-1 0 0 0 0,1 1 1 0 0,0 0-1 0 0,0 0 1 0 0,1 0-1 0 0,-1 0 1 0 0,1 1-1 0 0,0 0 1 0 0,0 0-1 0 0,0 1 1 0 0,1-1-1 0 0,0 1 0 0 0,-7 12 1 0 0,8-12-57 0 0,0 0-1 0 0,1-1 1 0 0,-1 1 0 0 0,1 1 0 0 0,0-1-1 0 0,1 0 1 0 0,-1 0 0 0 0,1 1-1 0 0,1-1 1 0 0,-1 0 0 0 0,1 1 0 0 0,0-1-1 0 0,0 1 1 0 0,1-1 0 0 0,0 0 0 0 0,0 1-1 0 0,1-1 1 0 0,-1 0 0 0 0,1 0-1 0 0,1 0 1 0 0,-1 0 0 0 0,6 9 0 0 0,6 4 192 0 0,1 0 1 0 0,1-2 0 0 0,1 0 0 0 0,0-1 0 0 0,37 27-1 0 0,19 17 569 0 0,-67-55-661 0 0,-1 0 0 0 0,1 0 0 0 0,-1 1 0 0 0,-1 0-1 0 0,1 0 1 0 0,-1 0 0 0 0,0 0 0 0 0,-1 1 0 0 0,1-1 0 0 0,2 10-1 0 0,-5-11-2 0 0,0-1-1 0 0,0 1 1 0 0,-1-1-1 0 0,1 1 1 0 0,-1 0-1 0 0,0-1 1 0 0,-1 1-1 0 0,1 0 1 0 0,-1-1-1 0 0,0 1 1 0 0,0-1-1 0 0,0 1 1 0 0,-1-1-1 0 0,1 1 1 0 0,-1-1-1 0 0,0 0 1 0 0,-4 6-1 0 0,-3 3 100 0 0,0 0-1 0 0,-1 0 1 0 0,-1-1-1 0 0,0 0 1 0 0,0-1-1 0 0,-1-1 1 0 0,-1 1-1 0 0,0-2 1 0 0,0 0-1 0 0,-1 0 1 0 0,0-2-1 0 0,-27 12 1 0 0,39-18-187 0 0,1 0-1 0 0,-1-1 1 0 0,0 1 0 0 0,0 0 0 0 0,1-1 0 0 0,-1 1 0 0 0,0-1 0 0 0,0 1-1 0 0,0-1 1 0 0,0 0 0 0 0,0 0 0 0 0,0 0 0 0 0,0 0 0 0 0,1 0 0 0 0,-1 0-1 0 0,0-1 1 0 0,0 1 0 0 0,0-1 0 0 0,0 1 0 0 0,1-1 0 0 0,-1 0 0 0 0,0 1-1 0 0,0-1 1 0 0,1 0 0 0 0,-1 0 0 0 0,1 0 0 0 0,-3-2 0 0 0,3 1-17 0 0,-1 0 0 0 0,1 0 0 0 0,0 0 0 0 0,0 0 0 0 0,0 0 0 0 0,0 0 0 0 0,0-1 0 0 0,0 1 0 0 0,1 0 0 0 0,-1 0 0 0 0,1-1 0 0 0,0 1 0 0 0,-1 0 0 0 0,1-1 0 0 0,0 1 0 0 0,0 0 0 0 0,1-1 0 0 0,-1 1 0 0 0,0 0 0 0 0,2-4 0 0 0,4-12 0 0 0,1 0-1 0 0,2 0 0 0 0,-1 0 0 0 0,2 1 0 0 0,0 1 0 0 0,15-19 0 0 0,-1 0-38 0 0,60-84-102 0 0,-36 53 109 0 0,48-89 0 0 0,-93 148 24 0 0,0 1 0 0 0,0-1-1 0 0,0 0 1 0 0,-1-1 0 0 0,1 1-1 0 0,-2 0 1 0 0,1-1-1 0 0,-1 1 1 0 0,-1-1 0 0 0,1-7-1 0 0,-1 12 1 0 0,0 0 0 0 0,-1 0 0 0 0,1 1 0 0 0,-1-1-1 0 0,0 0 1 0 0,0 1 0 0 0,0-1 0 0 0,0 0 0 0 0,0 1-1 0 0,0-1 1 0 0,-1 1 0 0 0,1 0 0 0 0,-1 0 0 0 0,1-1-1 0 0,-1 1 1 0 0,0 0 0 0 0,0 0 0 0 0,0 0 0 0 0,0 1-1 0 0,0-1 1 0 0,-1 0 0 0 0,1 1 0 0 0,0 0 0 0 0,-1-1-1 0 0,1 1 1 0 0,-1 0 0 0 0,0 0 0 0 0,1 0 0 0 0,-6 0-1 0 0,0-1-230 0 0,-1 1-1 0 0,1 0 0 0 0,-1 0 1 0 0,1 1-1 0 0,-1 0 0 0 0,1 1 1 0 0,-1-1-1 0 0,1 2 0 0 0,0-1 1 0 0,-1 1-1 0 0,1 1 0 0 0,0-1 0 0 0,0 1 1 0 0,0 1-1 0 0,-8 4 0 0 0,4 0-1107 0 0,0-1 0 0 0,0 1 0 0 0,-12 12-1 0 0,9-5-3161 0 0,-20 23-1 0 0,18-18-2149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4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81 1228 0 0,'18'-45'13603'0'0,"-5"9"-539"0"0,-16 87-12027 0 0,2 10-1110 0 0,-11 82 48 0 0,-15 132 335 0 0,23-234 589 0 0,4-39-355 0 0,-2 7 1688 0 0,0-5-3680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1 252 0 0,'29'12'19519'0'0,"-27"6"-17952"0"0,-1 0 1 0 0,-1 0-1 0 0,0 0 0 0 0,-4 21 0 0 0,-17 75 214 0 0,9-57-1239 0 0,-36 171 223 0 0,22-132-3168 0 0,23-84 400 0 0,-1 2-3373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8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46 1324 0 0,'-93'24'16175'0'0,"92"-24"-16113"0"0,1 0 0 0 0,0-1 0 0 0,0 1 0 0 0,0 0 0 0 0,-1 0 0 0 0,1 0 0 0 0,0 0 0 0 0,0 0 0 0 0,-1 0 0 0 0,1 0 0 0 0,0 0 0 0 0,0 0 0 0 0,-1 0 0 0 0,1 0 0 0 0,0 0 0 0 0,0 0 0 0 0,0 0 0 0 0,-1 0 0 0 0,1 1 0 0 0,0-1 0 0 0,0 0 0 0 0,-1 0 0 0 0,1 0 0 0 0,0 0 0 0 0,0 0-1 0 0,0 0 1 0 0,0 1 0 0 0,-1-1 0 0 0,1 0 0 0 0,0 0 0 0 0,0 0 0 0 0,0 0 0 0 0,0 1 0 0 0,-1-1 0 0 0,1 0 0 0 0,0 0 0 0 0,0 0 0 0 0,0 1 0 0 0,0-1 0 0 0,0 1 0 0 0,1-1 5 0 0,0 1 0 0 0,0-1 0 0 0,-1 0-1 0 0,1 1 1 0 0,0-1 0 0 0,0 0 0 0 0,0 0-1 0 0,0 1 1 0 0,0-1 0 0 0,0 0 0 0 0,0 0 0 0 0,0 0-1 0 0,0 0 1 0 0,0 0 0 0 0,2-1 0 0 0,253-36 994 0 0,-183 24-954 0 0,2-1-754 0 0,-26 3-6159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8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2972 0 0,'8'-8'3888'0'0,"-1"-1"-1"0"0,0-1 1 0 0,8-12 917 0 0,-9 18-3169 0 0,0-2 53 0 0,-6 6-1671 0 0,1 0 0 0 0,-1 1 0 0 0,0-1 0 0 0,0 0 1 0 0,1 0-1 0 0,-1 0 0 0 0,0 1 0 0 0,0-1 0 0 0,1 0 1 0 0,-1 0-1 0 0,0 0 0 0 0,0 1 0 0 0,0-1 0 0 0,0 0 1 0 0,0 1-1 0 0,1-1 0 0 0,-1 0 0 0 0,0 0 0 0 0,0 1 1 0 0,0-1-1 0 0,0 0 0 0 0,0 1 0 0 0,0-1 0 0 0,0 0 1 0 0,0 1-1 0 0,0-1 0 0 0,0 0 0 0 0,0 1 0 0 0,0-1 1 0 0,0 0-1 0 0,0 0 0 0 0,0 1 0 0 0,-1-1 0 0 0,-3 73 700 0 0,-1 16-478 0 0,5-78-220 0 0,1 0-1 0 0,0 0 1 0 0,1 0 0 0 0,0 1-1 0 0,5 15 1 0 0,-6-24-16 0 0,0-1 1 0 0,0 1-1 0 0,0-1 1 0 0,0 1-1 0 0,0-1 1 0 0,1 0-1 0 0,-1 0 1 0 0,1 0-1 0 0,0 1 1 0 0,-1-2-1 0 0,1 1 1 0 0,0 0-1 0 0,0 0 1 0 0,0-1-1 0 0,1 1 1 0 0,-1-1-1 0 0,0 1 1 0 0,5 1-1 0 0,-3-2-3 0 0,-1 0 0 0 0,1 0 0 0 0,0-1 0 0 0,0 1 0 0 0,0-1 0 0 0,-1 0 0 0 0,1 0 0 0 0,0 0 0 0 0,0-1 0 0 0,0 1 0 0 0,6-3 0 0 0,1 0-4 0 0,0-1 0 0 0,-1-1 0 0 0,0 0 1 0 0,0 0-1 0 0,0-1 0 0 0,-1 0 0 0 0,1-1 0 0 0,8-7 0 0 0,9-14 207 0 0,-1-2-1 0 0,-2 0 1 0 0,-1-1-1 0 0,28-50 1 0 0,-49 78-62 0 0,-1 0-1 0 0,1 0 1 0 0,1 0 0 0 0,-1 0 0 0 0,0 1 0 0 0,1-1 0 0 0,4-3-1 0 0,-6 5 77 0 0,-1 4 66 0 0,-2 23 315 0 0,-1 1-1 0 0,-2-1 0 0 0,0 1 0 0 0,-11 28 0 0 0,-2 12-241 0 0,-4 24-318 0 0,-44 198-1165 0 0,49-191-3175 0 0,4-1-3733 0 0,11-68 2189 0 0,1-1-3016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5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59 652 0 0,'-2'1'2211'0'0,"-62"24"18546"0"0,98-28-20246 0 0,0-1 0 0 0,-1-2-1 0 0,48-13 1 0 0,4-1-336 0 0,-75 18-144 0 0,77-16-4187 0 0,-37 6-8178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86 572 0 0,'1'-23'10566'0'0,"4"2"-2870"0"0,1 8-5593 0 0,-2 9-1955 0 0,1 1-1 0 0,0 0 1 0 0,0 0 0 0 0,0 1 0 0 0,0-1 0 0 0,0 1 0 0 0,1 0 0 0 0,-1 0 0 0 0,1 1 0 0 0,-1 0 0 0 0,1 0 0 0 0,10-1 0 0 0,-12 2-136 0 0,0 0 1 0 0,-1 0 0 0 0,1 1-1 0 0,0-1 1 0 0,-1 1 0 0 0,1-1-1 0 0,-1 1 1 0 0,1 0 0 0 0,-1 1-1 0 0,1-1 1 0 0,-1 1 0 0 0,0-1-1 0 0,1 1 1 0 0,-1 0-1 0 0,0 0 1 0 0,0 0 0 0 0,0 1-1 0 0,-1-1 1 0 0,1 1 0 0 0,-1-1-1 0 0,1 1 1 0 0,2 5 0 0 0,-2-2-1 0 0,0-1 1 0 0,0 1-1 0 0,-1 0 1 0 0,0 0-1 0 0,0 0 1 0 0,0 0-1 0 0,-1 0 1 0 0,0 1-1 0 0,-1-1 1 0 0,1 0-1 0 0,-1 1 1 0 0,0-1-1 0 0,0 0 1 0 0,-1 1-1 0 0,0-1 1 0 0,-3 11-1 0 0,-3 6 9 0 0,-2 0-1 0 0,0-1 0 0 0,-13 24 0 0 0,-1 3 3 0 0,21-45 1 0 0,-2 8-39 0 0,4-12 14 0 0,0 0 0 0 0,0 1 0 0 0,1-1 0 0 0,-1 0 0 0 0,0 1 0 0 0,0-1 0 0 0,0 0 0 0 0,1 0 0 0 0,-1 1 0 0 0,0-1 0 0 0,1 0 0 0 0,-1 0-1 0 0,0 1 1 0 0,0-1 0 0 0,1 0 0 0 0,-1 0 0 0 0,0 0 0 0 0,1 1 0 0 0,-1-1 0 0 0,0 0 0 0 0,1 0 0 0 0,-1 0 0 0 0,1 0 0 0 0,-1 0 0 0 0,1 0 0 0 0,1 1-39 0 0,17 3-16 0 0,-6-1 41 0 0,-1 2 0 0 0,-1-1 0 0 0,1 1-1 0 0,0 1 1 0 0,-1 0 0 0 0,0 1 0 0 0,-1 0 0 0 0,18 15 0 0 0,-14-9 87 0 0,0 0-1 0 0,-1 1 1 0 0,0 1-1 0 0,-1 0 1 0 0,13 22-1 0 0,-23-32 105 0 0,1 0 0 0 0,-1 0 0 0 0,0 0 0 0 0,0 0 0 0 0,-1 0-1 0 0,0 0 1 0 0,0 1 0 0 0,0-1 0 0 0,0 1 0 0 0,-1-1 0 0 0,0 1 0 0 0,0-1 0 0 0,-1 0-1 0 0,1 1 1 0 0,-1-1 0 0 0,0 1 0 0 0,-1-1 0 0 0,1 0 0 0 0,-1 0 0 0 0,0 0-1 0 0,0 0 1 0 0,-1 0 0 0 0,0 0 0 0 0,1-1 0 0 0,-7 8 0 0 0,-1 1 88 0 0,-1 0 1 0 0,0-1-1 0 0,-1 0 0 0 0,-1-1 1 0 0,0 0-1 0 0,0-1 1 0 0,-16 9-1 0 0,17-12-158 0 0,0 0-1 0 0,0-2 1 0 0,-1 1 0 0 0,0-2-1 0 0,0 1 1 0 0,-17 2 0 0 0,22-6-466 0 0,1 1 1 0 0,-1-2-1 0 0,0 1 1 0 0,1-1-1 0 0,-1 0 0 0 0,0 0 1 0 0,1-1-1 0 0,-1 0 1 0 0,1-1-1 0 0,-1 1 1 0 0,1-1-1 0 0,-12-5 1 0 0,-6-10-4388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2732 0 0,'-30'25'10029'0'0,"29"-24"-9913"0"0,1-1 0 0 0,-1 0 1 0 0,1 0-1 0 0,-1 1 1 0 0,1-1-1 0 0,-1 0 1 0 0,1 0-1 0 0,0 1 1 0 0,-1-1-1 0 0,1 0 1 0 0,-1 1-1 0 0,1-1 1 0 0,0 1-1 0 0,-1-1 1 0 0,1 0-1 0 0,0 1 1 0 0,0-1-1 0 0,-1 1 1 0 0,1-1-1 0 0,0 1 1 0 0,0-1-1 0 0,0 1 1 0 0,-1-1-1 0 0,1 1 1 0 0,0-1-1 0 0,0 1 1 0 0,0-1-1 0 0,0 1 1 0 0,0-1-1 0 0,0 1 1 0 0,0-1-1 0 0,0 1 1 0 0,0-1-1 0 0,1 1 0 0 0,-1-1 1 0 0,0 1-1 0 0,0-1 1 0 0,0 1-1 0 0,0-1 1 0 0,1 1-1 0 0,-1-1 1 0 0,0 1-1 0 0,1-1 1 0 0,-1 1-1 0 0,0-1 1 0 0,1 0-1 0 0,-1 1 1 0 0,0-1-1 0 0,1 0 1 0 0,-1 1-1 0 0,1-1 1 0 0,-1 0-1 0 0,1 1 1 0 0,-1-1-1 0 0,0 0 1 0 0,1 0-1 0 0,-1 0 1 0 0,1 1-1 0 0,12 3 322 0 0,-1 0 1 0 0,1 0-1 0 0,0-1 1 0 0,0-1-1 0 0,0 0 0 0 0,20 0 1 0 0,86-5 23 0 0,-82 0-237 0 0,208-10-893 0 0,-214 7-2489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24 2796 0 0,'24'-23'15822'0'0,"-23"23"-15622"0"0,-1 0 0 0 0,1 1 1 0 0,0-1-1 0 0,0 1 0 0 0,-1 0 0 0 0,1-1 1 0 0,0 1-1 0 0,-1 0 0 0 0,1-1 0 0 0,-1 1 1 0 0,1 0-1 0 0,0 0 0 0 0,-1-1 0 0 0,0 1 1 0 0,1 1-1 0 0,1 28 1828 0 0,-2 0 0 0 0,-1 0 0 0 0,-5 30 0 0 0,-21 92-528 0 0,19-114-1140 0 0,-32 144-341 0 0,20-105-7106 0 0,19-75 6512 0 0,-1 8-2833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1 257 912 0 0,'4'-10'3142'0'0,"1"0"0"0"0,-1 0 0 0 0,-1 0 0 0 0,0-1 0 0 0,0 1 1 0 0,1-20-1 0 0,-3 21-1687 0 0,-1 0 0 0 0,0 0 0 0 0,-1 1 1 0 0,-3-18-1 0 0,-1 10-422 0 0,-3-18 518 0 0,7 24-1551 0 0,5 1 0 0 0,8 4 0 0 0,117-4-209 0 0,-26 3 46 0 0,29-9 220 0 0,-129 15 200 0 0,1 0-208 0 0,11 0-40 0 0,-15 0-9 0 0,1 0 0 0 0,-1 0 0 0 0,1-1 0 0 0,-1 1 0 0 0,1 0 0 0 0,-1 0 0 0 0,0 0 0 0 0,1 0 0 0 0,-1 0 0 0 0,1 0 0 0 0,-1 1 0 0 0,1-1 0 0 0,-1 0 0 0 0,0 0 0 0 0,1 0 0 0 0,-1 0 0 0 0,1 0 0 0 0,-1 1 0 0 0,0-1 0 0 0,1 0 0 0 0,-1 0 0 0 0,0 1 0 0 0,1-1 0 0 0,-1 0 0 0 0,0 1 0 0 0,1-1 0 0 0,-1 0 0 0 0,0 1 0 0 0,0-1 0 0 0,1 0 0 0 0,-1 1 0 0 0,0-1 0 0 0,0 0 0 0 0,0 1 0 0 0,1-1 0 0 0,-1 1 0 0 0,0-1 0 0 0,0 1 0 0 0,0-1 0 0 0,0 0 0 0 0,0 1 0 0 0,0-1 0 0 0,0 1 0 0 0,0-1 0 0 0,0 1 0 0 0,0-1 0 0 0,0 0 0 0 0,0 1 0 0 0,0-1 0 0 0,0 1 0 0 0,-1-1 0 0 0,1 1 0 0 0,-1 9 0 0 0,-1 0 0 0 0,0 0 0 0 0,0-1 0 0 0,-1 1 0 0 0,-1-1 0 0 0,-7 16 0 0 0,-2 8 0 0 0,-28 82 0 0 0,-60 182 0 0 0,61-157-3317 0 0,-30 191-13677 0 0,63-287 6942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170 116 908 0 0,'23'-38'7159'0'0,"-15"27"-4607"0"0,-2 0 0 0 0,8-16 0 0 0,-1 5 2290 0 0,-10 16-2729 0 0,-13 14-1267 0 0,-17 19-367 0 0,1 1 1 0 0,1 1-1 0 0,2 1 0 0 0,1 1 1 0 0,1 1-1 0 0,2 1 0 0 0,-20 47 1 0 0,35-71-431 0 0,0-1 1 0 0,1 1-1 0 0,1 0 1 0 0,-1 0 0 0 0,1 0-1 0 0,1 0 1 0 0,-1 14 0 0 0,2-18-13 0 0,0 0 0 0 0,0-1 0 0 0,1 1 0 0 0,-1-1 0 0 0,1 1 1 0 0,1-1-1 0 0,-1 0 0 0 0,0 1 0 0 0,1-1 0 0 0,0 0 0 0 0,0 0 1 0 0,0 0-1 0 0,1 0 0 0 0,-1 0 0 0 0,1-1 0 0 0,0 1 0 0 0,5 4 1 0 0,11 7 166 0 0,1-1 1 0 0,0-1-1 0 0,0-1 1 0 0,2-1-1 0 0,-1-1 1 0 0,30 10-1 0 0,35 17 220 0 0,-84-36-414 0 0,11 5 106 0 0,-2 0 0 0 0,1 1 0 0 0,-1 1 0 0 0,12 9 0 0 0,-21-16-52 0 0,0 1 0 0 0,0 0 0 0 0,0 0 0 0 0,0-1-1 0 0,0 1 1 0 0,-1 0 0 0 0,1 1 0 0 0,-1-1 0 0 0,1 0 0 0 0,-1 0 0 0 0,0 1-1 0 0,0-1 1 0 0,0 0 0 0 0,0 1 0 0 0,0-1 0 0 0,-1 1 0 0 0,1 0-1 0 0,-1-1 1 0 0,0 1 0 0 0,0-1 0 0 0,0 1 0 0 0,0 0 0 0 0,0-1-1 0 0,0 1 1 0 0,0-1 0 0 0,-1 1 0 0 0,0-1 0 0 0,-1 5 0 0 0,-1 0-61 0 0,-1-1 0 0 0,-1 1 1 0 0,1-1-1 0 0,-1 0 0 0 0,0 0 1 0 0,0 0-1 0 0,0-1 0 0 0,-1 0 1 0 0,0 0-1 0 0,0 0 0 0 0,-1-1 1 0 0,1 0-1 0 0,-1 0 0 0 0,0 0 1 0 0,0-1-1 0 0,-10 3 0 0 0,-1 0-5 0 0,-1 0 1 0 0,0-1-1 0 0,-1-2 0 0 0,1 0 0 0 0,-26 1 0 0 0,35-4 2 0 0,0 0 0 0 0,0 0 0 0 0,0-1 0 0 0,0 0 0 0 0,0-1 0 0 0,1 0 0 0 0,-1-1 0 0 0,-12-4 0 0 0,19 5 0 0 0,0 1 0 0 0,1 0 0 0 0,-1 0 0 0 0,1-1 0 0 0,-1 0 0 0 0,1 1 0 0 0,0-1 0 0 0,0 0 0 0 0,0 0 0 0 0,0 0 0 0 0,0 0 0 0 0,0-1 0 0 0,1 1 0 0 0,-1-1 0 0 0,1 1 0 0 0,-1-1 0 0 0,1 1 0 0 0,0-1 0 0 0,0 1 0 0 0,0-1 0 0 0,0 0 0 0 0,1 0 0 0 0,-1 0 0 0 0,1 1 0 0 0,-1-1 0 0 0,1 0 0 0 0,0 0 0 0 0,0 0 0 0 0,1 0 0 0 0,-1 0 0 0 0,0 1 0 0 0,2-6 0 0 0,1-1 0 0 0,0 0 0 0 0,1 0 0 0 0,0 0 0 0 0,0 1 0 0 0,0-1 0 0 0,8-8 0 0 0,37-46 0 0 0,-37 49 0 0 0,119-126 0 0 0,-7 9 0 0 0,-103 107 0 0 0,-2-2 0 0 0,-1 0 0 0 0,24-45 0 0 0,-41 69-13 0 0,1-1 1 0 0,-1 1-1 0 0,0-1 0 0 0,0 0 0 0 0,0 1 1 0 0,0-1-1 0 0,0 0 0 0 0,-1 0 0 0 0,0 0 1 0 0,1 0-1 0 0,-1 1 0 0 0,0-1 0 0 0,0 0 1 0 0,0 0-1 0 0,-1 0 0 0 0,1 0 0 0 0,-1 0 1 0 0,0 1-1 0 0,1-1 0 0 0,-1 0 0 0 0,0 1 1 0 0,-2-4-1 0 0,1 4-22 0 0,0 0 0 0 0,0 0 0 0 0,0 0 0 0 0,0 0 0 0 0,0 1 0 0 0,0-1 0 0 0,0 0 0 0 0,-1 1 0 0 0,1 0 1 0 0,-1-1-1 0 0,1 1 0 0 0,-1 0 0 0 0,1 1 0 0 0,-1-1 0 0 0,1 0 0 0 0,-1 1 0 0 0,0-1 0 0 0,0 1 0 0 0,1 0 0 0 0,-1 0 0 0 0,0 0 0 0 0,0 0 0 0 0,-4 1 1 0 0,-7 1-1235 0 0,0 1 0 0 0,1 1 0 0 0,-1 0 0 0 0,1 1 1 0 0,0 0-1 0 0,0 1 0 0 0,0 0 0 0 0,-20 15 0 0 0,-19 18-8086 0 0,31-19 898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74 1748 0 0,'4'-14'6380'0'0,"7"-36"9025"0"0,-7 41-12906 0 0,-2 14-2309 0 0,-1 0-1 0 0,0 0 0 0 0,0 1 0 0 0,-1-1 0 0 0,1 0 1 0 0,-1 1-1 0 0,0-1 0 0 0,-2 6 0 0 0,-7 48 376 0 0,6-45-434 0 0,-20 82 248 0 0,-2 5-1791 0 0,22-84-160 0 0,1 0 0 0 0,0 18 1 0 0,5-18-383 0 0,-3-16 1473 0 0,1 0 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83 372 0 0,'55'-82'16808'0'0,"-55"82"-16750"0"0,0 0 0 0 0,0 0 0 0 0,0 0 0 0 0,1 0 0 0 0,-1-1 1 0 0,0 1-1 0 0,0 0 0 0 0,1 0 0 0 0,-1 0 0 0 0,0 0 1 0 0,0 0-1 0 0,1 0 0 0 0,-1 0 0 0 0,0 0 0 0 0,0 0 0 0 0,1 0 1 0 0,-1 0-1 0 0,0 0 0 0 0,0 0 0 0 0,1 0 0 0 0,-1 1 1 0 0,0-1-1 0 0,0 0 0 0 0,1 0 0 0 0,-1 0 0 0 0,0 0 0 0 0,0 0 1 0 0,0 0-1 0 0,1 1 0 0 0,-1-1 0 0 0,0 0 0 0 0,0 0 1 0 0,0 0-1 0 0,0 1 0 0 0,1-1 0 0 0,-1 0 0 0 0,0 0 0 0 0,0 0 1 0 0,0 1-1 0 0,0-1 0 0 0,0 0 0 0 0,0 0 0 0 0,0 1 0 0 0,0-1 1 0 0,0 0-1 0 0,1 0 0 0 0,-1 1 0 0 0,0-1 0 0 0,0 0 1 0 0,0 0-1 0 0,0 1 0 0 0,-1-1 0 0 0,1 0 0 0 0,3 15 1450 0 0,-3-14-1454 0 0,-2 19 880 0 0,0 1 0 0 0,-2-1 0 0 0,-1 0 0 0 0,0 0 0 0 0,-16 36 0 0 0,13-33-658 0 0,-39 120 290 0 0,22-48-7933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1168 93 820 0 0,'-35'-32'21220'0'0,"37"31"-21079"0"0,0 0 0 0 0,1 0 0 0 0,-1 0 0 0 0,1 0 0 0 0,-1 0 0 0 0,1 1 0 0 0,-1-1 0 0 0,1 1 0 0 0,4-1 0 0 0,-1 1-93 0 0,279-33 1137 0 0,-138 18-1036 0 0,-131 13-146 0 0,-6 1-11 0 0,-1 0-1 0 0,1 1 1 0 0,19 1 0 0 0,-27-1 11 0 0,0 0 1 0 0,0 1 0 0 0,0 0-1 0 0,0-1 1 0 0,0 1 0 0 0,0 0-1 0 0,-1 0 1 0 0,1 0 0 0 0,0 0-1 0 0,-1 0 1 0 0,1 1-1 0 0,-1-1 1 0 0,1 0 0 0 0,-1 1-1 0 0,1-1 1 0 0,-1 1 0 0 0,0-1-1 0 0,0 1 1 0 0,0 0 0 0 0,0 0-1 0 0,0-1 1 0 0,0 1 0 0 0,0 0-1 0 0,-1 0 1 0 0,2 3 0 0 0,0 4 12 0 0,0 1 0 0 0,0-1-1 0 0,0 17 1 0 0,-1-24-12 0 0,-2 28 31 0 0,-1 0 0 0 0,-1 1 0 0 0,-1-1 0 0 0,-2-1 0 0 0,-11 36 0 0 0,10-38-5 0 0,-108 471 1018 0 0,43 8 1551 0 0,42-41-1579 0 0,-1 3-642 0 0,-18 457 1013 0 0,6-99-545 0 0,-21-294-693 0 0,47-448-127 0 0,-4-1-1 0 0,-3-1 1 0 0,-4 0-1 0 0,-46 94 1 0 0,41-113-26 0 0,-3-2 0 0 0,-2-2 0 0 0,-91 108 0 0 0,120-157 0 0 0,1-1 0 0 0,-2 0 0 0 0,1 0 0 0 0,-1-1 0 0 0,0 0 0 0 0,-1-1 0 0 0,0 0 0 0 0,0 0 0 0 0,-1-1 0 0 0,0-1 0 0 0,0 0 0 0 0,0-1 0 0 0,0 0 0 0 0,-1-1 0 0 0,-17 3 0 0 0,-1-5-629 0 0,0-1 0 0 0,0-2 0 0 0,-44-7 0 0 0,-92-26-3674 0 0,114 22 3329 0 0,-59-12-3772 0 0,34 8-1345 0 0,-29-5-5642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36 1272 0 0,'-11'1'2442'0'0,"1"1"-1"0"0,0 0 0 0 0,-12 5 1024 0 0,19-6-2469 0 0,-31 10 6924 0 0,50-8-7668 0 0,162-35-1480 0 0,-117 19-2635 0 0,-1-1-3986 0 0,-40 10 1964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8:4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149 130 2636 0 0,'-144'93'18461'0'0,"143"-92"-18005"0"0,0 0-424 0 0,1-1 1 0 0,0 0 0 0 0,0 0 0 0 0,0 0 0 0 0,-1 0 0 0 0,1 1-1 0 0,0-1 1 0 0,0 0 0 0 0,0 0 0 0 0,0 0 0 0 0,-1 1 0 0 0,1-1 0 0 0,0 0-1 0 0,0 0 1 0 0,0 0 0 0 0,0 1 0 0 0,0-1 0 0 0,0 0 0 0 0,0 0-1 0 0,0 1 1 0 0,0-1 0 0 0,0 0 0 0 0,0 0 0 0 0,0 1 0 0 0,0-1-1 0 0,0 0 1 0 0,0 0 0 0 0,0 0 0 0 0,0 1 0 0 0,0-1 0 0 0,0 0-1 0 0,0 0 1 0 0,0 1 0 0 0,0-1 0 0 0,0 0 0 0 0,1 0 0 0 0,-1 0-1 0 0,0 1 1 0 0,0-1 0 0 0,0 0 0 0 0,0 0 0 0 0,0 0 0 0 0,1 1-1 0 0,-1-1 1 0 0,0 0 0 0 0,0 0 0 0 0,0 0 0 0 0,1 0 0 0 0,-1 0-1 0 0,0 0 1 0 0,1 1 0 0 0,20-2 202 0 0,0-1 0 0 0,0-1 0 0 0,40-11 0 0 0,65-27-863 0 0,-84 27 33 0 0,105-41-3478 0 0,-7-13-5110 0 0,-78 32 1866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6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53 2080 0 0,'-42'29'13591'0'0,"25"-14"-9255"0"0,18-14-4279 0 0,0 0 1 0 0,0 0-1 0 0,1-1 0 0 0,-1 1 1 0 0,0 0-1 0 0,0-1 0 0 0,0 1 0 0 0,1 0 1 0 0,-1-1-1 0 0,0 0 0 0 0,1 1 0 0 0,-1-1 1 0 0,0 0-1 0 0,1 0 0 0 0,-1 0 0 0 0,0 0 1 0 0,1 0-1 0 0,-1 0 0 0 0,1 0 1 0 0,-1 0-1 0 0,0 0 0 0 0,1-1 0 0 0,-1 1 1 0 0,2-1-1 0 0,39-9 317 0 0,112-49 117 0 0,-92 33-336 0 0,-61 26-201 0 0,0-1-48 0 0,-1 1 0 0 0,0 0 0 0 0,1 0 0 0 0,-1 0 0 0 0,1 0 0 0 0,-1 0 0 0 0,1 0 0 0 0,-1-1 0 0 0,1 1 0 0 0,-1 0 1 0 0,1 0-1 0 0,-1-1 0 0 0,0 1 0 0 0,1 0 0 0 0,-1-1 0 0 0,1 1 0 0 0,-1 0 0 0 0,0-1 0 0 0,1 1 0 0 0,-1-1 0 0 0,0 1 0 0 0,1-1 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39 2648 0 0,'0'-14'6568'0'0,"-4"-11"2634"0"0,9 43-4539 0 0,0 28-3025 0 0,-1 1 0 0 0,-5 82-1 0 0,-23 94-604 0 0,18-177-1147 0 0,-8 50 590 0 0,11-81-1629 0 0,-1 0-1 0 0,-6 15 0 0 0,0-11-4034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0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157 130 1368 0 0,'-46'27'5896'0'0,"13"-8"-622"0"0,-33 25 0 0 0,65-44-5109 0 0,0 1-1 0 0,1-1 1 0 0,-1 1 0 0 0,0-1-1 0 0,0 1 1 0 0,1 0-1 0 0,-1-1 1 0 0,1 1-1 0 0,-1 0 1 0 0,0-1-1 0 0,1 1 1 0 0,-1 0 0 0 0,1 0-1 0 0,0-1 1 0 0,-1 1-1 0 0,1 0 1 0 0,0 0-1 0 0,-1 0 1 0 0,1 0 0 0 0,0 0-1 0 0,0-1 1 0 0,0 1-1 0 0,-1 0 1 0 0,1 0-1 0 0,0 0 1 0 0,0 0-1 0 0,1 2 1 0 0,-1-3-57 0 0,1 1 0 0 0,0 0-1 0 0,-1-1 1 0 0,1 1 0 0 0,0 0 0 0 0,-1-1 0 0 0,1 1-1 0 0,0-1 1 0 0,0 1 0 0 0,0-1 0 0 0,-1 0 0 0 0,1 1-1 0 0,0-1 1 0 0,0 0 0 0 0,0 1 0 0 0,0-1 0 0 0,0 0-1 0 0,0 0 1 0 0,0 0 0 0 0,0 0 0 0 0,-1 0 0 0 0,1 0-1 0 0,0 0 1 0 0,0 0 0 0 0,0 0 0 0 0,0 0 0 0 0,1-1-1 0 0,119-25 1540 0 0,125-44-1 0 0,-93 24-1324 0 0,-68 22-210 0 0,164-49 153 0 0,-239 69-516 0 0,12-3 377 0 0,-22 7-299 0 0,1 0 1 0 0,0 0 0 0 0,-1 0 0 0 0,1 0 0 0 0,0 0-1 0 0,0 0 1 0 0,-1 0 0 0 0,1 0 0 0 0,0 0-1 0 0,0 1 1 0 0,-1-1 0 0 0,1 0 0 0 0,0 0-1 0 0,-1 1 1 0 0,1-1 0 0 0,0 0 0 0 0,-1 1-1 0 0,1-1 1 0 0,-1 1 0 0 0,1-1 0 0 0,0 1-1 0 0,-1-1 1 0 0,1 2 0 0 0,0-2-10 0 0,-1 1-1 0 0,0-1 1 0 0,0 1-1 0 0,0-1 1 0 0,0 1 0 0 0,0-1-1 0 0,0 1 1 0 0,0-1 0 0 0,0 1-1 0 0,0-1 1 0 0,-1 1-1 0 0,1-1 1 0 0,0 1 0 0 0,0-1-1 0 0,0 1 1 0 0,-1-1-1 0 0,1 1 1 0 0,0-1 0 0 0,0 1-1 0 0,-1-1 1 0 0,-1 2-730 0 0,-12 11-2487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99 924 0 0,'0'0'1984'0'0,"-16"-26"7273"0"0,15 24-9117 0 0,0 1 0 0 0,1-1 0 0 0,-1 1-1 0 0,1-1 1 0 0,-1 1 0 0 0,1-1 0 0 0,0 0 0 0 0,0 1 0 0 0,0-1-1 0 0,0 0 1 0 0,0 1 0 0 0,0-1 0 0 0,0 1 0 0 0,1-1 0 0 0,-1 0-1 0 0,0 1 1 0 0,1-1 0 0 0,-1 1 0 0 0,2-3 0 0 0,0 2-93 0 0,-1-1 0 0 0,1 1 1 0 0,0 0-1 0 0,0 0 0 0 0,0 0 1 0 0,0 0-1 0 0,0 0 1 0 0,1 0-1 0 0,-1 1 0 0 0,0-1 1 0 0,1 1-1 0 0,4-3 0 0 0,0 2-32 0 0,-1 0-1 0 0,0 0 1 0 0,1 0-1 0 0,-1 1 1 0 0,1 0-1 0 0,0 0 1 0 0,-1 0-1 0 0,1 1 1 0 0,0 0 0 0 0,0 0-1 0 0,9 3 1 0 0,-13-3-2 0 0,0 1 0 0 0,-1-1 1 0 0,1 1-1 0 0,0 0 0 0 0,0 0 1 0 0,-1 0-1 0 0,1 0 0 0 0,-1 1 1 0 0,1-1-1 0 0,-1 1 0 0 0,0-1 1 0 0,1 1-1 0 0,-1 0 0 0 0,0 0 1 0 0,0 0-1 0 0,0 0 0 0 0,-1 0 0 0 0,1 0 1 0 0,0 1-1 0 0,-1-1 0 0 0,1 1 1 0 0,-1-1-1 0 0,0 1 0 0 0,0-1 1 0 0,0 1-1 0 0,0 0 0 0 0,-1-1 1 0 0,1 1-1 0 0,0 0 0 0 0,-1 4 1 0 0,0 6 97 0 0,-1-1 1 0 0,0 0-1 0 0,-1 1 0 0 0,0-1 1 0 0,-1 0-1 0 0,0 0 0 0 0,-1 0 1 0 0,0-1-1 0 0,-1 1 0 0 0,-8 13 1 0 0,-10 14 368 0 0,-39 51 1 0 0,56-82-420 0 0,-196 234 1528 0 0,157-192-1274 0 0,38-43-258 0 0,6-6-40 0 0,0 0 0 0 0,-1 0 0 0 0,1-1 0 0 0,0 1 0 0 0,0 0 0 0 0,0 0 0 0 0,0 0-1 0 0,1 1 1 0 0,-1-1 0 0 0,0 0 0 0 0,0 0 0 0 0,1 0 0 0 0,-1 1 0 0 0,0-1 0 0 0,1 0 0 0 0,-1 0 0 0 0,1 1 0 0 0,0-1-1 0 0,-1 1 1 0 0,1-1 0 0 0,0 0 0 0 0,0 1 0 0 0,0-1 0 0 0,0 1 0 0 0,0-1 0 0 0,0 0 0 0 0,1 3 0 0 0,3-4 38 0 0,32-8 20 0 0,-1-2-1 0 0,-1-1 1 0 0,65-30-1 0 0,-14 5-66 0 0,-46 22-512 0 0,22-9-2011 0 0,-20 2-7053 0 0,-24 11 3351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92 2104 0 0,'-2'-15'6028'0'0,"-4"-32"4904"0"0,5 40-9028 0 0,1 6-1476 0 0,0-1-1 0 0,0 1 1 0 0,0-1-1 0 0,0 1 1 0 0,-1 0-1 0 0,1-1 1 0 0,0 1-1 0 0,-1-1 1 0 0,1 1-1 0 0,-1 0 1 0 0,1-1-1 0 0,-1 1 1 0 0,1 0-1 0 0,-3-3 0 0 0,-1 7-384 0 0,0 0 0 0 0,1 1-1 0 0,-1-1 1 0 0,1 1-1 0 0,-1-1 1 0 0,1 1-1 0 0,0 0 1 0 0,1 0-1 0 0,-1 0 1 0 0,1 1-1 0 0,-4 6 1 0 0,-20 57 394 0 0,-17 74-19 0 0,39-125-369 0 0,1 0-1 0 0,0 0 1 0 0,2 0-1 0 0,0 1 1 0 0,1-1-1 0 0,3 27 1 0 0,-2-40-29 0 0,-1 0 1 0 0,1-1-1 0 0,0 1 0 0 0,0 0 0 0 0,0-1 1 0 0,0 1-1 0 0,1-1 0 0 0,0 1 0 0 0,-1-1 1 0 0,1 0-1 0 0,0 1 0 0 0,1-1 0 0 0,-1 0 1 0 0,0-1-1 0 0,1 1 0 0 0,0 0 1 0 0,0-1-1 0 0,0 1 0 0 0,3 1 0 0 0,-3-2-12 0 0,1 0-1 0 0,0-1 0 0 0,0 0 1 0 0,0 0-1 0 0,0 0 0 0 0,-1 0 1 0 0,1-1-1 0 0,0 0 0 0 0,0 1 1 0 0,0-1-1 0 0,0-1 0 0 0,0 1 1 0 0,0-1-1 0 0,0 1 0 0 0,0-1 1 0 0,0 0-1 0 0,6-3 0 0 0,6-2-8 0 0,-1-1-1 0 0,0 0 1 0 0,0-1-1 0 0,0-1 1 0 0,-1 0-1 0 0,-1-1 1 0 0,0 0 0 0 0,0-2-1 0 0,-1 1 1 0 0,15-18-1 0 0,-19 19 30 0 0,0-1 1 0 0,0 0-1 0 0,-1 0 0 0 0,-1-1 0 0 0,0 1 0 0 0,0-1 1 0 0,-1-1-1 0 0,-1 1 0 0 0,0-1 0 0 0,-1 1 0 0 0,0-1 1 0 0,-1 0-1 0 0,1-23 0 0 0,-3 30-3 0 0,0 0 1 0 0,-1 0-1 0 0,1 1 1 0 0,-1-1-1 0 0,-1 0 0 0 0,1 1 1 0 0,-1-1-1 0 0,0 1 0 0 0,0 0 1 0 0,0-1-1 0 0,-1 1 0 0 0,0 0 1 0 0,0 0-1 0 0,0 1 1 0 0,-1-1-1 0 0,0 1 0 0 0,0-1 1 0 0,0 1-1 0 0,0 0 0 0 0,0 1 1 0 0,-1-1-1 0 0,0 1 0 0 0,1 0 1 0 0,-1 0-1 0 0,-1 0 1 0 0,-6-2-1 0 0,5 3-168 0 0,0-1-1 0 0,0 1 1 0 0,0 0 0 0 0,-1 1 0 0 0,1 0 0 0 0,0 0-1 0 0,-1 1 1 0 0,-13 1 0 0 0,14-1-393 0 0,0 1-1 0 0,0 1 1 0 0,-1 0 0 0 0,1 0 0 0 0,0 0 0 0 0,0 1-1 0 0,1-1 1 0 0,-1 2 0 0 0,-8 4 0 0 0,-20 21-4317 0 0,13-7-2092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5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1528 0 0,'-37'34'10353'0'0,"14"-11"-3428"0"0,23-23-6834 0 0,-1 1-1 0 0,1-1 0 0 0,0 1 0 0 0,-1-1 0 0 0,1 1 0 0 0,0-1 1 0 0,-1 1-1 0 0,1-1 0 0 0,0 1 0 0 0,0-1 0 0 0,0 1 1 0 0,-1 0-1 0 0,1-1 0 0 0,0 1 0 0 0,0-1 0 0 0,0 1 0 0 0,0 0 1 0 0,0-1-1 0 0,0 1 0 0 0,0-1 0 0 0,0 1 0 0 0,0 0 0 0 0,0-1 1 0 0,1 1-1 0 0,-1-1 0 0 0,0 1 0 0 0,0-1 0 0 0,0 1 1 0 0,1 0-1 0 0,-1-1 0 0 0,0 1 0 0 0,1 0 0 0 0,1 0 49 0 0,-1 0 0 0 0,1 0 0 0 0,-1 0 0 0 0,1 1 0 0 0,-1-1 0 0 0,1-1 0 0 0,0 1 0 0 0,0 0-1 0 0,-1 0 1 0 0,3 0 0 0 0,37 6 598 0 0,-22-7-592 0 0,0 0 0 0 0,0-2-1 0 0,-1 0 1 0 0,25-7 0 0 0,71-26-2077 0 0,-69 21-753 0 0,-20 5 408 0 0,-4 2-1196 0 0,-8 3-1585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5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64 3008 0 0,'-80'48'7903'0'0,"51"-32"-3166"0"0,-46 34 0 0 0,75-50-4623 0 0,-1 0 1 0 0,1 1 0 0 0,-1-1 0 0 0,1 0 0 0 0,-1 0 0 0 0,1 1 0 0 0,-1-1 0 0 0,1 0 0 0 0,0 1 0 0 0,-1-1 0 0 0,1 1 0 0 0,-1-1 0 0 0,1 0 0 0 0,0 1 0 0 0,-1-1 0 0 0,1 1 0 0 0,0-1 0 0 0,0 1 0 0 0,0-1 0 0 0,-1 1 0 0 0,1-1 0 0 0,0 1 0 0 0,0-1 0 0 0,0 1 0 0 0,0-1 0 0 0,0 1-1 0 0,0-1 1 0 0,0 1 0 0 0,0-1 0 0 0,0 2 0 0 0,1-2-31 0 0,-1 1 0 0 0,1-1 0 0 0,0 0 0 0 0,0 1 0 0 0,-1-1 0 0 0,1 0 0 0 0,0 1 0 0 0,0-1 0 0 0,0 0 0 0 0,0 0 0 0 0,0 0 1 0 0,0 0-1 0 0,-1 1 0 0 0,1-1 0 0 0,2-1 0 0 0,36-3 493 0 0,150-47 368 0 0,-101 25-986 0 0,5 0-1090 0 0,63-18-3687 0 0,-55 11-5584 0 0,-72 22 2383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74 1680 0 0,'51'-53'14313'0'0,"-43"45"-10916"0"0,-7 8-3330 0 0,-1 0 0 0 0,0 0 0 0 0,0 0 0 0 0,1 0 0 0 0,-1 0 0 0 0,0 0 0 0 0,0-1 0 0 0,1 1 0 0 0,-1 0 0 0 0,0 0 0 0 0,0 0 0 0 0,1 0 1 0 0,-1-1-1 0 0,0 1 0 0 0,0 0 0 0 0,0 0 0 0 0,0-1 0 0 0,1 1 0 0 0,-1 0 0 0 0,0 0 0 0 0,0-1 0 0 0,0 1 0 0 0,0 0 0 0 0,0 0 0 0 0,0-1 0 0 0,0 1 0 0 0,0 0 0 0 0,1-1 0 0 0,-1 1 0 0 0,0 0 1 0 0,0 0-1 0 0,0-1 0 0 0,-1 1 0 0 0,1 0 0 0 0,0 0 0 0 0,0-1 0 0 0,0 1 0 0 0,0 0 0 0 0,0-1 0 0 0,0 1 0 0 0,-14-4 666 0 0,-24 7-617 0 0,0 2-79 0 0,0 2 0 0 0,1 1-1 0 0,0 2 1 0 0,0 2 0 0 0,-67 32 0 0 0,93-38-27 0 0,0 0 0 0 0,0 1 1 0 0,1 1-1 0 0,0-1 0 0 0,0 2 0 0 0,1-1 1 0 0,0 1-1 0 0,0 1 0 0 0,1 0 0 0 0,0 0 1 0 0,-7 12-1 0 0,8-7 4 0 0,-1 0 0 0 0,2 1 0 0 0,0 0 0 0 0,1 0 0 0 0,0 0 0 0 0,1 0 0 0 0,-3 33 0 0 0,4 8 444 0 0,1-1 1 0 0,7 58-1 0 0,21 113 1406 0 0,-2-22-699 0 0,4 88-153 0 0,17 236-135 0 0,-13 775 1410 0 0,-22-593-1551 0 0,-19 180-729 0 0,8-862-7 0 0,-2 235 0 0 0,6-215 0 0 0,1-1 0 0 0,3 0 0 0 0,18 67 0 0 0,-22-104 0 0 0,0-1 0 0 0,1 1 0 0 0,1-1 0 0 0,0 0 0 0 0,0 0 0 0 0,1 0 0 0 0,0-1 0 0 0,1 0 0 0 0,0 0 0 0 0,8 8 0 0 0,-9-11 0 0 0,1 0 0 0 0,1-1 0 0 0,-1 1 0 0 0,1-1 0 0 0,0-1 0 0 0,0 0 0 0 0,0 0 0 0 0,1 0 0 0 0,-1-1 0 0 0,1 0 0 0 0,0-1 0 0 0,15 3 0 0 0,5-3-285 0 0,-1 0 1 0 0,1-2-1 0 0,0-1 0 0 0,-1-2 1 0 0,56-11-1 0 0,-12-4-1062 0 0,75-30 1 0 0,53-36-4595 0 0,-9-19-4043 0 0,-74 31-53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105 297 2140 0 0,'14'-12'20811'0'0,"-18"2"-20685"0"0,-2 0-1 0 0,1 0 1 0 0,-2 1-1 0 0,1 0 1 0 0,-1 0-1 0 0,0 0 1 0 0,-1 1-1 0 0,0 0 0 0 0,0 1 1 0 0,-1 0-1 0 0,0 0 1 0 0,-15-8-1 0 0,24 15-128 0 0,-1 0 0 0 0,1 0-1 0 0,-1-1 1 0 0,0 1 0 0 0,1 0-1 0 0,-1 0 1 0 0,1 0 0 0 0,-1-1-1 0 0,1 1 1 0 0,-1 0 0 0 0,1-1-1 0 0,0 1 1 0 0,-1 0 0 0 0,1-1-1 0 0,-1 1 1 0 0,1-1 0 0 0,0 1-1 0 0,-1-1 1 0 0,1 1 0 0 0,0-1-1 0 0,-1 1 1 0 0,1-1 0 0 0,0 1-1 0 0,0-1 1 0 0,0 1 0 0 0,-1-1-1 0 0,1 1 1 0 0,0-1 0 0 0,0 1-1 0 0,0-1 1 0 0,0 1 0 0 0,0-1-1 0 0,0 0 1 0 0,0 1 0 0 0,0-1 0 0 0,0 1-1 0 0,0-1 1 0 0,1 1 0 0 0,-1-1-1 0 0,0 1 1 0 0,0-1 0 0 0,0 0-1 0 0,1 1 1 0 0,-1-1 0 0 0,0 1-1 0 0,1 0 1 0 0,-1-1 0 0 0,0 1-1 0 0,1-1 1 0 0,-1 1 0 0 0,0-1-1 0 0,1 1 1 0 0,-1 0 0 0 0,1-1-1 0 0,-1 1 1 0 0,1 0 0 0 0,-1 0-1 0 0,1-1 1 0 0,-1 1 0 0 0,1 0-1 0 0,-1 0 1 0 0,1 0 0 0 0,0-1-1 0 0,8-3-8 0 0,0 1-1 0 0,0 0 0 0 0,10-2 1 0 0,-9 2 5 0 0,322-99 295 0 0,-279 84 669 0 0,-51 17-573 0 0,6 0-36 0 0,-3 1 43 0 0,-6 12-351 0 0,-78 204-49 0 0,7-23 55 0 0,59-154-170 0 0,-34 120-312 0 0,41-133-1322 0 0,2 0-1 0 0,-2 29 1 0 0,8-20-2373 0 0,-2-33 3379 0 0,1 0 1 0 0,-1 0-1 0 0,1 0 1 0 0,0 0-1 0 0,-1 0 1 0 0,1-1-1 0 0,4 7-1502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8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30 2644 0 0,'35'-29'19662'0'0,"-39"41"-17800"0"0,-44 75 2401 0 0,-39 43-2632 0 0,53-82-1228 0 0,0 2-267 0 0,-74 112-1245 0 0,105-158-353 0 0,-10 18-631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8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2928 0 0,'2'-12'8890'0'0,"-1"10"-8257"0"0,-1 0 0 0 0,1 0 0 0 0,0 0 1 0 0,-1 0-1 0 0,1 0 0 0 0,0 0 0 0 0,0 1 0 0 0,0-1 1 0 0,1 0-1 0 0,-1 0 0 0 0,0 1 0 0 0,3-3 0 0 0,-1 1-283 0 0,0 0 0 0 0,1 1 0 0 0,-1-1-1 0 0,1 1 1 0 0,6-3 0 0 0,0 1-328 0 0,-1 0 0 0 0,1 1 1 0 0,0 0-1 0 0,11-1 0 0 0,-18 4 2 0 0,1 0-1 0 0,-1 0 0 0 0,1 0 0 0 0,-1 0 0 0 0,1 1 0 0 0,-1-1 0 0 0,1 1 0 0 0,-1 0 1 0 0,0 0-1 0 0,1 0 0 0 0,-1 1 0 0 0,0-1 0 0 0,0 1 0 0 0,0 0 0 0 0,0-1 1 0 0,0 1-1 0 0,-1 1 0 0 0,1-1 0 0 0,0 0 0 0 0,-1 1 0 0 0,0-1 0 0 0,1 1 1 0 0,-1 0-1 0 0,0 0 0 0 0,0 0 0 0 0,-1 0 0 0 0,1 0 0 0 0,-1 0 0 0 0,1 0 1 0 0,-1 1-1 0 0,0-1 0 0 0,0 0 0 0 0,-1 1 0 0 0,1-1 0 0 0,-1 1 0 0 0,1 4 0 0 0,-1 2 88 0 0,-1 1-1 0 0,0-1 0 0 0,-1 1 0 0 0,0-1 0 0 0,0 1 0 0 0,-1-1 0 0 0,-1 0 0 0 0,0 0 0 0 0,-7 13 0 0 0,-8 12 627 0 0,-26 36 0 0 0,39-62-537 0 0,-19 29 430 0 0,-30 43 1030 0 0,54-79-1423 0 0,1-2-231 0 0,0 0 0 0 0,0 1 0 0 0,0-1 0 0 0,0 0 1 0 0,0 0-1 0 0,0 1 0 0 0,0-1 0 0 0,0 0 0 0 0,1 0 1 0 0,-1 1-1 0 0,0-1 0 0 0,0 0 0 0 0,0 0 0 0 0,1 1 1 0 0,-1-1-1 0 0,0 0 0 0 0,0 0 0 0 0,0 0 0 0 0,1 1 1 0 0,-1-1-1 0 0,0 0 0 0 0,1 0 0 0 0,-1 0 0 0 0,0 0 1 0 0,0 0-1 0 0,1 0 0 0 0,-1 0 0 0 0,0 1 0 0 0,1-1 1 0 0,-1 0-1 0 0,0 0 0 0 0,0 0 0 0 0,1 0 0 0 0,-1 0 0 0 0,0 0 1 0 0,1 0-1 0 0,-1-1 0 0 0,0 1 0 0 0,0 0 0 0 0,1 0 1 0 0,-1 0-1 0 0,1 0 0 0 0,11-4 47 0 0,-12 4-52 0 0,163-81-942 0 0,-58 21-6251 0 0,-48 26-1791 0 0,-31 18-234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18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27 1816 0 0,'-7'-22'9960'0'0,"-5"17"-6221"0"0,7 7-3291 0 0,-1 1-1 0 0,1 0 1 0 0,0 0-1 0 0,0 0 1 0 0,1 0-1 0 0,-1 1 1 0 0,1 0-1 0 0,-1 0 1 0 0,1 0-1 0 0,1 1 1 0 0,-1-1-1 0 0,0 1 1 0 0,1 0-1 0 0,0 0 1 0 0,-4 8-1 0 0,-4 11 276 0 0,0 0-1 0 0,-7 27 1 0 0,10-25-351 0 0,0 0 0 0 0,-5 40 0 0 0,12-57-317 0 0,0 0 1 0 0,0 0-1 0 0,1 0 1 0 0,0 0-1 0 0,1 0 1 0 0,0 0-1 0 0,0 0 1 0 0,1 0-1 0 0,0-1 1 0 0,1 1 0 0 0,4 10-1 0 0,-6-16-37 0 0,1-1 1 0 0,-1 0-1 0 0,1 1 0 0 0,-1-1 1 0 0,1 0-1 0 0,0 0 0 0 0,0 0 1 0 0,0 0-1 0 0,0 0 0 0 0,0 0 1 0 0,0-1-1 0 0,1 1 0 0 0,-1-1 1 0 0,0 1-1 0 0,1-1 0 0 0,-1 0 0 0 0,1 0 1 0 0,3 1-1 0 0,-1-1 3 0 0,0 0-1 0 0,0-1 1 0 0,0 1-1 0 0,0-1 1 0 0,0 0-1 0 0,0-1 1 0 0,0 1 0 0 0,0-1-1 0 0,8-2 1 0 0,-2-1 12 0 0,1 0-1 0 0,-1 0 1 0 0,1-1 0 0 0,-1-1 0 0 0,-1 0 0 0 0,1-1 0 0 0,14-12 0 0 0,-14 10-15 0 0,-1-2 1 0 0,0 1-1 0 0,-1-1 0 0 0,0-1 1 0 0,-1 0-1 0 0,14-24 1 0 0,-18 27 12 0 0,0 1 1 0 0,-1-1 0 0 0,0 1 0 0 0,0-1-1 0 0,-1 0 1 0 0,0 0 0 0 0,-1 0 0 0 0,1 0-1 0 0,-2 0 1 0 0,1 0 0 0 0,-2 0-1 0 0,0-11 1 0 0,0 16-47 0 0,0 0 0 0 0,0 0-1 0 0,0 0 1 0 0,-1 0-1 0 0,1 0 1 0 0,-1 0 0 0 0,0 0-1 0 0,0 0 1 0 0,-1 1 0 0 0,1-1-1 0 0,-1 1 1 0 0,1 0 0 0 0,-1 0-1 0 0,-5-4 1 0 0,3 3 108 0 0,0 0 0 0 0,-1 0 0 0 0,1 1 1 0 0,-1 0-1 0 0,0 0 0 0 0,0 1 0 0 0,0-1 0 0 0,-12-2 0 0 0,7 3-792 0 0,1 0-1 0 0,-1 1 0 0 0,-1 0 0 0 0,-18 1 1 0 0,19 1-1950 0 0,1 0 0 0 0,0 1 1 0 0,0 0-1 0 0,-17 6 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0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2308 0 0,'14'-37'15358'0'0,"-3"24"-10095"0"0,1 51-4457 0 0,12 67 0 0 0,-12-45-285 0 0,3 12-220 0 0,-2 0 1 0 0,5 137-1 0 0,-14-180-226 0 0,-1-15 140 0 0,-3-12-44 0 0,-7-14-1517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89 616 0 0,'-21'-7'21256'0'0,"30"2"-22287"0"0,18-6 908 0 0,1 0 0 0 0,34-7 0 0 0,19-1-4355 0 0,-29 7-2677 0 0,-30 7 720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1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21 1320 0 0,'3'-1'2946'0'0,"8"-4"-234"0"0,26-8 11053 0 0,-24 12-11617 0 0,-13 1-2128 0 0,0 0-1 0 0,1 0 0 0 0,-1 0 1 0 0,0 0-1 0 0,1 0 1 0 0,-1 0-1 0 0,0 0 1 0 0,1 0-1 0 0,-1 0 0 0 0,0 0 1 0 0,1 0-1 0 0,-1 0 1 0 0,0 0-1 0 0,1 0 1 0 0,-1 0-1 0 0,0 0 1 0 0,1 0-1 0 0,-1 1 0 0 0,0-1 1 0 0,1 0-1 0 0,-1 0 1 0 0,0 0-1 0 0,0 1 1 0 0,1-1-1 0 0,-1 0 0 0 0,0 0 1 0 0,0 1-1 0 0,1-1 1 0 0,-1 0-1 0 0,0 0 1 0 0,0 1-1 0 0,0-1 0 0 0,1 0 1 0 0,-1 1-1 0 0,0-1 1 0 0,-17 42 640 0 0,-2-1 0 0 0,-34 52 1 0 0,-59 74-345 0 0,37-57-106 0 0,44-63-571 0 0,-60 91 1127 0 0,30-51-5844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1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36 1348 0 0,'-14'-24'18617'0'0,"15"23"-18568"0"0,0 0-1 0 0,0 0 1 0 0,0 0-1 0 0,0 0 1 0 0,0 1 0 0 0,0-1-1 0 0,0 0 1 0 0,0 0-1 0 0,0 1 1 0 0,1-1 0 0 0,-1 0-1 0 0,0 1 1 0 0,1-1-1 0 0,-1 1 1 0 0,0 0-1 0 0,1-1 1 0 0,-1 1 0 0 0,0 0-1 0 0,1 0 1 0 0,-1 0-1 0 0,3 0 1 0 0,37 2 267 0 0,-39-2-304 0 0,1 1 1 0 0,0-1-1 0 0,0 1 1 0 0,0-1-1 0 0,-1 1 1 0 0,1 0-1 0 0,0 0 1 0 0,-1 0-1 0 0,1 0 1 0 0,-1 1-1 0 0,1-1 0 0 0,-1 0 1 0 0,1 1-1 0 0,-1 0 1 0 0,0 0-1 0 0,0 0 1 0 0,0 0-1 0 0,0 0 1 0 0,2 3-1 0 0,-2-2 6 0 0,-1 0 0 0 0,1 1 0 0 0,-1-1-1 0 0,0 1 1 0 0,0-1 0 0 0,0 1 0 0 0,-1-1 0 0 0,1 1-1 0 0,-1-1 1 0 0,0 1 0 0 0,0 0 0 0 0,0-1 0 0 0,-1 5 0 0 0,-1 5 48 0 0,0-1 1 0 0,-2 0 0 0 0,1 0 0 0 0,-2 0 0 0 0,1 0 0 0 0,-2-1 0 0 0,-11 19 0 0 0,-33 40 1451 0 0,-80 87 0 0 0,115-140-1324 0 0,5-2 71 0 0,10-14-252 0 0,0-1 0 0 0,0 0 0 0 0,0 1-1 0 0,-1-1 1 0 0,1 0 0 0 0,0 1-1 0 0,0-1 1 0 0,0 0 0 0 0,0 1-1 0 0,0-1 1 0 0,0 1 0 0 0,0-1 0 0 0,0 0-1 0 0,0 1 1 0 0,1-1 0 0 0,-1 0-1 0 0,0 1 1 0 0,0-1 0 0 0,0 0-1 0 0,0 0 1 0 0,0 1 0 0 0,1-1 0 0 0,-1 0-1 0 0,0 1 1 0 0,0-1 0 0 0,1 0-1 0 0,0 1 1 0 0,1 0 0 0 0,-1-1 0 0 0,1 1 0 0 0,0-1 0 0 0,-1 0-1 0 0,1 1 1 0 0,0-1 0 0 0,-1 0 0 0 0,1 0 0 0 0,0 0 0 0 0,-1 0-1 0 0,1 0 1 0 0,0-1 0 0 0,-1 1 0 0 0,4-2 0 0 0,27-5-183 0 0,-1-3 0 0 0,-1 0 0 0 0,37-19 1 0 0,85-51-6346 0 0,-110 57 2886 0 0,-8 4-1620 0 0,-2-1-2703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19 1612 0 0,'-8'-6'13187'0'0,"5"7"-12793"0"0,0 0-1 0 0,0 0 1 0 0,0 0-1 0 0,0 1 0 0 0,0-1 1 0 0,0 1-1 0 0,0-1 1 0 0,0 1-1 0 0,1 0 1 0 0,-1 1-1 0 0,1-1 1 0 0,-1 0-1 0 0,1 1 0 0 0,0-1 1 0 0,0 1-1 0 0,-2 3 1 0 0,-7 10 1110 0 0,-13 28 0 0 0,18-32-1028 0 0,-3 6 31 0 0,1 1 0 0 0,0 1-1 0 0,2 0 1 0 0,-6 22 0 0 0,10-29-385 0 0,0-1-1 0 0,0 1 1 0 0,1-1-1 0 0,1 1 1 0 0,0 0-1 0 0,0-1 1 0 0,1 1-1 0 0,4 12 1 0 0,-5-21-93 0 0,1-1 1 0 0,0 1 0 0 0,1-1-1 0 0,-1 1 1 0 0,1-1-1 0 0,-1 0 1 0 0,1 0-1 0 0,0 1 1 0 0,0-1-1 0 0,1-1 1 0 0,-1 1-1 0 0,1 0 1 0 0,-1 0-1 0 0,1-1 1 0 0,0 0 0 0 0,0 1-1 0 0,5 2 1 0 0,-2-2-6 0 0,-1-1 1 0 0,0 0 0 0 0,1-1 0 0 0,-1 1-1 0 0,1-1 1 0 0,0 0 0 0 0,-1 0 0 0 0,1-1-1 0 0,0 0 1 0 0,8 0 0 0 0,3-2 6 0 0,0-1 0 0 0,0 0 0 0 0,-1-2-1 0 0,1 0 1 0 0,-1 0 0 0 0,29-15 0 0 0,-29 11-18 0 0,-1 0 0 0 0,1-1-1 0 0,-2-1 1 0 0,1-1 0 0 0,-1 0 0 0 0,20-23-1 0 0,-26 26-5 0 0,0-1-1 0 0,-1 0 0 0 0,0 0 0 0 0,-1 0 0 0 0,0-1 0 0 0,-1 0 1 0 0,0 0-1 0 0,-1-1 0 0 0,0 1 0 0 0,-1-1 0 0 0,2-13 0 0 0,-4 21-13 0 0,-1 0 0 0 0,0 1-1 0 0,0-1 1 0 0,0 0 0 0 0,0 0-1 0 0,-1 0 1 0 0,0 0 0 0 0,1 0-1 0 0,-1 0 1 0 0,-1 1 0 0 0,1-1-1 0 0,-1 0 1 0 0,1 1 0 0 0,-1-1-1 0 0,-3-3 1 0 0,1 2-98 0 0,0 0 1 0 0,0 0-1 0 0,-1 0 0 0 0,0 1 0 0 0,0-1 1 0 0,0 1-1 0 0,0 0 0 0 0,-9-4 0 0 0,1 1-995 0 0,-1 1-1 0 0,0 0 1 0 0,0 1-1 0 0,-1 1 1 0 0,1 0-1 0 0,-1 1 1 0 0,-18-2-1 0 0,-4 3-7700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 3344 0 0,'-2'-16'19836'0'0,"-4"90"-13903"0"0,3 43-3431 0 0,1-51-1825 0 0,-4 69 34 0 0,0-6-2178 0 0,4-44-7469 0 0,3-76 5060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2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85 260 2084 0 0,'15'-25'11152'0'0,"-15"23"-10445"0"0,1 0-1 0 0,0 0 1 0 0,-1 0 0 0 0,0 0-1 0 0,0 0 1 0 0,1 0-1 0 0,-1 0 1 0 0,0 0 0 0 0,-1-2-1 0 0,0 1-352 0 0,0 0 0 0 0,0 0-1 0 0,0 0 1 0 0,0 0 0 0 0,0 0 0 0 0,-1 1 0 0 0,0-1-1 0 0,1 1 1 0 0,-1-1 0 0 0,0 1 0 0 0,0 0 0 0 0,0-1-1 0 0,-1 1 1 0 0,-2-2 0 0 0,-55-47 1008 0 0,59 50-1369 0 0,-3-3 47 0 0,-6-7-108 0 0,10 11 66 0 0,0-1 0 0 0,0 1 1 0 0,0 0-1 0 0,0-1 0 0 0,0 1 0 0 0,0-1 1 0 0,0 1-1 0 0,0 0 0 0 0,0-1 1 0 0,0 1-1 0 0,0 0 0 0 0,1-1 1 0 0,-1 1-1 0 0,0 0 0 0 0,0-1 1 0 0,0 1-1 0 0,0 0 0 0 0,0 0 0 0 0,1-1 1 0 0,-1 1-1 0 0,0 0 0 0 0,0 0 1 0 0,1-1-1 0 0,-1 1 0 0 0,0 0 1 0 0,0 0-1 0 0,1-1 0 0 0,-1 1 1 0 0,0 0-1 0 0,1 0 0 0 0,-1 0 1 0 0,0 0-1 0 0,1 0 0 0 0,-1-1 0 0 0,0 1 1 0 0,1 0-1 0 0,-1 0 0 0 0,0 0 1 0 0,1 0-1 0 0,-1 0 0 0 0,0 0 1 0 0,1 0-1 0 0,-1 0 0 0 0,0 0 1 0 0,1 0-1 0 0,258-61-762 0 0,-250 58 846 0 0,0 0 1 0 0,0 0 0 0 0,16-10 0 0 0,-12 6 895 0 0,-11 6-395 0 0,4 0-132 0 0,-6 1-426 0 0,0 0 1 0 0,1-1-1 0 0,-1 1 1 0 0,0 0-1 0 0,1 0 1 0 0,-1-1-1 0 0,0 1 1 0 0,1 0-1 0 0,-1 0 1 0 0,1 0-1 0 0,-1 0 1 0 0,0 0-1 0 0,1 0 1 0 0,-1 0-1 0 0,1 0 0 0 0,-1 0 1 0 0,1 0-1 0 0,-1 0 1 0 0,0 0-1 0 0,1 0 1 0 0,-1 0-1 0 0,1 0 1 0 0,-1 0-1 0 0,1 0 1 0 0,-1 0-1 0 0,0 0 1 0 0,1 1-1 0 0,-1-1 1 0 0,1 0-1 0 0,-1 0 1 0 0,0 0-1 0 0,1 1 1 0 0,-1-1-1 0 0,0 0 1 0 0,0 1-1 0 0,1-1 1 0 0,-1 0-1 0 0,0 1 1 0 0,1-1-1 0 0,-1 0 1 0 0,0 1-1 0 0,0-1 1 0 0,0 0-1 0 0,1 1 1 0 0,-1-1-1 0 0,0 1 1 0 0,0-1-1 0 0,0 1 1 0 0,0-1-1 0 0,0 0 1 0 0,0 1-1 0 0,-1 31 282 0 0,-2 0 0 0 0,-1-1 0 0 0,-14 56 0 0 0,-39 93 1230 0 0,30-101-1297 0 0,2-5-467 0 0,2-10-688 0 0,3 1-1 0 0,-13 83 1 0 0,32-114-2832 0 0,9-18-530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88 3064 0 0,'22'-29'5121'0'0,"-9"11"702"0"0,25-22 6230 0 0,-43 55-9368 0 0,-14 22-596 0 0,-208 317-504 0 0,113-182-1238 0 0,53-68-347 0 0,-14 21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40 1736 0 0,'-3'-18'22236'0'0,"5"17"-21814"0"0,0-1 1 0 0,0 1-1 0 0,0 0 1 0 0,0-1-1 0 0,0 1 1 0 0,0 0-1 0 0,1 1 1 0 0,-1-1-1 0 0,3-1 1 0 0,41-5-3485 0 0,-33 6 5103 0 0,-1 0-1974 0 0,-1 0 1 0 0,1 2-1 0 0,0-1 1 0 0,0 2-1 0 0,-1-1 1 0 0,1 2-1 0 0,13 3 1 0 0,-22-5-53 0 0,-1 0 0 0 0,1 0 0 0 0,-1 0-1 0 0,1 1 1 0 0,-1-1 0 0 0,0 0 0 0 0,0 1 0 0 0,1 0 0 0 0,-1-1 0 0 0,0 1 0 0 0,0 0 0 0 0,-1 0 0 0 0,1 0-1 0 0,0 1 1 0 0,-1-1 0 0 0,1 0 0 0 0,-1 1 0 0 0,0-1 0 0 0,1 0 0 0 0,-1 1 0 0 0,0 0 0 0 0,-1-1 0 0 0,1 1 0 0 0,0-1-1 0 0,-1 1 1 0 0,0 0 0 0 0,1 0 0 0 0,-1-1 0 0 0,0 1 0 0 0,0 0 0 0 0,-1-1 0 0 0,1 1 0 0 0,0 0 0 0 0,-1 0-1 0 0,0-1 1 0 0,-1 5 0 0 0,-2 5 60 0 0,-1-1-1 0 0,0 1 0 0 0,-1-1 0 0 0,0 0 1 0 0,0-1-1 0 0,-10 13 0 0 0,-54 57 955 0 0,54-62-656 0 0,-125 122 1960 0 0,139-138-2196 0 0,-2 7-46 0 0,4-9-90 0 0,0 0-1 0 0,0 1 1 0 0,0-1 0 0 0,0 0-1 0 0,0 1 1 0 0,0-1-1 0 0,0 0 1 0 0,0 1 0 0 0,1-1-1 0 0,-1 0 1 0 0,0 0-1 0 0,0 1 1 0 0,0-1-1 0 0,0 0 1 0 0,1 1 0 0 0,-1-1-1 0 0,0 0 1 0 0,0 0-1 0 0,0 1 1 0 0,1-1-1 0 0,-1 0 1 0 0,0 0 0 0 0,0 0-1 0 0,1 1 1 0 0,-1-1-1 0 0,0 0 1 0 0,1 0-1 0 0,-1 0 1 0 0,19 3-1 0 0,32-7-431 0 0,0-2 0 0 0,0-2 0 0 0,64-19 1 0 0,-69 16 25 0 0,-8 1-2757 0 0,47-19 0 0 0,-7-6-8280 0 0,-46 18 973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55 3308 0 0,'11'-30'19937'0'0,"-16"31"-19607"0"0,1 1 0 0 0,0-1 1 0 0,0 1-1 0 0,0 0 0 0 0,0 0 0 0 0,0 0 1 0 0,0 1-1 0 0,1 0 0 0 0,-1-1 0 0 0,1 1 1 0 0,-1 0-1 0 0,-2 4 0 0 0,-37 45 1341 0 0,28-31-1292 0 0,0 1 1 0 0,2 0 0 0 0,1 1 0 0 0,-14 35-1 0 0,20-44-213 0 0,2 0 0 0 0,0 0 0 0 0,1 0 0 0 0,0 1 0 0 0,1-1 0 0 0,0 1 0 0 0,2-1 0 0 0,-1 1 0 0 0,4 21 0 0 0,-3-33-166 0 0,1 1 0 0 0,-1-1 0 0 0,1 0 0 0 0,0 1 0 0 0,0-1 0 0 0,1 0 0 0 0,-1 0 0 0 0,1 0 0 0 0,-1 0 0 0 0,1 0 0 0 0,0 0 0 0 0,0 0 0 0 0,0 0 0 0 0,1-1 0 0 0,-1 1 0 0 0,0-1 0 0 0,1 0 0 0 0,0 0 0 0 0,0 0 0 0 0,-1 0 0 0 0,1 0 0 0 0,4 1 0 0 0,-2-1 0 0 0,1 0 0 0 0,-1 0 0 0 0,1-1 0 0 0,0 0 0 0 0,0 0 0 0 0,0-1 0 0 0,0 0 0 0 0,-1 0 0 0 0,1 0 0 0 0,0 0 0 0 0,0-1 0 0 0,7-2 0 0 0,3-1 0 0 0,0-1 0 0 0,0 0 0 0 0,-1-1 0 0 0,0-1 0 0 0,0-1 0 0 0,0 0 0 0 0,-1-1 0 0 0,-1 0 0 0 0,1-1 0 0 0,14-15 0 0 0,-11 9 0 0 0,-1-1 0 0 0,-1 0 0 0 0,-1-2 0 0 0,-1 1 0 0 0,0-2 0 0 0,19-39 0 0 0,-30 55 0 0 0,0-1 0 0 0,0 0 0 0 0,-1 1 0 0 0,1-1 0 0 0,-1 0 0 0 0,0 0 0 0 0,0 0 0 0 0,-1 0 0 0 0,0 0 0 0 0,0 0 0 0 0,0 0 0 0 0,0 0 0 0 0,-1 0 0 0 0,1 0 0 0 0,-1 0 0 0 0,-1 0 0 0 0,1 0 0 0 0,-1 0 0 0 0,-2-5 0 0 0,0 4 0 0 0,0-1 0 0 0,0 1 0 0 0,-1 0 0 0 0,0 0 0 0 0,0 0 0 0 0,-1 0 0 0 0,1 1 0 0 0,-1 0 0 0 0,-1 0 0 0 0,1 1 0 0 0,-13-7 0 0 0,4 3-559 0 0,0 1 1 0 0,-28-9-1 0 0,21 10-1150 0 0,1 1-1 0 0,0 2 1 0 0,-34-3-1 0 0,15 5-1411 0 0,0 2 0 0 0,0 2 0 0 0,-41 8 0 0 0,27-1-6244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5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60 1892 0 0,'24'-44'17038'0'0,"-25"44"-17009"0"0,1 0 0 0 0,-1-1 0 0 0,1 1-1 0 0,0 0 1 0 0,-1 0 0 0 0,1 0 0 0 0,-1 0-1 0 0,1 0 1 0 0,-1 0 0 0 0,1 0 0 0 0,0 0-1 0 0,-1 0 1 0 0,1 0 0 0 0,-1 0 0 0 0,1 0 0 0 0,-1 0-1 0 0,1 0 1 0 0,-1 0 0 0 0,1 0 0 0 0,0 1-1 0 0,-1-1 1 0 0,1 0 0 0 0,-1 0 0 0 0,1 0-1 0 0,0 1 1 0 0,-1-1 0 0 0,0 1 0 0 0,-17 10 77 0 0,1 0-1 0 0,0 2 1 0 0,0 0 0 0 0,2 1 0 0 0,-1 1 0 0 0,2 0 0 0 0,0 1-1 0 0,1 0 1 0 0,0 2 0 0 0,-14 25 0 0 0,26-41-95 0 0,-1 1 0 0 0,0 0 1 0 0,1 1-1 0 0,-1-1 0 0 0,1 0 0 0 0,0 0 0 0 0,0 1 1 0 0,1-1-1 0 0,-1 0 0 0 0,1 1 0 0 0,-1-1 0 0 0,1 1 1 0 0,0-1-1 0 0,0 1 0 0 0,1-1 0 0 0,-1 0 0 0 0,1 1 1 0 0,0-1-1 0 0,-1 1 0 0 0,1-1 0 0 0,1 0 1 0 0,1 4-1 0 0,0-3 6 0 0,0 1-1 0 0,0-1 1 0 0,0 0 0 0 0,1-1 0 0 0,-1 1 0 0 0,1 0 0 0 0,0-1 0 0 0,1 0 0 0 0,-1 0-1 0 0,0 0 1 0 0,1 0 0 0 0,-1-1 0 0 0,11 4 0 0 0,79 26 77 0 0,-56-21-60 0 0,63 29 0 0 0,-98-39 17 0 0,-1 0 1 0 0,1 1-1 0 0,-1-1 1 0 0,0 0-1 0 0,0 1 1 0 0,0 0-1 0 0,0-1 1 0 0,0 1-1 0 0,0 0 1 0 0,0 0-1 0 0,-1 0 1 0 0,1 0-1 0 0,-1 0 1 0 0,1 1-1 0 0,-1-1 1 0 0,0 0-1 0 0,0 1 1 0 0,0-1-1 0 0,0 1 1 0 0,0-1-1 0 0,0 4 1 0 0,0-1 27 0 0,-1-1 0 0 0,-1 0 0 0 0,1 1 0 0 0,0-1 0 0 0,-1 1 0 0 0,0-1 0 0 0,0 0 0 0 0,0 1 0 0 0,-1-1 0 0 0,1 0 0 0 0,-5 7 0 0 0,0 0 87 0 0,-1 0 1 0 0,-1 0 0 0 0,0 0-1 0 0,0-1 1 0 0,-1-1 0 0 0,0 1 0 0 0,-19 13-1 0 0,20-17 82 0 0,0 0 1 0 0,-1-1-1 0 0,0 0 0 0 0,1-1 0 0 0,-20 7 0 0 0,27-10-229 0 0,0-1 0 0 0,0 0 0 0 0,0 1 0 0 0,0-1 0 0 0,-1 0 1 0 0,1 0-1 0 0,0 0 0 0 0,0 0 0 0 0,0 0 0 0 0,0 0 0 0 0,-1 0 0 0 0,1-1 0 0 0,0 1 0 0 0,0 0 0 0 0,0-1 0 0 0,0 1 0 0 0,0 0 0 0 0,0-1 1 0 0,0 0-1 0 0,0 1 0 0 0,0-1 0 0 0,0 1 0 0 0,0-1 0 0 0,0 0 0 0 0,0 0 0 0 0,0 0 0 0 0,1 1 0 0 0,-1-1 0 0 0,0 0 0 0 0,1 0 0 0 0,-1 0 1 0 0,0 0-1 0 0,1 0 0 0 0,-1 0 0 0 0,1 0 0 0 0,0-1 0 0 0,-1 1 0 0 0,1 0 0 0 0,0 0 0 0 0,-1-2 0 0 0,0-2 1 0 0,1-1-1 0 0,-1 0 1 0 0,1 1-1 0 0,0-1 1 0 0,0 1-1 0 0,2-10 1 0 0,4-14 4 0 0,1 1 1 0 0,22-54-1 0 0,33-52 126 0 0,7-19-26 0 0,-65 143-122 0 0,0 0 0 0 0,-1 0 1 0 0,0-1-1 0 0,-1 1 1 0 0,0-1-1 0 0,0-14 0 0 0,-2 22-4 0 0,0 1 0 0 0,0-1 0 0 0,0 0 0 0 0,-1 1 0 0 0,1-1 0 0 0,-1 0-1 0 0,0 1 1 0 0,1-1 0 0 0,-1 1 0 0 0,0-1 0 0 0,-1 1 0 0 0,1-1-1 0 0,0 1 1 0 0,-1 0 0 0 0,1 0 0 0 0,-1-1 0 0 0,0 1 0 0 0,1 0-1 0 0,-1 1 1 0 0,0-1 0 0 0,0 0 0 0 0,-1 0 0 0 0,1 1 0 0 0,0-1 0 0 0,0 1-1 0 0,-1 0 1 0 0,1 0 0 0 0,-1 0 0 0 0,1 0 0 0 0,-5-1 0 0 0,-3 0-84 0 0,0 1 0 0 0,0-1 0 0 0,-1 2 0 0 0,1 0 0 0 0,-1 0 1 0 0,1 1-1 0 0,0 0 0 0 0,-1 0 0 0 0,1 1 0 0 0,0 1 0 0 0,-11 4 1 0 0,3-1-483 0 0,1 1-1 0 0,0 1 1 0 0,0 0 0 0 0,1 1 0 0 0,-21 16 0 0 0,29-18 34 0 0,0-1-1 0 0,0 2 0 0 0,0-1 1 0 0,1 1-1 0 0,0 0 0 0 0,-6 11 1 0 0,10-14-169 0 0,-1 1 0 0 0,1 1 1 0 0,1-1-1 0 0,-4 8 0 0 0,5-9-504 0 0,0 1 0 0 0,0-1 0 0 0,0 1-1 0 0,0-1 1 0 0,1 11 0 0 0,2-1-5126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75 1700 0 0,'21'-15'5578'0'0,"1"-1"-1"0"0,22-22 0 0 0,-43 36-5090 0 0,10-1 713 0 0,-11 9-984 0 0,0 0 1 0 0,-1 1-1 0 0,0-1 1 0 0,0 0-1 0 0,0 0 1 0 0,0 0-1 0 0,-1 0 1 0 0,0 0-1 0 0,-5 10 1 0 0,-1 5 232 0 0,-46 126 1270 0 0,-84 163 1 0 0,-20 1-1096 0 0,142-282-916 0 0,-22 45-3923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5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64 2400 0 0,'-25'5'11975'0'0,"9"-2"-5233"0"0,30-7-3984 0 0,86-26-6695 0 0,32 2-7326 0 0,-89 19 4992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6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2524 0 0,'-25'9'17387'0'0,"24"-9"-17301"0"0,1 0 1 0 0,0 0 0 0 0,0 0-1 0 0,0 1 1 0 0,0-1 0 0 0,0 0-1 0 0,0 0 1 0 0,0 1 0 0 0,-1-1-1 0 0,1 0 1 0 0,0 0 0 0 0,0 1-1 0 0,0-1 1 0 0,0 0 0 0 0,0 0 0 0 0,0 1-1 0 0,0-1 1 0 0,0 0 0 0 0,0 0-1 0 0,0 1 1 0 0,0-1 0 0 0,1 0-1 0 0,-1 0 1 0 0,0 1 0 0 0,2 1 953 0 0,-2-2-953 0 0,0 0-1 0 0,0 0 1 0 0,16 15 133 0 0,6 6-291 0 0,-20-16 86 0 0,1 0 0 0 0,-1 0 0 0 0,-1 0 0 0 0,1 0 0 0 0,-1 0 0 0 0,0 0 0 0 0,0 1 0 0 0,0-1 0 0 0,-1 0 0 0 0,0 1 0 0 0,0-1 0 0 0,0 1-1 0 0,-1-1 1 0 0,-1 6 0 0 0,-1 6 44 0 0,-1-1-1 0 0,0 1 1 0 0,-9 18 0 0 0,-48 89 1557 0 0,28-62 843 0 0,25-41-2081 0 0,8-21-361 0 0,0 0 0 0 0,0 0-1 0 0,0 1 1 0 0,0-1 0 0 0,0 0 0 0 0,0 0 0 0 0,0 1 0 0 0,0-1-1 0 0,0 0 1 0 0,0 0 0 0 0,0 0 0 0 0,0 1 0 0 0,0-1 0 0 0,0 0 0 0 0,0 0-1 0 0,0 0 1 0 0,0 1 0 0 0,0-1 0 0 0,0 0 0 0 0,1 0 0 0 0,-1 0 0 0 0,0 1-1 0 0,0-1 1 0 0,0 0 0 0 0,0 0 0 0 0,0 0 0 0 0,1 0 0 0 0,-1 1-1 0 0,0-1 1 0 0,0 0 0 0 0,0 0 0 0 0,0 0 0 0 0,1 0 0 0 0,-1 0 0 0 0,0 0-1 0 0,0 0 1 0 0,1 0 0 0 0,-1 1 0 0 0,4-2 112 0 0,-1 0 1 0 0,1 0 0 0 0,-1 0-1 0 0,1 0 1 0 0,-1 0-1 0 0,0-1 1 0 0,5-2-1 0 0,-3 2-110 0 0,257-129-9849 0 0,-228 112 919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26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31 1324 0 0,'9'-25'15849'0'0,"-10"38"-11187"0"0,-7 30-1685 0 0,7-37-2739 0 0,-9 42 1830 0 0,-5 73-1 0 0,14-108-1919 0 0,1 1 0 0 0,0-1 0 0 0,1 1 0 0 0,0-1-1 0 0,1 1 1 0 0,1-1 0 0 0,0 0 0 0 0,0 0 0 0 0,2 0 0 0 0,8 19 0 0 0,-11-29-129 0 0,0 0 1 0 0,0 0-1 0 0,1 0 0 0 0,-1 0 0 0 0,1 0 0 0 0,-1 0 1 0 0,1-1-1 0 0,0 1 0 0 0,0-1 0 0 0,0 0 0 0 0,0 0 1 0 0,0 0-1 0 0,1 0 0 0 0,4 2 0 0 0,-2-3 3 0 0,0 1 0 0 0,0-1-1 0 0,0 1 1 0 0,0-2 0 0 0,0 1-1 0 0,1-1 1 0 0,-1 0 0 0 0,7 0 0 0 0,3-3 12 0 0,1 0 1 0 0,-1 0 0 0 0,0-2 0 0 0,-1 0-1 0 0,27-12 1 0 0,-25 7-15 0 0,1 0-1 0 0,-1-1 0 0 0,-1-1 1 0 0,0 0-1 0 0,-1-1 0 0 0,0-1 1 0 0,-1 0-1 0 0,-1-1 1 0 0,0-1-1 0 0,-1 0 0 0 0,-1 0 1 0 0,0-1-1 0 0,-2-1 1 0 0,16-35-1 0 0,-23 48-17 0 0,0 0 0 0 0,-1 0 0 0 0,1 0 0 0 0,-1 0 0 0 0,0-1 0 0 0,-1 1 0 0 0,1 0 0 0 0,-1-1-1 0 0,0 1 1 0 0,0-1 0 0 0,-1 1 0 0 0,1 0 0 0 0,-1-1 0 0 0,0 1 0 0 0,-1 0 0 0 0,-2-6 0 0 0,2 6-2 0 0,0 1-1 0 0,-1 0 1 0 0,1 0 0 0 0,-1 0-1 0 0,0 1 1 0 0,0-1 0 0 0,-1 1-1 0 0,1 0 1 0 0,-1-1 0 0 0,1 2-1 0 0,-1-1 1 0 0,0 0 0 0 0,0 1-1 0 0,-1-1 1 0 0,1 1 0 0 0,0 1-1 0 0,-1-1 1 0 0,-8-2 0 0 0,0 1-471 0 0,0 0 0 0 0,-1 1 0 0 0,1 0 0 0 0,-1 1 0 0 0,1 1 1 0 0,-1 0-1 0 0,0 1 0 0 0,-26 5 0 0 0,-8 8-5399 0 0,3 8-4623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1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1500 0 0,'4'-10'2346'0'0,"0"-1"1"0"0,0 0-1 0 0,-1-1 0 0 0,3-17 1 0 0,2-8 2966 0 0,-16 71-3885 0 0,-5 67 0 0 0,12-85-1359 0 0,0-1 0 0 0,1 1 0 0 0,1 0 0 0 0,0-1 0 0 0,1 1 0 0 0,1-1-1 0 0,0 0 1 0 0,10 26 0 0 0,-12-37-49 0 0,1-1 0 0 0,0 1 0 0 0,0-1 0 0 0,0 0 0 0 0,0 1-1 0 0,1-1 1 0 0,-1 0 0 0 0,1-1 0 0 0,-1 1 0 0 0,1 0 0 0 0,0-1 0 0 0,0 0-1 0 0,1 1 1 0 0,-1-1 0 0 0,0 0 0 0 0,1-1 0 0 0,-1 1 0 0 0,1-1 0 0 0,-1 1-1 0 0,1-1 1 0 0,0 0 0 0 0,0 0 0 0 0,-1-1 0 0 0,1 1 0 0 0,0-1-1 0 0,0 0 1 0 0,0 0 0 0 0,4-1 0 0 0,-1 0-6 0 0,0 0 1 0 0,-1-1-1 0 0,1 1 0 0 0,-1-2 1 0 0,1 1-1 0 0,-1-1 1 0 0,0 0-1 0 0,0 0 0 0 0,0-1 1 0 0,0 1-1 0 0,-1-1 0 0 0,1-1 1 0 0,-1 1-1 0 0,0-1 0 0 0,4-6 1 0 0,21-27 23 0 0,-2-1-1 0 0,31-60 1 0 0,-45 83-63 0 0,-14 16 24 0 0,0 0 1 0 0,-1 0 0 0 0,1 1 0 0 0,0-1 0 0 0,0 0 0 0 0,0 0 0 0 0,0 1-1 0 0,0-1 1 0 0,0 0 0 0 0,0 1 0 0 0,0-1 0 0 0,0 0 0 0 0,0 0 0 0 0,0 1-1 0 0,0-1 1 0 0,0 0 0 0 0,0 1 0 0 0,0-1 0 0 0,0 0 0 0 0,0 0-1 0 0,0 1 1 0 0,1-1 0 0 0,-1 0 0 0 0,0 1 0 0 0,0-1 0 0 0,0 0 0 0 0,0 0-1 0 0,0 0 1 0 0,1 1 0 0 0,-1-1 0 0 0,0 0 0 0 0,0 0 0 0 0,1 0 0 0 0,-1 1-1 0 0,0-1 1 0 0,0 0 0 0 0,1 0 0 0 0,-1 0 0 0 0,0 0 0 0 0,0 0-1 0 0,1 1 1 0 0,-1-1 0 0 0,0 0 0 0 0,1 0 0 0 0,-1 0 0 0 0,0 0 0 0 0,0 0-1 0 0,1 0 1 0 0,-1 0 0 0 0,0 0 0 0 0,1 0 0 0 0,-1 0 0 0 0,0 0 0 0 0,0 0-1 0 0,1-1 1 0 0,-1 1 0 0 0,0 0 0 0 0,1 0 0 0 0,-1 0 0 0 0,0 0-1 0 0,0 0 1 0 0,1-1 0 0 0,-1 1 0 0 0,0 0 0 0 0,0 0 0 0 0,0 0 0 0 0,1-1-1 0 0,-1 1 1 0 0,0 0 0 0 0,-20 240 822 0 0,8-133-1896 0 0,11-100 467 0 0,1 0 0 0 0,0 0 0 0 0,0 0 0 0 0,1 0 0 0 0,0 0 0 0 0,0 1 0 0 0,4 10 0 0 0,-4-13-393 0 0,1-1 1 0 0,0 0-1 0 0,0 0 0 0 0,0 0 0 0 0,0-1 0 0 0,1 1 1 0 0,0 0-1 0 0,4 4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1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17 2572 0 0,'13'-17'17739'0'0,"-21"27"-16361"0"0,-71 94 3706 0 0,-12 15-3745 0 0,-82 141 0 0 0,163-244-2222 0 0,-15 28-2151 0 0,24-41 2453 0 0,-1 0 0 0 0,1 0-1 0 0,0 0 1 0 0,0 0 0 0 0,0 0 0 0 0,1 0-1 0 0,-1 0 1 0 0,1 0 0 0 0,-1 0 0 0 0,1 1-1 0 0,1 4 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2012 0 0,'24'-26'6950'0'0,"11"-10"-838"0"0,-30 32-5784 0 0,0 0 0 0 0,0 1 0 0 0,0-1 0 0 0,0 1-1 0 0,1 0 1 0 0,-1 0 0 0 0,1 1 0 0 0,0 0 0 0 0,0 0 0 0 0,11-3-1 0 0,-12 4-271 0 0,0 1-1 0 0,0-1 0 0 0,0 1 0 0 0,0 0 0 0 0,0 0 0 0 0,0 0 1 0 0,-1 1-1 0 0,1 0 0 0 0,0 0 0 0 0,0 0 0 0 0,0 0 1 0 0,-1 1-1 0 0,1 0 0 0 0,-1 0 0 0 0,7 3 0 0 0,-8-2 39 0 0,-1-1 0 0 0,1 0 0 0 0,0 0 0 0 0,-1 1 0 0 0,0-1 0 0 0,1 1 0 0 0,-1 0 0 0 0,0 0-1 0 0,-1 0 1 0 0,1 0 0 0 0,0 0 0 0 0,-1 0 0 0 0,1 0 0 0 0,-1 1 0 0 0,0-1 0 0 0,0 0 0 0 0,-1 1 0 0 0,1-1 0 0 0,-1 1 0 0 0,1-1-1 0 0,-1 1 1 0 0,-1 5 0 0 0,0 2 284 0 0,0 0 0 0 0,-1-1 0 0 0,-1 1 0 0 0,0-1 0 0 0,0 0 0 0 0,-1 1 0 0 0,-9 17 0 0 0,-47 65 1929 0 0,27-44-1238 0 0,7-11-415 0 0,14-20-228 0 0,-15 26 1 0 0,27-44-422 0 0,0 1 0 0 0,0-1-1 0 0,0 0 1 0 0,0 1 0 0 0,0-1 0 0 0,0 0 0 0 0,0 0-1 0 0,0 1 1 0 0,0-1 0 0 0,1 0 0 0 0,-1 0 0 0 0,0 1 0 0 0,0-1-1 0 0,0 0 1 0 0,0 0 0 0 0,1 0 0 0 0,-1 1 0 0 0,0-1-1 0 0,0 0 1 0 0,1 0 0 0 0,-1 0 0 0 0,0 0 0 0 0,0 1-1 0 0,1-1 1 0 0,-1 0 0 0 0,0 0 0 0 0,0 0 0 0 0,1 0-1 0 0,-1 0 1 0 0,0 0 0 0 0,1 0 0 0 0,-1 0 0 0 0,0 0-1 0 0,0 0 1 0 0,1 0 0 0 0,-1 0 0 0 0,0 0 0 0 0,1 0-1 0 0,-1 0 1 0 0,0 0 0 0 0,0 0 0 0 0,1 0 0 0 0,-1 0-1 0 0,15-1 47 0 0,-15 1-51 0 0,22-5-516 0 0,-1-1-1 0 0,1-2 1 0 0,-1 0-1 0 0,28-14 1 0 0,-17 7-615 0 0,-18 8 528 0 0,140-64-6206 0 0,-54 20-1994 0 0,-55 27 1243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48 2960 0 0,'10'-19'11391'0'0,"-16"22"-10795"0"0,1 0 1 0 0,0 0-1 0 0,1 1 1 0 0,-1 0 0 0 0,1 0-1 0 0,0 0 1 0 0,0 0-1 0 0,0 1 1 0 0,0 0 0 0 0,1 0-1 0 0,-4 6 1 0 0,-31 63 2182 0 0,36-70-2604 0 0,-3 8 150 0 0,0 1-1 0 0,1 0 0 0 0,0 0 1 0 0,1 0-1 0 0,0 0 1 0 0,1 1-1 0 0,0 19 0 0 0,1-27-231 0 0,1 1 0 0 0,1-1 0 0 0,-1 1 0 0 0,1-1-1 0 0,1 1 1 0 0,-1-1 0 0 0,1 1 0 0 0,0-1 0 0 0,0 0-1 0 0,1 0 1 0 0,0 0 0 0 0,0 0 0 0 0,0 0 0 0 0,1-1 0 0 0,-1 1-1 0 0,1-1 1 0 0,6 6 0 0 0,-6-8-54 0 0,0-1 1 0 0,1 1-1 0 0,-1-1 0 0 0,0 1 1 0 0,1-1-1 0 0,-1 0 0 0 0,1-1 1 0 0,0 1-1 0 0,0-1 0 0 0,0 0 1 0 0,0 0-1 0 0,0-1 0 0 0,0 1 1 0 0,0-1-1 0 0,-1 0 0 0 0,1-1 1 0 0,0 1-1 0 0,0-1 0 0 0,6-1 1 0 0,5-2 7 0 0,1 0 1 0 0,-1-1-1 0 0,-1-1 1 0 0,23-11-1 0 0,-25 10-20 0 0,0-1 1 0 0,0-1-1 0 0,-1 0 1 0 0,0 0-1 0 0,0-1 0 0 0,-1-1 1 0 0,-1 0-1 0 0,13-17 0 0 0,-16 19-19 0 0,-1 0-1 0 0,0 0 0 0 0,0-1 0 0 0,-1 0 0 0 0,-1 0 0 0 0,0 0 0 0 0,0 0 0 0 0,-1-1 0 0 0,0 1 0 0 0,0-1 1 0 0,-2 0-1 0 0,2-15 0 0 0,-3 21-8 0 0,0 1 1 0 0,-1 0-1 0 0,1 0 1 0 0,-1 0-1 0 0,0 0 1 0 0,0 0-1 0 0,0 0 1 0 0,-1 0-1 0 0,1 0 1 0 0,-1 0-1 0 0,0 0 1 0 0,0 1-1 0 0,-1-1 1 0 0,1 1-1 0 0,-4-4 1 0 0,1 2-2 0 0,0 0 0 0 0,-1 0 1 0 0,1 1-1 0 0,-1 0 1 0 0,0 0-1 0 0,0 0 0 0 0,-1 1 1 0 0,-8-4-1 0 0,-5 1-441 0 0,0 0 0 0 0,-1 0 0 0 0,0 2-1 0 0,0 1 1 0 0,-22-1 0 0 0,19 3-2051 0 0,-46 4 1 0 0,9 8-9011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2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48 2888 0 0,'-4'-1'2671'0'0,"-48"-2"18441"0"0,71 4-18030 0 0,-10 0-4117 0 0,27-2 1395 0 0,-1-1 0 0 0,50-9 0 0 0,-21-5-6052 0 0,-31 1-7443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33 84 0 0,'22'-33'20540'0'0,"-25"35"-20337"0"0,-11 9 1426 0 0,0 1 0 0 0,-25 25 0 0 0,22-16-856 0 0,0 0 1 0 0,-28 47-1 0 0,39-59-684 0 0,1 1 1 0 0,0 0-1 0 0,1 0 0 0 0,0 1 1 0 0,1-1-1 0 0,0 1 1 0 0,0 0-1 0 0,-1 20 0 0 0,4-24-55 0 0,0 0-1 0 0,1 0 0 0 0,-1 0 1 0 0,1 0-1 0 0,1 0 0 0 0,-1 0 0 0 0,1-1 1 0 0,1 1-1 0 0,-1 0 0 0 0,1-1 1 0 0,0 1-1 0 0,1-1 0 0 0,-1 0 1 0 0,9 10-1 0 0,-1-3 22 0 0,1 0 0 0 0,0-1 0 0 0,1 0 0 0 0,26 17 0 0 0,62 32 178 0 0,-66-42 141 0 0,57 43 0 0 0,-90-61-355 0 0,-1 0-1 0 0,0 0 1 0 0,1 0-1 0 0,-1 0 1 0 0,0 0-1 0 0,0 1 0 0 0,0-1 1 0 0,0 0-1 0 0,0 1 1 0 0,0-1-1 0 0,0 1 1 0 0,-1-1-1 0 0,1 1 1 0 0,0 0-1 0 0,-1-1 1 0 0,1 1-1 0 0,-1-1 1 0 0,0 1-1 0 0,1 0 1 0 0,-1 0-1 0 0,0 3 1 0 0,-1-3 37 0 0,1 1 1 0 0,-1 0 0 0 0,0-1 0 0 0,0 1 0 0 0,0-1 0 0 0,0 1 0 0 0,-1-1 0 0 0,1 1 0 0 0,0-1-1 0 0,-1 0 1 0 0,0 0 0 0 0,-2 3 0 0 0,-4 3 90 0 0,0-1-1 0 0,0-1 1 0 0,-1 1 0 0 0,0-1 0 0 0,0-1-1 0 0,-10 5 1 0 0,2-1-147 0 0,6-3 0 0 0,0-1 0 0 0,1 0 0 0 0,-2-1 0 0 0,-14 3 0 0 0,7-3 0 0 0,2-5 0 0 0,3-5 0 0 0,13 5 0 0 0,-1-1 0 0 0,1 1 0 0 0,0-1 0 0 0,0 1 0 0 0,0-1 0 0 0,1 1 0 0 0,-1-1 0 0 0,0 1 0 0 0,1-1 0 0 0,-1 0 0 0 0,0 1 0 0 0,1-1 0 0 0,0 0 0 0 0,-1 1 0 0 0,1-1 0 0 0,0 0 0 0 0,0 0 0 0 0,0 1 0 0 0,0-1 0 0 0,1 0 0 0 0,-1 0 0 0 0,0 1 0 0 0,1-1 0 0 0,-1 0 0 0 0,1 0 0 0 0,1-2 0 0 0,2-7 0 0 0,0 1 0 0 0,12-18 0 0 0,-15 26 0 0 0,103-145 0 0 0,-5 8 0 0 0,-86 116 0 0 0,0 0 0 0 0,-1-1 0 0 0,-1 0 0 0 0,10-36 0 0 0,-19 56 0 0 0,-1-1 0 0 0,0 1 0 0 0,0-1 0 0 0,-1 0 0 0 0,1 1 0 0 0,-1-1 0 0 0,0 0 0 0 0,0 1 0 0 0,-1-1 0 0 0,1 0 0 0 0,-1 1 0 0 0,0-1 0 0 0,-1 1 0 0 0,1-1 0 0 0,-1 1 0 0 0,1-1 0 0 0,-1 1 0 0 0,-1 0 0 0 0,1 0 0 0 0,-1 0 0 0 0,1 0 0 0 0,-1 0 0 0 0,0 1 0 0 0,0-1 0 0 0,-1 1 0 0 0,1 0 0 0 0,-1 0 0 0 0,0 0 0 0 0,0 0 0 0 0,0 1 0 0 0,0-1 0 0 0,0 1 0 0 0,0 0 0 0 0,0 0 0 0 0,-1 1 0 0 0,1-1 0 0 0,-1 1 0 0 0,0 0 0 0 0,1 1 0 0 0,-1-1 0 0 0,-5 0 0 0 0,-5 1-454 0 0,0 0 0 0 0,0 1 0 0 0,0 0-1 0 0,0 1 1 0 0,0 1 0 0 0,0 0 0 0 0,1 1 0 0 0,0 1 0 0 0,-1 0 0 0 0,-22 13 0 0 0,28-14 125 0 0,1 1 0 0 0,-1 1 0 0 0,1-1 0 0 0,0 1 0 0 0,1 1 0 0 0,-1-1 0 0 0,1 1 0 0 0,0 0 0 0 0,1 1 0 0 0,0 0 0 0 0,0 0 0 0 0,1 0 0 0 0,0 1 0 0 0,0 0 0 0 0,1 0 0 0 0,0 0 0 0 0,-3 12 0 0 0,6-16-359 0 0,0 0-1 0 0,1-1 1 0 0,-1 1 0 0 0,1 0-1 0 0,0 0 1 0 0,1 5-1 0 0,5 14-6576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48 2556 0 0,'7'-9'2951'0'0,"0"1"0"0"0,1 0 0 0 0,0 1 1 0 0,12-9 1885 0 0,-17 29-1770 0 0,-24 43-1263 0 0,-2 0 1 0 0,-59 98-1 0 0,-81 94 3279 0 0,158-241-5077 0 0,-120 178-429 0 0,122-181-192 0 0,1 0 1 0 0,0-1 0 0 0,0 1 0 0 0,1 0 0 0 0,-3 7 0 0 0,3 4-4440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 2364 0 0,'14'-31'12945'0'0,"6"7"-7329"0"0,-18 22-5478 0 0,1 0 0 0 0,-1 0 0 0 0,1 0 0 0 0,0 0 0 0 0,0 0 0 0 0,0 1 0 0 0,0 0-1 0 0,0-1 1 0 0,0 1 0 0 0,0 0 0 0 0,0 1 0 0 0,1-1 0 0 0,-1 0 0 0 0,0 1 0 0 0,1 0 0 0 0,-1 0 0 0 0,7 0-1 0 0,-4 1-50 0 0,1-1-1 0 0,-1 2 1 0 0,1-1-1 0 0,-1 0 0 0 0,0 1 1 0 0,1 0-1 0 0,-1 1 1 0 0,0 0-1 0 0,11 6 0 0 0,-15-8-24 0 0,0 1 0 0 0,0 0-1 0 0,0-1 1 0 0,0 1-1 0 0,-1 0 1 0 0,1 0 0 0 0,-1 0-1 0 0,1 1 1 0 0,-1-1-1 0 0,0 0 1 0 0,1 0 0 0 0,-1 1-1 0 0,-1-1 1 0 0,1 1 0 0 0,0-1-1 0 0,0 1 1 0 0,-1-1-1 0 0,1 1 1 0 0,-1-1 0 0 0,0 1-1 0 0,0-1 1 0 0,0 1-1 0 0,0-1 1 0 0,0 1 0 0 0,-1 0-1 0 0,1-1 1 0 0,-1 1 0 0 0,0-1-1 0 0,-1 4 1 0 0,-2 6 148 0 0,-2 0 1 0 0,1 0-1 0 0,-1-1 1 0 0,-1 1 0 0 0,0-1-1 0 0,-1-1 1 0 0,-12 14-1 0 0,-70 65 1662 0 0,66-67-1337 0 0,-46 44 1377 0 0,68-65-1548 0 0,3 0-223 0 0,0 0-136 0 0,-1 0-1 0 0,1-1 0 0 0,-1 1 0 0 0,1-1 0 0 0,-1 1 1 0 0,1-1-1 0 0,0 1 0 0 0,-1-1 0 0 0,1 1 1 0 0,0-1-1 0 0,-1 0 0 0 0,1 1 0 0 0,0-1 1 0 0,-1 0-1 0 0,1 0 0 0 0,0 1 0 0 0,-1-1 1 0 0,1 0-1 0 0,0 0 0 0 0,0 0 0 0 0,-1 0 0 0 0,1 0 1 0 0,0 0-1 0 0,0 0 0 0 0,-1 0 0 0 0,1 0 1 0 0,0 0-1 0 0,0-1 0 0 0,-1 1 0 0 0,1 0 1 0 0,1-1-1 0 0,0 1-1 0 0,51-11-2570 0 0,0-2-1 0 0,83-33 1 0 0,-55 18 219 0 0,-12 2-7638 0 0,-37 13-341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42 1628 0 0,'-8'-23'23789'0'0,"7"23"-23560"0"0,-1 1 99 0 0,0-1-1 0 0,0 1 0 0 0,0 0 0 0 0,0 0 0 0 0,1 1 0 0 0,-1-1 0 0 0,0 0 0 0 0,1 1 0 0 0,-3 1 0 0 0,-4 6 324 0 0,0 0 0 0 0,-10 15-1 0 0,9-8-440 0 0,0 0 0 0 0,1 1 0 0 0,1 0 0 0 0,-9 30-1 0 0,13-37-124 0 0,1 1 0 0 0,0-1 0 0 0,1 1 0 0 0,0 0 0 0 0,0-1-1 0 0,1 1 1 0 0,0 0 0 0 0,1 0 0 0 0,3 14 0 0 0,-3-22-85 0 0,0 0 0 0 0,0 0 0 0 0,0 0 0 0 0,0-1 0 0 0,0 1 0 0 0,0 0 0 0 0,1-1 0 0 0,0 1 0 0 0,-1-1 0 0 0,1 1 0 0 0,0-1 0 0 0,0 0 0 0 0,0 0 0 0 0,0 0 0 0 0,1 0 0 0 0,-1 0 0 0 0,0 0 0 0 0,4 1 0 0 0,-2-1 0 0 0,0-1 0 0 0,1 1 0 0 0,-1-1 0 0 0,1 0 0 0 0,0 0 0 0 0,-1 0 0 0 0,1 0 0 0 0,-1-1 0 0 0,1 0 0 0 0,7-1 0 0 0,1 0 0 0 0,0-2 0 0 0,0 1 0 0 0,0-2 0 0 0,-1 0 0 0 0,1 0 0 0 0,-1-1 0 0 0,16-9 0 0 0,-11 4 0 0 0,0-1 0 0 0,-1-1 0 0 0,0-1 0 0 0,27-27 0 0 0,-36 33 0 0 0,-1 0 0 0 0,0-1 0 0 0,0 1 0 0 0,-1-1 0 0 0,0 0 0 0 0,-1-1 0 0 0,1 1 0 0 0,-2-1 0 0 0,1 0 0 0 0,-1 0 0 0 0,-1 0 0 0 0,3-15 0 0 0,-4 20-51 0 0,-1 0 1 0 0,0 1-1 0 0,0-1 1 0 0,0 0-1 0 0,0 0 1 0 0,-1 1-1 0 0,0-1 0 0 0,1 0 1 0 0,-1 1-1 0 0,-1-1 1 0 0,1 1-1 0 0,0-1 0 0 0,-1 1 1 0 0,0 0-1 0 0,0-1 1 0 0,-4-4-1 0 0,3 4-135 0 0,-1 0 0 0 0,0 0 0 0 0,-1 1 0 0 0,1 0 0 0 0,-1 0 1 0 0,1 0-1 0 0,-1 0 0 0 0,0 1 0 0 0,0-1 0 0 0,-7-1 0 0 0,-5-1-448 0 0,1 1-1 0 0,-1 1 1 0 0,0 1 0 0 0,0 1-1 0 0,0 0 1 0 0,-25 2 0 0 0,-31 5-4391 0 0,22 1-1199 0 0,-16 6-5545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65 1396 0 0,'-24'-9'10950'0'0,"-3"3"-2417"0"0,30 6-8325 0 0,43 1 80 0 0,-1-2 0 0 0,0-3 0 0 0,64-12 0 0 0,-53 7-182 0 0,32-5-1091 0 0,-67 11-2755 0 0,0-1-3334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1416 0 0,'0'-9'13232'0'0,"12"95"-6585"0"0,-8-49-5763 0 0,-2 58 1 0 0,-11 1-568 0 0,0 3-2262 0 0,11-34-3402 0 0,4-34-1727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6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45 2076 0 0,'28'-44'17904'0'0,"-31"54"-15773"0"0,-10 10-669 0 0,0-1 1 0 0,-1 0-1 0 0,-17 17 0 0 0,3-4-603 0 0,-97 113 618 0 0,-80 101-2916 0 0,192-228 150 0 0,-27 37-1580 0 0,26-26-1489 0 0,8 0-4261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7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62 760 0 0,'17'-24'12736'0'0,"-1"8"-6054"0"0,1 7-5232 0 0,-8 6-1198 0 0,0 1 1 0 0,0-1-1 0 0,0 2 1 0 0,0-1-1 0 0,0 1 1 0 0,0 1-1 0 0,11 0 1 0 0,-13 0-199 0 0,-1 0 1 0 0,0 0 0 0 0,0 1-1 0 0,0-1 1 0 0,0 2 0 0 0,0-1-1 0 0,0 1 1 0 0,0 0 0 0 0,0 0-1 0 0,10 5 1 0 0,-15-5-30 0 0,1-1 1 0 0,0 0-1 0 0,-1 1 1 0 0,1-1 0 0 0,-1 1-1 0 0,1 0 1 0 0,-1-1-1 0 0,0 1 1 0 0,0 0-1 0 0,0 0 1 0 0,0 0-1 0 0,0 0 1 0 0,0 0-1 0 0,0 0 1 0 0,-1 0-1 0 0,1 0 1 0 0,-1 0-1 0 0,1 0 1 0 0,-1 1-1 0 0,0-1 1 0 0,0 0-1 0 0,0 0 1 0 0,0 0-1 0 0,0 0 1 0 0,-1 1-1 0 0,1-1 1 0 0,0 0-1 0 0,-1 0 1 0 0,0 0-1 0 0,1 0 1 0 0,-1 0-1 0 0,-2 2 1 0 0,-3 11 224 0 0,-1 0 1 0 0,-1 0 0 0 0,-1-1-1 0 0,-18 23 1 0 0,-50 49 1232 0 0,12-14-249 0 0,-3 4-215 0 0,68-75-1015 0 0,0-1 0 0 0,0 0 0 0 0,-1 0 0 0 0,1 0 1 0 0,0 1-1 0 0,0-1 0 0 0,-1 0 0 0 0,1 0 0 0 0,0 1 0 0 0,0-1 0 0 0,0 0 0 0 0,0 1 0 0 0,-1-1 1 0 0,1 0-1 0 0,0 1 0 0 0,0-1 0 0 0,0 0 0 0 0,0 0 0 0 0,0 1 0 0 0,0-1 0 0 0,0 0 0 0 0,0 1 0 0 0,0-1 1 0 0,0 0-1 0 0,0 1 0 0 0,0-1 0 0 0,0 0 0 0 0,0 1 0 0 0,0-1 0 0 0,0 0 0 0 0,0 1 0 0 0,0-1 0 0 0,1 0 1 0 0,-1 1-1 0 0,0-1 0 0 0,0 0 0 0 0,0 1 0 0 0,1-1 0 0 0,-1 0 0 0 0,0 0 0 0 0,0 0 0 0 0,0 1 0 0 0,1-1 1 0 0,-1 0-1 0 0,0 0 0 0 0,1 1 0 0 0,-1-1 0 0 0,0 0 0 0 0,0 0 0 0 0,1 0 0 0 0,-1 0 0 0 0,0 0 0 0 0,1 0 1 0 0,-1 0-1 0 0,0 0 0 0 0,1 1 0 0 0,-1-1 0 0 0,0 0 0 0 0,1 0 0 0 0,-1 0 0 0 0,0 0 0 0 0,1-1 1 0 0,19 3 54 0 0,-20-2-57 0 0,29-3-669 0 0,-1-1 0 0 0,0-2 1 0 0,35-11-1 0 0,-24 6-837 0 0,-17 5 376 0 0,77-22-4090 0 0,-34 8-2322 0 0,-14 3-2399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30 2804 0 0,'-8'-8'9133'0'0,"4"9"-8594"0"0,-1-1-1 0 0,0 1 0 0 0,1 1 1 0 0,-1-1-1 0 0,1 1 1 0 0,-1 0-1 0 0,1 0 1 0 0,0 0-1 0 0,0 0 1 0 0,0 1-1 0 0,0 0 1 0 0,0 0-1 0 0,1 0 1 0 0,-1 0-1 0 0,1 0 1 0 0,-5 7-1 0 0,-4 5 563 0 0,0 0 0 0 0,-17 30 0 0 0,23-34-798 0 0,0 0 0 0 0,1 1 0 0 0,1-1 1 0 0,0 1-1 0 0,1 0 0 0 0,-4 23 0 0 0,6-29-183 0 0,0 0-1 0 0,0 0 0 0 0,1 0 0 0 0,0 0 0 0 0,1 0 1 0 0,-1 0-1 0 0,1 0 0 0 0,0 0 0 0 0,1 0 0 0 0,0 0 0 0 0,-1-1 1 0 0,2 1-1 0 0,-1 0 0 0 0,1-1 0 0 0,6 10 0 0 0,-6-12-61 0 0,0 0 1 0 0,0-1-1 0 0,0 1 0 0 0,0-1 0 0 0,1 1 0 0 0,-1-1 0 0 0,1-1 0 0 0,0 1 1 0 0,-1 0-1 0 0,1-1 0 0 0,0 0 0 0 0,0 1 0 0 0,0-2 0 0 0,0 1 0 0 0,0 0 1 0 0,0-1-1 0 0,1 0 0 0 0,-1 0 0 0 0,0 0 0 0 0,0 0 0 0 0,0-1 0 0 0,7-1 1 0 0,0 0 2 0 0,1-1 0 0 0,-1 0 1 0 0,0-1-1 0 0,0 0 0 0 0,0-1 1 0 0,17-10-1 0 0,-19 9-25 0 0,-1 0-1 0 0,0 0 1 0 0,0-1 0 0 0,0-1-1 0 0,-1 1 1 0 0,0-1 0 0 0,-1 0 0 0 0,0-1-1 0 0,0 1 1 0 0,-1-1 0 0 0,0-1-1 0 0,0 1 1 0 0,5-16 0 0 0,-8 19-35 0 0,-1 1 0 0 0,1-1 0 0 0,-1 0 1 0 0,0 0-1 0 0,-1 1 0 0 0,1-1 1 0 0,-1 0-1 0 0,0 0 0 0 0,-1 0 1 0 0,0 0-1 0 0,1 1 0 0 0,-2-1 1 0 0,1 0-1 0 0,-1 1 0 0 0,0-1 0 0 0,0 1 1 0 0,0-1-1 0 0,-1 1 0 0 0,0 0 1 0 0,0 0-1 0 0,0 0 0 0 0,0 0 1 0 0,-1 1-1 0 0,0-1 0 0 0,-6-4 0 0 0,2 2-392 0 0,0 1 0 0 0,-1 0-1 0 0,0 1 1 0 0,0 0-1 0 0,0 1 1 0 0,0-1-1 0 0,-1 2 1 0 0,1-1-1 0 0,-13-1 1 0 0,-35-5-4775 0 0,2 5-5745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93 1008 0 0,'-14'-8'4702'0'0,"1"-1"-1"0"0,-18-15 1042 0 0,28 20-4614 0 0,3 4-1091 0 0,0 0 0 0 0,-1 0-1 0 0,1 0 1 0 0,0 0 0 0 0,0 0 0 0 0,0 0-1 0 0,-1 0 1 0 0,1-1 0 0 0,0 1 0 0 0,0 0-1 0 0,0 0 1 0 0,0 0 0 0 0,-1 0 0 0 0,1-1 0 0 0,0 1-1 0 0,0 0 1 0 0,0 0 0 0 0,0 0 0 0 0,0-1-1 0 0,0 1 1 0 0,0 0 0 0 0,-1 0 0 0 0,1-1 0 0 0,0 1-1 0 0,0 0 1 0 0,0 0 0 0 0,0 0 0 0 0,0-1-1 0 0,0 1 1 0 0,0 0 0 0 0,0 0 0 0 0,0-1 0 0 0,0 1-1 0 0,1-1 1 0 0,-1 0 21 0 0,0-1 0 0 0,1 1 0 0 0,-1-1-1 0 0,1 1 1 0 0,-1-1 0 0 0,1 1 0 0 0,0-1 0 0 0,-1 1-1 0 0,1-1 1 0 0,0 1 0 0 0,0 0 0 0 0,0 0 0 0 0,0-1 0 0 0,0 1-1 0 0,1 0 1 0 0,-1 0 0 0 0,0 0 0 0 0,3-2 0 0 0,0 1-5 0 0,0 1 1 0 0,-1-1-1 0 0,1 0 1 0 0,0 1-1 0 0,1 0 0 0 0,-1 0 1 0 0,6-1-1 0 0,-3 1-32 0 0,1 0 1 0 0,0 1-1 0 0,0 0 0 0 0,0 1 0 0 0,-1-1 0 0 0,1 1 1 0 0,0 1-1 0 0,9 2 0 0 0,-12-2-9 0 0,0 0 0 0 0,1 0 0 0 0,-1 1 1 0 0,0 0-1 0 0,-1 0 0 0 0,1 0 0 0 0,0 0 0 0 0,-1 1 1 0 0,0 0-1 0 0,4 4 0 0 0,-6-6 10 0 0,0 1 1 0 0,0 0-1 0 0,0 1 0 0 0,0-1 1 0 0,-1 0-1 0 0,0 0 0 0 0,1 1 1 0 0,-1-1-1 0 0,0 1 0 0 0,-1-1 1 0 0,1 1-1 0 0,-1-1 0 0 0,1 1 1 0 0,-1 0-1 0 0,0-1 1 0 0,-1 8-1 0 0,-2 6 54 0 0,-1 0 1 0 0,-1 0 0 0 0,-1 0-1 0 0,0-1 1 0 0,-9 18-1 0 0,10-24-40 0 0,-2 12 98 0 0,6-19-77 0 0,0-1 0 0 0,-1 1 0 0 0,2 0 0 0 0,-1 0 0 0 0,0 0-1 0 0,1 0 1 0 0,-1 6 0 0 0,1-7-28 0 0,3-2 1 0 0,24 2-8 0 0,43 11-1 0 0,-58-10 16 0 0,-1 0-1 0 0,0 1 0 0 0,0 1 1 0 0,-1-1-1 0 0,1 2 1 0 0,16 10-1 0 0,-25-15 114 0 0,0 1 0 0 0,0-1 0 0 0,0 1-1 0 0,0 0 1 0 0,0 0 0 0 0,0-1 0 0 0,-1 1 0 0 0,1 0 0 0 0,-1 0 0 0 0,1 1 0 0 0,-1-1-1 0 0,0 0 1 0 0,1 0 0 0 0,-1 1 0 0 0,-1-1 0 0 0,1 1 0 0 0,0-1 0 0 0,0 1-1 0 0,-1-1 1 0 0,0 1 0 0 0,1-1 0 0 0,-1 1 0 0 0,0 0 0 0 0,0-1 0 0 0,0 1-1 0 0,-1-1 1 0 0,1 1 0 0 0,-1-1 0 0 0,1 1 0 0 0,-1-1 0 0 0,0 1 0 0 0,0-1-1 0 0,0 0 1 0 0,0 1 0 0 0,0-1 0 0 0,-1 0 0 0 0,1 0 0 0 0,-1 0 0 0 0,-1 3-1 0 0,-4 3 279 0 0,0 0-1 0 0,-1 0 0 0 0,0 0 0 0 0,0-1 1 0 0,-1 0-1 0 0,1-1 0 0 0,-20 11 0 0 0,4-6-310 0 0,-1 0-1 0 0,0-2 0 0 0,0-1 1 0 0,-1 0-1 0 0,0-2 0 0 0,0-1 1 0 0,-45 2-1 0 0,53-7-117 0 0,-17 0-287 0 0,30-1-362 0 0,-4-3-110 0 0,8 4 562 0 0,1-1 1 0 0,-1 1 0 0 0,0 0-1 0 0,0 0 1 0 0,1 0 0 0 0,-1-1 0 0 0,0 1-1 0 0,1-1 1 0 0,-1 1 0 0 0,0 0-1 0 0,1-1 1 0 0,-1 1 0 0 0,1-1 0 0 0,-1 1-1 0 0,1-1 1 0 0,-1 1 0 0 0,1-1-1 0 0,-1 0 1 0 0,1 1 0 0 0,-1-1 0 0 0,1 0-1 0 0,0 1 1 0 0,-1-1 0 0 0,1 0-1 0 0,0 1 1 0 0,0-1 0 0 0,-1 0 0 0 0,1 0-1 0 0,0 1 1 0 0,0-1 0 0 0,0 0 0 0 0,0 0-1 0 0,0 1 1 0 0,0-1 0 0 0,0 0-1 0 0,0 0 1 0 0,1 1 0 0 0,-1-1 0 0 0,0 0-1 0 0,0 0 1 0 0,0 1 0 0 0,1-1-1 0 0,-1 0 1 0 0,1 1 0 0 0,-1-1 0 0 0,0 0-1 0 0,1 0 1 0 0,3-3-1172 0 0,0 0 0 0 0,0 0 0 0 0,1 0 0 0 0,-1 0 0 0 0,1 1 0 0 0,0-1 0 0 0,5-2 0 0 0,13-6-6934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8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37 2368 0 0,'114'-36'19101'0'0,"-112"35"-18244"0"0,13 1 1651 0 0,-15 5-1934 0 0,-1 1-1 0 0,0-1 1 0 0,0 0 0 0 0,0 0 0 0 0,-1 0 0 0 0,0 0 0 0 0,0 0 0 0 0,0 0 0 0 0,-4 6 0 0 0,-32 44 606 0 0,21-31-671 0 0,-48 69-502 0 0,-72 109 965 0 0,105-149-3638 0 0,-49 109 1 0 0,77-152 1401 0 0,-13 37-3930 0 0,16-43 3715 0 0,0-1 0 0 0,1 1 0 0 0,-1 0 0 0 0,1-1 0 0 0,0 1 1 0 0,1 6-1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1672 0 0,'2'-4'1110'0'0,"1"0"1"0"0,-1 0-1 0 0,1 1 0 0 0,0-1 1 0 0,1 1-1 0 0,-1 0 0 0 0,1 0 0 0 0,-1 0 1 0 0,8-4-1 0 0,-4 3-367 0 0,1 0-1 0 0,-1 1 1 0 0,1 0 0 0 0,15-4-1 0 0,-3 3-354 0 0,0 1 0 0 0,1 1-1 0 0,27 0 1 0 0,-44 2-304 0 0,-1 0 0 0 0,1 0-1 0 0,-1 0 1 0 0,0 0 0 0 0,1 1 0 0 0,-1 0-1 0 0,0-1 1 0 0,1 1 0 0 0,-1 0 0 0 0,0 1-1 0 0,0-1 1 0 0,0 0 0 0 0,0 1 0 0 0,0 0 0 0 0,0 0-1 0 0,0 0 1 0 0,-1 0 0 0 0,1 0 0 0 0,-1 0-1 0 0,1 1 1 0 0,-1-1 0 0 0,0 1 0 0 0,4 5-1 0 0,-5-5 134 0 0,0 1-1 0 0,0-1 0 0 0,0 1 0 0 0,0 0 0 0 0,0-1 1 0 0,-1 1-1 0 0,1 0 0 0 0,-1 0 0 0 0,0-1 0 0 0,0 1 1 0 0,-1 0-1 0 0,1 0 0 0 0,-1-1 0 0 0,0 1 0 0 0,1 0 1 0 0,-2-1-1 0 0,1 1 0 0 0,0 0 0 0 0,-1-1 0 0 0,-3 5 1 0 0,-27 45 3124 0 0,-56 69 0 0 0,56-80-2267 0 0,28-35-797 0 0,-1 1-140 0 0,0-2-130 0 0,6-6-7 0 0,-1 1 0 0 0,0-1 0 0 0,0 0 0 0 0,0 1 0 0 0,0-1 0 0 0,0 1 0 0 0,1-1 0 0 0,-1 0 0 0 0,0 1 0 0 0,0-1 0 0 0,1 0 0 0 0,-1 1 0 0 0,0-1 0 0 0,1 0 0 0 0,-1 1 0 0 0,0-1 0 0 0,1 0 0 0 0,-1 0 0 0 0,0 1 0 0 0,1-1 0 0 0,-1 0 0 0 0,1 0 0 0 0,-1 0 0 0 0,0 0 0 0 0,1 1 0 0 0,4 0 0 0 0,-1-1 0 0 0,0 1 0 0 0,1-1 0 0 0,-1 0 0 0 0,1 0 0 0 0,-1 0 0 0 0,0-1 0 0 0,6 0 0 0 0,39-11 0 0 0,-38 10 0 0 0,60-20-2755 0 0,67-29 0 0 0,-64 22 813 0 0,51-21-4385 0 0,-43 14-1672 0 0,-33 14-586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3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58 131 2596 0 0,'38'-28'20423'0'0,"-56"53"-17288"0"0,-30 52 0 0 0,43-68-2978 0 0,1 0 0 0 0,0 0-1 0 0,1 1 1 0 0,-1-1-1 0 0,2 1 1 0 0,0 0-1 0 0,0 0 1 0 0,0 0-1 0 0,1 0 1 0 0,1 13 0 0 0,0-20-122 0 0,0-1 1 0 0,0 0 0 0 0,1 1 0 0 0,-1-1 0 0 0,1 0-1 0 0,-1 1 1 0 0,1-1 0 0 0,0 0 0 0 0,0 0 0 0 0,0 0-1 0 0,0 1 1 0 0,0-1 0 0 0,1 0 0 0 0,-1 0 0 0 0,0-1-1 0 0,1 1 1 0 0,0 0 0 0 0,-1 0 0 0 0,1-1 0 0 0,3 3-1 0 0,-2-3-2 0 0,0 1-1 0 0,0-1 0 0 0,1 0 0 0 0,-1 1 0 0 0,1-2 0 0 0,-1 1 1 0 0,1 0-1 0 0,-1-1 0 0 0,1 1 0 0 0,-1-1 0 0 0,1 0 0 0 0,4-1 1 0 0,4 0 24 0 0,1-2 1 0 0,-1 1-1 0 0,0-2 1 0 0,0 1 0 0 0,-1-2-1 0 0,21-9 1 0 0,-19 6-43 0 0,-1 0-1 0 0,0 0 1 0 0,0-1 0 0 0,-1 0-1 0 0,0-1 1 0 0,18-22-1 0 0,-24 26-8 0 0,0 0-1 0 0,-1-1 0 0 0,0 0 1 0 0,0 1-1 0 0,0-1 0 0 0,-1 0 1 0 0,0-1-1 0 0,0 1 0 0 0,-1-1 0 0 0,0 1 1 0 0,0-1-1 0 0,-1 0 0 0 0,0 0 1 0 0,0-11-1 0 0,-1 15-52 0 0,0 0 0 0 0,-1 0 0 0 0,0 1 1 0 0,0-1-1 0 0,0 0 0 0 0,0 0 0 0 0,-1 1 0 0 0,1-1 0 0 0,-1 0 0 0 0,0 1 1 0 0,0 0-1 0 0,0-1 0 0 0,-4-3 0 0 0,2 2-147 0 0,-1 0 0 0 0,0 1 0 0 0,-1-1-1 0 0,1 1 1 0 0,-1 0 0 0 0,0 1 0 0 0,-6-4 0 0 0,-11-3-635 0 0,1 2 0 0 0,-2 0 0 0 0,-31-6 0 0 0,40 11 559 0 0,-1 0-2950 0 0,-1 1 0 0 0,-26-1 0 0 0,23 3-2849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48 1504 0 0,'-25'14'24421'0'0,"212"-29"-22358"0"0,-79 4-1772 0 0,-58 3-972 0 0,-47 8 136 0 0,0-1 1 0 0,-1 0-1 0 0,1 1 1 0 0,0-1 0 0 0,-1 0-1 0 0,1-1 1 0 0,-1 1-1 0 0,1 0 1 0 0,-1-1-1 0 0,1 1 1 0 0,-1-1-1 0 0,0 0 1 0 0,0 0-1 0 0,0 0 1 0 0,0 0-1 0 0,3-5 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0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2856 0 0,'31'-44'23547'0'0,"-29"46"-23355"0"0,0 0 0 0 0,0 0 0 0 0,0 1 0 0 0,-1-1 0 0 0,1 0 0 0 0,-1 1 0 0 0,1-1 0 0 0,-1 1 0 0 0,0-1 0 0 0,0 1 0 0 0,0 0 0 0 0,-1 0 0 0 0,1-1 0 0 0,0 6 0 0 0,6 52 3029 0 0,-6-46-2958 0 0,3 279-4150 0 0,-6-167 2178 0 0,2-125 1558 0 0,0-1 0 0 0,0 1 0 0 0,-1-1 0 0 0,1 0-1 0 0,0 1 1 0 0,0-1 0 0 0,0 1 0 0 0,0-1 0 0 0,0 1 0 0 0,0-1 0 0 0,0 1-1 0 0,0-1 1 0 0,1 1 0 0 0,-1-1 0 0 0,0 1 0 0 0,0-1 0 0 0,0 1 0 0 0,0-1 0 0 0,1 0-1 0 0,-1 1 1 0 0,0-1 0 0 0,0 1 0 0 0,1-1 0 0 0,-1 0 0 0 0,0 1 0 0 0,1 0-303 0 0,0-1 303 0 0,-1 0 0 0 0,0 1 0 0 0,1-1 0 0 0,-1 0-1 0 0,1 0 1 0 0,-1 0 0 0 0,1 1 0 0 0,-1-1 0 0 0,1 0 0 0 0,-1 0 0 0 0,0 0-1 0 0,1 0 1 0 0,-1 0 0 0 0,1 0 0 0 0,-1 0 0 0 0,1 0 0 0 0,-1 0 0 0 0,1 0-1 0 0,-1 0 1 0 0,1 0 0 0 0,-1 0 0 0 0,1 0 0 0 0,-1-1 0 0 0,1 1 0 0 0,-1 0-1 0 0,0 0 1 0 0,1 0 0 0 0,0-1 0 0 0,22-15-8117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2696 0 0,'14'-27'4029'0'0,"-4"5"2407"0"0,1 0-1 0 0,22-30 2550 0 0,-26 55-7025 0 0,-7-3-1901 0 0,1 0 0 0 0,-1 1-1 0 0,1-1 1 0 0,-1 0-1 0 0,1 0 1 0 0,-1 0-1 0 0,1 1 1 0 0,-1-1-1 0 0,1 0 1 0 0,-1 0 0 0 0,1 1-1 0 0,-1-1 1 0 0,0 0-1 0 0,1 1 1 0 0,-1-1-1 0 0,1 1 1 0 0,-1-1-1 0 0,0 0 1 0 0,1 1-1 0 0,-1-1 1 0 0,0 1 0 0 0,7 23 95 0 0,-1-1 0 0 0,-1 1 0 0 0,-2 1 0 0 0,0-1 1 0 0,-2 40-1 0 0,0-38-142 0 0,-1 106-967 0 0,1 26-1407 0 0,-1-155 1362 0 0,3 22-1768 0 0,1-13-1141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1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688 36 1952 0 0,'38'-35'17831'0'0,"-38"35"-17743"0"0,0 0 0 0 0,0 1 0 0 0,0-1 0 0 0,1 0 0 0 0,-1 1 0 0 0,0-1 0 0 0,0 0 0 0 0,0 1 0 0 0,0-1 0 0 0,0 1 0 0 0,0-1 0 0 0,0 0 1 0 0,0 1-1 0 0,0-1 0 0 0,0 0 0 0 0,0 1 0 0 0,0-1 0 0 0,0 1 0 0 0,0-1 0 0 0,0 0 0 0 0,0 1 0 0 0,0-1 0 0 0,-1 0 0 0 0,1 1 0 0 0,-23 44 1032 0 0,-2-1-1 0 0,-1-1 1 0 0,-3-1 0 0 0,-41 47-1 0 0,-150 142 4053 0 0,211-221-5159 0 0,-267 259-198 0 0,270-263-272 0 0,-2 2-1788 0 0,-1 1-1 0 0,2 0 1 0 0,-10 13-1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1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94 464 0 0,'16'-33'19518'0'0,"-14"30"-19102"0"0,1 0 0 0 0,-1 0 0 0 0,1 0 0 0 0,0 0 0 0 0,-1 0 0 0 0,1 0 0 0 0,1 1 0 0 0,-1-1 0 0 0,0 1-1 0 0,1 0 1 0 0,-1 0 0 0 0,1 0 0 0 0,-1 0 0 0 0,8-1 0 0 0,4-2-193 0 0,-1 1 0 0 0,23-3 0 0 0,-37 7-221 0 0,14-2 86 0 0,0 0-1 0 0,0 1 1 0 0,-1 1-1 0 0,18 1 1 0 0,-28-1-78 0 0,0 1-1 0 0,0-1 1 0 0,0 1 0 0 0,0 0 0 0 0,0 0 0 0 0,0 0 0 0 0,0 1 0 0 0,0-1 0 0 0,0 1 0 0 0,4 2 0 0 0,-5-2-7 0 0,-1-1 0 0 0,0 1 1 0 0,1-1-1 0 0,-1 1 0 0 0,0-1 1 0 0,0 1-1 0 0,0 0 0 0 0,0-1 1 0 0,0 1-1 0 0,0 0 0 0 0,-1 0 1 0 0,1 0-1 0 0,-1 0 0 0 0,1 0 1 0 0,-1 0-1 0 0,0 0 0 0 0,1 0 1 0 0,-1 3-1 0 0,-1 0 16 0 0,1 0-1 0 0,-1 0 1 0 0,0 0 0 0 0,0 0-1 0 0,-1 0 1 0 0,0 0 0 0 0,1 0-1 0 0,-2 0 1 0 0,1-1 0 0 0,-3 5 0 0 0,-33 44 352 0 0,32-46-301 0 0,-120 128 2246 0 0,36-42-589 0 0,82-86-1542 0 0,-4 7 174 0 0,9-5-334 0 0,3-9-25 0 0,0 1 1 0 0,0-1-1 0 0,0 1 0 0 0,0-1 0 0 0,1 0 1 0 0,-1 1-1 0 0,0-1 0 0 0,0 1 0 0 0,1-1 1 0 0,-1 0-1 0 0,0 1 0 0 0,1-1 1 0 0,-1 0-1 0 0,0 1 0 0 0,1-1 0 0 0,-1 0 1 0 0,1 0-1 0 0,-1 1 0 0 0,0-1 0 0 0,1 0 1 0 0,0 0-1 0 0,4 2-32 0 0,0 0 0 0 0,0-1 0 0 0,0 0 0 0 0,0 0 0 0 0,0 0 0 0 0,1 0 0 0 0,-1-1 0 0 0,0 0 0 0 0,7-1 0 0 0,52-8-743 0 0,-35 3 297 0 0,10-1-1995 0 0,-1-2 1 0 0,41-14 0 0 0,21-17-8231 0 0,-49 18 33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1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34 1744 0 0,'7'-24'13540'0'0,"-8"24"-13343"0"0,0 0 0 0 0,0-1 1 0 0,1 1-1 0 0,-1 0 0 0 0,0-1 0 0 0,0 1 1 0 0,0 0-1 0 0,1 0 0 0 0,-1 0 0 0 0,0 0 0 0 0,0-1 1 0 0,0 1-1 0 0,0 1 0 0 0,0-1 0 0 0,1 0 1 0 0,-1 0-1 0 0,0 0 0 0 0,0 0 0 0 0,0 0 0 0 0,1 1 1 0 0,-3 0-1 0 0,-22 13 2735 0 0,-17 25 395 0 0,24-20-2277 0 0,0 1-1 0 0,2 1 0 0 0,-16 26 1 0 0,28-41-885 0 0,-1 2 1 0 0,2-1-1 0 0,-1 0 0 0 0,1 1 1 0 0,0 0-1 0 0,0 0 1 0 0,1 0-1 0 0,0 0 0 0 0,1 0 1 0 0,0 0-1 0 0,0 0 1 0 0,1 0-1 0 0,0 1 1 0 0,1 9-1 0 0,0-15-159 0 0,-1-1 0 0 0,1 1 0 0 0,0-1 0 0 0,0 0 0 0 0,0 0-1 0 0,1 1 1 0 0,-1-1 0 0 0,0 0 0 0 0,1 0 0 0 0,0 0 0 0 0,-1 0 0 0 0,1-1 0 0 0,0 1 0 0 0,0 0 0 0 0,0-1 0 0 0,0 1 0 0 0,0-1 0 0 0,0 0-1 0 0,0 0 1 0 0,1 1 0 0 0,-1-1 0 0 0,0-1 0 0 0,1 1 0 0 0,-1 0 0 0 0,1-1 0 0 0,-1 1 0 0 0,1-1 0 0 0,-1 0 0 0 0,5 0-1 0 0,4 1 0 0 0,-1-1 0 0 0,1-1 0 0 0,-1 0 0 0 0,1-1-1 0 0,18-4 1 0 0,-11 0-5 0 0,0 0 0 0 0,0-2 0 0 0,0 0 0 0 0,-1 0 0 0 0,0-2 0 0 0,-1 0 0 0 0,0-1 0 0 0,-1 0 0 0 0,0-2 0 0 0,-1 0 0 0 0,20-22 0 0 0,-32 33 1 0 0,0 0 0 0 0,-1 0 0 0 0,1 0 0 0 0,-1 0 0 0 0,0 0 0 0 0,1-1-1 0 0,-1 1 1 0 0,0 0 0 0 0,0 0 0 0 0,-1-1 0 0 0,1 1 0 0 0,0-1 0 0 0,-1 1 0 0 0,0 0 0 0 0,1-1 0 0 0,-1 1 0 0 0,0-1 0 0 0,0 1-1 0 0,0-1 1 0 0,-1 1 0 0 0,0-4 0 0 0,0 3 1 0 0,-1-1-1 0 0,1 1 1 0 0,-1-1-1 0 0,0 1 1 0 0,0 0-1 0 0,-1 0 1 0 0,1-1 0 0 0,-1 2-1 0 0,1-1 1 0 0,-1 0-1 0 0,0 1 1 0 0,-4-4-1 0 0,-6-3-34 0 0,0 2-1 0 0,0-1 0 0 0,-1 2 1 0 0,0-1-1 0 0,-28-7 1 0 0,24 9-907 0 0,-50-16-5338 0 0,26 2-5873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4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0 76 0 0,'-3'0'2730'0'0,"-13"0"3303"0"0,-27 6 7939 0 0,44-4-13847 0 0,1-1 0 0 0,-1 1 0 0 0,1-1 0 0 0,0 0 0 0 0,-1 0 0 0 0,1 0-1 0 0,0 0 1 0 0,0 0 0 0 0,0 0 0 0 0,0 0 0 0 0,0-1 0 0 0,0 1 0 0 0,3 0 0 0 0,33 4 578 0 0,-18-3-428 0 0,-4 0-130 0 0,253 47 1154 0 0,-209-36-1111 0 0,-1 4 0 0 0,82 34 0 0 0,-129-46-174 0 0,-1 1-1 0 0,1 0 1 0 0,-1 1-1 0 0,-1 0 1 0 0,1 1 0 0 0,-1 0-1 0 0,-1 1 1 0 0,1 0 0 0 0,-1 0-1 0 0,14 22 1 0 0,-13-16 15 0 0,-1 0 0 0 0,-1 1 1 0 0,-1 1-1 0 0,0-1 0 0 0,-1 1 0 0 0,0 0 0 0 0,2 19 0 0 0,-1 2 49 0 0,-2-1 1 0 0,0 58-1 0 0,-11 71 75 0 0,6-155-147 0 0,-12 230 487 0 0,22 259 0 0 0,62 56 1081 0 0,31-5 260 0 0,-100-534-1805 0 0,120 509-5 0 0,21-6-23 0 0,-14-51-5 0 0,-110-392 4 0 0,-4 1 0 0 0,-2 1 0 0 0,-5 0 0 0 0,-3 0 0 0 0,-3 0 0 0 0,-4 1 0 0 0,-3-1 0 0 0,-18 97 0 0 0,-63 197 0 0 0,27-139 0 0 0,24-100 0 0 0,-71 180 0 0 0,92-282 0 0 0,-1-1 0 0 0,-2-1 0 0 0,-1 0 0 0 0,-2-1 0 0 0,0 0 0 0 0,-2-2 0 0 0,-48 49 0 0 0,54-63 0 0 0,0-1 0 0 0,-1-1 0 0 0,-1 0 0 0 0,0-1 0 0 0,0 0 0 0 0,-1-2 0 0 0,-20 8 0 0 0,-135 33 0 0 0,173-49 0 0 0,-76 13-3005 0 0,0-2-1 0 0,-129-1 1 0 0,144-8 1972 0 0,-277-2-11285 0 0,234-5 4322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361 187 1464 0 0,'9'-3'7535'0'0,"-10"13"-6943"0"0,0-1 0 0 0,-1 0 0 0 0,0 1 1 0 0,-1-1-1 0 0,1 0 0 0 0,-2 0 0 0 0,1-1 0 0 0,-6 10 0 0 0,3-5-159 0 0,-136 323 3808 0 0,-38 182-2580 0 0,166-468-1347 0 0,13-48-84 0 0,12-17-198 0 0,-1-5-29 0 0,0-1 1 0 0,-2 0-1 0 0,9-33 0 0 0,-3 7 13 0 0,92-294 28 0 0,65-181-315 0 0,-164 504 253 0 0,0 0-1 0 0,1 1 0 0 0,0 0 1 0 0,2 1-1 0 0,0 0 0 0 0,22-28 1 0 0,-31 43 19 0 0,0 1 0 0 0,0-1 0 0 0,0 1 0 0 0,-1-1 0 0 0,1 0 0 0 0,0 1 1 0 0,0 0-1 0 0,0-1 0 0 0,0 1 0 0 0,0 0 0 0 0,0-1 0 0 0,0 1 0 0 0,0 0 1 0 0,0 0-1 0 0,0 0 0 0 0,0 0 0 0 0,0 0 0 0 0,0 0 0 0 0,0 0 0 0 0,0 0 0 0 0,0 0 1 0 0,-1 0-1 0 0,1 1 0 0 0,0-1 0 0 0,0 0 0 0 0,0 1 0 0 0,0-1 0 0 0,0 1 1 0 0,0-1-1 0 0,0 1 0 0 0,-1-1 0 0 0,1 1 0 0 0,1 1 0 0 0,2 0 8 0 0,-1 1 0 0 0,0 0 0 0 0,0 0-1 0 0,-1 1 1 0 0,1-1 0 0 0,3 6 0 0 0,2 6 89 0 0,-1 0 1 0 0,-1 1 0 0 0,0 0 0 0 0,5 21-1 0 0,9 70 782 0 0,-15-74-630 0 0,78 591 3285 0 0,-74-482-3225 0 0,-8-84-2543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79 153 2176 0 0,'-78'-9'15422'0'0,"99"-6"-14514"0"0,134-38-271 0 0,-59 21-3212 0 0,-2-2-5903 0 0,-74 24 2792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91 1500 0 0,'0'0'1796'0'0,"-18"-31"9264"0"0,22 34-10917 0 0,0 0 0 0 0,1-1 0 0 0,-1 1 0 0 0,0-1 0 0 0,1 0 0 0 0,-1 0 1 0 0,1-1-1 0 0,0 1 0 0 0,-1-1 0 0 0,1 0 0 0 0,0 0 0 0 0,0-1 0 0 0,0 0 0 0 0,5 0 0 0 0,13 0 89 0 0,39-5 0 0 0,56-15-95 0 0,-59 1-2756 0 0,-50 15 669 0 0,0 0 0 0 0,0-1 1 0 0,15-10-1 0 0,-12 5-2331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47 1460 0 0,'17'-31'10288'0'0,"-7"16"-4277"0"0,-8 19-5856 0 0,-2 1 0 0 0,1 0 0 0 0,-1 0 0 0 0,1-1 0 0 0,-1 1 0 0 0,-1 0 0 0 0,1 0 0 0 0,-2 8 0 0 0,-12 43 414 0 0,8-35-411 0 0,-34 118 344 0 0,-13 58-1862 0 0,44-153-4312 0 0,-3 46-1 0 0,11-69 399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0 956 0 0,'-49'36'17563'0'0,"29"-17"-11493"0"0,29-17-6040 0 0,0-1 0 0 0,-1-1 0 0 0,1 1 0 0 0,0-2 0 0 0,0 1 0 0 0,0-1 0 0 0,-1 0 0 0 0,10-3 0 0 0,-1 1-11 0 0,93-17-3535 0 0,-38 2-8452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4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35 2624 0 0,'-196'97'16685'0'0,"183"-87"-15504"0"0,13-10-1109 0 0,0 0 0 0 0,-1 1 1 0 0,1-1-1 0 0,0 0 1 0 0,0 0-1 0 0,0 1 0 0 0,0-1 1 0 0,0 0-1 0 0,0 0 0 0 0,0 1 1 0 0,0-1-1 0 0,0 0 0 0 0,0 0 1 0 0,0 1-1 0 0,0-1 0 0 0,0 0 1 0 0,0 0-1 0 0,0 1 1 0 0,0-1-1 0 0,0 0 0 0 0,0 0 1 0 0,0 1-1 0 0,0-1 0 0 0,0 0 1 0 0,1 0-1 0 0,-1 1 0 0 0,0-1 1 0 0,0 0-1 0 0,0 0 0 0 0,1 1 1 0 0,0 0 70 0 0,0 0 0 0 0,1 0 0 0 0,-1-1 0 0 0,1 1-1 0 0,0 0 1 0 0,-1 0 0 0 0,1-1 0 0 0,0 1 0 0 0,-1-1 0 0 0,1 0 0 0 0,0 1 0 0 0,2-1 0 0 0,22 1 220 0 0,0-2 0 0 0,0-1 0 0 0,48-9 0 0 0,-38 5-233 0 0,352-75 440 0 0,-184 34-3778 0 0,-166 37-2132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725 56 636 0 0,'42'-39'24577'0'0,"-49"35"-24534"0"0,-14 0 110 0 0,0 1 0 0 0,0 0 0 0 0,-1 2 0 0 0,1 0 0 0 0,-27 3 0 0 0,-102 20-345 0 0,104-13 143 0 0,44-9 26 0 0,-45 13-25 0 0,46-12 48 0 0,0 0-1 0 0,0 0 1 0 0,0 0 0 0 0,1 0 0 0 0,-1 0 0 0 0,0 0 0 0 0,1 1 0 0 0,-1-1 0 0 0,1 0-1 0 0,-1 0 1 0 0,1 1 0 0 0,-1-1 0 0 0,1 0 0 0 0,0 0 0 0 0,0 1 0 0 0,0 1 0 0 0,-1 30-44 0 0,0-15-30 0 0,-2 87 218 0 0,1-26 0 0 0,-3 90 101 0 0,-3 45 124 0 0,-11 15 71 0 0,1 78-372 0 0,12-197 159 0 0,3-44-105 0 0,-3 59 241 0 0,-29 169 0 0 0,15-163-260 0 0,-4 18-128 0 0,-49 226 24 0 0,-14 92 1742 0 0,64-282-714 0 0,15-119-588 0 0,1 122 1 0 0,4-35-202 0 0,5 150 340 0 0,15-57-578 0 0,-14-203 0 0 0,-2-9 0 0 0,3 0 0 0 0,11 51 0 0 0,-15-80 0 0 0,8 15 0 0 0,-6-17 0 0 0,0-1 0 0 0,0 1 0 0 0,1-1 0 0 0,-1 1 0 0 0,0-1 0 0 0,1 0 0 0 0,0 0 0 0 0,-1 0 0 0 0,1 0 0 0 0,0-1 0 0 0,0 1 0 0 0,0-1 0 0 0,0 0 0 0 0,0 1 0 0 0,0-1 0 0 0,0-1 0 0 0,1 1 0 0 0,-1 0 0 0 0,6 0 0 0 0,6-1 0 0 0,1 1 0 0 0,29-4 0 0 0,-34 2 0 0 0,191-23-3890 0 0,104-24-8816 0 0,-258 40 10882 0 0,50-10-10119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6 162 640 0 0,'0'0'1838'0'0,"0"-25"6092"0"0,-5 3 317 0 0,6 19-7722 0 0,6-4-735 0 0,27-5 222 0 0,-1 1 0 0 0,2 2 0 0 0,36-6 0 0 0,6-1-8 0 0,-5 1 6 0 0,30-8 158 0 0,-100 22-138 0 0,14-1 24 0 0,-15 2-55 0 0,0 0 0 0 0,-1 0-1 0 0,1 0 1 0 0,-1 0-1 0 0,1-1 1 0 0,-1 1 0 0 0,1 0-1 0 0,-1 1 1 0 0,1-1-1 0 0,0 0 1 0 0,-1 0 0 0 0,1 0-1 0 0,-1 0 1 0 0,1 0 0 0 0,-1 0-1 0 0,1 1 1 0 0,-1-1-1 0 0,1 0 1 0 0,-1 0 0 0 0,1 1-1 0 0,-1-1 1 0 0,1 0-1 0 0,-1 1 1 0 0,1-1 0 0 0,-1 1-1 0 0,0-1 1 0 0,1 0-1 0 0,-1 1 1 0 0,0-1 0 0 0,1 1-1 0 0,-1 0 1 0 0,1 1 0 0 0,-1 0-1 0 0,0 0 1 0 0,0 0 0 0 0,0 0 0 0 0,0 0 0 0 0,0 0-1 0 0,0 0 1 0 0,-1 0 0 0 0,1 0 0 0 0,-1 2-1 0 0,-25 83 203 0 0,-46 102-1 0 0,-20 67-3375 0 0,81-202-246 0 0,10-49 2211 0 0,1 0 1 0 0,0 1 0 0 0,0-1-1 0 0,2 10 1 0 0,1-3-3371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65 2412 0 0,'36'-64'15110'0'0,"-39"65"-15004"0"0,1 0 0 0 0,0 1 0 0 0,-1 0 1 0 0,1 0-1 0 0,0-1 0 0 0,0 1 0 0 0,0 0 1 0 0,0 1-1 0 0,0-1 0 0 0,-1 3 0 0 0,-3 2 141 0 0,-30 32 20 0 0,-116 130 1295 0 0,124-135-2424 0 0,2 2-1 0 0,1 1 1 0 0,-21 42-1 0 0,26-31-4264 0 0,15-35 1277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73 688 0 0,'19'-17'8970'0'0,"-13"10"-7905"0"0,1 0 0 0 0,1 1 0 0 0,-1 0 1 0 0,1 0-1 0 0,14-7 0 0 0,-18 11-1000 0 0,-1 1 1 0 0,1-1-1 0 0,0 1 0 0 0,0 0 0 0 0,0 0 1 0 0,0 0-1 0 0,0 1 0 0 0,0-1 0 0 0,0 1 1 0 0,0 0-1 0 0,0 0 0 0 0,0 0 0 0 0,0 1 1 0 0,0 0-1 0 0,-1-1 0 0 0,6 3 0 0 0,-7-2-45 0 0,0-1 0 0 0,-1 1 0 0 0,1 0 0 0 0,0 0 0 0 0,-1 0 0 0 0,1 0 0 0 0,-1 1 0 0 0,1-1 0 0 0,-1 0 0 0 0,0 1 0 0 0,0-1 0 0 0,1 1 0 0 0,-1-1 0 0 0,0 1 0 0 0,0 0 0 0 0,-1-1 0 0 0,1 1 0 0 0,0 0 0 0 0,0 0 0 0 0,-1-1 0 0 0,1 1 0 0 0,-1 0 0 0 0,0 0 0 0 0,1 0 0 0 0,-1 0 0 0 0,0 0-1 0 0,0-1 1 0 0,-1 4 0 0 0,1 3 113 0 0,-1 1 0 0 0,0-1-1 0 0,-1 1 1 0 0,-3 11-1 0 0,-3 2 171 0 0,0 0-1 0 0,-2-2 0 0 0,0 1 0 0 0,-23 33 0 0 0,-64 72 1531 0 0,53-71-1120 0 0,41-51-698 0 0,-10 17 325 0 0,13-21-335 0 0,0 0-1 0 0,0 0 0 0 0,0 0 0 0 0,0 1 1 0 0,0-1-1 0 0,0 0 0 0 0,0 0 1 0 0,0 0-1 0 0,0 0 0 0 0,0 1 0 0 0,0-1 1 0 0,0 0-1 0 0,0 0 0 0 0,0 0 1 0 0,0 0-1 0 0,0 0 0 0 0,0 1 0 0 0,0-1 1 0 0,1 0-1 0 0,-1 0 0 0 0,0 0 0 0 0,0 0 1 0 0,0 0-1 0 0,0 0 0 0 0,0 0 1 0 0,0 0-1 0 0,1 1 0 0 0,-1-1 0 0 0,0 0 1 0 0,0 0-1 0 0,0 0 0 0 0,0 0 1 0 0,0 0-1 0 0,1 0 0 0 0,-1 0 0 0 0,0 0 1 0 0,0 0-1 0 0,0 0 0 0 0,0 0 1 0 0,1 0-1 0 0,15-2 52 0 0,18-10-808 0 0,62-31-1 0 0,-11 5-2447 0 0,38-12-5764 0 0,-77 31 1993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09:59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28 2636 0 0,'-2'-10'12241'0'0,"0"11"-12068"0"0,0 0 1 0 0,-1 0-1 0 0,1 0 0 0 0,0 0 0 0 0,0 1 0 0 0,0-1 0 0 0,0 1 0 0 0,0-1 0 0 0,0 1 1 0 0,0 0-1 0 0,1-1 0 0 0,-1 1 0 0 0,1 0 0 0 0,-1 0 0 0 0,1 0 0 0 0,0 0 0 0 0,0 1 1 0 0,-2 2-1 0 0,-20 50 1397 0 0,18-41-1295 0 0,-2 6-15 0 0,1 0 0 0 0,0 0-1 0 0,-4 33 1 0 0,9-47-219 0 0,0 1-1 0 0,0 0 1 0 0,1 0 0 0 0,0-1-1 0 0,1 1 1 0 0,-1 0 0 0 0,1-1-1 0 0,1 1 1 0 0,-1 0 0 0 0,1-1 0 0 0,0 1-1 0 0,1-1 1 0 0,-1 0 0 0 0,1 0-1 0 0,5 7 1 0 0,-6-11-21 0 0,0 0 0 0 0,0 1-1 0 0,0-1 1 0 0,1-1 0 0 0,-1 1 0 0 0,1 0-1 0 0,0-1 1 0 0,-1 1 0 0 0,1-1 0 0 0,0 0 0 0 0,0 0-1 0 0,0 0 1 0 0,0 0 0 0 0,0 0 0 0 0,0-1-1 0 0,0 1 1 0 0,0-1 0 0 0,0 0 0 0 0,0 0 0 0 0,0 0-1 0 0,0 0 1 0 0,0 0 0 0 0,0-1 0 0 0,0 0-1 0 0,0 1 1 0 0,0-1 0 0 0,5-2 0 0 0,2-1 12 0 0,-1 0 0 0 0,1 0 0 0 0,-1-1 1 0 0,0 0-1 0 0,0-1 0 0 0,15-13 0 0 0,-16 12 41 0 0,-1 0 0 0 0,-1-1 0 0 0,1 0 0 0 0,-1 0 0 0 0,-1-1 0 0 0,0 1-1 0 0,0-1 1 0 0,0-1 0 0 0,-1 1 0 0 0,-1 0 0 0 0,1-1 0 0 0,-2 0 0 0 0,1 0 0 0 0,-1 0-1 0 0,-1 0 1 0 0,1-11 0 0 0,-2 15-48 0 0,0 0 1 0 0,0 0-1 0 0,0 0 0 0 0,-1 0 1 0 0,0 0-1 0 0,0 1 0 0 0,-1-1 0 0 0,1 0 1 0 0,-1 0-1 0 0,0 1 0 0 0,-1-1 1 0 0,1 1-1 0 0,-1 0 0 0 0,0 0 0 0 0,-1 0 1 0 0,1 0-1 0 0,-1 0 0 0 0,0 1 1 0 0,0 0-1 0 0,0 0 0 0 0,-1 0 1 0 0,1 0-1 0 0,-1 0 0 0 0,0 1 0 0 0,0 0 1 0 0,0 0-1 0 0,-1 1 0 0 0,-6-4 1 0 0,3 4-985 0 0,0-1 0 0 0,0 1 1 0 0,1 0-1 0 0,-14 0 1 0 0,17 1-860 0 0,0 1-1 0 0,1 1 1 0 0,-1-1 0 0 0,0 0 0 0 0,-5 3-1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90 133 2128 0 0,'-3'-1'1848'0'0,"-36"-2"4304"0"0,1 1 1268 0 0,29 0-4479 0 0,13-1-1254 0 0,361-81-161 0 0,-304 69-5078 0 0,-4-3-8107 0 0,-43 13 5572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0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51 2824 0 0,'21'-24'12886'0'0,"6"-3"-2878"0"0,-23 31-8949 0 0,-4-4-1032 0 0,0 0 0 0 0,1 0-1 0 0,-1 0 1 0 0,0 0-1 0 0,1 0 1 0 0,-1 0 0 0 0,0 1-1 0 0,0-1 1 0 0,1 0-1 0 0,-1 0 1 0 0,0 0 0 0 0,0 0-1 0 0,1 0 1 0 0,-1 1-1 0 0,0-1 1 0 0,0 0-1 0 0,1 0 1 0 0,-1 1 0 0 0,0-1-1 0 0,0 0 1 0 0,0 0-1 0 0,0 1 1 0 0,1-1 0 0 0,-1 0-1 0 0,0 0 1 0 0,0 1-1 0 0,0-1 1 0 0,0 0 0 0 0,0 1-1 0 0,0-1 1 0 0,0 0-1 0 0,0 0 1 0 0,0 1-1 0 0,0-1 1 0 0,0 0 0 0 0,0 1-1 0 0,-1 32 919 0 0,-2 0 0 0 0,-1 0 0 0 0,-11 39 0 0 0,-34 100-567 0 0,36-130-433 0 0,-6 18-1597 0 0,-4 11-2903 0 0,6 1-3490 0 0,17-45 191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45 2024 0 0,'46'-44'20565'0'0,"-47"46"-19759"0"0,-13 16 61 0 0,0-1 0 0 0,-1-1 0 0 0,-1 0 0 0 0,-26 20 0 0 0,6-5-452 0 0,-285 261-712 0 0,310-282-451 0 0,-42 42-3994 0 0,49-47 3402 0 0,0 0 0 0 0,1 1 1 0 0,-1-1-1 0 0,1 1 1 0 0,-3 6-1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65 1336 0 0,'3'-1'2961'0'0,"19"-11"5660"0"0,0-1-3304 0 0,9-6-1909 0 0,-26 16-3301 0 0,1 0-1 0 0,0 1 0 0 0,0-1 0 0 0,0 1 1 0 0,0 0-1 0 0,0 1 0 0 0,0 0 1 0 0,0 0-1 0 0,0 0 0 0 0,1 0 0 0 0,-1 1 1 0 0,7 1-1 0 0,-10-1-100 0 0,0 0 0 0 0,-1 1 0 0 0,1-1 0 0 0,0 1 0 0 0,0 0 0 0 0,0 0 0 0 0,-1 0-1 0 0,1 0 1 0 0,0 0 0 0 0,-1 1 0 0 0,1-1 0 0 0,-1 1 0 0 0,4 2 0 0 0,-5-2 2 0 0,0-1 0 0 0,0 0 0 0 0,0 1 0 0 0,0-1 0 0 0,0 1 0 0 0,0 0 0 0 0,-1-1 0 0 0,1 1 0 0 0,0 0 0 0 0,-1-1 0 0 0,0 1 0 0 0,1 0 0 0 0,-1-1 0 0 0,0 1 0 0 0,0 0 0 0 0,0 0 0 0 0,0 0 0 0 0,0-1 0 0 0,0 1 0 0 0,0 0 0 0 0,0 0 0 0 0,-1-1 0 0 0,1 1 0 0 0,-1 0 0 0 0,-1 3 0 0 0,-3 5 58 0 0,0 0-1 0 0,0 0 1 0 0,-1 0-1 0 0,-1 0 1 0 0,1-1-1 0 0,-2 0 1 0 0,-14 14-1 0 0,-67 53 1260 0 0,48-44-466 0 0,-85 72 1550 0 0,124-103-2305 0 0,2-1-96 0 0,0 1 1 0 0,0-1-1 0 0,1 0 1 0 0,-1 1-1 0 0,0-1 1 0 0,0 0-1 0 0,0 1 1 0 0,0-1-1 0 0,0 0 1 0 0,0 1-1 0 0,0-1 1 0 0,0 0-1 0 0,0 1 1 0 0,1-1-1 0 0,-1 0 1 0 0,0 0-1 0 0,0 1 1 0 0,0-1-1 0 0,1 0 1 0 0,-1 0-1 0 0,0 1 1 0 0,0-1-1 0 0,1 0 1 0 0,-1 0-1 0 0,0 0 1 0 0,1 1-1 0 0,-1-1 1 0 0,0 0-1 0 0,0 0 1 0 0,1 0-1 0 0,-1 0 1 0 0,0 0-1 0 0,1 0 1 0 0,17 0 144 0 0,-16 0-119 0 0,29-3-125 0 0,-1-1 0 0 0,0-2 1 0 0,31-9-1 0 0,93-37-5574 0 0,-76 24-226 0 0,-40 14 138 0 0,-2-1-3184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1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58 2216 0 0,'29'-22'18892'0'0,"-31"24"-18140"0"0,-36 41 1941 0 0,26-30-2135 0 0,-21 26 0 0 0,19-18-373 0 0,1 0 1 0 0,-14 30-1 0 0,24-43-121 0 0,0-1 1 0 0,0 1 0 0 0,1-1-1 0 0,-1 1 1 0 0,2 0-1 0 0,-1 0 1 0 0,1-1-1 0 0,1 1 1 0 0,-1 0-1 0 0,1 0 1 0 0,2 12-1 0 0,-2-19-47 0 0,0 1 0 0 0,1-1 0 0 0,-1 1 0 0 0,1-1-1 0 0,-1 1 1 0 0,1-1 0 0 0,0 1 0 0 0,-1-1 0 0 0,1 0 0 0 0,0 1-1 0 0,0-1 1 0 0,0 0 0 0 0,0 0 0 0 0,0 0 0 0 0,0 0 0 0 0,0 0-1 0 0,0 0 1 0 0,1 0 0 0 0,-1 0 0 0 0,3 1 0 0 0,-2-1 1 0 0,1 0 0 0 0,0 0 0 0 0,0 0 0 0 0,0-1 0 0 0,0 1 0 0 0,0-1 0 0 0,0 0 0 0 0,0 1 0 0 0,0-2 0 0 0,3 1 0 0 0,5-1 14 0 0,-1-1 1 0 0,0-1-1 0 0,0 1 0 0 0,0-2 0 0 0,12-5 1 0 0,-1-1 12 0 0,0-2 0 0 0,0 0 0 0 0,-1-1 1 0 0,0-2-1 0 0,-1 0 0 0 0,-1 0 0 0 0,-1-2 1 0 0,0 0-1 0 0,-1-1 0 0 0,21-31 1 0 0,-35 46-45 0 0,0 1 0 0 0,-1-1 1 0 0,1 0-1 0 0,-1 0 1 0 0,0 1-1 0 0,0-1 1 0 0,0 0-1 0 0,0 0 1 0 0,0 0-1 0 0,0 0 0 0 0,-1 0 1 0 0,0 0-1 0 0,0 0 1 0 0,1 0-1 0 0,-2 0 1 0 0,1 0-1 0 0,0 0 0 0 0,-1 0 1 0 0,0-4-1 0 0,-1 3 10 0 0,1 1 0 0 0,-1 0 0 0 0,0 0 0 0 0,0 0 0 0 0,-1 0 0 0 0,1 0-1 0 0,0 0 1 0 0,-1 0 0 0 0,0 1 0 0 0,1-1 0 0 0,-1 1 0 0 0,0 0 0 0 0,-6-3 0 0 0,-5-2-601 0 0,0 0 1 0 0,-1 2 0 0 0,0-1 0 0 0,0 2-1 0 0,0 0 1 0 0,-19-2 0 0 0,-14 2-4338 0 0,15 3-3308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89 2344 0 0,'-14'-2'8200'0'0,"-1"0"-2038"0"0,-7 0 579 0 0,14 1-4683 0 0,29-8-1673 0 0,165-41-181 0 0,-109 28-8178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5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59 113 2248 0 0,'11'-21'9832'0'0,"-9"16"-9006"0"0,0 0 0 0 0,1 0 1 0 0,-1 1-1 0 0,1-1 0 0 0,0 1 1 0 0,5-5-1 0 0,-4 4-433 0 0,1 1-1 0 0,-1 0 1 0 0,1 0 0 0 0,10-6-1 0 0,-8 6-307 0 0,1 0 0 0 0,0 0 0 0 0,0 1-1 0 0,0 0 1 0 0,0 1 0 0 0,1 0 0 0 0,15-2-1 0 0,-21 3-69 0 0,1 1-1 0 0,-1-1 0 0 0,1 1 1 0 0,-1 0-1 0 0,1 0 0 0 0,-1 1 1 0 0,0-1-1 0 0,1 1 1 0 0,-1-1-1 0 0,1 1 0 0 0,-1 0 1 0 0,0 1-1 0 0,1-1 1 0 0,-1 0-1 0 0,0 1 0 0 0,0 0 1 0 0,0 0-1 0 0,0 0 0 0 0,-1 0 1 0 0,1 0-1 0 0,0 0 1 0 0,-1 1-1 0 0,0-1 0 0 0,1 1 1 0 0,2 4-1 0 0,-3-2 43 0 0,1 0 0 0 0,-1 1 0 0 0,0-1 0 0 0,-1 0 0 0 0,1 0 1 0 0,-1 1-1 0 0,0-1 0 0 0,0 1 0 0 0,-1-1 0 0 0,0 1 0 0 0,0 0 0 0 0,0-1 0 0 0,-1 1 0 0 0,-1 8 0 0 0,-3 6 220 0 0,-1 0 0 0 0,-1 0-1 0 0,0-1 1 0 0,-1 0-1 0 0,-2-1 1 0 0,-21 33 0 0 0,-84 97 2039 0 0,59-81-1306 0 0,3-5-263 0 0,51-60-664 0 0,2-2-74 0 0,0 1 1 0 0,0-1-1 0 0,0 0 1 0 0,0 1-1 0 0,0-1 0 0 0,-1 1 1 0 0,1-1-1 0 0,0 1 1 0 0,0-1-1 0 0,0 1 1 0 0,0-1-1 0 0,0 1 0 0 0,1-1 1 0 0,-1 1-1 0 0,0-1 1 0 0,0 1-1 0 0,0-1 1 0 0,0 1-1 0 0,0-1 0 0 0,1 0 1 0 0,-1 1-1 0 0,0-1 1 0 0,0 1-1 0 0,1-1 0 0 0,-1 0 1 0 0,0 1-1 0 0,1-1 1 0 0,-1 1-1 0 0,1-1 1 0 0,24-2-82 0 0,-1-2 0 0 0,1-1 0 0 0,-1 0 0 0 0,36-14 1 0 0,-3 1-1465 0 0,82-23-5091 0 0,-48 8-3407 0 0,-58 20 2883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5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11 2568 0 0,'11'-11'18898'0'0,"-17"23"-17810"0"0,0 0-1 0 0,-1-1 1 0 0,0 0 0 0 0,-1 0-1 0 0,-12 13 1 0 0,-4 7 187 0 0,-167 213 2247 0 0,10-13-3555 0 0,163-208-240 0 0,-18 27-2367 0 0,6 0-4089 0 0,28-49 5950 0 0,2 0 623 0 0,0-1 0 0 0,0 1 0 0 0,-1-1 0 0 0,1 0 0 0 0,0 1 0 0 0,0-1 0 0 0,0 1 0 0 0,0-1 0 0 0,0 1 0 0 0,0-1 0 0 0,0 0 1 0 0,0 1-1 0 0,0-1 0 0 0,0 1 0 0 0,0-1 0 0 0,0 1 0 0 0,0-1 0 0 0,0 1 0 0 0,0-1 0 0 0,1 0 0 0 0,-1 1 0 0 0,0-1 0 0 0,0 1 1 0 0,0-1-1 0 0,1 0 0 0 0,-1 1 0 0 0,4 2-1559 0 0,-3-3 1174 0 0,1 1-1 0 0,-1-1 1 0 0,1 0 0 0 0,-1 0 0 0 0,0 0 0 0 0,1 0 0 0 0,-1 0 0 0 0,1 0-1 0 0,-1 0 1 0 0,1 0 0 0 0,-1 0 0 0 0,2-1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6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58 2412 0 0,'89'-57'21632'0'0,"-90"64"-20711"0"0,-11 13-532 0 0,-6 2 98 0 0,8-11-375 0 0,0 1-1 0 0,1 0 0 0 0,0 1 1 0 0,1 0-1 0 0,0 1 1 0 0,-8 22-1 0 0,15-34-97 0 0,1 1-1 0 0,1-1 1 0 0,-1 0 0 0 0,0 1 0 0 0,0-1-1 0 0,1 0 1 0 0,-1 0 0 0 0,1 1-1 0 0,0-1 1 0 0,0 0 0 0 0,0 0-1 0 0,0 0 1 0 0,0 0 0 0 0,0 0-1 0 0,0 0 1 0 0,1 0 0 0 0,-1 0-1 0 0,1 0 1 0 0,0-1 0 0 0,-1 1-1 0 0,1-1 1 0 0,4 4 0 0 0,7 3-5 0 0,1-1 0 0 0,1 1-1 0 0,-1-2 1 0 0,27 8 0 0 0,-19-7-39 0 0,26 13 0 0 0,-47-19 129 0 0,1-1 1 0 0,-1 1-1 0 0,0 0 1 0 0,0-1-1 0 0,0 1 1 0 0,0 0-1 0 0,0 0 1 0 0,0 0-1 0 0,0 0 1 0 0,0 0-1 0 0,0 0 1 0 0,0 0-1 0 0,0 0 1 0 0,-1 0-1 0 0,1 0 1 0 0,0 0-1 0 0,-1 0 1 0 0,1 1-1 0 0,-1-1 1 0 0,1 0-1 0 0,-1 1 1 0 0,1 1-1 0 0,-1 0 52 0 0,-1-1-1 0 0,1 0 0 0 0,0 0 0 0 0,-1 1 0 0 0,1-1 0 0 0,-1 0 0 0 0,1 0 1 0 0,-1 1-1 0 0,0-1 0 0 0,0 0 0 0 0,0 0 0 0 0,-2 2 0 0 0,-2 3 76 0 0,1-1 0 0 0,-2 0 0 0 0,1 0 0 0 0,-1 0-1 0 0,1-1 1 0 0,-10 7 0 0 0,2-4-173 0 0,0 0-1 0 0,0-1 1 0 0,-1 0-1 0 0,0-1 1 0 0,-27 7-1 0 0,34-11-376 0 0,0-1 0 0 0,0 0 1 0 0,-1 0-1 0 0,1-1 0 0 0,0 1 0 0 0,-10-2 0 0 0,13 0-279 0 0,1 1 1 0 0,-1-1-1 0 0,1 0 1 0 0,-1 0-1 0 0,1 0 1 0 0,-1-1-1 0 0,1 1 1 0 0,0-1-1 0 0,0 0 0 0 0,0 0 1 0 0,-1 0-1 0 0,2 0 1 0 0,-5-4-1 0 0,-9-22-9625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1 194 744 0 0,'22'-38'19152'0'0,"-14"27"-15144"0"0,4 3-3609 0 0,1 1-1 0 0,0 0 1 0 0,1 1-1 0 0,-1 0 1 0 0,1 1-1 0 0,28-6 1 0 0,0-1-159 0 0,179-39 278 0 0,-73 20-1296 0 0,-146 30 214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14 2472 0 0,'19'-13'15716'0'0,"-22"36"-12995"0"0,2-16-2567 0 0,-56 214 3841 0 0,34-140-3485 0 0,-19 55-213 0 0,27-92-2880 0 0,-2-1-3876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8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31 1528 0 0,'43'-30'16215'0'0,"-59"56"-12947"0"0,-154 150 2587 0 0,-98 76-4599 0 0,203-196-1445 0 0,22-21-6514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26 1484 0 0,'76'-26'19327'0'0,"-75"26"-19297"0"0,-1 1-1 0 0,0-1 1 0 0,0 0-1 0 0,0 0 1 0 0,0 0 0 0 0,0 1-1 0 0,1-1 1 0 0,-1 0-1 0 0,0 0 1 0 0,0 0-1 0 0,0 1 1 0 0,0-1-1 0 0,0 0 1 0 0,0 0 0 0 0,0 1-1 0 0,0-1 1 0 0,0 0-1 0 0,0 0 1 0 0,0 1-1 0 0,0-1 1 0 0,0 0-1 0 0,0 0 1 0 0,0 1 0 0 0,0-1-1 0 0,0 0 1 0 0,0 0-1 0 0,0 1 1 0 0,0-1-1 0 0,0 0 1 0 0,-1 0-1 0 0,1 0 1 0 0,0 1 0 0 0,0-1-1 0 0,0 0 1 0 0,0 0-1 0 0,0 0 1 0 0,-1 1-1 0 0,1-1 1 0 0,0 0-1 0 0,-7 10 471 0 0,-161 158 3158 0 0,166-166-3642 0 0,0 0-1 0 0,0 0 1 0 0,0 0-1 0 0,1 0 1 0 0,-1 0 0 0 0,1 1-1 0 0,-1-1 1 0 0,1 1-1 0 0,0-1 1 0 0,0 1-1 0 0,0-1 1 0 0,0 1 0 0 0,1 0-1 0 0,-1-1 1 0 0,1 1-1 0 0,-1 0 1 0 0,1 0 0 0 0,0 0-1 0 0,0-1 1 0 0,0 1-1 0 0,1 4 1 0 0,0-4 0 0 0,1-1-1 0 0,-1 1 1 0 0,0-1 0 0 0,1 1 0 0 0,-1-1 0 0 0,1 1-1 0 0,0-1 1 0 0,0 0 0 0 0,0 0 0 0 0,0 0-1 0 0,0 0 1 0 0,0 0 0 0 0,1-1 0 0 0,-1 1-1 0 0,0-1 1 0 0,1 1 0 0 0,-1-1 0 0 0,1 0 0 0 0,0 0-1 0 0,4 1 1 0 0,55 18 89 0 0,-13-5 30 0 0,74 33 1 0 0,-121-47-27 0 0,-1 0 0 0 0,1 0 1 0 0,0 0-1 0 0,0 0 0 0 0,-1 0 1 0 0,1 1-1 0 0,-1-1 0 0 0,1 1 1 0 0,-1-1-1 0 0,1 1 0 0 0,-1-1 1 0 0,0 1-1 0 0,0 0 0 0 0,0 0 1 0 0,0-1-1 0 0,0 1 0 0 0,0 0 1 0 0,-1 0-1 0 0,1 0 0 0 0,0 0 1 0 0,-1 0-1 0 0,0 0 0 0 0,1 0 1 0 0,-1 0-1 0 0,0 3 0 0 0,0-2 61 0 0,-1 0 1 0 0,1 0-1 0 0,-1 0 0 0 0,1 0 0 0 0,-1 0 1 0 0,0 0-1 0 0,0 0 0 0 0,-1-1 0 0 0,1 1 1 0 0,-1 0-1 0 0,1-1 0 0 0,-1 1 0 0 0,0-1 1 0 0,1 0-1 0 0,-5 4 0 0 0,-2 1-169 0 0,0-2 1 0 0,0 1-1 0 0,0-1 0 0 0,-1-1 1 0 0,0 1-1 0 0,0-1 0 0 0,0-1 1 0 0,0 0-1 0 0,0 0 0 0 0,-1-1 1 0 0,-11 2-1 0 0,9-2-10 0 0,-1-1 0 0 0,0 0 0 0 0,0-1 0 0 0,1-1 0 0 0,-1 0 0 0 0,1-1 0 0 0,-1 0 0 0 0,-13-4 0 0 0,24 5-304 0 0,-1 1-1 0 0,1-1 1 0 0,-1 0 0 0 0,0-1-1 0 0,1 1 1 0 0,0 0-1 0 0,-1-1 1 0 0,1 1-1 0 0,0-1 1 0 0,0 0 0 0 0,0 0-1 0 0,0 1 1 0 0,0-2-1 0 0,0 1 1 0 0,0 0 0 0 0,1 0-1 0 0,-1 0 1 0 0,-1-4-1 0 0,2 2-800 0 0,0 1 1 0 0,0-1-1 0 0,0 0 0 0 0,1 0 0 0 0,-1 0 0 0 0,1 1 0 0 0,0-1 0 0 0,0 0 1 0 0,0 0-1 0 0,1 0 0 0 0,-1 1 0 0 0,3-9 0 0 0,4-10-8749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8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1104 0 0,'12'-34'18000'0'0,"-7"25"-14198"0"0,-4 8-3311 0 0,27-7 1039 0 0,91-15-469 0 0,144-26-727 0 0,-119 21-218 0 0,-135 26 2255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3 912 0 0,'-2'-1'2118'0'0,"-29"0"3793"0"0,27 1-4758 0 0,-12 1 851 0 0,13 0-1121 0 0,1-1-65 0 0,-11 1 1106 0 0,12-1-1793 0 0,0 0-1 0 0,1 0 1 0 0,-1 0-1 0 0,0 0 0 0 0,0 0 1 0 0,0 0-1 0 0,1 1 0 0 0,-1-1 1 0 0,0 0-1 0 0,0 0 0 0 0,1 1 1 0 0,-1-1-1 0 0,0 0 1 0 0,-1 1-1 0 0,4 1-94 0 0,0 0-1 0 0,0-1 1 0 0,0 0-1 0 0,-1 1 1 0 0,1-1 0 0 0,0 0-1 0 0,1 0 1 0 0,-1 0-1 0 0,0 0 1 0 0,0 0 0 0 0,0-1-1 0 0,1 1 1 0 0,-1-1 0 0 0,0 1-1 0 0,0-1 1 0 0,1 0-1 0 0,2 0 1 0 0,51 0 188 0 0,-40 0-154 0 0,181-1-1033 0 0,-65-2-8598 0 0,-107 2 3875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 2472 0 0,'11'-12'21112'0'0,"-13"37"-20050"0"0,-1-1 0 0 0,-1 1 1 0 0,-13 42-1 0 0,1-3-744 0 0,6-24-624 0 0,-5 19-2880 0 0,14-52 1618 0 0,0 0 1 0 0,0 1-1 0 0,1-1 0 0 0,0 0 0 0 0,2 13 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 79 2488 0 0,'46'-79'22044'0'0,"-46"79"-21974"0"0,1 0 0 0 0,-1 1 0 0 0,0-1 0 0 0,0 0 0 0 0,0 0 0 0 0,0 0 1 0 0,0 1-1 0 0,0-1 0 0 0,0 0 0 0 0,0 0 0 0 0,0 0 0 0 0,0 1 0 0 0,0-1 1 0 0,0 0-1 0 0,0 0 0 0 0,0 0 0 0 0,0 1 0 0 0,0-1 0 0 0,0 0 0 0 0,0 0 1 0 0,0 0-1 0 0,0 1 0 0 0,0-1 0 0 0,0 0 0 0 0,0 0 0 0 0,0 0 0 0 0,0 1 1 0 0,-1 0 490 0 0,1-1-491 0 0,-1 0 0 0 0,1 0 0 0 0,-18 36 1295 0 0,-1-1 1 0 0,-2-2-1 0 0,-40 51 0 0 0,53-75-1326 0 0,-326 385-39 0 0,308-365 0 0 0,-261 295-101 0 0,272-306-962 0 0,-3 3-1596 0 0,-1-3-3514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49 3600 0 0,'40'-22'20765'0'0,"-8"6"-17823"0"0,-24 13-2899 0 0,1 1 1 0 0,-1 0-1 0 0,1 1 0 0 0,-1 0 1 0 0,1 0-1 0 0,0 1 0 0 0,-1 0 0 0 0,1 0 1 0 0,0 1-1 0 0,11 3 0 0 0,-18-4-38 0 0,0 1-1 0 0,-1 0 1 0 0,1 0-1 0 0,0-1 1 0 0,-1 1-1 0 0,1 0 1 0 0,-1 0-1 0 0,1 1 1 0 0,-1-1-1 0 0,0 0 1 0 0,1 0-1 0 0,-1 1 1 0 0,0-1-1 0 0,0 1 0 0 0,0-1 1 0 0,0 1-1 0 0,0-1 1 0 0,0 1-1 0 0,0 0 1 0 0,-1-1-1 0 0,1 1 1 0 0,-1 0-1 0 0,1 0 1 0 0,-1-1-1 0 0,0 1 1 0 0,1 0-1 0 0,-1 0 1 0 0,0 0-1 0 0,0 0 1 0 0,0-1-1 0 0,-1 1 1 0 0,1 0-1 0 0,-1 3 1 0 0,0 3 19 0 0,-1 0 0 0 0,0 0 0 0 0,-1 0 0 0 0,0 0 0 0 0,-6 11 0 0 0,-16 22 530 0 0,-1-1 1 0 0,-55 62-1 0 0,59-75-40 0 0,-19 26 576 0 0,40-52-948 0 0,1 0-137 0 0,0-1 1 0 0,0 1-1 0 0,0-1 1 0 0,0 0-1 0 0,0 1 1 0 0,1-1-1 0 0,-1 0 1 0 0,0 1-1 0 0,0-1 1 0 0,0 1-1 0 0,1-1 1 0 0,-1 0-1 0 0,0 0 0 0 0,1 1 1 0 0,-1-1-1 0 0,0 0 1 0 0,1 1-1 0 0,-1-1 1 0 0,0 0-1 0 0,1 0 1 0 0,-1 0-1 0 0,1 1 1 0 0,-1-1-1 0 0,0 0 1 0 0,1 0-1 0 0,-1 0 1 0 0,1 0-1 0 0,-1 0 1 0 0,1 0-1 0 0,-1 0 0 0 0,0 0 1 0 0,1 0-1 0 0,-1 0 1 0 0,1 0-1 0 0,-1 0 1 0 0,1 0-1 0 0,-1 0 1 0 0,0 0-1 0 0,1 0 1 0 0,-1-1-1 0 0,1 1 1 0 0,0 0-1 0 0,24-9 29 0 0,-21 8-13 0 0,191-83-4802 0 0,-3-11-9202 0 0,-179 89 12528 0 0,34-19-7701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21 136 0 0,'2'-18'15967'0'0,"-2"18"-15862"0"0,-1 0 0 0 0,1-1 0 0 0,0 1-1 0 0,-1 0 1 0 0,1 0 0 0 0,-1 0-1 0 0,1-1 1 0 0,0 1 0 0 0,-1 0-1 0 0,1 0 1 0 0,-1 0 0 0 0,1 0-1 0 0,-1 0 1 0 0,1 0 0 0 0,-1 0-1 0 0,1 0 1 0 0,0 0 0 0 0,-1 0-1 0 0,1 0 1 0 0,-1 0 0 0 0,1 0-1 0 0,-1 0 1 0 0,1 0 0 0 0,0 0-1 0 0,-1 1 1 0 0,1-1 0 0 0,-1 0-1 0 0,1 0 1 0 0,-1 1 0 0 0,-15 12 1715 0 0,-10 21 107 0 0,13-12-1465 0 0,0 0 0 0 0,1 0-1 0 0,1 1 1 0 0,1 1-1 0 0,2 0 1 0 0,0 0-1 0 0,1 0 1 0 0,2 1 0 0 0,-4 31-1 0 0,9-54-442 0 0,0 0 0 0 0,-1 1 0 0 0,1-1-1 0 0,0 0 1 0 0,0 1 0 0 0,0-1 0 0 0,1 0 0 0 0,-1 1 0 0 0,1-1-1 0 0,-1 0 1 0 0,1 1 0 0 0,0-1 0 0 0,-1 0 0 0 0,1 0-1 0 0,0 0 1 0 0,1 0 0 0 0,-1 0 0 0 0,0 0 0 0 0,0 0 0 0 0,1 0-1 0 0,0 0 1 0 0,-1-1 0 0 0,1 1 0 0 0,0 0 0 0 0,-1-1 0 0 0,1 0-1 0 0,0 1 1 0 0,0-1 0 0 0,0 0 0 0 0,0 0 0 0 0,1 0-1 0 0,-1 0 1 0 0,0 0 0 0 0,0-1 0 0 0,1 1 0 0 0,-1-1 0 0 0,0 0-1 0 0,1 1 1 0 0,-1-1 0 0 0,0 0 0 0 0,5-1 0 0 0,7 0 24 0 0,0 0 1 0 0,-1-1 0 0 0,1-1 0 0 0,-1-1 0 0 0,24-8 0 0 0,-19 5-16 0 0,0-1 1 0 0,0-1 0 0 0,-1 0-1 0 0,-1-1 1 0 0,1-1 0 0 0,-2-1 0 0 0,1 0-1 0 0,-2-1 1 0 0,0-1 0 0 0,0 0-1 0 0,-1-1 1 0 0,-1 0 0 0 0,0-1 0 0 0,-2 0-1 0 0,12-23 1 0 0,-20 36-28 0 0,-1 1 1 0 0,0-1-1 0 0,1 0 0 0 0,-1 0 1 0 0,-1 0-1 0 0,1 1 1 0 0,0-1-1 0 0,-1 0 0 0 0,1 0 1 0 0,-1 0-1 0 0,0 0 0 0 0,0 0 1 0 0,0 0-1 0 0,0 0 1 0 0,-1 0-1 0 0,1 0 0 0 0,-1 0 1 0 0,0 0-1 0 0,0 0 0 0 0,0 0 1 0 0,0 1-1 0 0,0-1 1 0 0,-1 0-1 0 0,1 1 0 0 0,-1-1 1 0 0,1 1-1 0 0,-4-4 0 0 0,1 2-54 0 0,-1 0-1 0 0,0 0 0 0 0,-1 0 0 0 0,1 1 1 0 0,0 0-1 0 0,-1 0 0 0 0,0 0 0 0 0,0 1 1 0 0,0 0-1 0 0,0 0 0 0 0,-12-2 0 0 0,3 1-830 0 0,0 1 1 0 0,0 1-1 0 0,0 1 0 0 0,0 0 0 0 0,-18 3 0 0 0,-38 10-10912 0 0,50-7 2786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4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1 160 764 0 0,'0'-12'6039'0'0,"0"8"-5631"0"0,1 0 1 0 0,0-1 0 0 0,0 1-1 0 0,1 0 1 0 0,-1-1-1 0 0,1 1 1 0 0,0 0 0 0 0,0 0-1 0 0,0 1 1 0 0,1-1 0 0 0,-1 0-1 0 0,1 1 1 0 0,0-1 0 0 0,0 1-1 0 0,0 0 1 0 0,1 0 0 0 0,3-3-1 0 0,5-3-2 0 0,0 0 0 0 0,1 0 0 0 0,25-12-1 0 0,-26 16-237 0 0,0 0 0 0 0,1 0 0 0 0,24-5 0 0 0,-31 9-142 0 0,0 0-1 0 0,0 0 1 0 0,-1 1-1 0 0,1 0 1 0 0,0 0-1 0 0,0 0 1 0 0,0 1-1 0 0,0 0 1 0 0,0 0-1 0 0,-1 0 1 0 0,9 4 0 0 0,-12-4-4 0 0,0 0 0 0 0,0 0 0 0 0,0 0 0 0 0,0 0 0 0 0,-1 0 1 0 0,1 0-1 0 0,0 1 0 0 0,-1-1 0 0 0,1 1 0 0 0,-1-1 1 0 0,1 1-1 0 0,-1 0 0 0 0,0-1 0 0 0,0 1 0 0 0,1 0 1 0 0,-1 0-1 0 0,-1 0 0 0 0,2 3 0 0 0,-1-2 28 0 0,0 1 0 0 0,0 0 0 0 0,-1 0 0 0 0,0 0-1 0 0,0 0 1 0 0,0 0 0 0 0,0-1 0 0 0,0 1 0 0 0,-2 6 0 0 0,-2 5 103 0 0,-1 0 1 0 0,0 0-1 0 0,-15 26 1 0 0,19-38-154 0 0,-62 106 632 0 0,62-108-512 0 0,0-1-109 0 0,1 1 1 0 0,0-1 0 0 0,0 0 0 0 0,0 0-1 0 0,-1 1 1 0 0,1-1 0 0 0,0 0 0 0 0,0 1-1 0 0,0-1 1 0 0,0 0 0 0 0,0 0 0 0 0,0 1-1 0 0,0-1 1 0 0,0 0 0 0 0,0 1-1 0 0,-1-1 1 0 0,1 0 0 0 0,0 1 0 0 0,1-1-1 0 0,-1 0 1 0 0,0 1 0 0 0,0-1 0 0 0,0 0-1 0 0,0 1 1 0 0,14-6 32 0 0,-1 1 0 0 0,26-4 0 0 0,-34 8-45 0 0,0-1 0 0 0,1 1 1 0 0,-1 0-1 0 0,0 1 0 0 0,1-1 1 0 0,-1 1-1 0 0,0 0 0 0 0,0 0 1 0 0,0 0-1 0 0,0 1 0 0 0,8 3 0 0 0,-5-1 59 0 0,-1 0 0 0 0,1 1 0 0 0,-1 0 0 0 0,0 0 0 0 0,0 0 0 0 0,0 1-1 0 0,9 11 1 0 0,-14-15 74 0 0,0 0-1 0 0,-1 1 0 0 0,1-1 0 0 0,-1 0 0 0 0,1 1 0 0 0,-1-1 1 0 0,0 1-1 0 0,0 0 0 0 0,0-1 0 0 0,0 1 0 0 0,0 0 1 0 0,-1 0-1 0 0,1 0 0 0 0,-1-1 0 0 0,0 1 0 0 0,0 0 1 0 0,0 0-1 0 0,0 0 0 0 0,0 0 0 0 0,-1 0 0 0 0,1-1 1 0 0,-1 1-1 0 0,0 0 0 0 0,0 0 0 0 0,0-1 0 0 0,-2 5 0 0 0,-2 1 91 0 0,0-1 0 0 0,0 0-1 0 0,-1 0 1 0 0,0-1-1 0 0,0 1 1 0 0,-1-1-1 0 0,1-1 1 0 0,-1 1-1 0 0,-1-1 1 0 0,1 0 0 0 0,-10 4-1 0 0,-3 1-58 0 0,-1-1-1 0 0,-1 0 0 0 0,-21 5 1 0 0,12-9-1076 0 0,4-3-4108 0 0,31-21-2141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5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36 3408 0 0,'78'-35'18045'0'0,"-77"35"-17894"0"0,-1 0 0 0 0,1 0-1 0 0,-1 0 1 0 0,1 0-1 0 0,-1 1 1 0 0,1-1 0 0 0,-1 0-1 0 0,1 0 1 0 0,-1 1 0 0 0,1-1-1 0 0,-1 0 1 0 0,1 1-1 0 0,-1-1 1 0 0,0 0 0 0 0,1 1-1 0 0,-1-1 1 0 0,0 0-1 0 0,1 1 1 0 0,-1-1 0 0 0,0 1-1 0 0,1-1 1 0 0,-1 1 0 0 0,-5 11 772 0 0,0 0 0 0 0,0-1 1 0 0,-2 0-1 0 0,1 0 1 0 0,-1 0-1 0 0,-13 14 1 0 0,-4 8-143 0 0,-126 210 290 0 0,87-116-1855 0 0,11 7-3617 0 0,47-107-55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5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34 124 48 0 0,'40'-42'10440'0'0,"-34"34"-9641"0"0,0 1 0 0 0,0 0 0 0 0,0 1-1 0 0,1-1 1 0 0,0 1 0 0 0,0 1 0 0 0,1-1 0 0 0,0 1 0 0 0,8-4 0 0 0,-14 8-751 0 0,2-1 77 0 0,1 0 1 0 0,-1 0-1 0 0,1 0 0 0 0,0 0 0 0 0,0 1 0 0 0,0 0 1 0 0,0 0-1 0 0,0 0 0 0 0,0 1 0 0 0,0-1 1 0 0,5 1-1 0 0,-8 1-65 0 0,0-1 0 0 0,0 0 1 0 0,0 1-1 0 0,0-1 0 0 0,0 1 1 0 0,0-1-1 0 0,0 1 0 0 0,-1 0 1 0 0,1 0-1 0 0,0 0 0 0 0,0 0 0 0 0,-1 0 1 0 0,1 0-1 0 0,-1 1 0 0 0,1-1 1 0 0,-1 1-1 0 0,1-1 0 0 0,-1 1 0 0 0,0-1 1 0 0,0 1-1 0 0,0-1 0 0 0,0 1 1 0 0,0 0-1 0 0,0 0 0 0 0,0 0 1 0 0,0 0-1 0 0,-1-1 0 0 0,1 1 0 0 0,-1 0 1 0 0,1 0-1 0 0,-1 0 0 0 0,0 0 1 0 0,0 0-1 0 0,0 0 0 0 0,0 0 1 0 0,0 0-1 0 0,-1 3 0 0 0,0 4 297 0 0,0-1 0 0 0,-1 1-1 0 0,0 0 1 0 0,0-1 0 0 0,-1 1 0 0 0,-6 13-1 0 0,-9 8 494 0 0,-1-1 0 0 0,-1-1-1 0 0,-1 0 1 0 0,-37 35 0 0 0,-22 29 629 0 0,69-80-1274 0 0,0 0 116 0 0,11-12-318 0 0,0 0 0 0 0,0 1 0 0 0,1-1 0 0 0,-1 0-1 0 0,0 1 1 0 0,0-1 0 0 0,0 0 0 0 0,0 0 0 0 0,0 1 0 0 0,0-1 0 0 0,0 0 0 0 0,0 0 0 0 0,0 1 0 0 0,1-1 0 0 0,-1 0 0 0 0,0 0 0 0 0,0 1 0 0 0,0-1 0 0 0,1 0 0 0 0,-1 0 0 0 0,0 0 0 0 0,0 0-1 0 0,1 1 1 0 0,-1-1 0 0 0,0 0 0 0 0,0 0 0 0 0,1 0 0 0 0,-1 0 0 0 0,0 0 0 0 0,0 0 0 0 0,1 1 0 0 0,-1-1 0 0 0,0 0 0 0 0,0 0 0 0 0,1 0 0 0 0,-1 0 0 0 0,0 0 0 0 0,1 0 0 0 0,-1 0 0 0 0,0 0-1 0 0,0-1 1 0 0,1 1 0 0 0,-1 0 0 0 0,0 0 0 0 0,1 0 0 0 0,-1 0 0 0 0,5-1-4 0 0,0 1 0 0 0,0-1 0 0 0,0 0-1 0 0,-1 0 1 0 0,1-1 0 0 0,0 1 0 0 0,-1-1 0 0 0,6-3-1 0 0,8-2-180 0 0,193-87-7818 0 0,-120 50 1784 0 0,-48 23 539 0 0,-4 1-3041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71 2440 0 0,'4'-24'17338'0'0,"-18"41"-13377"0"0,6-5-3578 0 0,-6 7 510 0 0,1 0 1 0 0,1 1 0 0 0,-10 23 0 0 0,16-32-755 0 0,2 0-1 0 0,0 0 1 0 0,0 1-1 0 0,1 0 1 0 0,0 0-1 0 0,1 0 1 0 0,-1 19-1 0 0,3-28-111 0 0,0-1 0 0 0,0 1 0 0 0,0-1-1 0 0,0 1 1 0 0,1-1 0 0 0,-1 1 0 0 0,1-1-1 0 0,0 0 1 0 0,0 1 0 0 0,0-1 0 0 0,0 0-1 0 0,0 1 1 0 0,0-1 0 0 0,0 0 0 0 0,1 0-1 0 0,-1 0 1 0 0,1 0 0 0 0,-1 0 0 0 0,5 2-1 0 0,-3-2-1 0 0,0 0-1 0 0,1 0 0 0 0,-1 0 1 0 0,1 0-1 0 0,-1-1 1 0 0,1 0-1 0 0,0 0 1 0 0,0 0-1 0 0,-1 0 0 0 0,1-1 1 0 0,6 1-1 0 0,4-1 14 0 0,-1-1 0 0 0,1 0 0 0 0,-1-1 0 0 0,1 0 0 0 0,-1-1 0 0 0,18-7 0 0 0,-9 2 37 0 0,0-2 0 0 0,-1-1 1 0 0,0 0-1 0 0,37-27 0 0 0,-44 27-57 0 0,0 0-1 0 0,-1-1 1 0 0,-1 0 0 0 0,0-1-1 0 0,-1-1 1 0 0,0 1 0 0 0,12-23-1 0 0,-21 33-25 0 0,0 0 0 0 0,0 0 1 0 0,-1 0-1 0 0,0 0 0 0 0,0 0 0 0 0,0-1 0 0 0,0 1 0 0 0,0 0 0 0 0,0-1 1 0 0,-1 1-1 0 0,0-1 0 0 0,1 1 0 0 0,-1-1 0 0 0,-1 1 0 0 0,0-6 0 0 0,0 6-66 0 0,0 0 0 0 0,0 0 0 0 0,-1 1 0 0 0,1-1-1 0 0,-1 1 1 0 0,0-1 0 0 0,0 1 0 0 0,0-1 0 0 0,0 1-1 0 0,0 0 1 0 0,0 0 0 0 0,0 0 0 0 0,-1 0-1 0 0,1 0 1 0 0,-1 1 0 0 0,0-1 0 0 0,-4-1 0 0 0,-6-3-656 0 0,0 1 1 0 0,-1 0 0 0 0,1 1-1 0 0,-1 1 1 0 0,0 0 0 0 0,-24-2-1 0 0,-24 3-3610 0 0,0 3-3552 0 0,53 0 6279 0 0,-17-1-5987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75 540 0 0,'50'-73'13493'0'0,"-50"71"-12989"0"0,0 3-454 0 0,0-1 1 0 0,0 0-1 0 0,0 0 0 0 0,0 1 0 0 0,0-1 0 0 0,0 0 0 0 0,0 0 1 0 0,1 1-1 0 0,-1-1 0 0 0,0 0 0 0 0,0 0 0 0 0,0 1 0 0 0,0-1 1 0 0,0 0-1 0 0,0 0 0 0 0,0 1 0 0 0,1-1 0 0 0,-1 0 0 0 0,0 0 1 0 0,0 0-1 0 0,0 1 0 0 0,0-1 0 0 0,1 0 0 0 0,-1 0 0 0 0,0 0 1 0 0,0 0-1 0 0,1 1 0 0 0,-1-1 0 0 0,0 0 0 0 0,0 0 0 0 0,1 0 1 0 0,-1 0-1 0 0,0 0 0 0 0,0 0 0 0 0,1 0 0 0 0,-1 0 0 0 0,0 0 1 0 0,0 0-1 0 0,1 0 0 0 0,-1 0 0 0 0,0 0 0 0 0,0 0 0 0 0,1 0 1 0 0,-1 0-1 0 0,0 0 0 0 0,0 0 0 0 0,1 0 0 0 0,-1 0 0 0 0,0 0 1 0 0,0 0-1 0 0,1-1 0 0 0,-1 1 0 0 0,0 0 0 0 0,0 0 0 0 0,1 0 1 0 0,-1 0-1 0 0,0-1 0 0 0,0 1 0 0 0,0 0 0 0 0,0 0 0 0 0,1 0 0 0 0,-1-1 1 0 0,0 1-1 0 0,0 0 0 0 0,0 0 0 0 0,0-1 0 0 0,-1 33 1826 0 0,-1 1-1 0 0,-13 54 1 0 0,-24 66-409 0 0,13-56-909 0 0,10-26-413 0 0,3-18-1665 0 0,0-2-3901 0 0,14-38 2421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3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74 258 1628 0 0,'39'-35'13774'0'0,"-39"30"-11892"0"0,1 5-1818 0 0,-1-1 0 0 0,0 0 0 0 0,0 1 0 0 0,0-1 1 0 0,0 1-1 0 0,0-1 0 0 0,1 1 0 0 0,-1-1 0 0 0,0 1 0 0 0,0-1 0 0 0,0 1 0 0 0,-1-1 1 0 0,1 0-1 0 0,0 1 0 0 0,0-1 0 0 0,0 1 0 0 0,0-1 0 0 0,0 1 0 0 0,-1-1 1 0 0,1 1-1 0 0,0-1 0 0 0,0 1 0 0 0,-1-1 0 0 0,-6-5 247 0 0,0 1 0 0 0,-1 0 0 0 0,0 0 0 0 0,-12-6 1 0 0,-24-14 176 0 0,42 24-439 0 0,0-1-14 0 0,-6-2 13 0 0,8 4-47 0 0,0 0-1 0 0,0 0 1 0 0,-1 0-1 0 0,1-1 1 0 0,0 1-1 0 0,-1 0 0 0 0,1 0 1 0 0,0 0-1 0 0,-1 0 1 0 0,1-1-1 0 0,0 1 1 0 0,0 0-1 0 0,-1 0 1 0 0,1 0-1 0 0,0-1 1 0 0,0 1-1 0 0,0 0 1 0 0,-1 0-1 0 0,1-1 0 0 0,0 1 1 0 0,0 0-1 0 0,0-1 1 0 0,0 1-1 0 0,0 0 1 0 0,-1-1-1 0 0,1 1 1 0 0,0 0-1 0 0,0-1 1 0 0,0 1-1 0 0,0 0 1 0 0,0-1-1 0 0,0 1 0 0 0,0 0 1 0 0,0-1-1 0 0,0 1 1 0 0,0 0-1 0 0,0 0 1 0 0,0-1-1 0 0,1 1 1 0 0,-1 0-1 0 0,0-1 1 0 0,0 1-1 0 0,0 0 1 0 0,1-1-1 0 0,16-10-2 0 0,26-1 1 0 0,-42 12 3 0 0,135-24-580 0 0,42-10-241 0 0,-168 31 851 0 0,-1-1-1 0 0,1 1 1 0 0,-1-1 0 0 0,0-1 0 0 0,13-8 0 0 0,-7 4 734 0 0,-14 8-468 0 0,0 0-246 0 0,-1 1 1 0 0,0 0-1 0 0,1-1 1 0 0,-1 1-1 0 0,0 0 1 0 0,1-1-1 0 0,-1 1 1 0 0,1 0-1 0 0,-1-1 1 0 0,1 1-1 0 0,-1 0 1 0 0,1 0-1 0 0,-1 0 1 0 0,1-1-1 0 0,-1 1 1 0 0,1 0-1 0 0,-1 0 1 0 0,1 0-1 0 0,-1 0 1 0 0,1 0-1 0 0,-1 0 1 0 0,1 0-1 0 0,0 2-4 0 0,-1 0 1 0 0,0 1-1 0 0,0-1 1 0 0,0 0-1 0 0,0 0 0 0 0,0 1 1 0 0,0-1-1 0 0,0 0 0 0 0,-1 0 1 0 0,1 0-1 0 0,-1 1 1 0 0,0-1-1 0 0,0 0 0 0 0,-1 3 1 0 0,-20 37 738 0 0,12-24-437 0 0,-108 204 1986 0 0,-90 183-3359 0 0,192-364-2669 0 0,14-14-3351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3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38 1324 0 0,'51'-38'17594'0'0,"-52"43"-16996"0"0,-1 0 0 0 0,0-1 1 0 0,0 1-1 0 0,0-1 0 0 0,-1 0 0 0 0,1 1 1 0 0,-1-1-1 0 0,0 0 0 0 0,0-1 0 0 0,-7 7 1 0 0,7-7-248 0 0,-228 243 5506 0 0,-20 22-5776 0 0,231-248-1154 0 0,15-16 153 0 0,0 0 1 0 0,1 1 0 0 0,0 0-1 0 0,0 0 1 0 0,0 0-1 0 0,-6 10 1 0 0,46-4-14370 0 0,-20-15 8703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4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1 101 800 0 0,'14'-11'6101'0'0,"21"-17"2372"0"0,2 3-4994 0 0,-28 19-3225 0 0,0 1 1 0 0,0 0-1 0 0,0 1 1 0 0,0 0-1 0 0,1 1 0 0 0,18-4 1 0 0,-21 6-200 0 0,0 0-1 0 0,0 0 1 0 0,0 1 0 0 0,-1 0 0 0 0,1 1 0 0 0,0-1-1 0 0,0 1 1 0 0,0 1 0 0 0,0-1 0 0 0,11 5 0 0 0,-16-5-39 0 0,1 0 1 0 0,-1 0-1 0 0,0 0 1 0 0,0 0-1 0 0,0 1 1 0 0,0-1-1 0 0,0 1 1 0 0,0-1-1 0 0,0 1 1 0 0,-1 0-1 0 0,1-1 0 0 0,-1 1 1 0 0,1 0-1 0 0,-1 0 1 0 0,0 0-1 0 0,1 0 1 0 0,-1 1-1 0 0,0-1 1 0 0,0 0-1 0 0,-1 0 1 0 0,1 1-1 0 0,0-1 1 0 0,-1 0-1 0 0,1 1 1 0 0,-1-1-1 0 0,0 1 1 0 0,0-1-1 0 0,0 1 1 0 0,0-1-1 0 0,0 0 1 0 0,-1 1-1 0 0,0 3 1 0 0,-3 6 227 0 0,1 0 0 0 0,-2-1 0 0 0,1 0 0 0 0,-2 0 0 0 0,1 0 1 0 0,-2-1-1 0 0,1 0 0 0 0,-12 14 0 0 0,-10 8 1113 0 0,-34 30 1 0 0,27-29-260 0 0,-45 48 1872 0 0,79-80-2629 0 0,4-2-259 0 0,20-4-464 0 0,-1-2 0 0 0,0-1 0 0 0,-1 0 0 0 0,24-14-1 0 0,13-5-1954 0 0,130-49-7026 0 0,-134 55 3487 0 0,0-1-3417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04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59 1352 0 0,'36'-22'15610'0'0,"-37"23"-15406"0"0,1 0 0 0 0,0 0-1 0 0,-1 0 1 0 0,1 1-1 0 0,0-1 1 0 0,-1 0 0 0 0,0 0-1 0 0,1 0 1 0 0,-1 0-1 0 0,1 0 1 0 0,-1 0 0 0 0,0 0-1 0 0,0 0 1 0 0,0 0 0 0 0,0 0-1 0 0,-1 1 1 0 0,-26 35 1351 0 0,-30 51 0 0 0,48-71-1394 0 0,1 1 0 0 0,1 0 1 0 0,0 1-1 0 0,2 0 0 0 0,-7 30 1 0 0,12-46-135 0 0,0-1 1 0 0,1 0 0 0 0,0 1 0 0 0,0-1 0 0 0,-1 0-1 0 0,1 1 1 0 0,0-1 0 0 0,1 0 0 0 0,-1 1-1 0 0,0-1 1 0 0,1 0 0 0 0,-1 0 0 0 0,1 1 0 0 0,0-1-1 0 0,0 0 1 0 0,0 0 0 0 0,0 0 0 0 0,0 0-1 0 0,0 0 1 0 0,1 0 0 0 0,-1 0 0 0 0,0 0 0 0 0,1 0-1 0 0,2 1 1 0 0,-1-1-3 0 0,0 0 1 0 0,0-1-1 0 0,0 1 0 0 0,0-1 0 0 0,0 0 1 0 0,0 0-1 0 0,0 0 0 0 0,1-1 0 0 0,-1 1 0 0 0,0-1 1 0 0,1 1-1 0 0,-1-1 0 0 0,0 0 0 0 0,1 0 1 0 0,-1-1-1 0 0,6 0 0 0 0,13-5 25 0 0,0 0 1 0 0,0-1-1 0 0,-1-1 0 0 0,0 0 1 0 0,-1-2-1 0 0,0-1 0 0 0,26-18 1 0 0,-20 11 117 0 0,0-2-1 0 0,-2-1 1 0 0,-1-1 0 0 0,34-40-1 0 0,-51 55-10 0 0,0-1-1 0 0,0 0 1 0 0,-1 0-1 0 0,0 0 0 0 0,-1-1 1 0 0,5-10-1 0 0,-8 17-140 0 0,-1 0 0 0 0,1 0 0 0 0,-1 0 0 0 0,1 0 0 0 0,-1 0 0 0 0,0 0 0 0 0,0 0 0 0 0,0 0 0 0 0,0 0 0 0 0,0 0 0 0 0,0 0 0 0 0,0 0 1 0 0,-1 0-1 0 0,1 0 0 0 0,-1 0 0 0 0,1 0 0 0 0,-1 0 0 0 0,0 0 0 0 0,0 1 0 0 0,0-1 0 0 0,0 0 0 0 0,0 0 0 0 0,0 1 0 0 0,0-1 0 0 0,-1 1 0 0 0,1-1 0 0 0,-1 1 0 0 0,1-1 0 0 0,-1 1 0 0 0,1 0 0 0 0,-1 0 0 0 0,0 0 0 0 0,0 0 1 0 0,1 0-1 0 0,-4-1 0 0 0,-10-4-332 0 0,-1 0 0 0 0,1 1 0 0 0,-1 1 0 0 0,0 1 0 0 0,-1 0 0 0 0,1 1 1 0 0,0 1-1 0 0,-28 1 0 0 0,-15 4-3453 0 0,-60 12 0 0 0,104-14 2921 0 0,-45 8-5004 0 0,0 4-3202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0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72 2604 0 0,'-3'0'2020'0'0,"-58"-5"7757"0"0,59 5-8741 0 0,-18-2 1980 0 0,10 1-2480 0 0,8 0 367 0 0,-1 1-526 0 0,-17-3 1197 0 0,17 0-546 0 0,19 1-1116 0 0,94-12-875 0 0,6-8-5359 0 0,-63 10-590 0 0,-24 6 730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218 103 1660 0 0,'-5'-29'7048'0'0,"-5"-16"2768"0"0,9 44-9200 0 0,1 0-554 0 0,0 0 0 0 0,0 0 0 0 0,0 1 0 0 0,0-1 0 0 0,0 0 0 0 0,0 0 0 0 0,0 0-1 0 0,0 0 1 0 0,1 0 0 0 0,-1 1 0 0 0,0-1 0 0 0,0 0 0 0 0,1 0 0 0 0,-1 0 0 0 0,0 1 0 0 0,1-1-1 0 0,-1 0 1 0 0,1 0 0 0 0,-1 1 0 0 0,1-1 0 0 0,0 0 0 0 0,-1 1 0 0 0,1-1 0 0 0,-1 1-1 0 0,1-1 1 0 0,1 0 0 0 0,4-1-37 0 0,-1 1-1 0 0,1 0 0 0 0,0 0 0 0 0,-1 0 1 0 0,1 1-1 0 0,0 0 0 0 0,0 0 1 0 0,0 1-1 0 0,-1-1 0 0 0,1 1 1 0 0,0 0-1 0 0,-1 1 0 0 0,1-1 0 0 0,-1 1 1 0 0,1 0-1 0 0,-1 1 0 0 0,0-1 1 0 0,0 1-1 0 0,0 0 0 0 0,0 1 1 0 0,0-1-1 0 0,-1 1 0 0 0,0-1 0 0 0,1 2 1 0 0,-1-1-1 0 0,-1 0 0 0 0,1 1 1 0 0,-1-1-1 0 0,1 1 0 0 0,-2 0 1 0 0,1 0-1 0 0,0 0 0 0 0,-1 1 1 0 0,0-1-1 0 0,0 1 0 0 0,0-1 0 0 0,-1 1 1 0 0,0 0-1 0 0,1 7 0 0 0,-3-3 50 0 0,0 0-1 0 0,0 1 1 0 0,0-1 0 0 0,-1 0-1 0 0,-1 0 1 0 0,0 0-1 0 0,0-1 1 0 0,-1 1 0 0 0,0-1-1 0 0,-1 1 1 0 0,0-1-1 0 0,-12 16 1 0 0,-1-1 265 0 0,-2-1 1 0 0,-1 0 0 0 0,-24 21-1 0 0,-179 136 2429 0 0,224-180-2764 0 0,0 0 0 0 0,-1 0 0 0 0,1 0 1 0 0,0 0-1 0 0,0 0 0 0 0,-1 0 0 0 0,1 1 0 0 0,0-1 0 0 0,0 0 1 0 0,-1 0-1 0 0,1 0 0 0 0,0 0 0 0 0,0 0 0 0 0,-1 1 0 0 0,1-1 1 0 0,0 0-1 0 0,0 0 0 0 0,0 0 0 0 0,-1 1 0 0 0,1-1 1 0 0,0 0-1 0 0,0 0 0 0 0,0 1 0 0 0,0-1 0 0 0,0 0 0 0 0,0 0 1 0 0,-1 1-1 0 0,1-1 0 0 0,0 0 0 0 0,0 1 0 0 0,0-1 0 0 0,0 0 1 0 0,0 0-1 0 0,0 1 0 0 0,0-1 0 0 0,0 0 0 0 0,0 1 1 0 0,0-1-1 0 0,0 0 0 0 0,0 0 0 0 0,0 1 0 0 0,1-1 0 0 0,-1 0 1 0 0,0 0-1 0 0,0 1 0 0 0,0-1 0 0 0,0 0 0 0 0,0 0 0 0 0,1 1 1 0 0,-1-1-1 0 0,0 0 0 0 0,0 0 0 0 0,0 0 0 0 0,1 1 1 0 0,-1-1-1 0 0,0 0 0 0 0,0 0 0 0 0,1 0 0 0 0,-1 0 0 0 0,0 1 1 0 0,0-1-1 0 0,1 0 0 0 0,-1 0 0 0 0,0 0 0 0 0,0 0 1 0 0,1 0-1 0 0,-1 0 0 0 0,0 0 0 0 0,1 0 0 0 0,21 2 74 0 0,25-8-1256 0 0,-1-1 0 0 0,80-24 0 0 0,-102 24 325 0 0,100-30-5100 0 0,-43 7-1781 0 0,-42 14 976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32 76 0 0,'30'-31'20520'0'0,"-49"46"-17574"0"0,-28 27 0 0 0,-47 61 334 0 0,51-54-2573 0 0,-19 27-565 0 0,-87 140 0 0 0,121-172-1693 0 0,26-41 1059 0 0,-20 34-4246 0 0,17-24 99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36 2556 0 0,'49'-36'20181'0'0,"-60"48"-19056"0"0,0-1 1 0 0,-1-1-1 0 0,-17 12 0 0 0,11-10-478 0 0,-20 21 0 0 0,-28 39 81 0 0,58-63-674 0 0,1 1 0 0 0,1 0-1 0 0,0 0 1 0 0,0 1-1 0 0,-8 22 1 0 0,14-31-44 0 0,-1 0-1 0 0,1 0 1 0 0,-1 0 0 0 0,1 1-1 0 0,0-1 1 0 0,0 0 0 0 0,0 0-1 0 0,0 1 1 0 0,0-1 0 0 0,1 0-1 0 0,-1 0 1 0 0,1 0 0 0 0,-1 1-1 0 0,1-1 1 0 0,0 0 0 0 0,0 0-1 0 0,0 0 1 0 0,0 0 0 0 0,0 0-1 0 0,0-1 1 0 0,1 1 0 0 0,-1 0-1 0 0,1 0 1 0 0,-1-1 0 0 0,1 1-1 0 0,0-1 1 0 0,2 2 0 0 0,4 4 15 0 0,2-1 1 0 0,-1 0-1 0 0,1-1 1 0 0,11 5 0 0 0,-12-6-23 0 0,53 21 33 0 0,-42-18-40 0 0,0 1 0 0 0,28 16 1 0 0,-47-23 12 0 0,1 0 1 0 0,-1-1-1 0 0,0 1 1 0 0,0 0-1 0 0,0 0 1 0 0,0-1-1 0 0,0 1 0 0 0,0 0 1 0 0,0 0-1 0 0,0 0 1 0 0,0 0-1 0 0,0 1 1 0 0,0-1-1 0 0,-1 0 1 0 0,1 0-1 0 0,-1 0 1 0 0,1 1-1 0 0,-1-1 0 0 0,1 0 1 0 0,-1 1-1 0 0,1-1 1 0 0,-1 0-1 0 0,0 2 1 0 0,0-1 48 0 0,-1 0 1 0 0,1-1-1 0 0,-1 1 1 0 0,1 0-1 0 0,-1-1 0 0 0,0 1 1 0 0,1-1-1 0 0,-1 1 1 0 0,0-1-1 0 0,0 1 1 0 0,0-1-1 0 0,-1 1 1 0 0,1-1-1 0 0,0 0 0 0 0,-2 2 1 0 0,-4 2 141 0 0,-1 1 1 0 0,1-1-1 0 0,-1-1 0 0 0,0 0 1 0 0,-12 5-1 0 0,3-3-76 0 0,-1-1 0 0 0,0 0 0 0 0,0-1 0 0 0,-24 1 0 0 0,31-4-543 0 0,1 0-1 0 0,-1-1 1 0 0,0 0 0 0 0,0-1-1 0 0,0-1 1 0 0,0 0 0 0 0,1 0 0 0 0,-17-6-1 0 0,24 7-33 0 0,0 0 0 0 0,1 0 0 0 0,-1-1-1 0 0,1 1 1 0 0,0-1 0 0 0,0 1 0 0 0,-1-1-1 0 0,1 0 1 0 0,0 0 0 0 0,0 0 0 0 0,0 0-1 0 0,1 0 1 0 0,-1 0 0 0 0,-2-4 0 0 0,3 2-609 0 0,-1 1 0 0 0,1-1 0 0 0,0 0 0 0 0,0 1 0 0 0,0-1 0 0 0,1 0 0 0 0,-1 0 0 0 0,1 0 0 0 0,0 0 1 0 0,0-3-1 0 0,2-14-7274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1 215 3504 0 0,'27'-25'10396'0'0,"2"3"-5399"0"0,-14 13-4560 0 0,-1 1 0 0 0,1 0 0 0 0,1 1 0 0 0,24-9 1 0 0,70-16-169 0 0,1 4 1 0 0,157-18 0 0 0,-243 43-944 0 0,33-4 804 0 0,-39 4-4378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39 844 0 0,'-3'0'2304'0'0,"-9"1"1329"0"0,-31 4 7870 0 0,64-6-11365 0 0,115-17-1639 0 0,-44-1-7033 0 0,-63 12 2551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56 1412 0 0,'4'-15'7713'0'0,"7"-26"9742"0"0,-23 107-14153 0 0,-5 14-2371 0 0,-4-10-514 0 0,-16 56-1901 0 0,16-41-5277 0 0,17-55 2415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39 114 552 0 0,'23'-43'8451'0'0,"13"-27"8198"0"0,-35 72-16497 0 0,-1 0 0 0 0,1 0 1 0 0,-1 0-1 0 0,0 0 0 0 0,0 1 1 0 0,1-1-1 0 0,-2 0 0 0 0,1 0 1 0 0,0 3-1 0 0,-12 56 1190 0 0,-23 73 0 0 0,4-22-2534 0 0,23-77-2093 0 0,-4 45 0 0 0,11-51-481 0 0,2-9-3311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85 2212 0 0,'47'-84'26417'0'0,"-58"108"-25993"0"0,0 1 1 0 0,-2-1-1 0 0,-24 34 1 0 0,-57 65 1652 0 0,49-66-1714 0 0,-298 336-363 0 0,303-350 0 0 0,3-2-282 0 0,-107 111-3066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7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69 3628 0 0,'2'-2'2662'0'0,"30"-31"10022"0"0,-28 30-12295 0 0,1-1 0 0 0,0 1 1 0 0,0 0-1 0 0,0 0 0 0 0,0 0 1 0 0,1 0-1 0 0,-1 1 0 0 0,1 0 1 0 0,-1 0-1 0 0,12-1 0 0 0,-10 2-343 0 0,1 0 0 0 0,-1 1 0 0 0,0 0-1 0 0,0 0 1 0 0,0 1 0 0 0,1 0 0 0 0,-1 0 0 0 0,0 1-1 0 0,0-1 1 0 0,8 5 0 0 0,-12-5-31 0 0,-1 0-1 0 0,0 0 0 0 0,1 0 1 0 0,-1 1-1 0 0,0-1 1 0 0,0 0-1 0 0,0 1 1 0 0,0 0-1 0 0,0 0 0 0 0,0-1 1 0 0,0 1-1 0 0,-1 0 1 0 0,1 0-1 0 0,-1 1 1 0 0,1-1-1 0 0,-1 0 0 0 0,0 0 1 0 0,0 1-1 0 0,0-1 1 0 0,0 0-1 0 0,0 1 1 0 0,-1-1-1 0 0,1 1 0 0 0,-1 0 1 0 0,0-1-1 0 0,1 1 1 0 0,-1-1-1 0 0,0 1 0 0 0,-1-1 1 0 0,1 1-1 0 0,0 0 1 0 0,-2 3-1 0 0,-1 6 147 0 0,-1-1-1 0 0,0 1 0 0 0,-1-1 0 0 0,-1 0 1 0 0,0-1-1 0 0,0 1 0 0 0,-1-1 1 0 0,0 0-1 0 0,-17 17 0 0 0,-8 5 971 0 0,-48 37 0 0 0,52-46-424 0 0,10-8-259 0 0,-55 48 1498 0 0,72-62-1815 0 0,18-2 51 0 0,8-4-478 0 0,-1-1 1 0 0,0-1-1 0 0,0 0 1 0 0,38-20-1 0 0,-34 15-515 0 0,147-70-5954 0 0,-66 14-4340 0 0,-76 44 2153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38 1428 0 0,'-2'-6'1909'0'0,"-6"-15"6851"0"0,8 20-8651 0 0,-1 1 0 0 0,1 0 1 0 0,-1-1-1 0 0,1 1 0 0 0,-1 0 1 0 0,1-1-1 0 0,0 1 0 0 0,-1 0 1 0 0,1 0-1 0 0,-1-1 0 0 0,1 1 1 0 0,-1 0-1 0 0,1 0 0 0 0,-1 0 1 0 0,1 0-1 0 0,-1 0 0 0 0,0 0 1 0 0,1 0-1 0 0,-1 0 0 0 0,1 0 1 0 0,-1 0-1 0 0,1 0 0 0 0,-1 0 1 0 0,1 0-1 0 0,-1 0 0 0 0,1 0 1 0 0,-1 1-1 0 0,1-1 0 0 0,-1 0 1 0 0,1 0-1 0 0,-1 1 0 0 0,1-1 1 0 0,-1 0-1 0 0,1 0 0 0 0,0 1 1 0 0,-1-1-1 0 0,1 1 1 0 0,0-1-1 0 0,-1 0 0 0 0,1 1 1 0 0,-1 0-1 0 0,-8 8 607 0 0,0 1-1 0 0,0 0 1 0 0,1 0 0 0 0,0 1-1 0 0,0 0 1 0 0,-10 22 0 0 0,14-24-507 0 0,0 1 1 0 0,0-1-1 0 0,0 1 1 0 0,2 0-1 0 0,-1 1 1 0 0,1-1-1 0 0,0 0 1 0 0,1 1-1 0 0,0 15 1 0 0,2-23-157 0 0,-1 0 1 0 0,0-1 0 0 0,1 1 0 0 0,-1 0 0 0 0,1 0 0 0 0,0-1 0 0 0,0 1 0 0 0,0 0 0 0 0,0-1 0 0 0,1 1 0 0 0,-1-1 0 0 0,1 1 0 0 0,-1-1 0 0 0,1 0 0 0 0,0 0 0 0 0,0 0 0 0 0,4 4 0 0 0,-2-3 1 0 0,0-1 1 0 0,0 0 0 0 0,0 1 0 0 0,0-1 0 0 0,1-1 0 0 0,-1 1 0 0 0,0-1 0 0 0,1 0 0 0 0,0 0-1 0 0,4 1 1 0 0,6-1 30 0 0,-1-1-1 0 0,0 0 0 0 0,1-1 1 0 0,-1 0-1 0 0,0-1 1 0 0,18-5-1 0 0,-11 2 6 0 0,-1-1-1 0 0,0-1 1 0 0,-1 0-1 0 0,0-2 1 0 0,0 0-1 0 0,-1-1 1 0 0,33-25-1 0 0,-48 33-77 0 0,0 0-1 0 0,0-1 1 0 0,-1 1 0 0 0,1-1-1 0 0,-1 1 1 0 0,0-1 0 0 0,1 0-1 0 0,-1 0 1 0 0,-1 0 0 0 0,1 0-1 0 0,0-1 1 0 0,-1 1 0 0 0,1 0-1 0 0,-1-1 1 0 0,0 1 0 0 0,0-1-1 0 0,-1 1 1 0 0,1-1-1 0 0,-1 0 1 0 0,1-4 0 0 0,-2 5-9 0 0,0-1 1 0 0,0 1-1 0 0,0-1 1 0 0,0 1 0 0 0,0 0-1 0 0,-1-1 1 0 0,1 1-1 0 0,-1 0 1 0 0,0 0-1 0 0,0 0 1 0 0,0 0-1 0 0,-1 0 1 0 0,1 1 0 0 0,-1-1-1 0 0,1 1 1 0 0,-1-1-1 0 0,0 1 1 0 0,0 0-1 0 0,0 0 1 0 0,-3-2-1 0 0,-10-4 27 0 0,0 0-1 0 0,0 1 1 0 0,0 1-1 0 0,-32-8 1 0 0,-11 3-2168 0 0,2 3-5282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1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88 2012 0 0,'-53'-37'21656'0'0,"51"35"-21070"0"0,27-4 117 0 0,0 2 0 0 0,0 0 0 0 0,45-1 0 0 0,-33 3-457 0 0,801-25 621 0 0,-832 27-863 0 0,1 0 0 0 0,-1 0 0 0 0,1 1 0 0 0,-1 0 0 0 0,1 0 1 0 0,-1 0-1 0 0,1 1 0 0 0,9 4 0 0 0,-13-4 3 0 0,0 0 0 0 0,0 0 0 0 0,0 0 0 0 0,-1 0 0 0 0,1 0 1 0 0,-1 1-1 0 0,1-1 0 0 0,-1 1 0 0 0,0 0 0 0 0,0 0 0 0 0,0 0 0 0 0,0 0 0 0 0,-1 0 0 0 0,1 0 0 0 0,-1 0 0 0 0,0 0 0 0 0,0 1 1 0 0,1 3-1 0 0,2 9 76 0 0,-1 1 0 0 0,-1-1 0 0 0,-1 1 1 0 0,0 0-1 0 0,-3 21 0 0 0,-13 84 495 0 0,14-116-552 0 0,-68 366 1390 0 0,-4 29-274 0 0,-28 560-387 0 0,57-162-755 0 0,14-229 0 0 0,-34 112 0 0 0,54-609 0 0 0,-2 0 0 0 0,-44 138 0 0 0,45-183 0 0 0,0 0 0 0 0,-2 0 0 0 0,-1-1 0 0 0,-1 0 0 0 0,-1-2 0 0 0,-2 0 0 0 0,0-1 0 0 0,-2 0 0 0 0,-44 40 0 0 0,43-46 0 0 0,-1 0 0 0 0,-1-2 0 0 0,-1-1 0 0 0,0-1 0 0 0,-1-1 0 0 0,0-1 0 0 0,-1-1 0 0 0,0-1 0 0 0,-1-2 0 0 0,0 0 0 0 0,0-2 0 0 0,-38 4 0 0 0,-77 1-3684 0 0,-72 2-9306 0 0,110-9-699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94 364 0 0,'-40'-94'14127'0'0,"40"94"-14106"0"0,0 1 1 0 0,0-1-1 0 0,0 0 1 0 0,0 0 0 0 0,0 1-1 0 0,0-1 1 0 0,-1 0 0 0 0,1 0-1 0 0,0 1 1 0 0,0-1-1 0 0,0 0 1 0 0,0 0 0 0 0,0 1-1 0 0,0-1 1 0 0,0 0-1 0 0,-1 0 1 0 0,1 1 0 0 0,0-1-1 0 0,0 0 1 0 0,0 0-1 0 0,0 0 1 0 0,-1 1 0 0 0,1-1-1 0 0,0 0 1 0 0,0 0 0 0 0,0 0-1 0 0,-1 0 1 0 0,1 0-1 0 0,0 0 1 0 0,0 1 0 0 0,-1-1-1 0 0,1 0 1 0 0,0 0-1 0 0,0 0 1 0 0,-1 0 0 0 0,1 0-1 0 0,0 0 1 0 0,-1 0-1 0 0,1 0 1 0 0,0 0 0 0 0,0 0-1 0 0,-1 0 1 0 0,1 0 0 0 0,0 0-1 0 0,0 0 1 0 0,-1 0-1 0 0,1-1 1 0 0,0 1 0 0 0,0 0-1 0 0,-1 0 1 0 0,1 0-1 0 0,0 0 1 0 0,0 0 0 0 0,0-1-1 0 0,-1 1 1 0 0,1 0-1 0 0,0 0 1 0 0,0 0 0 0 0,0 0-1 0 0,-1-1 1 0 0,1 1 0 0 0,0-1-1 0 0,53 172 667 0 0,8-4 0 0 0,115 227 0 0 0,-175-393-779 0 0,32 61-1975 0 0,-9-25-6298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42 2204 0 0,'-1'-3'623'0'0,"0"0"1"0"0,0 0-1 0 0,0 0 0 0 0,0 0 1 0 0,0 0-1 0 0,-1 0 0 0 0,1 0 1 0 0,-1 0-1 0 0,-3-3 0 0 0,4 5-522 0 0,1 1 0 0 0,-1-1 0 0 0,0 0 0 0 0,0 0-1 0 0,0 1 1 0 0,0-1 0 0 0,0 0 0 0 0,-1 1 0 0 0,1-1 0 0 0,0 1-1 0 0,0 0 1 0 0,0-1 0 0 0,0 1 0 0 0,0 0 0 0 0,-1 0 0 0 0,1 0 0 0 0,0-1-1 0 0,0 1 1 0 0,0 0 0 0 0,-1 1 0 0 0,1-1 0 0 0,0 0 0 0 0,0 0-1 0 0,0 0 1 0 0,-1 1 0 0 0,1-1 0 0 0,0 1 0 0 0,-2 0 0 0 0,-17 10 392 0 0,-1 2 0 0 0,2 0 0 0 0,0 1 0 0 0,0 0 0 0 0,-18 21 0 0 0,10-11-184 0 0,-479 463 1474 0 0,445-411-3154 0 0,28-22-5483 0 0,26-40 1071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1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1144 0 0,'58'-36'17488'0'0,"-55"34"-16846"0"0,1 0-1 0 0,0 0 1 0 0,0 1 0 0 0,0-1 0 0 0,1 1 0 0 0,-1 0 0 0 0,5 0 0 0 0,53-9-144 0 0,122-33 1 0 0,-137 30-1545 0 0,-31 8-121 0 0,26-6-1952 0 0,-16 7-6645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24 2452 0 0,'-103'85'15710'0'0,"103"-85"-15639"0"0,-1 0-1 0 0,1 0 0 0 0,0 1 1 0 0,-1-1-1 0 0,1 0 0 0 0,0 0 1 0 0,0 0-1 0 0,0 0 0 0 0,-1 1 1 0 0,1-1-1 0 0,0 0 1 0 0,0 0-1 0 0,0 1 0 0 0,-1-1 1 0 0,1 0-1 0 0,0 0 0 0 0,0 1 1 0 0,0-1-1 0 0,0 0 0 0 0,0 1 1 0 0,0-1-1 0 0,-1 0 0 0 0,1 1 1 0 0,0-1-1 0 0,0 0 0 0 0,0 0 1 0 0,0 1-1 0 0,0-1 0 0 0,0 0 1 0 0,0 1-1 0 0,0-1 1 0 0,1 0-1 0 0,-1 1 0 0 0,0-1 1 0 0,0 1-1 0 0,1-1-19 0 0,-1 0 1 0 0,1 1-1 0 0,0-1 1 0 0,-1 0-1 0 0,1 0 1 0 0,0 1-1 0 0,0-1 1 0 0,-1 0-1 0 0,1 0 1 0 0,0 0-1 0 0,0 0 1 0 0,-1 0-1 0 0,1 0 1 0 0,0 0-1 0 0,-1 0 1 0 0,1 0-1 0 0,0-1 1 0 0,1 1-1 0 0,160-45-220 0 0,-52 13-4173 0 0,-17 6-3422 0 0,-39 9 770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311 154 2732 0 0,'-8'-56'12452'0'0,"7"54"-11765"0"0,-2-2 470 0 0,1 1-718 0 0,-2 9-239 0 0,-3 9 510 0 0,1 1 0 0 0,-5 24 0 0 0,-2 3 110 0 0,-43 120 1042 0 0,-89 239 685 0 0,130-359-2379 0 0,-9 19 216 0 0,15-35 362 0 0,8-25-217 0 0,0-4-388 0 0,0-1-127 0 0,0 1 0 0 0,0-1 0 0 0,1 1 0 0 0,-1-1 0 0 0,1 0 0 0 0,0 1 0 0 0,-1-1 0 0 0,1 1 0 0 0,1-1 0 0 0,-1 0 0 0 0,0 1-1 0 0,1-5 1 0 0,12-36 42 0 0,-6 23-49 0 0,23-79-93 0 0,78-166-1 0 0,-77 202 49 0 0,3 2 1 0 0,3 1-1 0 0,69-86 0 0 0,-102 141 36 0 0,50-55-76 0 0,-48 54 45 0 0,-1 1 0 0 0,1 0 1 0 0,0 0-1 0 0,1 1 0 0 0,-1 0 0 0 0,1 0 0 0 0,13-6 0 0 0,-18 10 27 0 0,1-1 0 0 0,0 0 0 0 0,-1 1 0 0 0,1 0-1 0 0,0-1 1 0 0,0 1 0 0 0,-1 0 0 0 0,1 1 0 0 0,0-1 0 0 0,-1 0 0 0 0,1 1-1 0 0,0 0 1 0 0,-1-1 0 0 0,1 1 0 0 0,0 0 0 0 0,-1 0 0 0 0,1 0 0 0 0,-1 1 0 0 0,0-1-1 0 0,1 1 1 0 0,-1-1 0 0 0,0 1 0 0 0,0 0 0 0 0,0 0 0 0 0,0 0 0 0 0,0 0-1 0 0,-1 0 1 0 0,1 0 0 0 0,-1 0 0 0 0,1 1 0 0 0,1 2 0 0 0,3 6 16 0 0,-1 1 1 0 0,1 0 0 0 0,-2 0-1 0 0,0 0 1 0 0,3 14-1 0 0,2 16 443 0 0,-3 1-1 0 0,3 67 0 0 0,-10 90 560 0 0,0-160-882 0 0,-13 182 469 0 0,6-111-1382 0 0,7-77-2934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2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125 112 480 0 0,'-89'-3'16791'0'0,"56"3"-13798"0"0,33 0-2996 0 0,-3 0 472 0 0,19-4-132 0 0,167-44-1645 0 0,-63 7-8131 0 0,-81 25 1523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2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25 107 1536 0 0,'-25'-17'17865'0'0,"49"10"-17343"0"0,-8 4-283 0 0,-9 1-203 0 0,115-32-2261 0 0,-98 26-2142 0 0,29-15 1 0 0,-30 10-2470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3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56 332 0 0,'9'-55'19496'0'0,"-60"188"-15264"0"0,4 5-3601 0 0,-3 9-4172 0 0,24-66-1187 0 0,10-26-2385 0 0,9-25 208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3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59 640 0 0,'1'-2'2764'0'0,"21"-54"19449"0"0,-115 404-16770 0 0,-30-7-5105 0 0,120-333-434 0 0,-22 55-1545 0 0,6-22-4013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20 255 860 0 0,'3'-19'3204'0'0,"1"1"1"0"0,11-29-1 0 0,-10 35-2229 0 0,1-1 0 0 0,0 1 0 0 0,1 0 0 0 0,9-12 0 0 0,-10 15-761 0 0,1 1-1 0 0,0 1 0 0 0,0 0 0 0 0,1 0 0 0 0,-1 0 0 0 0,1 1 0 0 0,1 0 1 0 0,-1 0-1 0 0,1 1 0 0 0,0 0 0 0 0,1 1 0 0 0,-1 0 0 0 0,1 0 1 0 0,16-3-1 0 0,-18 5-175 0 0,0 1 0 0 0,-1 0 0 0 0,1 0 0 0 0,0 1 0 0 0,0 0 0 0 0,0 0 0 0 0,-1 1 0 0 0,1 0 0 0 0,0 0 0 0 0,-1 1 0 0 0,1 0 0 0 0,9 4 0 0 0,-13-4-11 0 0,-1 0 1 0 0,1 0-1 0 0,-1 0 0 0 0,1 0 0 0 0,-1 0 0 0 0,0 1 1 0 0,0-1-1 0 0,0 1 0 0 0,0 0 0 0 0,-1 0 0 0 0,1 0 0 0 0,-1 0 1 0 0,0 1-1 0 0,1-1 0 0 0,-1 1 0 0 0,-1-1 0 0 0,1 1 1 0 0,-1 0-1 0 0,1-1 0 0 0,-1 1 0 0 0,0 0 0 0 0,0 0 1 0 0,-1 0-1 0 0,1 0 0 0 0,-1 8 0 0 0,-1 0 35 0 0,0 0 0 0 0,-1 1 0 0 0,0-1 0 0 0,-1 0 0 0 0,-1 0 0 0 0,1 0 0 0 0,-2-1 0 0 0,-7 15 0 0 0,-54 85 205 0 0,56-95-225 0 0,-1 1 36 0 0,-1 2 196 0 0,0-1 0 0 0,-22 24-1 0 0,32-40-170 0 0,1-1 0 0 0,0 1 0 0 0,-1-1 1 0 0,1 1-1 0 0,0 0 0 0 0,0-1 0 0 0,0 1 0 0 0,0 0 0 0 0,0 0 0 0 0,0 0 0 0 0,1 0 0 0 0,-1-1 0 0 0,1 1 0 0 0,-1 0 0 0 0,1 0 0 0 0,0 0 0 0 0,-1 0 0 0 0,1 0 0 0 0,0 1 0 0 0,1 1 1 0 0,3-2-21 0 0,17-1-66 0 0,1 2-1 0 0,0 1 1 0 0,-1 0 0 0 0,0 2 0 0 0,0 0-1 0 0,0 2 1 0 0,-1 0 0 0 0,0 1-1 0 0,35 23 1 0 0,-46-26 148 0 0,0 0-1 0 0,-1 0 0 0 0,0 1 0 0 0,-1 1 1 0 0,0-1-1 0 0,0 1 0 0 0,0 1 1 0 0,9 16-1 0 0,-14-21 34 0 0,0 0 1 0 0,0 0-1 0 0,0 0 0 0 0,-1 0 0 0 0,0 1 1 0 0,0-1-1 0 0,0 1 0 0 0,-1-1 0 0 0,1 1 1 0 0,-1-1-1 0 0,0 1 0 0 0,-1-1 1 0 0,1 1-1 0 0,-1-1 0 0 0,1 0 0 0 0,-1 1 1 0 0,-1-1-1 0 0,1 0 0 0 0,-1 1 0 0 0,1-1 1 0 0,-1 0-1 0 0,0 0 0 0 0,-4 5 0 0 0,-4 4-65 0 0,0 0-1 0 0,0 0 0 0 0,-2-1 1 0 0,1-1-1 0 0,-2 0 0 0 0,1 0 1 0 0,-2-2-1 0 0,1 1 1 0 0,-1-2-1 0 0,-26 13 0 0 0,15-10 59 0 0,0-1 0 0 0,-1-2 0 0 0,1 0 0 0 0,-2-1 0 0 0,-48 5 0 0 0,65-12-464 0 0,-1 1 1 0 0,1-1-1 0 0,-1-1 0 0 0,1 0 1 0 0,-1 0-1 0 0,1-1 0 0 0,0-1 1 0 0,-14-4-1 0 0,22 6 180 0 0,-1 0 0 0 0,1 0 0 0 0,-1 0 0 0 0,1 0 0 0 0,-1-1 0 0 0,1 1 0 0 0,0-1-1 0 0,-1 1 1 0 0,1-1 0 0 0,0 0 0 0 0,0 0 0 0 0,0 0 0 0 0,1 0 0 0 0,-1 0 0 0 0,0 0 0 0 0,1 0 0 0 0,-1-1 0 0 0,1 1 0 0 0,0-1-1 0 0,0 1 1 0 0,0-1 0 0 0,0 1 0 0 0,0-1 0 0 0,0 0 0 0 0,1 1 0 0 0,-1-1 0 0 0,1 0 0 0 0,0 0 0 0 0,0 1 0 0 0,0-1 0 0 0,0 0 0 0 0,1 0-1 0 0,-1 1 1 0 0,1-1 0 0 0,-1 0 0 0 0,2-3 0 0 0,3-5-1723 0 0,0 1 1 0 0,0-1-1 0 0,1 1 0 0 0,1 0 0 0 0,-1 0 0 0 0,2 1 1 0 0,-1 0-1 0 0,15-13 0 0 0,5-4-6307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49 2316 0 0,'-2'0'3129'0'0,"-6"-1"-1176"0"0,-22 0 9803 0 0,21 1-9201 0 0,6 0-2016 0 0,-7-2 189 0 0,11 0-385 0 0,8-2 12 0 0,92-18-908 0 0,-31 12-3056 0 0,-62 9 2839 0 0,40-5-8542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4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0 1080 0 0,'-133'74'15218'0'0,"133"-74"-15159"0"0,-1 0 0 0 0,1 1 1 0 0,0-1-1 0 0,-1 0 0 0 0,1 0 0 0 0,-1 1 0 0 0,1-1 0 0 0,-1 0 0 0 0,1 0 0 0 0,0 1 0 0 0,-1-1 1 0 0,1 0-1 0 0,0 1 0 0 0,-1-1 0 0 0,1 1 0 0 0,0-1 0 0 0,0 0 0 0 0,-1 1 0 0 0,1-1 1 0 0,0 1-1 0 0,0-1 0 0 0,0 1 0 0 0,-1-1 0 0 0,1 1 0 0 0,0-1 0 0 0,0 1 0 0 0,0 0 0 0 0,10 5 1072 0 0,18-2-331 0 0,27-5-1232 0 0,106-15 0 0 0,-123 8-4319 0 0,64-20 1 0 0,-53 8-2365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1126 155 2120 0 0,'3'-3'1194'0'0,"1"1"0"0"0,-1-1-1 0 0,0 0 1 0 0,0-1 0 0 0,0 1-1 0 0,0 0 1 0 0,0-1 0 0 0,-1 0-1 0 0,1 1 1 0 0,-1-1 0 0 0,0 0-1 0 0,1-5 1 0 0,-2 7-844 0 0,-1 0-1 0 0,0 1 1 0 0,1-1-1 0 0,-1 0 1 0 0,0 0 0 0 0,0 0-1 0 0,0 0 1 0 0,-1 0 0 0 0,1 1-1 0 0,0-1 1 0 0,-1 0-1 0 0,0-2 1 0 0,0 1-260 0 0,0 0 0 0 0,-1 1 0 0 0,1-1 0 0 0,-1 1 0 0 0,0-1-1 0 0,0 1 1 0 0,1 0 0 0 0,-2-1 0 0 0,-1-1 0 0 0,-3-1 22 0 0,0 0-1 0 0,-1 0 1 0 0,1 1-1 0 0,-1 0 1 0 0,1 0-1 0 0,-1 1 1 0 0,-1 0-1 0 0,1 0 1 0 0,-12-1-1 0 0,-3-1-32 0 0,0 2 0 0 0,-29-1 0 0 0,36 4-64 0 0,1 0 0 0 0,-1 1 0 0 0,0 0 0 0 0,1 2 0 0 0,-1 0 0 0 0,1 0 0 0 0,0 2 0 0 0,0 0 1 0 0,0 0-1 0 0,1 2 0 0 0,0 0 0 0 0,0 0 0 0 0,0 1 0 0 0,1 1 0 0 0,0 0 0 0 0,1 1 0 0 0,0 0 0 0 0,1 1 1 0 0,0 0-1 0 0,1 1 0 0 0,0 0 0 0 0,0 1 0 0 0,1 0 0 0 0,1 0 0 0 0,-12 28 0 0 0,2 3 0 0 0,3 2-1 0 0,1-1 1 0 0,-11 72-1 0 0,-7 146 55 0 0,22-167-93 0 0,-54 680 2895 0 0,3-26 1555 0 0,7-210-4184 0 0,-109 882 57 0 0,99-1055-299 0 0,-2 12 0 0 0,64-368 0 0 0,-7 50 0 0 0,0 61 0 0 0,8-104 0 0 0,2 0 0 0 0,0 0 0 0 0,1 0 0 0 0,1 0 0 0 0,0 0 0 0 0,1 0 0 0 0,2-1 0 0 0,6 18 0 0 0,-8-28 0 0 0,0 0 0 0 0,0 0 0 0 0,0 0 0 0 0,1 0 0 0 0,0-1 0 0 0,0 0 0 0 0,1 0 0 0 0,-1-1 0 0 0,1 1 0 0 0,13 8 0 0 0,-8-8 0 0 0,0 0 0 0 0,0 0 0 0 0,0-1 0 0 0,1 0 0 0 0,-1-1 0 0 0,19 3 0 0 0,0-2 0 0 0,0-1 0 0 0,1-2 0 0 0,-1-1 0 0 0,1-1 0 0 0,31-5 0 0 0,61-10-1923 0 0,222-59-1 0 0,109-77-3445 0 0,-183 37-4432 0 0,-260 109 9070 0 0,133-58-9884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79 244 420 0 0,'-12'-13'4416'0'0,"-20"-30"1"0"0,13 16-77 0 0,17 26-4038 0 0,1 0-1 0 0,-1-1 0 0 0,1 1 1 0 0,0-1-1 0 0,-1 1 0 0 0,1-1 1 0 0,0 0-1 0 0,0 1 0 0 0,0-1 1 0 0,0 0-1 0 0,-1-3 1 0 0,6 3-279 0 0,-1-1 0 0 0,1 1 0 0 0,-1 0 1 0 0,1 0-1 0 0,0 0 0 0 0,0 0 0 0 0,0 0 1 0 0,5-1-1 0 0,42-9 31 0 0,-21 5-21 0 0,266-71 26 0 0,-213 57 70 0 0,-81 20-137 0 0,0 2 2 0 0,-1-1 6 0 0,-1 0 0 0 0,1 1 1 0 0,0-1-1 0 0,-1 0 0 0 0,1 0 0 0 0,0 1 0 0 0,-1-1 0 0 0,1 0 0 0 0,-1 1 0 0 0,1-1 0 0 0,-1 1 0 0 0,1-1 0 0 0,-1 1 0 0 0,1-1 0 0 0,-1 1 1 0 0,1-1-1 0 0,-1 1 0 0 0,1-1 0 0 0,-1 1 0 0 0,0 0 0 0 0,1-1 0 0 0,-1 1 0 0 0,0 0 0 0 0,0-1 0 0 0,0 1 0 0 0,1 0 0 0 0,-1-1 0 0 0,0 1 0 0 0,0 0 1 0 0,0-1-1 0 0,0 1 0 0 0,0 0 0 0 0,0-1 0 0 0,0 1 0 0 0,0 0 0 0 0,-1 0 0 0 0,1-1 0 0 0,0 1 0 0 0,0 0 0 0 0,-1-1 0 0 0,1 1 0 0 0,-1 0 1 0 0,1 2 5 0 0,-10 34 39 0 0,-2 1-1 0 0,-1-1 1 0 0,-34 68-1 0 0,9-22 0 0 0,29-64-193 0 0,-53 133-817 0 0,27-50-7983 0 0,28-82 3505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57 2172 0 0,'32'-56'16172'0'0,"-59"77"-14361"0"0,-352 384 1800 0 0,309-314-5835 0 0,47-60-1990 0 0,20-24 1666 0 0,1-2 1057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7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2340 0 0,'38'-29'10531'0'0,"-30"23"-9714"0"0,-1 0 0 0 0,1 0-1 0 0,0 1 1 0 0,10-6 0 0 0,-14 9-752 0 0,0 1 0 0 0,0-1 0 0 0,0 0 0 0 0,1 1 1 0 0,-1 0-1 0 0,1 0 0 0 0,-1 0 0 0 0,0 1 0 0 0,1 0 0 0 0,-1-1 1 0 0,1 1-1 0 0,-1 1 0 0 0,1-1 0 0 0,-1 1 0 0 0,1 0 0 0 0,-1 0 0 0 0,1 0 1 0 0,-1 0-1 0 0,0 1 0 0 0,0 0 0 0 0,0 0 0 0 0,0 0 0 0 0,0 0 0 0 0,0 1 1 0 0,0-1-1 0 0,-1 1 0 0 0,0 0 0 0 0,1 0 0 0 0,-1 1 0 0 0,0-1 0 0 0,0 0 1 0 0,-1 1-1 0 0,1 0 0 0 0,-1 0 0 0 0,0 0 0 0 0,0 0 0 0 0,0 0 1 0 0,0 0-1 0 0,-1 0 0 0 0,1 1 0 0 0,-1-1 0 0 0,0 0 0 0 0,-1 1 0 0 0,1-1 1 0 0,-1 1-1 0 0,0-1 0 0 0,0 1 0 0 0,-1 7 0 0 0,-1-1 181 0 0,-1 0-1 0 0,0 0 1 0 0,-1-1-1 0 0,0 1 0 0 0,-1-1 1 0 0,-10 18-1 0 0,-3-2 703 0 0,-23 25 0 0 0,22-28 181 0 0,-23 37 1 0 0,37-53-903 0 0,0 2 272 0 0,23-11-299 0 0,147-59-3608 0 0,-4-14-9512 0 0,-123 56 4706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 1872 0 0,'1'-9'10631'0'0,"-5"10"-10245"0"0,1 1 0 0 0,-1 1 0 0 0,0-1 0 0 0,1 0 0 0 0,0 1 0 0 0,-1 0 0 0 0,1 0 0 0 0,0 0 0 0 0,1 0 0 0 0,-1 0 0 0 0,0 1 0 0 0,1-1-1 0 0,-3 5 1 0 0,-3 8 765 0 0,-14 29 0 0 0,19-39-982 0 0,-3 9 130 0 0,0-1 0 0 0,1 1 0 0 0,-4 25-1 0 0,8-37-263 0 0,0 0 0 0 0,1 0 0 0 0,-1 0 0 0 0,1 0 0 0 0,0 0 0 0 0,0 0 0 0 0,0 0 0 0 0,1 0 0 0 0,-1 0 0 0 0,1 0 1 0 0,0 0-1 0 0,-1 0 0 0 0,1 0 0 0 0,0-1 0 0 0,1 1 0 0 0,-1 0 0 0 0,1 0 0 0 0,-1-1 0 0 0,1 1 0 0 0,0-1 0 0 0,-1 1 0 0 0,1-1 0 0 0,1 0 0 0 0,-1 0 0 0 0,4 3 0 0 0,-2-3 7 0 0,-1 0 0 0 0,1-1 0 0 0,0 1 0 0 0,0-1 0 0 0,0 0 0 0 0,0 0 0 0 0,0-1 0 0 0,0 1-1 0 0,0-1 1 0 0,0 0 0 0 0,0 0 0 0 0,0 0 0 0 0,8-1 0 0 0,-4-1 5 0 0,1 0-1 0 0,0 0 1 0 0,-1-1-1 0 0,1 0 0 0 0,12-6 1 0 0,-11 3 18 0 0,0-1 0 0 0,0 0-1 0 0,0 0 1 0 0,-1-1 0 0 0,0 0 0 0 0,0-1 0 0 0,10-13 0 0 0,-15 17-1 0 0,0 1 0 0 0,-1-1 0 0 0,0 0 0 0 0,0 0 0 0 0,0 0 0 0 0,-1 0 0 0 0,0 0 0 0 0,0-1 0 0 0,0 1 0 0 0,0-1 0 0 0,-1 0 0 0 0,0 1 0 0 0,0-1 0 0 0,-1 0 0 0 0,0 0 0 0 0,0 1 0 0 0,-1-11 0 0 0,1 13-55 0 0,-1 0-1 0 0,0 1 0 0 0,0-1 0 0 0,0 0 0 0 0,0 0 1 0 0,0 1-1 0 0,-1-1 0 0 0,1 1 0 0 0,-1-1 1 0 0,0 1-1 0 0,0 0 0 0 0,0 0 0 0 0,0 0 0 0 0,0 0 1 0 0,0 0-1 0 0,0 0 0 0 0,-1 0 0 0 0,1 1 1 0 0,-1-1-1 0 0,1 1 0 0 0,-1 0 0 0 0,1 0 1 0 0,-1 0-1 0 0,0 0 0 0 0,-3-1 0 0 0,-34-3-3574 0 0,-1 7-7502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8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93 2288 0 0,'-10'-2'22054'0'0,"64"-5"-20816"0"0,103-29 1 0 0,-64 12-816 0 0,-28 6-579 0 0,-63 17-488 0 0,4-4-1071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34 2164 0 0,'31'-33'18240'0'0,"-31"33"-18170"0"0,0 0 1 0 0,0 0-1 0 0,0-1 0 0 0,8 21 4121 0 0,-5 38-2614 0 0,-4 59-1 0 0,-27 148 3162 0 0,5-129-4738 0 0,22-125 0 0 0,-3 5-6547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9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603 27 756 0 0,'27'-26'24040'0'0,"-28"36"-22834"0"0,-5 3-365 0 0,1-1 1 0 0,-2 0-1 0 0,0 0 0 0 0,-1-1 0 0 0,0 0 0 0 0,-10 11 0 0 0,-3 5 36 0 0,-303 381-877 0 0,194-249 0 0 0,109-132 0 0 0,5-6 0 0 0,-28 27 0 0 0,32-34 4 0 0,12-11-50 0 0,-1-2-471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2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57 2820 0 0,'-26'-30'22168'0'0,"29"27"-21584"0"0,-3 3-569 0 0,0 0 0 0 0,0-1 0 0 0,0 1-1 0 0,0 0 1 0 0,0-1 0 0 0,0 1 0 0 0,0 0 0 0 0,0-1 0 0 0,1 1 0 0 0,-1 0 0 0 0,0-1 0 0 0,0 1 0 0 0,0 0-1 0 0,1 0 1 0 0,-1-1 0 0 0,0 1 0 0 0,0 0 0 0 0,1 0 0 0 0,-1-1 0 0 0,0 1 0 0 0,0 0 0 0 0,1 0 0 0 0,-1 0-1 0 0,0 0 1 0 0,1-1 0 0 0,-1 1 0 0 0,1 0 0 0 0,11-4 184 0 0,0 1 0 0 0,1 0 0 0 0,-1 1 0 0 0,27-2 0 0 0,-35 4-185 0 0,1-1 0 0 0,0 1 1 0 0,0 1-1 0 0,0-1 0 0 0,0 1 0 0 0,-1-1 0 0 0,1 2 0 0 0,0-1 0 0 0,-1 0 0 0 0,1 1 0 0 0,-1 0 0 0 0,1 0 0 0 0,-1 0 0 0 0,0 0 1 0 0,0 1-1 0 0,0 0 0 0 0,5 4 0 0 0,-8-5-10 0 0,1 0 1 0 0,-1 0-1 0 0,0 1 1 0 0,0-1-1 0 0,0 0 1 0 0,0 1-1 0 0,0-1 1 0 0,0 1-1 0 0,-1-1 1 0 0,1 1-1 0 0,-1-1 1 0 0,1 1-1 0 0,-1-1 1 0 0,0 1-1 0 0,0 0 1 0 0,-1-1-1 0 0,1 1 1 0 0,0-1-1 0 0,-1 1 1 0 0,0-1-1 0 0,1 1 0 0 0,-1-1 1 0 0,0 1-1 0 0,0-1 1 0 0,-3 4-1 0 0,-2 6 15 0 0,-1 0 0 0 0,-1 0 0 0 0,-11 14 0 0 0,18-26-18 0 0,-33 38 180 0 0,-2-2-1 0 0,-2-1 1 0 0,-54 39 0 0 0,45-37 356 0 0,38-31-326 0 0,8-5-187 0 0,0-1-1 0 0,0 1 0 0 0,0-1 1 0 0,0 1-1 0 0,0-1 0 0 0,0 1 1 0 0,0 0-1 0 0,0 0 0 0 0,0 0 1 0 0,0-1-1 0 0,0 1 0 0 0,0 0 1 0 0,1 0-1 0 0,-1 0 0 0 0,0 0 1 0 0,1 0-1 0 0,-1 0 0 0 0,1 1 1 0 0,-1-1-1 0 0,1 0 0 0 0,-1 0 0 0 0,1 0 1 0 0,0 0-1 0 0,0 1 0 0 0,-1-1 1 0 0,1 0-1 0 0,0 0 0 0 0,0 2 1 0 0,1-2-14 0 0,0-1 1 0 0,-1 1-1 0 0,1-1 0 0 0,0 1 1 0 0,0-1-1 0 0,0 1 1 0 0,0-1-1 0 0,-1 1 0 0 0,1-1 1 0 0,0 0-1 0 0,0 1 1 0 0,0-1-1 0 0,0 0 0 0 0,0 0 1 0 0,0 0-1 0 0,0 0 1 0 0,0 0-1 0 0,0 0 0 0 0,1 0 1 0 0,19-1 43 0 0,-21 1-44 0 0,37-3-757 0 0,-1-3 0 0 0,0 0 0 0 0,42-14 1 0 0,-21 5-1928 0 0,25-8-3788 0 0,-47 13 922 0 0,6-3-4244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0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102 196 776 0 0,'18'-30'23577'0'0,"-30"43"-21985"0"0,-5 10 274 0 0,0 1 1 0 0,-22 44-1 0 0,33-56-1787 0 0,1 0-1 0 0,0 0 1 0 0,1 1 0 0 0,0 0-1 0 0,1 0 1 0 0,0 0 0 0 0,1 0 0 0 0,0 16-1 0 0,1-27-71 0 0,1 1 0 0 0,0-1 0 0 0,0 1 0 0 0,1-1-1 0 0,-1 0 1 0 0,0 0 0 0 0,1 1 0 0 0,-1-1 0 0 0,1 0 0 0 0,0 1 0 0 0,0-1-1 0 0,0 0 1 0 0,0 0 0 0 0,0 0 0 0 0,0 0 0 0 0,1 0 0 0 0,-1 0-1 0 0,1 0 1 0 0,-1-1 0 0 0,1 1 0 0 0,0 0 0 0 0,-1-1 0 0 0,1 1-1 0 0,0-1 1 0 0,0 0 0 0 0,0 0 0 0 0,0 0 0 0 0,0 0 0 0 0,0 0-1 0 0,1 0 1 0 0,-1 0 0 0 0,0-1 0 0 0,1 1 0 0 0,-1-1 0 0 0,0 1-1 0 0,0-1 1 0 0,1 0 0 0 0,-1 0 0 0 0,1 0 0 0 0,2-1 0 0 0,4 1 16 0 0,0-2 1 0 0,0 1-1 0 0,1-1 0 0 0,-2-1 1 0 0,1 1-1 0 0,0-2 1 0 0,0 1-1 0 0,-1-1 1 0 0,9-5-1 0 0,0-3-23 0 0,-1 0 0 0 0,0-1 0 0 0,-1 0 0 0 0,-1-2 0 0 0,0 1 0 0 0,-1-2 0 0 0,0 0 0 0 0,-2 0 0 0 0,0-1 0 0 0,0-1 0 0 0,-2 0 0 0 0,0 0 0 0 0,-1-1 0 0 0,9-31 0 0 0,-16 45-113 0 0,0 0 0 0 0,0 1 0 0 0,-1-1 0 0 0,1 0 0 0 0,-1 0 0 0 0,0 0 0 0 0,0 0 0 0 0,-1 1 0 0 0,1-1 0 0 0,-1 0 0 0 0,0 0 0 0 0,-1 1 0 0 0,1-1 0 0 0,-1 1 0 0 0,0-1 0 0 0,-2-4 0 0 0,0 4-284 0 0,0-1 1 0 0,0 1-1 0 0,0 0 0 0 0,-1 0 0 0 0,0 1 0 0 0,0-1 1 0 0,0 1-1 0 0,0 0 0 0 0,-1 0 0 0 0,-8-4 0 0 0,-2 1-562 0 0,-1 0 0 0 0,1 1 1 0 0,-1 0-1 0 0,0 2 0 0 0,-1 0 0 0 0,1 1 0 0 0,-34-1 0 0 0,2 2-7645 0 0,28 0 802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53 872 0 0,'-12'-53'16498'0'0,"12"55"-16299"0"0,-1-1 1 0 0,0 0-1 0 0,0 0 1 0 0,1 1-1 0 0,-1-1 1 0 0,1 1 0 0 0,-1-1-1 0 0,1 1 1 0 0,-1-1-1 0 0,1 1 1 0 0,0-1-1 0 0,0 1 1 0 0,0-1 0 0 0,0 1-1 0 0,0 1 1 0 0,0 2 369 0 0,-5 34 1973 0 0,-11 82 1909 0 0,-17 60-2517 0 0,-8 15-2074 0 0,24-106-9342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8 0 0,'1'-2'809'0'0,"42"-58"11921"0"0,-40 55-11650 0 0,-1 0 0 0 0,1 0 0 0 0,-1 0 0 0 0,1-1 0 0 0,-2 1 0 0 0,1-1 0 0 0,-1 0 0 0 0,1 1 0 0 0,0-12 0 0 0,-3 12-913 0 0,-1 1 0 0 0,1 0 1 0 0,0-1-1 0 0,-1 1 0 0 0,0 0 0 0 0,0 0 0 0 0,0 0 1 0 0,-1 0-1 0 0,1 0 0 0 0,-1 1 0 0 0,0-1 0 0 0,0 1 1 0 0,-5-5-1 0 0,7 7-113 0 0,0 0-59 0 0,0 0-1 0 0,1 0 0 0 0,-1 0 0 0 0,1 0 1 0 0,-1-1-1 0 0,1 1 0 0 0,-1 0 0 0 0,1 0 1 0 0,-1 0-1 0 0,1 0 0 0 0,0-1 0 0 0,0 1 1 0 0,-1-2-1 0 0,20 0-52 0 0,-1 1 1 0 0,24-1 0 0 0,-9 2-25 0 0,174-28-264 0 0,-180 22 1732 0 0,7-2 541 0 0,-34 10-1917 0 0,1-1 1 0 0,-1 0 0 0 0,0 0-1 0 0,1 0 1 0 0,-1 0 0 0 0,0 0-1 0 0,1 1 1 0 0,-1-1 0 0 0,0 0-1 0 0,0 0 1 0 0,1 1 0 0 0,-1-1-1 0 0,0 0 1 0 0,1 1 0 0 0,-1-1-1 0 0,0 0 1 0 0,0 0 0 0 0,0 1-1 0 0,0-1 1 0 0,1 0 0 0 0,-1 1-1 0 0,0-1 1 0 0,0 1 0 0 0,0-1-1 0 0,0 0 1 0 0,0 1 0 0 0,0-1-1 0 0,0 0 1 0 0,0 1-1 0 0,0 0 1 0 0,0 11 254 0 0,0-12-251 0 0,-4 35 500 0 0,-2 0-1 0 0,-2-1 1 0 0,-1 0-1 0 0,-15 38 1 0 0,9-28-299 0 0,-62 171-273 0 0,-36 118-643 0 0,108-313-484 0 0,-9 31-2215 0 0,14-48 2876 0 0,-1 0 0 0 0,1 0 0 0 0,0 1 0 0 0,-1-1 0 0 0,1 0 0 0 0,1 0 0 0 0,-1 0 0 0 0,0 0 0 0 0,1 0 0 0 0,0 0 0 0 0,0 0 0 0 0,0 0 0 0 0,1 4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1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72 2856 0 0,'19'-29'7137'0'0,"-13"20"-4571"0"0,-1 1 0 0 0,1 0 0 0 0,9-9 2048 0 0,-23 26-2515 0 0,-323 333 4109 0 0,150-165-4053 0 0,140-137-3269 0 0,17-17-1181 0 0,0 2-1 0 0,1 0 0 0 0,-36 54 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74 1676 0 0,'19'-23'8541'0'0,"7"-7"502"0"0,-23 28-8830 0 0,0-1 1 0 0,1 1 0 0 0,-1 0-1 0 0,1 0 1 0 0,0 0 0 0 0,0 1-1 0 0,-1-1 1 0 0,1 1 0 0 0,0 0-1 0 0,0 0 1 0 0,0 0 0 0 0,1 1-1 0 0,-1-1 1 0 0,0 1-1 0 0,0 0 1 0 0,0 0 0 0 0,7 2-1 0 0,-5-1-181 0 0,1 0 0 0 0,0 0 0 0 0,-1 1 0 0 0,1 0-1 0 0,-1 1 1 0 0,0-1 0 0 0,1 1 0 0 0,-1 1-1 0 0,8 5 1 0 0,-11-7 24 0 0,0 1 0 0 0,0-1-1 0 0,-1 1 1 0 0,0 0 0 0 0,1-1 0 0 0,-1 1-1 0 0,0 0 1 0 0,0 1 0 0 0,-1-1 0 0 0,1 0-1 0 0,-1 0 1 0 0,1 1 0 0 0,-1-1-1 0 0,0 1 1 0 0,0-1 0 0 0,-1 1 0 0 0,1-1-1 0 0,-1 1 1 0 0,0-1 0 0 0,0 8 0 0 0,-1-1 185 0 0,-1 0 0 0 0,0-1 0 0 0,0 1 0 0 0,-1-1 0 0 0,0 0 0 0 0,-1 0 0 0 0,0 0 0 0 0,-1 0 0 0 0,1-1 0 0 0,-2 0 0 0 0,-9 12 0 0 0,-8 9 999 0 0,-46 41 1 0 0,60-61-957 0 0,-15 13 375 0 0,-34 22 0 0 0,30-23-60 0 0,-44 41 0 0 0,72-62-599 0 0,0 0 0 0 0,0 0 0 0 0,0 0 0 0 0,1 0 0 0 0,-1 0 0 0 0,0 0 0 0 0,0 0 0 0 0,1 0 0 0 0,-1 0 0 0 0,0 0 0 0 0,0 0 0 0 0,1 0 0 0 0,-1 0 0 0 0,0 0 0 0 0,0 0 0 0 0,0 0 0 0 0,1 0 0 0 0,-1 0 0 0 0,0 1 0 0 0,0-1 0 0 0,0 0 0 0 0,1 0 0 0 0,-1 0 0 0 0,0 0 0 0 0,0 0 0 0 0,0 1 0 0 0,0-1 0 0 0,1 0 0 0 0,-1 0 0 0 0,0 0 0 0 0,0 1 0 0 0,0-1 0 0 0,0 0 0 0 0,0 0 0 0 0,0 0 0 0 0,0 1 0 0 0,0-1 0 0 0,0 0 0 0 0,0 0 0 0 0,0 1 0 0 0,0-1 0 0 0,0 0 0 0 0,0 0 0 0 0,0 1 0 0 0,0-1 0 0 0,0 0 0 0 0,0 0 0 0 0,0 0 0 0 0,0 1 0 0 0,0-1 0 0 0,0 0 0 0 0,0 0 0 0 0,0 1 0 0 0,0-1 0 0 0,0 0 0 0 0,-1 0 0 0 0,1 0 0 0 0,0 0 0 0 0,0 1 0 0 0,0-1 0 0 0,0 0 0 0 0,0 0 0 0 0,-1 0 0 0 0,1 0 0 0 0,0 1 0 0 0,0-1 0 0 0,0 0 0 0 0,-1 0 0 0 0,19-1 0 0 0,-18 1 0 0 0,33-5-218 0 0,-1-2 0 0 0,0-1 0 0 0,59-24 0 0 0,-33 11-449 0 0,121-37-7068 0 0,-46 16-3890 0 0,-76 24 2161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2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234 207 644 0 0,'2'-26'13881'0'0,"-2"6"-7587"0"0,-10 27-3588 0 0,-16 28-34 0 0,-32 56-1 0 0,50-75-2519 0 0,0 0-1 0 0,1 1 1 0 0,1-1-1 0 0,0 2 0 0 0,1-1 1 0 0,-3 28-1 0 0,6-35-98 0 0,1 0 0 0 0,1-1-1 0 0,0 1 1 0 0,0 0 0 0 0,3 16 0 0 0,-2-23-32 0 0,-1-1 1 0 0,1 1-1 0 0,0 0 1 0 0,0 0-1 0 0,0 0 1 0 0,0-1 0 0 0,1 1-1 0 0,-1-1 1 0 0,1 1-1 0 0,-1-1 1 0 0,1 1-1 0 0,0-1 1 0 0,0 0-1 0 0,0 0 1 0 0,0 0 0 0 0,1 0-1 0 0,-1 0 1 0 0,0 0-1 0 0,1-1 1 0 0,-1 1-1 0 0,1-1 1 0 0,0 0 0 0 0,2 1-1 0 0,7 1 14 0 0,-1 0-1 0 0,1-2 1 0 0,-1 1 0 0 0,1-2-1 0 0,-1 1 1 0 0,1-1 0 0 0,-1-1-1 0 0,1 0 1 0 0,-1-1 0 0 0,1 0-1 0 0,-1-1 1 0 0,0 0 0 0 0,19-9-1 0 0,-10 4 16 0 0,0-2-1 0 0,-1 0 0 0 0,0-1 0 0 0,-1-1 1 0 0,0-1-1 0 0,23-20 0 0 0,-21 14-32 0 0,-2-1 0 0 0,0-1 0 0 0,29-42 0 0 0,-41 55-44 0 0,-1-1 0 0 0,0 0-1 0 0,0-1 1 0 0,-1 1 0 0 0,0-1 0 0 0,-1 0 0 0 0,0 0 0 0 0,-1 0-1 0 0,0-1 1 0 0,0 1 0 0 0,-1 0 0 0 0,-1-1 0 0 0,0-12 0 0 0,-1 17-13 0 0,-1-1 1 0 0,0 1-1 0 0,0 0 1 0 0,0 0-1 0 0,-1 0 1 0 0,1 0-1 0 0,-2 1 1 0 0,1-1-1 0 0,0 1 1 0 0,-1-1 0 0 0,0 1-1 0 0,-1 0 1 0 0,1 1-1 0 0,-1-1 1 0 0,0 1-1 0 0,0 0 1 0 0,0 0-1 0 0,-8-4 1 0 0,-4-2-309 0 0,1 1 0 0 0,-1 1 0 0 0,-1 1-1 0 0,0 1 1 0 0,-20-6 0 0 0,1 4-1361 0 0,-1 1 1 0 0,1 2-1 0 0,-63-1 0 0 0,-43 12-8548 0 0,78-1 1312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3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29 114 860 0 0,'-29'-43'22068'0'0,"29"43"-22051"0"0,0-1 1 0 0,1 1 0 0 0,-1-1 0 0 0,0 1 0 0 0,1-1 0 0 0,-1 1 0 0 0,0 0 0 0 0,1-1 0 0 0,-1 1 0 0 0,0 0 0 0 0,1-1 0 0 0,-1 1 0 0 0,0 0 0 0 0,1-1 0 0 0,-1 1 0 0 0,1 0-1 0 0,-1 0 1 0 0,1-1 0 0 0,-1 1 0 0 0,1 0 0 0 0,-1 0 0 0 0,1 0 0 0 0,-1 0 0 0 0,1 0 0 0 0,-1 0 0 0 0,1 0 0 0 0,-1 0 0 0 0,1 0 0 0 0,-1 0 0 0 0,1 0 0 0 0,0 0-1 0 0,109-15 122 0 0,53-8-4414 0 0,-56 5-5505 0 0,-66 10 2599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32 1364 0 0,'-22'-32'15740'0'0,"37"32"-14562"0"0,-12 1-1071 0 0,0-1 0 0 0,0 1 1 0 0,0-1-1 0 0,-1 1 0 0 0,1 0 1 0 0,0 0-1 0 0,-1 0 0 0 0,1 1 0 0 0,-1-1 1 0 0,1 1-1 0 0,-1-1 0 0 0,4 4 1 0 0,23 25 737 0 0,-27-27-740 0 0,1 2 1 0 0,0-1-1 0 0,-1 0 1 0 0,0 0-1 0 0,0 1 1 0 0,0-1-1 0 0,-1 1 1 0 0,1 0-1 0 0,-1 0 0 0 0,0-1 1 0 0,-1 1-1 0 0,1 0 1 0 0,-1 7-1 0 0,0-4 18 0 0,-1 1-1 0 0,0-1 1 0 0,-1 0-1 0 0,0 0 1 0 0,0 1 0 0 0,-1-1-1 0 0,-4 8 1 0 0,-5 8 148 0 0,-2 0 0 0 0,0-2 0 0 0,-32 39 1 0 0,-64 63 537 0 0,32-36-560 0 0,77-88-245 0 0,1 0 1 0 0,0 1-1 0 0,0-1 1 0 0,-1 0-1 0 0,1 0 1 0 0,0 1-1 0 0,-1-1 1 0 0,1 0-1 0 0,0 1 1 0 0,0-1-1 0 0,0 0 1 0 0,-1 1-1 0 0,1-1 1 0 0,0 0-1 0 0,0 1 1 0 0,0-1-1 0 0,0 0 1 0 0,0 1-1 0 0,0-1 1 0 0,0 1-1 0 0,0-1 1 0 0,0 0-1 0 0,0 1 1 0 0,0-1 0 0 0,0 1-1 0 0,0-1 1 0 0,0 0-1 0 0,0 1 1 0 0,0-1-1 0 0,0 0 1 0 0,0 1-1 0 0,1-1 1 0 0,-1 0-1 0 0,0 1 1 0 0,14 4 72 0 0,21-5-41 0 0,28-9-1706 0 0,-1-3 0 0 0,73-24 0 0 0,30-26-9338 0 0,-114 40 4037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19 584 0 0,'-4'-19'13608'0'0,"4"20"-13422"0"0,-5 0 288 0 0,1 1 0 0 0,0-1 0 0 0,0 1 0 0 0,0 0 0 0 0,0 1 0 0 0,-5 3 0 0 0,-156 143 4984 0 0,123-105-5056 0 0,2 2-1 0 0,2 1 1 0 0,-48 81-1 0 0,85-126-463 0 0,-12 19-327 0 0,-12 32 0 0 0,13-14-2493 0 0,11-34 1840 0 0,1-1 1 0 0,-1 1 0 0 0,1 0-1 0 0,0-1 1 0 0,1 1 0 0 0,0 6 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19 3420 0 0,'21'-19'17537'0'0,"-54"42"-14959"0"0,-58 53 0 0 0,73-59-2378 0 0,2 1 1 0 0,-1 0-1 0 0,2 2 1 0 0,-20 32-1 0 0,32-48-179 0 0,1-1-1 0 0,0 1 0 0 0,0 0 1 0 0,1 0-1 0 0,-1 0 0 0 0,1 0 1 0 0,0 0-1 0 0,0 0 1 0 0,0 0-1 0 0,1 1 0 0 0,-1-1 1 0 0,1 0-1 0 0,0 0 0 0 0,0 1 1 0 0,1-1-1 0 0,-1 0 1 0 0,1 0-1 0 0,0 0 0 0 0,0 1 1 0 0,0-1-1 0 0,0 0 1 0 0,1 0-1 0 0,0 0 0 0 0,0-1 1 0 0,0 1-1 0 0,0 0 0 0 0,1-1 1 0 0,-1 0-1 0 0,1 1 1 0 0,0-1-1 0 0,0 0 0 0 0,0 0 1 0 0,0 0-1 0 0,1-1 0 0 0,-1 1 1 0 0,5 2-1 0 0,12 7 67 0 0,41 17 0 0 0,5 4-24 0 0,-64-32-6 0 0,0-1 0 0 0,-1 1 0 0 0,1 0 0 0 0,0 0 0 0 0,-1 1-1 0 0,1-1 1 0 0,0 0 0 0 0,-1 1 0 0 0,1-1 0 0 0,-1 1 0 0 0,0-1 0 0 0,1 1 0 0 0,-1-1 0 0 0,0 1 0 0 0,0 0 0 0 0,0 0 0 0 0,0 0 0 0 0,-1 0 0 0 0,1-1-1 0 0,0 1 1 0 0,-1 0 0 0 0,1 0 0 0 0,-1 0 0 0 0,0 0 0 0 0,0 0 0 0 0,0 1 0 0 0,0-1 0 0 0,0 0 0 0 0,0 0 0 0 0,0 0 0 0 0,0 0 0 0 0,-1 0 0 0 0,1 0-1 0 0,-1 0 1 0 0,0 0 0 0 0,0-1 0 0 0,1 1 0 0 0,-1 0 0 0 0,0 0 0 0 0,-2 2 0 0 0,-1 1 155 0 0,0 1-1 0 0,0-2 1 0 0,0 1-1 0 0,0 0 1 0 0,-1-1-1 0 0,0 1 1 0 0,0-1-1 0 0,0-1 1 0 0,-1 1-1 0 0,-6 3 1 0 0,-23 5-1826 0 0,26-9 290 0 0,1-2-1 0 0,-1 1 1 0 0,0-1-1 0 0,-16 0 1 0 0,22 0 848 0 0,-1-2 1 0 0,1 1-1 0 0,-1 0 1 0 0,1 0-1 0 0,-1-1 1 0 0,1 0-1 0 0,0 0 0 0 0,-1 0 1 0 0,1 0-1 0 0,0 0 1 0 0,0-1-1 0 0,0 0 0 0 0,0 1 1 0 0,0-1-1 0 0,0 0 1 0 0,0 0-1 0 0,1-1 1 0 0,-1 1-1 0 0,1 0 0 0 0,-1-1 1 0 0,1 0-1 0 0,0 1 1 0 0,0-1-1 0 0,0 0 0 0 0,-2-6 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1 187 244 0 0,'14'-19'7145'0'0,"7"-8"978"0"0,-18 24-7791 0 0,0 0-1 0 0,1 0 1 0 0,-1 1-1 0 0,0-1 0 0 0,1 1 1 0 0,6-4-1 0 0,29-10 350 0 0,1 1 0 0 0,69-16 0 0 0,-12 10-775 0 0,2 4-3358 0 0,-23 4-2902 0 0,-44 8-1217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 1992 0 0,'-1'-18'15587'0'0,"5"24"-13946"0"0,0 7-810 0 0,-1 0-1 0 0,0 1 0 0 0,-1-1 0 0 0,0 1 1 0 0,-1-1-1 0 0,-1 15 0 0 0,0-16-583 0 0,-3 125 972 0 0,-1-3-1304 0 0,5-112-1365 0 0,1 0 0 0 0,0 0-1 0 0,12 43 1 0 0,-12-58-319 0 0,1 0 1 0 0,-1 0-1 0 0,1 0 1 0 0,4 6-1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643 47 2672 0 0,'27'-46'17633'0'0,"-29"47"-17322"0"0,-1 0 0 0 0,1 0-1 0 0,-1 0 1 0 0,1 0 0 0 0,-1 1-1 0 0,1-1 1 0 0,0 1 0 0 0,0-1-1 0 0,-4 4 1 0 0,0 0 197 0 0,-293 201 3996 0 0,104-53-3796 0 0,131-100-2786 0 0,1 0-3332 0 0,48-36 2077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43 1784 0 0,'19'-19'11886'0'0,"11"-4"-2792"0"0,-32 24-8545 0 0,-20 8-90 0 0,2 2 0 0 0,-1 1 0 0 0,2 0-1 0 0,-1 1 1 0 0,2 1 0 0 0,-29 28 0 0 0,44-39-446 0 0,0 0 1 0 0,0 0-1 0 0,1 0 0 0 0,-1 1 1 0 0,1-1-1 0 0,-1 1 0 0 0,1-1 1 0 0,0 1-1 0 0,0 0 0 0 0,1 0 1 0 0,-1 0-1 0 0,1 0 0 0 0,0 0 1 0 0,0 1-1 0 0,0-1 0 0 0,0 7 1 0 0,2-8-6 0 0,-1 1 1 0 0,1 0 0 0 0,-1-1 0 0 0,1 1 0 0 0,1-1 0 0 0,-1 1-1 0 0,0-1 1 0 0,1 1 0 0 0,-1-1 0 0 0,1 0 0 0 0,0 1-1 0 0,0-1 1 0 0,1 0 0 0 0,-1 0 0 0 0,0-1 0 0 0,1 1-1 0 0,0 0 1 0 0,5 3 0 0 0,20 15-20 0 0,48 25 0 0 0,-49-31 826 0 0,0 2 0 0 0,36 29 0 0 0,-61-45-743 0 0,-1 0 1 0 0,0 0-1 0 0,0-1 1 0 0,0 1-1 0 0,0 0 1 0 0,0 0-1 0 0,0 0 1 0 0,0 0-1 0 0,0 1 1 0 0,0-1-1 0 0,-1 0 1 0 0,1 0-1 0 0,0 0 0 0 0,-1 1 1 0 0,1-1-1 0 0,-1 0 1 0 0,1 1-1 0 0,-1-1 1 0 0,0 1-1 0 0,1-1 1 0 0,-1 0-1 0 0,0 1 1 0 0,0-1-1 0 0,0 1 0 0 0,0-1 1 0 0,0 0-1 0 0,0 1 1 0 0,-1-1-1 0 0,1 1 1 0 0,0-1-1 0 0,-1 0 1 0 0,1 1-1 0 0,-1-1 1 0 0,0 0-1 0 0,1 1 1 0 0,-1-1-1 0 0,0 0 0 0 0,0 0 1 0 0,1 0-1 0 0,-1 0 1 0 0,0 0-1 0 0,0 0 1 0 0,0 0-1 0 0,0 0 1 0 0,-1 0-1 0 0,1 0 1 0 0,-2 1-1 0 0,-2 1-78 0 0,-1 1 0 0 0,0-1 0 0 0,0 0 0 0 0,0-1 0 0 0,-1 1-1 0 0,1-1 1 0 0,-1 0 0 0 0,1-1 0 0 0,-8 2 0 0 0,6-3-650 0 0,-1 0 0 0 0,1 0 0 0 0,-1-1 0 0 0,1 1 0 0 0,-1-2 0 0 0,1 0 0 0 0,-12-3 1 0 0,10 2-1808 0 0,1-1 0 0 0,-1 0 0 0 0,1-1 1 0 0,0 0-1 0 0,-14-10 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2152 0 0,'4'-7'1730'0'0,"1"0"0"0"0,1-1 0 0 0,-1 2 0 0 0,1-1 0 0 0,0 1 0 0 0,10-9 0 0 0,-6 8-722 0 0,1-1 0 0 0,0 1-1 0 0,20-9 1 0 0,4 1-1172 0 0,1 3 0 0 0,39-9-1 0 0,-37 11 1135 0 0,49-13-1625 0 0,-32 10-1460 0 0,-1-2-3870 0 0,-21 5-1626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6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2068 0 0,'-51'8'8744'0'0,"-70"17"4344"0"0,119-25-12676 0 0,-8 4 2155 0 0,33-2-2341 0 0,0-1 0 0 0,0-2 0 0 0,40-5-1 0 0,3-1-23 0 0,43-6-309 0 0,-106 13-444 0 0,3-2-32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6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59 1444 0 0,'26'-25'10690'0'0,"0"6"-6222"0"0,-21 17-4200 0 0,1 0 0 0 0,-1 0 0 0 0,0 0 0 0 0,0 0 0 0 0,1 1 1 0 0,-1 0-1 0 0,1 0 0 0 0,-1 0 0 0 0,1 1 0 0 0,-1 0 0 0 0,8 0 0 0 0,-4 1-114 0 0,-1 0 0 0 0,1 0 0 0 0,0 1 0 0 0,-1 0 0 0 0,1 0 0 0 0,-1 1 0 0 0,1 0 0 0 0,13 7 0 0 0,-19-8-8 0 0,1 1-1 0 0,-1-1 1 0 0,0 0 0 0 0,0 1 0 0 0,0 0-1 0 0,0 0 1 0 0,0 0 0 0 0,-1 0 0 0 0,1 0-1 0 0,-1 0 1 0 0,0 1 0 0 0,0-1 0 0 0,0 1-1 0 0,0-1 1 0 0,-1 1 0 0 0,1 0-1 0 0,-1 0 1 0 0,0 0 0 0 0,0 0 0 0 0,-1 0-1 0 0,1 0 1 0 0,-1 8 0 0 0,-1-4 150 0 0,0 1 0 0 0,0 0 0 0 0,-1-1 1 0 0,0 1-1 0 0,-1-1 0 0 0,0 0 0 0 0,0 1 0 0 0,-1-1 1 0 0,0-1-1 0 0,-9 16 0 0 0,-3-2 300 0 0,0 0 1 0 0,-25 25-1 0 0,5-12 445 0 0,-42 30 0 0 0,-4 4 40 0 0,72-60-1081 0 0,-23 21 0 0 0,29-21 0 0 0,13-3 0 0 0,8-3-195 0 0,1 0 0 0 0,-1-2 0 0 0,1 0 1 0 0,-1 0-1 0 0,1-2 0 0 0,22-4 0 0 0,-6 1-337 0 0,148-25-7893 0 0,-63-1-4043 0 0,-88 21 4894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24 1596 0 0,'38'-24'19979'0'0,"-46"37"-18464"0"0,-1-1 0 0 0,0 0 1 0 0,-1 0-1 0 0,0-1 0 0 0,-14 10 0 0 0,-10 13 250 0 0,-417 435-3246 0 0,447-465 267 0 0,0 0 266 0 0,1-1 0 0 0,0 1 0 0 0,0 0 0 0 0,-3 6 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7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60 1608 0 0,'75'-60'23049'0'0,"-90"68"-21096"0"0,-1 2-1313 0 0,1 1 0 0 0,0 0 0 0 0,1 1 0 0 0,0 0 0 0 0,-22 27 0 0 0,31-34-601 0 0,1 1-1 0 0,0-1 1 0 0,0 1-1 0 0,0 0 1 0 0,0 0 0 0 0,1 1-1 0 0,0-1 1 0 0,1 1-1 0 0,-1-1 1 0 0,1 1 0 0 0,1 0-1 0 0,-1 0 1 0 0,1 0-1 0 0,0 0 1 0 0,1 0 0 0 0,-1 0-1 0 0,2 0 1 0 0,0 8 0 0 0,0-10 6 0 0,1 0 1 0 0,-1-1 0 0 0,1 1 0 0 0,0 0 0 0 0,1-1 0 0 0,-1 1 0 0 0,1-1 0 0 0,0 0 0 0 0,0 0-1 0 0,5 5 1 0 0,40 35 259 0 0,-21-22-198 0 0,-11-8 78 0 0,35 33 297 0 0,-46-40-482 0 0,-8 6 0 0 0,-8-4 0 0 0,4-5-421 0 0,0 0-1 0 0,-1-1 1 0 0,0-1-1 0 0,0 1 1 0 0,0-1-1 0 0,0 0 1 0 0,0-1-1 0 0,0 0 1 0 0,-15 0-1 0 0,12-1-617 0 0,1-1 0 0 0,-1-1-1 0 0,1 1 1 0 0,0-2 0 0 0,0 1-1 0 0,0-1 1 0 0,0-1 0 0 0,1 0-1 0 0,-1 0 1 0 0,1-1-1 0 0,0 0 1 0 0,-10-8 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1 209 2908 0 0,'23'-18'3936'0'0,"1"2"0"0"0,36-18 0 0 0,-24 17-1858 0 0,46-15 1 0 0,-4 8-1580 0 0,92-15 0 0 0,-63 22-2566 0 0,-34 10-4913 0 0,-28 2-1440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8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78 1156 0 0,'-2'0'2449'0'0,"-6"-1"-735"0"0,-20-3 7853 0 0,19 3-6416 0 0,-2-2-526 0 0,293-39-1053 0 0,-91 26-7745 0 0,-145 9-928 0 0,-25 3 545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49 1892 0 0,'0'-2'2678'0'0,"-5"-45"12628"0"0,3 80-10957 0 0,-4 27-1145 0 0,-26 110-1 0 0,14-83-4793 0 0,3 2-4217 0 0,14-64 1071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8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723 34 104 0 0,'22'-34'17905'0'0,"-23"37"-17521"0"0,0-1 1 0 0,0 0-1 0 0,-1 0 0 0 0,1 1 1 0 0,-1-1-1 0 0,0 0 0 0 0,1 0 1 0 0,-1 0-1 0 0,-4 2 0 0 0,-1 3 401 0 0,-128 145 4675 0 0,-10-9-3295 0 0,-158 129-1762 0 0,262-236-253 0 0,18-16-482 0 0,-23 20-1955 0 0,21-13-2798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9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33 2272 0 0,'-31'1'25620'0'0,"31"-1"-25514"0"0,2-2 15 0 0,-1 0 0 0 0,1 0 1 0 0,0 0-1 0 0,-1 0 1 0 0,1 0-1 0 0,0 1 1 0 0,0-1-1 0 0,0 1 0 0 0,1-1 1 0 0,3-1-1 0 0,0 0-95 0 0,-1 1-1 0 0,1 0 1 0 0,0 1-1 0 0,-1-1 1 0 0,1 1-1 0 0,0 0 0 0 0,0 1 1 0 0,0-1-1 0 0,0 1 1 0 0,0 0-1 0 0,0 1 1 0 0,0-1-1 0 0,11 4 1 0 0,-15-3-24 0 0,1 0 1 0 0,0 0-1 0 0,0 0 0 0 0,0 0 1 0 0,-1 1-1 0 0,1-1 1 0 0,-1 1-1 0 0,1 0 1 0 0,-1 0-1 0 0,0 0 1 0 0,0 0-1 0 0,0 0 1 0 0,0 0-1 0 0,0 1 1 0 0,0-1-1 0 0,0 1 1 0 0,-1-1-1 0 0,1 1 1 0 0,-1 0-1 0 0,0-1 1 0 0,0 1-1 0 0,0 0 1 0 0,0 0-1 0 0,0 0 1 0 0,-1 0-1 0 0,1 0 1 0 0,-1 0-1 0 0,0 0 1 0 0,0 4-1 0 0,-1 3-13 0 0,0-1 0 0 0,0 1 0 0 0,-1-1-1 0 0,0 0 1 0 0,-1 0 0 0 0,0 0 0 0 0,-1 0 0 0 0,0 0-1 0 0,0-1 1 0 0,-1 1 0 0 0,-6 8 0 0 0,-4 4-1 0 0,0-2 0 0 0,-2 0 0 0 0,-18 18 0 0 0,-17 8 144 0 0,26-22 193 0 0,-29 31-1 0 0,27-27 120 0 0,27-25-390 0 0,4-2-20 0 0,7 1-184 0 0,1 0-1 0 0,-1-1 1 0 0,1 0-1 0 0,-1-1 1 0 0,1 0-1 0 0,-1-1 1 0 0,18-4-1 0 0,-8 1-467 0 0,40-9-3794 0 0,80-29 0 0 0,-11-7-5917 0 0,-77 29 2813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39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19 1528 0 0,'8'-15'11073'0'0,"-8"11"-10221"0"0,-5 6-439 0 0,0-1 1 0 0,0 0 0 0 0,0 1 0 0 0,0 0 0 0 0,0 0 0 0 0,1 1 0 0 0,-1-1 0 0 0,1 1 0 0 0,-1 0 0 0 0,1 0 0 0 0,0 0-1 0 0,0 1 1 0 0,-4 4 0 0 0,-9 11 919 0 0,-21 31-1 0 0,20-26-460 0 0,10-13-602 0 0,1 0 1 0 0,0 0-1 0 0,1 1 0 0 0,0 0 0 0 0,1 0 1 0 0,0 0-1 0 0,1 1 0 0 0,-4 15 0 0 0,8-24-181 0 0,-1 1 0 0 0,0 0 0 0 0,1-1-1 0 0,0 1 1 0 0,0-1 0 0 0,0 1-1 0 0,1 0 1 0 0,0-1 0 0 0,0 1 0 0 0,0-1-1 0 0,3 8 1 0 0,-3-9-41 0 0,1 0 1 0 0,-1-1-1 0 0,1 1 0 0 0,0 0 1 0 0,0-1-1 0 0,0 0 0 0 0,1 1 0 0 0,-1-1 1 0 0,0 0-1 0 0,1 0 0 0 0,0 0 1 0 0,-1 0-1 0 0,1-1 0 0 0,0 1 0 0 0,0-1 1 0 0,0 0-1 0 0,0 0 0 0 0,5 2 1 0 0,3-1 11 0 0,1 0 0 0 0,0-1 0 0 0,0 0 0 0 0,0 0 0 0 0,0-1 1 0 0,-1-1-1 0 0,1 0 0 0 0,0-1 0 0 0,0 0 0 0 0,-1 0 0 0 0,1-2 1 0 0,-1 1-1 0 0,0-1 0 0 0,0-1 0 0 0,18-11 0 0 0,-19 11-34 0 0,0-1 0 0 0,0 0 0 0 0,-1-1 0 0 0,0 0 0 0 0,-1-1 0 0 0,0 0 0 0 0,0 0 0 0 0,0-1 0 0 0,-1 0 0 0 0,0 0 0 0 0,-1 0 0 0 0,0-1 0 0 0,-1 0 0 0 0,0 0 0 0 0,0-1 0 0 0,4-15 0 0 0,-8 22-33 0 0,0 0 0 0 0,0 1 0 0 0,-1-1 0 0 0,1 0 0 0 0,-1 0 0 0 0,0 1 0 0 0,0-1 0 0 0,-1 0 0 0 0,1 0 0 0 0,-1 0 0 0 0,0 1 0 0 0,0-1 0 0 0,0 0 0 0 0,0 1 0 0 0,0-1 0 0 0,-1 1 0 0 0,0-1 0 0 0,-2-2 0 0 0,1 1-55 0 0,-1 1 1 0 0,0 0-1 0 0,0 0 1 0 0,0 1-1 0 0,0-1 0 0 0,-1 1 1 0 0,0 0-1 0 0,1 0 1 0 0,-1 0-1 0 0,0 0 1 0 0,-6-1-1 0 0,-3-1-802 0 0,0 1 0 0 0,0 0 1 0 0,-23-3-1 0 0,-36 2-7417 0 0,56 5 2912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0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83 124 8 0 0,'-1'-3'2825'0'0,"-3"-32"5076"0"0,5 31-7267 0 0,-1 0 0 0 0,0 0 0 0 0,1 0 1 0 0,0-1-1 0 0,3-6 0 0 0,-3 8-503 0 0,0-1 0 0 0,1 1 0 0 0,0 0 0 0 0,0 0 0 0 0,0 1 1 0 0,0-1-1 0 0,0 0 0 0 0,1 1 0 0 0,-1-1 0 0 0,1 1 1 0 0,-1 0-1 0 0,1 0 0 0 0,0 0 0 0 0,0 0 0 0 0,0 0 0 0 0,0 0 1 0 0,0 1-1 0 0,5-2 0 0 0,-3 1-82 0 0,0 1 0 0 0,0 0-1 0 0,0 0 1 0 0,1 0 0 0 0,-1 0 0 0 0,0 1 0 0 0,0 0 0 0 0,0 0-1 0 0,1 1 1 0 0,-1-1 0 0 0,0 1 0 0 0,0 0 0 0 0,0 0 0 0 0,0 1 0 0 0,0-1-1 0 0,9 6 1 0 0,-11-6-41 0 0,0 1-1 0 0,0 0 1 0 0,-1 0-1 0 0,1 0 1 0 0,-1 0 0 0 0,1 0-1 0 0,-1 0 1 0 0,0 1-1 0 0,0-1 1 0 0,0 1-1 0 0,0 0 1 0 0,-1-1-1 0 0,1 1 1 0 0,-1 0 0 0 0,1 0-1 0 0,-1 0 1 0 0,0 0-1 0 0,0 0 1 0 0,-1 0-1 0 0,1 0 1 0 0,0 1-1 0 0,-1-1 1 0 0,0 0 0 0 0,0 0-1 0 0,0 0 1 0 0,0 1-1 0 0,0-1 1 0 0,-2 3-1 0 0,0 3 31 0 0,0 1 0 0 0,-1-1 0 0 0,0-1 0 0 0,-1 1-1 0 0,0 0 1 0 0,-1-1 0 0 0,-10 15 0 0 0,-47 52 276 0 0,23-30-73 0 0,38-44-237 0 0,0-1 1 0 0,1 1-1 0 0,-1 0 1 0 0,1-1-1 0 0,-1 1 1 0 0,1 0 0 0 0,0-1-1 0 0,-1 1 1 0 0,1 0-1 0 0,-1-1 1 0 0,1 1-1 0 0,0 0 1 0 0,0 0-1 0 0,0-1 1 0 0,-1 1-1 0 0,1 0 1 0 0,0 0 0 0 0,0 0-1 0 0,0-1 1 0 0,0 1-1 0 0,0 0 1 0 0,0 0-1 0 0,0 0 1 0 0,1-1-1 0 0,-1 1 1 0 0,0 0-1 0 0,0 0 1 0 0,1-1 0 0 0,-1 1-1 0 0,0 0 1 0 0,1-1-1 0 0,-1 1 1 0 0,1 0-1 0 0,1 2-2 0 0,1-1 0 0 0,0 0 0 0 0,0 0 0 0 0,-1 0-1 0 0,1 0 1 0 0,5 2 0 0 0,4 3 8 0 0,4 3-43 0 0,-2 0 0 0 0,27 25 0 0 0,-36-31 236 0 0,-1 0-1 0 0,1 1 0 0 0,-1-1 0 0 0,-1 1 1 0 0,1 0-1 0 0,0 1 0 0 0,-1-1 0 0 0,0 1 1 0 0,-1-1-1 0 0,1 1 0 0 0,2 10 0 0 0,-5-13 1 0 0,0 0 1 0 0,0 0-1 0 0,0 0 0 0 0,0 0 0 0 0,0 0 0 0 0,-1 0 0 0 0,0 0 0 0 0,1 0 0 0 0,-1 0 0 0 0,0 0 0 0 0,-1 0 1 0 0,1 0-1 0 0,0 0 0 0 0,-1-1 0 0 0,0 1 0 0 0,1-1 0 0 0,-1 1 0 0 0,0-1 0 0 0,0 1 0 0 0,-1-1 1 0 0,1 0-1 0 0,0 0 0 0 0,-1 0 0 0 0,1 0 0 0 0,-1-1 0 0 0,-4 3 0 0 0,-5 2 104 0 0,0 0 1 0 0,-1 0-1 0 0,1-1 0 0 0,-22 5 0 0 0,16-7-402 0 0,1 0 0 0 0,-1-1 1 0 0,-1-1-1 0 0,1-1 0 0 0,-23-2 0 0 0,41 2-103 0 0,-1 0-1 0 0,0 0 1 0 0,0 0-1 0 0,0 0 1 0 0,0 0 0 0 0,0 0-1 0 0,0 0 1 0 0,0-1 0 0 0,0 1-1 0 0,0 0 1 0 0,1 0 0 0 0,-1-1-1 0 0,0 1 1 0 0,0-1 0 0 0,0 1-1 0 0,1-1 1 0 0,-1 1 0 0 0,0-1-1 0 0,0 1 1 0 0,1-1 0 0 0,-1 0-1 0 0,0 1 1 0 0,1-1-1 0 0,-1 0 1 0 0,1 1 0 0 0,-1-1-1 0 0,1 0 1 0 0,-1 0 0 0 0,1 0-1 0 0,0 0 1 0 0,-1 1 0 0 0,1-1-1 0 0,0 0 1 0 0,0 0 0 0 0,0 0-1 0 0,-1-2 1 0 0,2 2-486 0 0,-1-1-1 0 0,1 0 1 0 0,-1 0 0 0 0,1 0 0 0 0,-1 1 0 0 0,1-1-1 0 0,0 0 1 0 0,0 1 0 0 0,0-1 0 0 0,11-10-4106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0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23 92 0 0,'67'-18'13699'0'0,"-42"14"-10476"0"0,-22 4-2447 0 0,-1 0-82 0 0,-1 0-606 0 0,-1 0 0 0 0,1 0 0 0 0,-1 0 0 0 0,1 0-1 0 0,-1 0 1 0 0,1 1 0 0 0,-1-1 0 0 0,1 0 0 0 0,-1 0 0 0 0,1 0-1 0 0,-1 1 1 0 0,1-1 0 0 0,-1 0 0 0 0,1 1 0 0 0,-1-1-1 0 0,1 0 1 0 0,-1 1 0 0 0,0-1 0 0 0,1 1 0 0 0,-1-1-1 0 0,0 0 1 0 0,1 1 0 0 0,-1-1 0 0 0,0 1 0 0 0,0-1 0 0 0,1 1-1 0 0,-1-1 1 0 0,0 1 0 0 0,0-1 0 0 0,0 1 0 0 0,0 0-1 0 0,0 2 200 0 0,0-1-1 0 0,0 0 1 0 0,0 0-1 0 0,0 1 1 0 0,-1-1-1 0 0,1 0 0 0 0,-1 0 1 0 0,-1 4-1 0 0,-2 3 823 0 0,0 1 1 0 0,-12 18-1 0 0,-187 240 3649 0 0,118-162-4832 0 0,-76 125 0 0 0,147-209-1122 0 0,7-12-22 0 0,1 0 1 0 0,-8 18 0 0 0,13-25 17 0 0,0 1 0 0 0,-1 0 0 0 0,2 0 0 0 0,-1 0 0 0 0,0 0 0 0 0,0 7 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77 1824 0 0,'21'-23'8981'0'0,"1"3"-4191"0"0,-16 16-4460 0 0,-1 0-1 0 0,1 0 0 0 0,0 1 1 0 0,0 0-1 0 0,0 0 1 0 0,1 1-1 0 0,-1-1 0 0 0,1 1 1 0 0,0 0-1 0 0,12-1 0 0 0,-12 3-255 0 0,0-1 0 0 0,0 1 0 0 0,0 1 0 0 0,0-1 0 0 0,0 1 0 0 0,0 0 0 0 0,0 1 0 0 0,0 0 0 0 0,-1 0 0 0 0,1 0 0 0 0,-1 1 0 0 0,13 7 0 0 0,-16-9 24 0 0,0 1-1 0 0,-1 0 1 0 0,1 0-1 0 0,0 0 1 0 0,-1 0 0 0 0,0 1-1 0 0,1-1 1 0 0,-1 0-1 0 0,0 1 1 0 0,0 0 0 0 0,-1 0-1 0 0,1-1 1 0 0,0 1-1 0 0,-1 0 1 0 0,0 0 0 0 0,0 0-1 0 0,0 0 1 0 0,0 1-1 0 0,0-1 1 0 0,-1 0 0 0 0,1 0-1 0 0,-1 1 1 0 0,0-1-1 0 0,0 0 1 0 0,0 0 0 0 0,0 1-1 0 0,-1-1 1 0 0,1 0 0 0 0,-3 7-1 0 0,-1 2 288 0 0,-1 1-1 0 0,-1-1 1 0 0,0 0-1 0 0,-1 0 1 0 0,0-1-1 0 0,0 1 1 0 0,-2-2-1 0 0,-13 16 1 0 0,-11 6 737 0 0,-42 33 0 0 0,31-29-362 0 0,-8 10 172 0 0,50-44-855 0 0,32 4 130 0 0,-1-10-857 0 0,1 0-1 0 0,-1-2 0 0 0,33-11 1 0 0,-15 5-821 0 0,53-13-2004 0 0,-14 4-873 0 0,0-2-3423 0 0,-29 7-947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1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34 140 0 0,'-1'-2'3022'0'0,"0"1"-2491"0"0,-1-1 1 0 0,1 1-1 0 0,0-1 0 0 0,-1 1 0 0 0,1-1 0 0 0,-1 1 0 0 0,1 0 1 0 0,-1 0-1 0 0,0-1 0 0 0,0 1 0 0 0,1 1 0 0 0,-1-1 0 0 0,0 0 0 0 0,0 0 1 0 0,0 1-1 0 0,0-1 0 0 0,0 1 0 0 0,0-1 0 0 0,0 1 0 0 0,-4 0 0 0 0,1 0-43 0 0,1 1-1 0 0,-1-1 1 0 0,0 1-1 0 0,1 1 1 0 0,-1-1-1 0 0,1 0 1 0 0,-1 1-1 0 0,-7 4 1 0 0,1 0-82 0 0,1 1 1 0 0,0 0-1 0 0,0 1 0 0 0,0 0 0 0 0,1 0 1 0 0,-13 15-1 0 0,13-10-35 0 0,0-1 1 0 0,1 1-1 0 0,0 0 1 0 0,-12 29-1 0 0,18-37-265 0 0,0 2 0 0 0,0-1 0 0 0,0 0 0 0 0,1 0 0 0 0,0 0 0 0 0,0 1 0 0 0,1-1-1 0 0,0 1 1 0 0,0-1 0 0 0,0 0 0 0 0,1 1 0 0 0,0-1 0 0 0,0 0 0 0 0,3 10 0 0 0,-2-13-38 0 0,0 1 1 0 0,0 0 0 0 0,1-1 0 0 0,-1 1-1 0 0,1-1 1 0 0,0 0 0 0 0,0 0 0 0 0,0 0-1 0 0,0 0 1 0 0,1-1 0 0 0,-1 1 0 0 0,1-1-1 0 0,0 0 1 0 0,0 0 0 0 0,-1 0 0 0 0,1 0-1 0 0,0-1 1 0 0,0 0 0 0 0,1 1 0 0 0,-1-2-1 0 0,8 2 1 0 0,1 0 10 0 0,0-1 0 0 0,0 0 0 0 0,0-1 1 0 0,0-1-1 0 0,-1 0 0 0 0,16-3 0 0 0,-9 0-2 0 0,0-1 1 0 0,-1 0-1 0 0,0-2 1 0 0,0 0 0 0 0,33-19-1 0 0,-45 22-53 0 0,1 0 0 0 0,-1 0 0 0 0,0-1 0 0 0,0 0 0 0 0,0 0 0 0 0,-1-1 0 0 0,1 0 0 0 0,-2 0-1 0 0,1 0 1 0 0,0 0 0 0 0,-1-1 0 0 0,0 1 0 0 0,-1-1 0 0 0,0 0 0 0 0,0 0 0 0 0,0-1 0 0 0,3-12 0 0 0,-6 16-22 0 0,0 1 0 0 0,1 0 0 0 0,-1-1 0 0 0,0 1 0 0 0,0-1 0 0 0,-1 1 0 0 0,1-1 0 0 0,-1 1 0 0 0,0 0 0 0 0,0 0 0 0 0,0-1 0 0 0,0 1 0 0 0,0 0 0 0 0,-1 0 0 0 0,-2-5 0 0 0,1 4 4 0 0,-1-1 1 0 0,0 1-1 0 0,0 0 1 0 0,0 0-1 0 0,0 0 0 0 0,-1 0 1 0 0,1 1-1 0 0,-8-5 0 0 0,-8-1-380 0 0,1 0 0 0 0,-1 1 1 0 0,-38-10-1 0 0,57 18 320 0 0,-22-6-1941 0 0,-44-4 0 0 0,7 5-4186 0 0,26 2-357 0 0,15 1-845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58 1408 0 0,'-9'0'2948'0'0,"0"1"1"0"0,-1-1-1 0 0,1 2 0 0 0,-18 4 1585 0 0,21-6-2342 0 0,-1 0 1 0 0,1 1-1 0 0,0 0 1 0 0,-1 0-1 0 0,-10 4 0 0 0,14-4-1547 0 0,1 0-118 0 0,5-1-375 0 0,61 3-706 0 0,0-3 0 0 0,1-2 0 0 0,99-18 0 0 0,-150 18-553 0 0,-1-1 0 0 0,0 0 0 0 0,14-7 0 0 0,2-6-3947 0 0,-5-7-4822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18 2876 0 0,'32'-18'21484'0'0,"-31"19"-21386"0"0,2 10 2403 0 0,-3 22 268 0 0,-1-23-2035 0 0,-1 21-164 0 0,-2-1 0 0 0,-1 0 0 0 0,-11 39 0 0 0,13-58-545 0 0,-28 109-103 0 0,-67 164 0 0 0,83-252-8267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2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72 2108 0 0,'56'-72'25563'0'0,"-56"81"-24419"0"0,-4 23-579 0 0,-1 13 1128 0 0,-13 51 1 0 0,-24 32-3303 0 0,26-84 387 0 0,2 0 1 0 0,-9 49 0 0 0,22-86-384 0 0,-3 21-1556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1024 68 852 0 0,'46'-68'19148'0'0,"-46"71"-18786"0"0,-1-1 1 0 0,1 0-1 0 0,-1 0 0 0 0,0 1 1 0 0,0-1-1 0 0,0 0 1 0 0,0 0-1 0 0,-2 2 0 0 0,-54 82 755 0 0,-3-2-1 0 0,-110 116 1 0 0,-164 129 3654 0 0,107-111-3386 0 0,14-9-10367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71 2340 0 0,'-2'-4'2729'0'0,"-6"-15"4989"0"0,-6-7 408 0 0,11 16-5908 0 0,4 9-2181 0 0,-1 1-1 0 0,1-1 0 0 0,-1 0 1 0 0,0 0-1 0 0,1 1 0 0 0,-1-1 1 0 0,1 1-1 0 0,0-1 0 0 0,-1 0 0 0 0,1 1 1 0 0,-1-1-1 0 0,1 1 0 0 0,0-1 1 0 0,-1 1-1 0 0,1 0 0 0 0,0-1 1 0 0,0 1-1 0 0,-1 0 0 0 0,1-1 1 0 0,0 1-1 0 0,0 0 0 0 0,1 0 0 0 0,25-1 393 0 0,-16 3-313 0 0,1 1 1 0 0,18 6-1 0 0,-26-8-107 0 0,-1 0-1 0 0,1 1 1 0 0,0 0 0 0 0,-1-1 0 0 0,1 2 0 0 0,-1-1 0 0 0,0 0 0 0 0,0 0 0 0 0,0 1 0 0 0,0 0 0 0 0,0 0 0 0 0,0-1 0 0 0,-1 2-1 0 0,1-1 1 0 0,-1 0 0 0 0,0 0 0 0 0,0 1 0 0 0,0-1 0 0 0,0 1 0 0 0,1 4 0 0 0,-2-4 71 0 0,-1 1 0 0 0,1-1 1 0 0,-1 1-1 0 0,0 0 0 0 0,0-1 0 0 0,0 1 1 0 0,-1-1-1 0 0,1 1 0 0 0,-1-1 1 0 0,0 1-1 0 0,-1-1 0 0 0,1 0 0 0 0,-1 1 1 0 0,0-1-1 0 0,0 0 0 0 0,0 0 0 0 0,-3 4 1 0 0,-4 6 308 0 0,-1 0 1 0 0,-1-1 0 0 0,0 0-1 0 0,-22 18 1 0 0,-55 39 1397 0 0,32-28-800 0 0,55-42-982 0 0,1 0 1 0 0,0 0-1 0 0,0 0 0 0 0,0 0 1 0 0,-1 1-1 0 0,1-1 0 0 0,0 0 0 0 0,0 0 1 0 0,0 0-1 0 0,-1 0 0 0 0,1 0 1 0 0,0 0-1 0 0,0 0 0 0 0,0 0 0 0 0,0 0 1 0 0,-1 1-1 0 0,1-1 0 0 0,0 0 0 0 0,0 0 1 0 0,0 0-1 0 0,0 0 0 0 0,0 1 1 0 0,-1-1-1 0 0,1 0 0 0 0,0 0 0 0 0,0 0 1 0 0,0 0-1 0 0,0 1 0 0 0,0-1 1 0 0,0 0-1 0 0,0 0 0 0 0,0 0 0 0 0,0 1 1 0 0,0-1-1 0 0,0 0 0 0 0,0 0 0 0 0,0 1 1 0 0,0-1-1 0 0,0 0 0 0 0,0 0 1 0 0,0 0-1 0 0,0 1 0 0 0,0-1 0 0 0,0 0 1 0 0,0 0-1 0 0,0 0 0 0 0,0 1 0 0 0,0-1 1 0 0,1 0-1 0 0,12-1-218 0 0,22-8-933 0 0,-12 0 35 0 0,121-50-6870 0 0,-50 12-2139 0 0,-52 21 1733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221 146 2856 0 0,'7'-12'4249'0'0,"-6"10"-3131"0"0,1-1 1 0 0,-1 0-1 0 0,0 1 1 0 0,0-1-1 0 0,0 0 1 0 0,-1 0-1 0 0,1-3 1 0 0,-1 5-895 0 0,-1 1-1 0 0,0-1 1 0 0,0 0 0 0 0,0 1-1 0 0,1-1 1 0 0,-1 1 0 0 0,0-1 0 0 0,0 1-1 0 0,0 0 1 0 0,0-1 0 0 0,0 1-1 0 0,0 0 1 0 0,0 0 0 0 0,0-1 0 0 0,0 1-1 0 0,0 0 1 0 0,0 0 0 0 0,0 0 0 0 0,0 0-1 0 0,0 0 1 0 0,0 1 0 0 0,0-1-1 0 0,0 0 1 0 0,0 0 0 0 0,0 1 0 0 0,0-1-1 0 0,0 0 1 0 0,-1 2 0 0 0,-15 10 415 0 0,0 1 0 0 0,0 1 0 0 0,1 0 0 0 0,1 2 0 0 0,1-1 1 0 0,0 2-1 0 0,1 0 0 0 0,1 1 0 0 0,0 0 0 0 0,2 0 0 0 0,0 1 0 0 0,1 1 1 0 0,1 0-1 0 0,0 0 0 0 0,-4 22 0 0 0,11-39-639 0 0,0 0 0 0 0,1-1 0 0 0,-1 1 0 0 0,1 0 0 0 0,0 0 0 0 0,-1-1 0 0 0,1 1 0 0 0,0 0 0 0 0,1 0 0 0 0,-1 0 0 0 0,0 0 0 0 0,1-1 0 0 0,0 1 0 0 0,-1 0 0 0 0,1-1 0 0 0,0 1 0 0 0,1 0 0 0 0,-1-1 0 0 0,0 1 0 0 0,1-1 0 0 0,-1 0 0 0 0,1 1 0 0 0,0-1 0 0 0,0 0 0 0 0,0 0 0 0 0,0 0 0 0 0,0 0 0 0 0,0 0 0 0 0,0-1 0 0 0,1 1 0 0 0,-1-1 0 0 0,0 1 0 0 0,1-1 0 0 0,0 0 0 0 0,-1 0 0 0 0,1 0 0 0 0,0 0 0 0 0,4 0 0 0 0,7 2 0 0 0,1-1 0 0 0,0 0 0 0 0,1-1 0 0 0,-1 0 0 0 0,0-1 0 0 0,0-1 0 0 0,0-1 0 0 0,0 0 0 0 0,0-1 0 0 0,0 0 0 0 0,0-2 0 0 0,-1 1 0 0 0,22-12 0 0 0,-16 7 0 0 0,0-2 0 0 0,-1 0 0 0 0,0-1 0 0 0,-1-1 0 0 0,0-1 0 0 0,-1 0 0 0 0,-1-2 0 0 0,24-28 0 0 0,-35 38 0 0 0,0 0 0 0 0,-1 0 0 0 0,0-1 0 0 0,0 0 0 0 0,-1 1 0 0 0,0-1 0 0 0,0 0 0 0 0,3-12 0 0 0,-6 15 0 0 0,1 0 0 0 0,-1 0 0 0 0,1 0 0 0 0,-1 0 0 0 0,0 0 0 0 0,-1 0 0 0 0,1 0 0 0 0,-1 0 0 0 0,1 0 0 0 0,-1 0 0 0 0,-1 0 0 0 0,1 0 0 0 0,0 0 0 0 0,-1 1 0 0 0,0-1 0 0 0,0 0 0 0 0,-3-4 0 0 0,-3-2-238 0 0,-1 0 0 0 0,0 1 0 0 0,0 0 0 0 0,-1 1 0 0 0,0 0 0 0 0,-1 0 0 0 0,0 1 0 0 0,0 0 0 0 0,0 1 1 0 0,-20-8-1 0 0,-13-2-1592 0 0,-68-17 1 0 0,88 27-610 0 0,-11-3-2535 0 0,13 1-2088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4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164 144 1348 0 0,'-25'-10'5356'0'0,"-32"-17"0"0"0,-8-3 2966 0 0,64 30-8197 0 0,0-1 0 0 0,0 1 1 0 0,0 0-1 0 0,0-1 0 0 0,0 1 1 0 0,0-1-1 0 0,0 1 0 0 0,0-1 1 0 0,0 1-1 0 0,0-1 0 0 0,0 0 0 0 0,1 0 1 0 0,-1 1-1 0 0,0-1 0 0 0,0 0 1 0 0,0-1-1 0 0,1 1-90 0 0,0 1 0 0 0,0 0 1 0 0,0-1-1 0 0,0 1 0 0 0,0-1 0 0 0,0 1 1 0 0,0 0-1 0 0,0-1 0 0 0,0 1 0 0 0,0-1 1 0 0,1 1-1 0 0,-1 0 0 0 0,0-1 0 0 0,0 1 1 0 0,0 0-1 0 0,1-1 0 0 0,-1 1 0 0 0,0 0 1 0 0,0-1-1 0 0,1 1 0 0 0,-1 0 0 0 0,0-1 1 0 0,0 1-1 0 0,1 0 0 0 0,-1 0 0 0 0,1 0 1 0 0,0-1-1 0 0,3-1 43 0 0,1-1-1 0 0,0 1 1 0 0,0 1 0 0 0,9-3 0 0 0,58-11 145 0 0,0 3 0 0 0,99-3 0 0 0,150 13-170 0 0,-172 3 101 0 0,52 5-34 0 0,-198-7-102 0 0,-1 1-1 0 0,0 0 1 0 0,1 1 0 0 0,-1-1-1 0 0,0 0 1 0 0,1 1-1 0 0,-1-1 1 0 0,0 1-1 0 0,0 0 1 0 0,1 0 0 0 0,-1 0-1 0 0,0 0 1 0 0,0 0-1 0 0,0 0 1 0 0,0 0-1 0 0,0 1 1 0 0,-1-1 0 0 0,1 1-1 0 0,0 0 1 0 0,-1-1-1 0 0,1 1 1 0 0,-1 0-1 0 0,1 0 1 0 0,-1 0 0 0 0,0 0-1 0 0,0 0 1 0 0,0 0-1 0 0,0 0 1 0 0,0 0-1 0 0,0 1 1 0 0,0-1 0 0 0,-1 0-1 0 0,1 4 1 0 0,0 6 231 0 0,0 0 0 0 0,-1 1 0 0 0,0-1 1 0 0,-1 0-1 0 0,-2 13 0 0 0,2-15-130 0 0,-63 338 3205 0 0,31-187-2340 0 0,-17 114-303 0 0,-16 289 1 0 0,71 493-682 0 0,91-4 0 0 0,-55-742 0 0 0,28 342 0 0 0,-67-611 0 0 0,-1 0 0 0 0,-2 0 0 0 0,-2 0 0 0 0,-10 48 0 0 0,9-75 0 0 0,0-1 0 0 0,-1 0 0 0 0,0 0 0 0 0,-1-1 0 0 0,-1 1 0 0 0,-11 17 0 0 0,12-22 0 0 0,-1-1 0 0 0,0 0 0 0 0,0 0 0 0 0,-1 0 0 0 0,0-1 0 0 0,0 0 0 0 0,-1-1 0 0 0,0 0 0 0 0,0 0 0 0 0,-10 4 0 0 0,2-3-21 0 0,-1 0 1 0 0,1-1-1 0 0,-1-1 1 0 0,-1-1-1 0 0,1-1 1 0 0,-1 0-1 0 0,-26 0 1 0 0,-8-3-386 0 0,-71-9 1 0 0,80 3-2390 0 0,-46-12 0 0 0,4-7-8846 0 0,48 12-516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0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45 1784 0 0,'27'-25'18529'0'0,"-27"24"-18513"0"0,-1 0 0 0 0,1 0 0 0 0,0 0 0 0 0,-1 0-1 0 0,0 0 1 0 0,1 0 0 0 0,-1 0 0 0 0,1 0 0 0 0,-1 1 0 0 0,0-1 0 0 0,0 0-1 0 0,1 0 1 0 0,-1 1 0 0 0,0-1 0 0 0,0 1 0 0 0,0-1 0 0 0,0 1 0 0 0,0-1-1 0 0,0 1 1 0 0,0-1 0 0 0,1 1 0 0 0,-2 0 0 0 0,1-1 0 0 0,0 1 0 0 0,0 0-1 0 0,0 0 1 0 0,0 0 0 0 0,0 0 0 0 0,-1 0 0 0 0,-37-2 30 0 0,35 2-40 0 0,-57 0-2 0 0,0 4 0 0 0,0 2 0 0 0,-83 18 0 0 0,139-23-5 0 0,1 1 0 0 0,-1 0 0 0 0,0 0 0 0 0,0 0 0 0 0,1 0 0 0 0,0 1 0 0 0,-1 0 0 0 0,1 0-1 0 0,0 0 1 0 0,0 0 0 0 0,0 1 0 0 0,1-1 0 0 0,-1 1 0 0 0,1 0 0 0 0,0 0 0 0 0,0 0 0 0 0,0 1 0 0 0,1-1 0 0 0,-1 1-1 0 0,1-1 1 0 0,0 1 0 0 0,1 0 0 0 0,-1 0 0 0 0,1 0 0 0 0,-1 8 0 0 0,-2 12 16 0 0,2 0-1 0 0,0 0 1 0 0,2 1 0 0 0,3 25 0 0 0,-1-16 2 0 0,-2 35 351 0 0,-11 96 1 0 0,-23 71 508 0 0,18-136-635 0 0,-59 680 2508 0 0,45-380-1544 0 0,-26 294 624 0 0,12 63-1044 0 0,34 1-380 0 0,6-501-351 0 0,1 122 21 0 0,4-358-68 0 0,0 0-1 0 0,1-1 0 0 0,1 1 1 0 0,1-1-1 0 0,8 24 0 0 0,-10-38-9 0 0,1 0 0 0 0,0 0 0 0 0,0-1 0 0 0,1 1 0 0 0,-1-1-1 0 0,1 0 1 0 0,1 0 0 0 0,0 0 0 0 0,-1-1 0 0 0,2 1 0 0 0,-1-1 0 0 0,0 0-1 0 0,1-1 1 0 0,0 1 0 0 0,0-1 0 0 0,1-1 0 0 0,-1 1 0 0 0,13 4 0 0 0,0-2-132 0 0,1 0 0 0 0,-1-2 0 0 0,1 0 0 0 0,0-1 0 0 0,24 0 0 0 0,102-7-2131 0 0,-86-2-896 0 0,99-23 0 0 0,-112 17-1272 0 0,47-20 0 0 0,-14-2-4795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15 548 0 0,'-48'14'6159'0'0,"-31"12"2983"0"0,77-26-8464 0 0,-6 0 489 0 0,11 0-159 0 0,18-3-456 0 0,217-31-147 0 0,-162 26-4152 0 0,-3-2-5276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1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15 1080 0 0,'-3'-2'2205'0'0,"-34"-9"4989"0"0,35 10-6436 0 0,-12 1 1170 0 0,8 7-1435 0 0,0 1 0 0 0,0-1 0 0 0,1 2 0 0 0,0-1 0 0 0,0 0 1 0 0,1 1-1 0 0,-6 17 0 0 0,-2 1 114 0 0,2-5-255 0 0,-12 22 114 0 0,2 1-1 0 0,2 1 1 0 0,-24 95 0 0 0,42-138-438 0 0,-1 1 0 0 0,1-1 0 0 0,0 1 0 0 0,-1-1 0 0 0,2 1 1 0 0,-1-1-1 0 0,1 7 0 0 0,0-9-17 0 0,-1 0 0 0 0,0 0 0 0 0,1 0 0 0 0,0 1 1 0 0,-1-1-1 0 0,1 0 0 0 0,0 0 0 0 0,-1 0 0 0 0,1 0 0 0 0,0 0 0 0 0,0 0 0 0 0,0 0 1 0 0,0 0-1 0 0,0 0 0 0 0,0 0 0 0 0,0-1 0 0 0,0 1 0 0 0,0 0 0 0 0,0-1 0 0 0,1 1 1 0 0,-1-1-1 0 0,0 1 0 0 0,0-1 0 0 0,1 1 0 0 0,-1-1 0 0 0,0 0 0 0 0,2 0 1 0 0,8 1 22 0 0,-1-1 1 0 0,1 0-1 0 0,0 0 1 0 0,-1-1-1 0 0,1-1 1 0 0,17-4-1 0 0,69-27 326 0 0,1 1 41 0 0,-90 30-375 0 0,1 0 0 0 0,-1 1-1 0 0,1 0 1 0 0,-1 0 0 0 0,1 1 0 0 0,-1 0-1 0 0,1 1 1 0 0,10 1 0 0 0,-14-1 13 0 0,1 1 0 0 0,-1 0 1 0 0,0-1-1 0 0,0 2 0 0 0,-1-1 1 0 0,1 1-1 0 0,0-1 0 0 0,-1 1 1 0 0,1 0-1 0 0,-1 1 0 0 0,0-1 1 0 0,0 1-1 0 0,-1 0 0 0 0,6 6 1 0 0,-3-1 108 0 0,0 0 1 0 0,0 0 0 0 0,-1 1 0 0 0,0 0-1 0 0,0 0 1 0 0,-1 0 0 0 0,-1 1-1 0 0,0-1 1 0 0,0 1 0 0 0,-1 0 0 0 0,0 0-1 0 0,-1 0 1 0 0,0 0 0 0 0,-1 0-1 0 0,0 0 1 0 0,-4 20 0 0 0,3-21-1 0 0,-2-1 1 0 0,1 0-1 0 0,-1 0 1 0 0,0 0-1 0 0,-1 0 0 0 0,0 0 1 0 0,0-1-1 0 0,-1 0 1 0 0,0 0-1 0 0,0 0 0 0 0,-1 0 1 0 0,0-1-1 0 0,-1 0 1 0 0,1 0-1 0 0,-1-1 1 0 0,-1 0-1 0 0,1 0 0 0 0,-1 0 1 0 0,-15 7-1 0 0,17-11-94 0 0,1 1-1 0 0,-1-1 1 0 0,-1-1-1 0 0,1 1 1 0 0,0-1-1 0 0,0-1 1 0 0,0 1-1 0 0,-1-1 1 0 0,1 0-1 0 0,-12-1 1 0 0,-22-7-1177 0 0,5-3-3442 0 0,25 7 1689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2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73 552 0 0,'-14'-2'20948'0'0,"4"0"-20369"0"0,13 1 514 0 0,21-1 724 0 0,-14 2-2243 0 0,211-39 798 0 0,-143 22 1763 0 0,-63 14-1262 0 0,14-3 66 0 0,-28 6-918 0 0,0 0-1 0 0,0 0 0 0 0,0 0 0 0 0,0 0 0 0 0,-1 1 1 0 0,1-1-1 0 0,0 0 0 0 0,0 0 0 0 0,-1 1 0 0 0,1-1 1 0 0,0 0-1 0 0,0 1 0 0 0,-1-1 0 0 0,1 1 0 0 0,-1-1 1 0 0,1 1-1 0 0,0-1 0 0 0,-1 1 0 0 0,1 0 0 0 0,-1-1 1 0 0,1 1-1 0 0,-1-1 0 0 0,1 1 0 0 0,-1 0 0 0 0,0 0 1 0 0,1-1-1 0 0,-1 1 0 0 0,0 0 0 0 0,1 0 0 0 0,-1-1 1 0 0,0 2-1 0 0,2 12 200 0 0,0-1 1 0 0,-1 0-1 0 0,-1 0 0 0 0,0 0 1 0 0,-3 23-1 0 0,-17 70 1516 0 0,12-72-1556 0 0,-20 91-1151 0 0,-28 171-3869 0 0,53-246-430 0 0,7-16-4349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41 1464 0 0,'-5'0'2392'0'0,"-49"-3"6879"0"0,51 3-8219 0 0,0 0-1047 0 0,-20-1 5382 0 0,34 0-5512 0 0,188-13-932 0 0,-69-3-8379 0 0,-101 12 2887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3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3584 0 0,'23'-36'13248'0'0,"-23"36"-13198"0"0,0 0 0 0 0,0 0 0 0 0,1-1 1 0 0,-1 1-1 0 0,0 0 0 0 0,0 0 1 0 0,0 0-1 0 0,0-1 0 0 0,0 1 1 0 0,0 0-1 0 0,0 0 0 0 0,0-1 1 0 0,0 1-1 0 0,1 0 0 0 0,-1 0 1 0 0,0 0-1 0 0,0 0 0 0 0,0-1 1 0 0,0 1-1 0 0,1 0 0 0 0,-1 0 1 0 0,0 0-1 0 0,0 0 0 0 0,0 0 0 0 0,1 0 1 0 0,-1 0-1 0 0,0-1 0 0 0,0 1 1 0 0,0 0-1 0 0,1 0 0 0 0,-1 0 1 0 0,0 0-1 0 0,1 0 6 0 0,-1 0 0 0 0,0 1 0 0 0,1-1 0 0 0,-1 0 0 0 0,0 0 1 0 0,1 0-1 0 0,-1 0 0 0 0,0 1 0 0 0,0-1 0 0 0,1 0 0 0 0,-1 0 0 0 0,0 0 0 0 0,0 1 0 0 0,0-1 0 0 0,1 0 0 0 0,-1 1 1 0 0,0-1-1 0 0,0 0 0 0 0,0 0 0 0 0,0 1 0 0 0,1-1 0 0 0,-1 0 0 0 0,0 1 0 0 0,0-1 0 0 0,0 0 0 0 0,0 1 1 0 0,0-1-1 0 0,0 0 0 0 0,0 1 0 0 0,0-1 0 0 0,0 0 0 0 0,0 1 0 0 0,0-1 0 0 0,0 1 0 0 0,-5 103 2450 0 0,1 43-1602 0 0,5-143-881 0 0,-1 1 1 0 0,0-1-1 0 0,1 1 1 0 0,0-1-1 0 0,0 0 1 0 0,1 1-1 0 0,-1-1 1 0 0,1 0-1 0 0,0 0 0 0 0,0 0 1 0 0,0 0-1 0 0,1 0 1 0 0,-1 0-1 0 0,1-1 1 0 0,0 1-1 0 0,0-1 1 0 0,0 0-1 0 0,0 0 1 0 0,7 5-1 0 0,-6-6-12 0 0,-1 0 0 0 0,0-1-1 0 0,1 1 1 0 0,-1-1 0 0 0,1 0 0 0 0,-1 0 0 0 0,1 0-1 0 0,0 0 1 0 0,-1-1 0 0 0,1 1 0 0 0,0-1 0 0 0,-1 0 0 0 0,1 0-1 0 0,0-1 1 0 0,0 1 0 0 0,-1-1 0 0 0,1 1 0 0 0,-1-1-1 0 0,1 0 1 0 0,-1-1 0 0 0,1 1 0 0 0,-1-1 0 0 0,1 1-1 0 0,3-4 1 0 0,4-2-17 0 0,-1-1 0 0 0,0 0-1 0 0,0 0 1 0 0,0-1-1 0 0,8-12 1 0 0,41-55 560 0 0,-14 17 1924 0 0,-44 57-2189 0 0,0 3-280 0 0,-1-1 0 0 0,1 1 0 0 0,-1-1 0 0 0,1 1 0 0 0,-1 0 0 0 0,1-1-1 0 0,-1 1 1 0 0,1 0 0 0 0,-1-1 0 0 0,1 1 0 0 0,-1 0 0 0 0,0 0 0 0 0,0-1 0 0 0,1 1 0 0 0,-1 0 0 0 0,0 0 0 0 0,0 0 0 0 0,0-1 0 0 0,0 1 0 0 0,0 0 0 0 0,0 0 0 0 0,0 0 0 0 0,0 0 0 0 0,-3 25 100 0 0,1-15-22 0 0,-9 101 187 0 0,-7 130 791 0 0,18-204-2051 0 0,1 1-1 0 0,2-1 1 0 0,2 0 0 0 0,12 48 0 0 0,-4-44-2647 0 0,0-15-4611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78 2940 0 0,'-12'-6'7688'0'0,"-11"-2"-88"0"0,16 4-4937 0 0,7 4-2627 0 0,21-4 48 0 0,0 0 0 0 0,0 2 0 0 0,37 0-1 0 0,-2-1-16 0 0,117-12 48 0 0,75-5 437 0 0,-163 12 819 0 0,-82 8-1334 0 0,0-1 0 0 0,0 1 0 0 0,1-1 1 0 0,-1 1-1 0 0,0 0 0 0 0,0 0 0 0 0,0 0 0 0 0,0 1 1 0 0,0-1-1 0 0,0 1 0 0 0,0 0 0 0 0,0 0 1 0 0,0 0-1 0 0,0 0 0 0 0,0 0 0 0 0,4 3 0 0 0,-5-2 21 0 0,1 1-1 0 0,-1-1 0 0 0,1 1 0 0 0,-1 0 1 0 0,0-1-1 0 0,0 1 0 0 0,0 0 0 0 0,0 0 1 0 0,-1 1-1 0 0,1-1 0 0 0,-1 0 0 0 0,0 1 1 0 0,1 4-1 0 0,18 79 1279 0 0,-4 1 1 0 0,6 114-1 0 0,-14-117-1036 0 0,9 397 245 0 0,-15-275-305 0 0,3 50-155 0 0,14 527 289 0 0,25 0-427 0 0,12 21 238 0 0,-32 1-69 0 0,-23-320 377 0 0,-1-417 1179 0 0,0-59-1672 0 0,0 0 0 0 0,-4-2 0 0 0,-10-5 0 0 0,-487 72-6068 0 0,8 38-5053 0 0,421-96 9709 0 0,-85 20-10350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5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2272 0 0,'-71'26'9891'0'0,"69"-25"-9404"0"0,0 0-328 0 0,0-1 0 0 0,0 1-1 0 0,0 0 1 0 0,0-1-1 0 0,0 1 1 0 0,1 0 0 0 0,-1 0-1 0 0,0 0 1 0 0,0 1-1 0 0,1-1 1 0 0,-1 0 0 0 0,1 1-1 0 0,-1-1 1 0 0,-1 3-1 0 0,2-3 86 0 0,13 7 368 0 0,0-4-491 0 0,1 0-1 0 0,0-1 1 0 0,0 0-1 0 0,23 1 1 0 0,61-2-33 0 0,-47-1-384 0 0,46 0-2212 0 0,-32-2-3738 0 0,-37-1 1124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0:5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141 160 1272 0 0,'-139'80'13503'0'0,"138"-79"-13052"0"0,3 0-353 0 0,1 0 0 0 0,-1-1 0 0 0,1 1 0 0 0,-1-1 0 0 0,1 1 0 0 0,0-1 0 0 0,-1 0 0 0 0,1 0 0 0 0,0 0 0 0 0,-1 0 0 0 0,4-1 0 0 0,34-9 135 0 0,-25 6-114 0 0,263-63 393 0 0,48-11-2838 0 0,-111 23-4047 0 0,-108 25 210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06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72 1072 0 0,'47'-26'7800'0'0,"-45"25"-7170"0"0,25-14 9563 0 0,-26 13-9827 0 0,-3 0-302 0 0,0 0 0 0 0,0 0 0 0 0,1 0 0 0 0,-1 0 0 0 0,-1 1 0 0 0,1-1 0 0 0,0 1 0 0 0,0 0 0 0 0,0-1 0 0 0,-1 1 0 0 0,1 0 1 0 0,-1 0-1 0 0,1 1 0 0 0,-1-1 0 0 0,1 0 0 0 0,-6 0 0 0 0,-39-3 11 0 0,34 4-68 0 0,-1 2-1 0 0,1 0 0 0 0,-26 7 1 0 0,32-6-6 0 0,0-1 0 0 0,0 1 0 0 0,0 0 0 0 0,0 1 1 0 0,1 0-1 0 0,0 0 0 0 0,-1 0 0 0 0,1 1 0 0 0,1 0 1 0 0,-1 0-1 0 0,-7 9 0 0 0,6-5-11 0 0,1 1 0 0 0,-1 0-1 0 0,2 0 1 0 0,-1 0 0 0 0,2 1 0 0 0,-8 19 0 0 0,3 7 273 0 0,2-1 0 0 0,1 2 1 0 0,-1 58-1 0 0,6-87-132 0 0,-10 547 2507 0 0,9-260-1135 0 0,34 821 734 0 0,-13-874-1931 0 0,7 151 917 0 0,-32 276 235 0 0,-3-532-1184 0 0,-6 165 476 0 0,15-300-750 0 0,0 0 0 0 0,0 1 0 0 0,0-1 0 0 0,1 0 0 0 0,-1 0 0 0 0,1 0 0 0 0,0 1 0 0 0,0-1 0 0 0,0 0 0 0 0,0 0 0 0 0,0 0 0 0 0,0 0 0 0 0,1-1 0 0 0,3 6 0 0 0,-3-6 0 0 0,0 0 0 0 0,1 0 0 0 0,-1-1 0 0 0,1 1 0 0 0,-1-1 0 0 0,1 1 0 0 0,0-1 0 0 0,-1 0 0 0 0,1 0 0 0 0,0 0 0 0 0,0-1 0 0 0,0 1 0 0 0,-1 0 0 0 0,1-1 0 0 0,0 0 0 0 0,5 0 0 0 0,24 0-96 0 0,0-1 0 0 0,0-2 0 0 0,44-10 0 0 0,92-33-1009 0 0,30-26-5544 0 0,-73 8-4301 0 0,-63 26-325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07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1992 0 0,'-3'1'1572'0'0,"-27"4"7320"0"0,-37 13 1171 0 0,125-8-8269 0 0,221 5-669 0 0,-95-6-735 0 0,-152-6-74 0 0,-47-5-6407 0 0,7 1 5564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0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49 156 2332 0 0,'4'-17'7695'0'0,"-3"10"-5814"0"0,-4-21 5393 0 0,-2 14-5078 0 0,4 12-2045 0 0,0 0 0 0 0,0 1 0 0 0,1-1 0 0 0,-1 0 0 0 0,0 0 0 0 0,1 0 0 0 0,-1 0 0 0 0,1 0 0 0 0,0 0 0 0 0,0 0 0 0 0,0 0 0 0 0,0 0 0 0 0,0 0-1 0 0,0 0 1 0 0,0 0 0 0 0,0 0 0 0 0,1 0 0 0 0,-1 0 0 0 0,1 0 0 0 0,0 0 0 0 0,-1 1 0 0 0,1-1 0 0 0,0 0 0 0 0,2-2 0 0 0,-1 1-131 0 0,0 0 1 0 0,1 0-1 0 0,0 0 0 0 0,0 0 1 0 0,-1 1-1 0 0,2-1 1 0 0,-1 1-1 0 0,0-1 1 0 0,0 1-1 0 0,1 0 0 0 0,-1 1 1 0 0,1-1-1 0 0,-1 1 1 0 0,1-1-1 0 0,0 1 1 0 0,0 0-1 0 0,0 0 1 0 0,-1 1-1 0 0,1-1 0 0 0,0 1 1 0 0,0 0-1 0 0,7 1 1 0 0,-1-1-8 0 0,0 2 1 0 0,0 0-1 0 0,-1 0 1 0 0,1 0-1 0 0,-1 1 1 0 0,0 1-1 0 0,0 0 1 0 0,0 0-1 0 0,0 0 1 0 0,10 9-1 0 0,-14-10-9 0 0,-1 1 0 0 0,0-1-1 0 0,0 1 1 0 0,0 0-1 0 0,0 1 1 0 0,-1-1 0 0 0,1 1-1 0 0,-1 0 1 0 0,0-1-1 0 0,-1 1 1 0 0,1 1 0 0 0,-1-1-1 0 0,0 0 1 0 0,0 0-1 0 0,-1 1 1 0 0,0-1 0 0 0,0 1-1 0 0,0 0 1 0 0,0 6-1 0 0,-1 2 38 0 0,-1 0-1 0 0,-1 0 0 0 0,0 0 0 0 0,-1 0 0 0 0,0 0 0 0 0,-1-1 1 0 0,-1 1-1 0 0,0-1 0 0 0,-1 0 0 0 0,0 0 0 0 0,-12 16 1 0 0,-9 11 367 0 0,-63 71 1 0 0,39-58 38 0 0,27-29-150 0 0,-26 32 0 0 0,50-55-292 0 0,0-1 0 0 0,0 0 1 0 0,0 0-1 0 0,-1 1 1 0 0,1-1-1 0 0,0 0 1 0 0,0 1-1 0 0,0-1 1 0 0,0 0-1 0 0,0 1 0 0 0,-1-1 1 0 0,1 1-1 0 0,0-1 1 0 0,0 0-1 0 0,0 1 1 0 0,0-1-1 0 0,0 0 1 0 0,0 1-1 0 0,0-1 0 0 0,0 0 1 0 0,0 1-1 0 0,0-1 1 0 0,1 1-1 0 0,-1-1 1 0 0,0 0-1 0 0,0 1 1 0 0,0-1-1 0 0,0 0 0 0 0,0 1 1 0 0,1-1-1 0 0,-1 0 1 0 0,0 0-1 0 0,0 1 1 0 0,1-1-1 0 0,-1 0 1 0 0,0 0-1 0 0,0 1 1 0 0,1-1-1 0 0,-1 0 0 0 0,0 0 1 0 0,1 0-1 0 0,-1 1 1 0 0,0-1-1 0 0,1 0 1 0 0,14 5 50 0 0,-15-5-57 0 0,25 4 46 0 0,0-2 1 0 0,0-1 0 0 0,1 0 0 0 0,42-6-1 0 0,-20 1 9 0 0,82-4-46 0 0,50-3-1726 0 0,-60 8-4824 0 0,-101 5 4084 0 0,5 4-6277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08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 1440 0 0,'-1'-4'16558'0'0,"-3"74"-13218"0"0,4 12-1259 0 0,-15 114 0 0 0,8-137-1877 0 0,6-40-2731 0 0,1 1-3870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09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25 580 0 0,'-34'-6'18607'0'0,"34"6"-18571"0"0,0 0 1 0 0,0 0-1 0 0,-1 0 1 0 0,1 0-1 0 0,0 0 0 0 0,0 0 1 0 0,-1 0-1 0 0,1-1 0 0 0,0 1 1 0 0,0 0-1 0 0,0 0 1 0 0,-1 0-1 0 0,1 0 0 0 0,0 0 1 0 0,0 0-1 0 0,0 0 1 0 0,0 0-1 0 0,-1-1 0 0 0,1 1 1 0 0,0 0-1 0 0,0 0 0 0 0,0 0 1 0 0,0 0-1 0 0,0-1 1 0 0,-1 1-1 0 0,1 0 0 0 0,0 0 1 0 0,0 0-1 0 0,0 0 0 0 0,0-1 1 0 0,0 1-1 0 0,0 0 1 0 0,0 0-1 0 0,0 0 0 0 0,0-1 1 0 0,0 1-1 0 0,0 0 0 0 0,0 0 1 0 0,0-1-1 0 0,0 1 1 0 0,0 0-1 0 0,0 0 0 0 0,0 0 1 0 0,0-1-1 0 0,0 1 0 0 0,0 0 1 0 0,0 0-1 0 0,0 0 1 0 0,0-1-1 0 0,0 1 0 0 0,1 0 1 0 0,-1 0-1 0 0,0 0 0 0 0,0-1 1 0 0,0 1-1 0 0,0 0 1 0 0,0 0-1 0 0,1 0 0 0 0,-1 0 1 0 0,0 0-1 0 0,0-1 0 0 0,1 1-1 0 0,0-1 0 0 0,-1 0-1 0 0,1 0 1 0 0,0 1 0 0 0,0-1-1 0 0,-1 0 1 0 0,1 1-1 0 0,0-1 1 0 0,0 1 0 0 0,0-1-1 0 0,0 1 1 0 0,0-1-1 0 0,0 1 1 0 0,0 0 0 0 0,0 0-1 0 0,0-1 1 0 0,2 1-1 0 0,4 0-27 0 0,1 1 0 0 0,0 0-1 0 0,-1 0 1 0 0,1 1 0 0 0,-1 0-1 0 0,0 0 1 0 0,1 1 0 0 0,-1-1-1 0 0,0 2 1 0 0,0-1 0 0 0,-1 1-1 0 0,1 0 1 0 0,-1 0 0 0 0,0 1 0 0 0,0 0-1 0 0,0 0 1 0 0,-1 0 0 0 0,9 11-1 0 0,-10-10-1 0 0,0-1 0 0 0,0 1 0 0 0,-1 0-1 0 0,0 0 1 0 0,0 0 0 0 0,0 1 0 0 0,-1-1 0 0 0,1 1-1 0 0,-2 0 1 0 0,1-1 0 0 0,-1 1 0 0 0,0 0 0 0 0,0 0 0 0 0,-1 0-1 0 0,0 0 1 0 0,0 0 0 0 0,-1 0 0 0 0,0-1 0 0 0,0 1-1 0 0,0 0 1 0 0,-4 8 0 0 0,-6 14 463 0 0,-2 0-1 0 0,-20 33 1 0 0,33-61-89 0 0,-4 5 1033 0 0,4-8-1405 0 0,0 1 0 0 0,0 0 1 0 0,0-1-1 0 0,1 1 0 0 0,-1 0 1 0 0,1-1-1 0 0,-1 1 0 0 0,1 0 1 0 0,-1 0-1 0 0,1-1 0 0 0,-1 1 1 0 0,1 0-1 0 0,0 0 1 0 0,0 0-1 0 0,0 0 0 0 0,0 0 1 0 0,0 0-1 0 0,0 0 0 0 0,0 0 1 0 0,0 0-1 0 0,0 0 0 0 0,0 1 1 0 0,0-1-1 0 0,0 0 0 0 0,1 1 1 0 0,-1-1-1 0 0,0 1 0 0 0,2-1 1 0 0,3-1-22 0 0,-1 0 1 0 0,0 0 0 0 0,1 1 0 0 0,-1-1-1 0 0,1 1 1 0 0,10 0 0 0 0,-6 2 4 0 0,0 0 1 0 0,0 0-1 0 0,-1 1 1 0 0,1 1-1 0 0,-1 0 1 0 0,0 0-1 0 0,0 1 1 0 0,0 0-1 0 0,0 0 1 0 0,0 1-1 0 0,11 9 1 0 0,-13-10 19 0 0,-1 1-1 0 0,1 0 1 0 0,-1 1 0 0 0,-1-1 0 0 0,1 1 0 0 0,-1 0 0 0 0,0 1-1 0 0,0-1 1 0 0,-1 1 0 0 0,0 0 0 0 0,0 0 0 0 0,0 0 0 0 0,-1 1-1 0 0,0-1 1 0 0,2 9 0 0 0,-5-10 29 0 0,0 0-1 0 0,0 0 1 0 0,0-1-1 0 0,0 1 1 0 0,-1 0-1 0 0,0 0 1 0 0,0-1 0 0 0,-1 1-1 0 0,1 0 1 0 0,-1-1-1 0 0,-1 1 1 0 0,1-1-1 0 0,-1 0 1 0 0,0 0 0 0 0,0 0-1 0 0,0 0 1 0 0,-1 0-1 0 0,1-1 1 0 0,-1 0-1 0 0,-7 6 1 0 0,-1 1 83 0 0,0 0-1 0 0,-1-1 0 0 0,-1 0 1 0 0,0-1-1 0 0,0-1 1 0 0,-16 7-1 0 0,11-7 52 0 0,0-1 0 0 0,0-1 0 0 0,-1 0 0 0 0,1-2 0 0 0,-1 0 0 0 0,0-2 1 0 0,0 0-1 0 0,-32-1 0 0 0,39-2-403 0 0,1 0 0 0 0,-1 0 1 0 0,1-1-1 0 0,0-1 0 0 0,0 0 1 0 0,0-1-1 0 0,0 0 0 0 0,0-1 1 0 0,1 0-1 0 0,0-1 0 0 0,0 0 1 0 0,0-1-1 0 0,1 0 0 0 0,-18-16 1 0 0,25 20-489 0 0,0 0-1 0 0,0-1 1 0 0,1 1 0 0 0,-1-1 0 0 0,1 1 0 0 0,0-1 0 0 0,-3-6 0 0 0,-1-18-8241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54 2656 0 0,'-12'-29'10193'0'0,"11"24"-8958"0"0,0 5-1110 0 0,1-1 0 0 0,0 1 0 0 0,-1 0 1 0 0,1-1-1 0 0,0 1 0 0 0,-1 0 0 0 0,1-1 1 0 0,0 1-1 0 0,0-1 0 0 0,0 1 0 0 0,-1-1 1 0 0,1 1-1 0 0,0-1 0 0 0,0 1 0 0 0,0 0 1 0 0,0-1-1 0 0,0 1 0 0 0,0-1 0 0 0,0 1 1 0 0,0-1-1 0 0,0 1 0 0 0,0-1 0 0 0,0 1 0 0 0,0-1 1 0 0,0 1-1 0 0,0-1 0 0 0,1 1 0 0 0,-1-1 1 0 0,0 1-1 0 0,0 0 0 0 0,0-1 0 0 0,1 1 1 0 0,-1-1-1 0 0,0 1 0 0 0,0 0 0 0 0,1-1 1 0 0,-1 1-1 0 0,0 0 0 0 0,1-1 0 0 0,-1 1 1 0 0,1 0-1 0 0,-1-1 0 0 0,0 1 0 0 0,1 0 1 0 0,-1 0-1 0 0,1 0 0 0 0,-1-1 0 0 0,1 1 1 0 0,0 0-1 0 0,48-1 394 0 0,0 3 0 0 0,85 14 0 0 0,-36-4-375 0 0,-53-7-121 0 0,0 1 0 0 0,58 17 0 0 0,-98-21-12 0 0,0 0 1 0 0,0 0-1 0 0,0 0 0 0 0,0 0 1 0 0,0 1-1 0 0,-1 0 0 0 0,1 0 1 0 0,-1 0-1 0 0,0 0 0 0 0,0 1 1 0 0,0 0-1 0 0,0-1 1 0 0,-1 2-1 0 0,6 7 0 0 0,-5-4 89 0 0,0-1-1 0 0,0 1 1 0 0,-1 1-1 0 0,-1-1 1 0 0,1 0-1 0 0,-1 1 0 0 0,-1-1 1 0 0,2 14-1 0 0,-2 23 740 0 0,-2 1 0 0 0,-1-1 0 0 0,-17 85-1 0 0,10-73-366 0 0,-33 196 634 0 0,-13 98-527 0 0,23 4-335 0 0,29-178-234 0 0,8-1 0 0 0,36 231 0 0 0,123 498 912 0 0,-161-891-912 0 0,52 310 1503 0 0,-50-276-1242 0 0,-2 1 0 0 0,-3 0 0 0 0,-1 0 0 0 0,-14 81 0 0 0,10-107-271 0 0,-1 1 0 0 0,-1-1 0 0 0,0 0 0 0 0,-2-1 0 0 0,-1 0 0 0 0,-1-1 0 0 0,-1 0 0 0 0,-15 22 0 0 0,15-27 0 0 0,-1 0 0 0 0,-1-1 0 0 0,0-1 0 0 0,-1 0 0 0 0,0 0 0 0 0,-1-2 0 0 0,-1 0 0 0 0,0-1 0 0 0,-36 18 0 0 0,9-11-14 0 0,-1-2 0 0 0,0-2 0 0 0,-71 12 0 0 0,-147 10-452 0 0,170-26 117 0 0,-51 7-3424 0 0,-119 14-4080 0 0,85-15-854 0 0,61-7-452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442 119 1740 0 0,'44'-41'21158'0'0,"-62"27"-19836"0"0,14 11-1267 0 0,1 0 0 0 0,-1 0 0 0 0,0 0 0 0 0,1 1 0 0 0,-9-5 0 0 0,-7-2-25 0 0,-1 1 0 0 0,0 1 1 0 0,-37-9-1 0 0,51 15-35 0 0,1 0 1 0 0,-1 1-1 0 0,0-1 0 0 0,0 1 0 0 0,0 0 0 0 0,0 0 1 0 0,1 1-1 0 0,-1 0 0 0 0,0 0 0 0 0,0 0 0 0 0,1 1 0 0 0,-1 0 1 0 0,1 0-1 0 0,-1 0 0 0 0,1 1 0 0 0,0-1 0 0 0,0 1 1 0 0,0 1-1 0 0,-6 4 0 0 0,-4 7 12 0 0,2 0 0 0 0,-1 1 0 0 0,2 1 0 0 0,0 0 0 0 0,2 0 0 0 0,0 1 0 0 0,0 0 0 0 0,2 1 0 0 0,0 0 0 0 0,-7 27 0 0 0,-2 23 21 0 0,-15 114-1 0 0,30-167-26 0 0,-14 132 3 0 0,5 258 0 0 0,44 150-61 0 0,0-20 199 0 0,-17-86-221 0 0,0 609 266 0 0,-26-845-273 0 0,1 299 467 0 0,10-508-377 0 0,-1 23 44 0 0,2 0 0 0 0,0-1-1 0 0,2 0 1 0 0,2 0 0 0 0,14 46 0 0 0,-19-69-74 0 0,1-1 1 0 0,-1 0-1 0 0,1 0 1 0 0,0 0-1 0 0,0 0 1 0 0,0 0-1 0 0,0 0 1 0 0,1-1-1 0 0,-1 1 1 0 0,1-1-1 0 0,0 0 1 0 0,-1 1-1 0 0,1-1 1 0 0,0 0-1 0 0,0-1 0 0 0,0 1 1 0 0,1-1-1 0 0,-1 1 1 0 0,0-1-1 0 0,0 0 1 0 0,1 0-1 0 0,-1 0 1 0 0,1-1-1 0 0,-1 1 1 0 0,1-1-1 0 0,-1 0 1 0 0,1 0-1 0 0,4 0 0 0 0,9-2-482 0 0,-1-1-1 0 0,1 0 0 0 0,-1-1 1 0 0,27-11-1 0 0,-36 13 345 0 0,134-57-4116 0 0,-47 11-1881 0 0,-5-3-3041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55 1628 0 0,'-20'-22'9344'0'0,"4"3"-5185"0"0,16 19-4110 0 0,0-1-1 0 0,0 1 0 0 0,-1 0 1 0 0,1-1-1 0 0,0 1 0 0 0,0 0 0 0 0,0-1 1 0 0,0 1-1 0 0,0 0 0 0 0,0-1 1 0 0,0 1-1 0 0,0 0 0 0 0,0-1 0 0 0,0 1 1 0 0,0-1-1 0 0,0 1 0 0 0,0 0 0 0 0,0-1 1 0 0,0 1-1 0 0,0 0 0 0 0,0-1 1 0 0,0 1-1 0 0,1 0 0 0 0,-1-1 0 0 0,0 1 1 0 0,1-1-30 0 0,0 1 0 0 0,-1-1 1 0 0,1 1-1 0 0,0-1 1 0 0,0 1-1 0 0,0 0 0 0 0,-1-1 1 0 0,1 1-1 0 0,0 0 1 0 0,0 0-1 0 0,0-1 0 0 0,0 1 1 0 0,0 0-1 0 0,0 0 0 0 0,-1 0 1 0 0,3 1-1 0 0,11-1 3 0 0,1 2 0 0 0,0 0 0 0 0,0 0 0 0 0,-1 2 0 0 0,1 0 0 0 0,-1 0 0 0 0,0 1 0 0 0,0 1 0 0 0,-1 1 0 0 0,0 0 0 0 0,0 0 0 0 0,0 1 0 0 0,-1 1 0 0 0,0 0 0 0 0,-1 1 0 0 0,17 18 0 0 0,-24-24-9 0 0,-1 1 1 0 0,0 0 0 0 0,0 0 0 0 0,0 1 0 0 0,-1-1 0 0 0,0 0 0 0 0,0 1 0 0 0,0-1 0 0 0,-1 1 0 0 0,0 0 0 0 0,0 0-1 0 0,0-1 1 0 0,0 1 0 0 0,-1 0 0 0 0,0 0 0 0 0,-1 0 0 0 0,1 0 0 0 0,-1 0 0 0 0,0-1 0 0 0,0 1 0 0 0,-1 0-1 0 0,-3 7 1 0 0,1-2 296 0 0,-1 0 0 0 0,-1 0-1 0 0,0-1 1 0 0,0 0 0 0 0,-1 0-1 0 0,0-1 1 0 0,-1 1-1 0 0,0-2 1 0 0,0 1 0 0 0,-11 8-1 0 0,18-16 86 0 0,0-1-383 0 0,1 0-1 0 0,-1-1 1 0 0,1 1 0 0 0,0 0 0 0 0,-1 0 0 0 0,1 0-1 0 0,-1 0 1 0 0,1-1 0 0 0,0 1 0 0 0,-1 0-1 0 0,1 0 1 0 0,0-1 0 0 0,-1 1 0 0 0,1 0 0 0 0,0-1-1 0 0,0 1 1 0 0,-1 0 0 0 0,1-1 0 0 0,0 1-1 0 0,0 0 1 0 0,-1-1 0 0 0,1 1 0 0 0,0 0-1 0 0,0-1 1 0 0,0 0 0 0 0,1-5 1 0 0,2 1 1 0 0,-1-1-1 0 0,0 0 1 0 0,1 1-1 0 0,0 0 0 0 0,0 0 1 0 0,1 0-1 0 0,-1 0 0 0 0,8-7 1 0 0,47-42 33 0 0,-25 25-39 0 0,11-11 76 0 0,-28 27-59 0 0,-1 0 0 0 0,0-1 0 0 0,-1-1 0 0 0,0 0 0 0 0,-1-1-1 0 0,15-25 1 0 0,-27 40-26 0 0,-1 0-1 0 0,1 0 0 0 0,-1 0 1 0 0,1 0-1 0 0,-1 0 1 0 0,0 0-1 0 0,0 0 0 0 0,1 0 1 0 0,-1 0-1 0 0,0 0 0 0 0,0 0 1 0 0,0 0-1 0 0,0 0 1 0 0,0-1-1 0 0,0-1 0 0 0,-1 3 1 0 0,1 0-1 0 0,0-1 0 0 0,0 1 0 0 0,-1-1 1 0 0,1 1-1 0 0,0-1 0 0 0,-1 1 1 0 0,1 0-1 0 0,0-1 0 0 0,-1 1 1 0 0,1-1-1 0 0,-1 1 0 0 0,1 0 0 0 0,0 0 1 0 0,-1-1-1 0 0,1 1 0 0 0,-1 0 1 0 0,1 0-1 0 0,-1 0 0 0 0,1-1 0 0 0,-1 1 1 0 0,0 0-1 0 0,-2 0-3 0 0,1 0 1 0 0,-1 0-1 0 0,1 0 1 0 0,0 0-1 0 0,-1 0 1 0 0,1 1-1 0 0,-1-1 1 0 0,1 1-1 0 0,0 0 0 0 0,0-1 1 0 0,-5 3-1 0 0,-4 5-2 0 0,0-1 0 0 0,0 2-1 0 0,0-1 1 0 0,1 1-1 0 0,1 1 1 0 0,-1 0 0 0 0,2 0-1 0 0,-1 1 1 0 0,1 0 0 0 0,1 1-1 0 0,0-1 1 0 0,1 2-1 0 0,0-1 1 0 0,1 0 0 0 0,-7 25-1 0 0,10-31 13 0 0,1 0 0 0 0,0 0 0 0 0,0 0 0 0 0,0 0 0 0 0,1 0 0 0 0,0 1 0 0 0,0-1 0 0 0,1 0 0 0 0,-1 0 0 0 0,1 0 0 0 0,1 0 0 0 0,-1 0 0 0 0,1-1 0 0 0,0 1 0 0 0,3 6 0 0 0,-1-5-16 0 0,0 0 1 0 0,1-1-1 0 0,0 1 0 0 0,0-1 0 0 0,1 0 1 0 0,-1 0-1 0 0,1-1 0 0 0,1 0 0 0 0,-1 0 1 0 0,8 5-1 0 0,12 4-734 0 0,1-1 0 0 0,1-1 1 0 0,0-1-1 0 0,55 13 0 0 0,15-3-3163 0 0,-31-10-1667 0 0,-25-6-501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45 2940 0 0,'-42'-24'10377'0'0,"29"16"-8245"0"0,12 7-1679 0 0,1 1-425 0 0,-1 0-1 0 0,1 0 0 0 0,0-1 1 0 0,0 1-1 0 0,-1 0 1 0 0,1 0-1 0 0,0 0 1 0 0,-1 0-1 0 0,1-1 1 0 0,-1 1-1 0 0,1 0 1 0 0,0 0-1 0 0,-1 0 1 0 0,1 0-1 0 0,0 0 0 0 0,-1 0 1 0 0,1 0-1 0 0,0 0 1 0 0,-1 0-1 0 0,1 0 1 0 0,-1 0-1 0 0,1 0 1 0 0,0 0-1 0 0,-1 0 1 0 0,1 0-1 0 0,0 0 0 0 0,-1 1 1 0 0,1-1-1 0 0,0 0 1 0 0,-1 0-1 0 0,1 0 1 0 0,0 1-1 0 0,-1-1 1 0 0,1 0-1 0 0,0 0 1 0 0,0 1-1 0 0,-1-1 0 0 0,1 0 1 0 0,0 0-1 0 0,0 1 1 0 0,-1-1-1 0 0,1 0 1 0 0,0 1-1 0 0,0-1 1 0 0,0 0-1 0 0,0 1 1 0 0,0-1-1 0 0,-1 0 0 0 0,1 1 1 0 0,5 15 42 0 0,1-1-1 0 0,0 0 1 0 0,1 0-1 0 0,1 0 1 0 0,10 14 0 0 0,-14-24-35 0 0,-1 0 0 0 0,1 0 0 0 0,0-1 1 0 0,1 0-1 0 0,-1 0 0 0 0,1 0 0 0 0,0 0 1 0 0,0-1-1 0 0,0 0 0 0 0,1 0 0 0 0,-1 0 1 0 0,1 0-1 0 0,-1-1 0 0 0,1 0 0 0 0,0 0 1 0 0,0-1-1 0 0,9 2 0 0 0,-7-2 85 0 0,0-1-1 0 0,-1 0 1 0 0,1 0-1 0 0,-1 0 1 0 0,1-1-1 0 0,-1 0 1 0 0,1-1-1 0 0,-1 1 1 0 0,0-2-1 0 0,0 1 1 0 0,0-1-1 0 0,0 0 1 0 0,0 0-1 0 0,0-1 1 0 0,-1 0-1 0 0,1 0 1 0 0,-1 0-1 0 0,0-1 1 0 0,-1 0-1 0 0,1 0 1 0 0,-1-1 0 0 0,0 1-1 0 0,0-1 1 0 0,-1 0-1 0 0,7-12 1 0 0,37-71 2192 0 0,-47 87-2237 0 0,1 13 17 0 0,-2 6 49 0 0,-1 0-1 0 0,-1 0 0 0 0,0 0 1 0 0,-8 27-1 0 0,1-3 209 0 0,4-13-147 0 0,-34 162 500 0 0,28-148-404 0 0,-1 0 0 0 0,-26 55 0 0 0,34-87-229 0 0,-1-1 0 0 0,0 1 0 0 0,0-1 0 0 0,-1-1 0 0 0,0 1 0 0 0,-1-1 1 0 0,0 0-1 0 0,0-1 0 0 0,0 0 0 0 0,-1 0 0 0 0,0 0 0 0 0,-1-1 0 0 0,1 0 0 0 0,-1-1 0 0 0,-1 0 0 0 0,1 0 0 0 0,-1-1 0 0 0,1 0 0 0 0,-1-1 0 0 0,0 0 0 0 0,0 0 0 0 0,-1-1 0 0 0,1-1 0 0 0,0 0 1 0 0,-12 0-1 0 0,-113-12-93 0 0,82 0-2359 0 0,52 11 2213 0 0,1 0 0 0 0,-1 0 0 0 0,1 0 0 0 0,-1 0 0 0 0,1-1 0 0 0,-1 1 0 0 0,1 0 0 0 0,-1 0 0 0 0,1 0 0 0 0,0 0-1 0 0,-1-1 1 0 0,1 1 0 0 0,-1 0 0 0 0,1 0 0 0 0,-5-7-2891 0 0,5 5 2891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 2596 0 0,'-3'0'2193'0'0,"-32"8"6209"0"0,32-8-7520 0 0,-11 4 2217 0 0,9-1-2075 0 0,16-3-713 0 0,19-3-144 0 0,30-5 8 0 0,-1 3-1 0 0,70 4 0 0 0,-95 1-164 0 0,-33 0-2 0 0,0 0 0 0 0,0 0 0 0 0,1 0 0 0 0,-1 0 0 0 0,0 0 0 0 0,1 0 0 0 0,-1 0 1 0 0,0 0-1 0 0,0 1 0 0 0,1-1 0 0 0,-1 0 0 0 0,0 1 0 0 0,0-1 0 0 0,0 1 0 0 0,0 0 0 0 0,1-1 0 0 0,-1 1 0 0 0,0 0 0 0 0,0 0 0 0 0,0-1 0 0 0,-1 1 0 0 0,1 0 0 0 0,0 0 0 0 0,0 0 0 0 0,0 0 1 0 0,-1 0-1 0 0,1 0 0 0 0,0 0 0 0 0,-1 1 0 0 0,1-1 0 0 0,-1 0 0 0 0,1 0 0 0 0,-1 0 0 0 0,0 1 0 0 0,1-1 0 0 0,-1 0 0 0 0,0 1 0 0 0,0-1 0 0 0,0 0 0 0 0,0 0 0 0 0,0 1 0 0 0,0-1 0 0 0,0 0 0 0 0,-1 0 1 0 0,1 1-1 0 0,-1 1 0 0 0,-1 5 76 0 0,0 0-1 0 0,-1-1 1 0 0,0 1 0 0 0,-1-1 0 0 0,-6 12 0 0 0,-18 21 503 0 0,-2-2 0 0 0,-2 0 0 0 0,-68 62 0 0 0,4-5 270 0 0,66-64-670 0 0,18-20-126 0 0,0 0 0 0 0,1 1 0 0 0,0 1 0 0 0,1 0 0 0 0,1 0-1 0 0,0 1 1 0 0,-11 21 0 0 0,20-34-50 0 0,0 0-1 0 0,-1 0 1 0 0,1-1 0 0 0,0 1-1 0 0,0 0 1 0 0,0-1-1 0 0,-1 1 1 0 0,1 0-1 0 0,0 0 1 0 0,0 0 0 0 0,0-1-1 0 0,0 1 1 0 0,0 0-1 0 0,0 0 1 0 0,1-1-1 0 0,-1 1 1 0 0,0 0 0 0 0,0 0-1 0 0,0-1 1 0 0,1 1-1 0 0,-1 0 1 0 0,0-1 0 0 0,1 1-1 0 0,-1 0 1 0 0,1-1-1 0 0,-1 1 1 0 0,1-1-1 0 0,-1 1 1 0 0,2 1 0 0 0,0-1 11 0 0,0 0-1 0 0,-1 0 1 0 0,1-1 0 0 0,0 1 0 0 0,1 0 0 0 0,-1-1 0 0 0,0 1 0 0 0,0-1 0 0 0,0 0 0 0 0,4 1 0 0 0,6-1 49 0 0,1-1 1 0 0,21-3 0 0 0,-33 3-72 0 0,69-13-25 0 0,133-45-1 0 0,60-49-2698 0 0,-88 20-1484 0 0,-64 20-3044 0 0,-48 25-851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4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795 1 1604 0 0,'-17'4'12082'0'0,"17"-4"-12050"0"0,13 5 747 0 0,32 6-447 0 0,-28-7-93 0 0,11 3-144 0 0,0 1 1 0 0,0 2-1 0 0,-1 1 1 0 0,0 0-1 0 0,33 22 1 0 0,-47-25 37 0 0,-1 1 1 0 0,0 0 0 0 0,0 1-1 0 0,-1 0 1 0 0,0 1 0 0 0,-1 0-1 0 0,0 1 1 0 0,-1 0 0 0 0,0 0-1 0 0,-1 1 1 0 0,-1 1 0 0 0,7 14-1 0 0,0 7 299 0 0,-3 2-1 0 0,0-1 0 0 0,-3 1 1 0 0,-1 0-1 0 0,-2 1 0 0 0,-1 0 1 0 0,-2 48-1 0 0,-32 268 1458 0 0,16-235-1616 0 0,-18 188 600 0 0,11 357 0 0 0,70 307 2193 0 0,-5-122-1352 0 0,-38-672-1557 0 0,7 809 1659 0 0,-33-740-1147 0 0,14-209-547 0 0,-1 0-1 0 0,-2-1 1 0 0,-2 0-1 0 0,-23 55 1 0 0,29-79-122 0 0,-2 0 0 0 0,1 0 0 0 0,-1 0 0 0 0,-1-1 0 0 0,-12 14 0 0 0,15-20 0 0 0,0 0 0 0 0,0-1 0 0 0,0 0 0 0 0,-1 0 0 0 0,0 0 0 0 0,0-1 0 0 0,0 0 0 0 0,0 0 0 0 0,0 0 0 0 0,0-1 0 0 0,-1 0 0 0 0,-11 3 0 0 0,-18-1 0 0 0,1-2 0 0 0,-1 0 0 0 0,-48-6 0 0 0,24 1 0 0 0,-337-31-277 0 0,240 16-119 0 0,105 14-992 0 0,-50-7-2863 0 0,38-3-3202 0 0,48 9 1034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6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1 716 0 0,'-24'7'5598'0'0,"-42"11"5299"0"0,97-11-10038 0 0,129-2-31 0 0,11 0-1537 0 0,-59 6-4498 0 0,-106-11 4474 0 0,16 4-922 0 0,-11 5-3438 0 0,-5-1 1996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6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 1308 0 0,'-50'21'3862'0'0,"1"3"0"0"0,-63 41 0 0 0,110-64-3732 0 0,0 0 0 0 0,0 0 0 0 0,1 0 1 0 0,-1 0-1 0 0,1 1 0 0 0,-1-1 0 0 0,1 0 1 0 0,0 1-1 0 0,0 0 0 0 0,-1-1 0 0 0,1 1 0 0 0,0-1 1 0 0,0 1-1 0 0,1 0 0 0 0,-1 0 0 0 0,0 0 0 0 0,0-1 1 0 0,1 1-1 0 0,-1 0 0 0 0,1 3 0 0 0,0-3-72 0 0,0-1 0 0 0,1 0-1 0 0,-1 0 1 0 0,0 1-1 0 0,1-1 1 0 0,0 0-1 0 0,-1 0 1 0 0,1 0 0 0 0,0 1-1 0 0,0-1 1 0 0,-1 0-1 0 0,1 0 1 0 0,0 0 0 0 0,0-1-1 0 0,0 1 1 0 0,0 0-1 0 0,0 0 1 0 0,0 0 0 0 0,1-1-1 0 0,-1 1 1 0 0,0 0-1 0 0,0-1 1 0 0,0 1-1 0 0,1-1 1 0 0,-1 0 0 0 0,0 1-1 0 0,1-1 1 0 0,-1 0-1 0 0,0 0 1 0 0,3 0 0 0 0,17 3 145 0 0,1-1 1 0 0,0-1 0 0 0,0-1 0 0 0,29-4 0 0 0,88-19-109 0 0,-126 21-113 0 0,37-8-1054 0 0,-1-3 0 0 0,52-19 0 0 0,-70 19-1322 0 0,0-1-1 0 0,31-20 1 0 0,-16 4-3313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38 92 0 0,'-47'-36'11800'0'0,"45"34"-11028"0"0,-2 5 199 0 0,4-3-942 0 0,-1 0-1 0 0,1 0 0 0 0,0 0 0 0 0,0 0 1 0 0,-1 0-1 0 0,1 0 0 0 0,0 0 1 0 0,0 0-1 0 0,-1 0 0 0 0,1 0 0 0 0,0 0 1 0 0,0 0-1 0 0,0 0 0 0 0,-1 0 1 0 0,1 0-1 0 0,0 0 0 0 0,0 0 0 0 0,0 1 1 0 0,0-1-1 0 0,-1 0 0 0 0,1 0 1 0 0,0 0-1 0 0,0 0 0 0 0,0 1 0 0 0,0-1 1 0 0,-1 0-1 0 0,1 0 0 0 0,0 0 1 0 0,0 1-1 0 0,0-1 0 0 0,0 0 0 0 0,0 0 1 0 0,0 0-1 0 0,0 1 0 0 0,0-1 1 0 0,0 0-1 0 0,0 0 0 0 0,0 1 0 0 0,0-1 1 0 0,2 11 445 0 0,0-1 0 0 0,1 0-1 0 0,0 1 1 0 0,1-1 0 0 0,0 0 0 0 0,9 15 0 0 0,41 60 622 0 0,-37-61-812 0 0,35 54 202 0 0,-3 1 1 0 0,58 128 0 0 0,-95-179-412 0 0,-2 0 0 0 0,0 1 0 0 0,-2 0 1 0 0,-2 1-1 0 0,0 0 0 0 0,-2 0 0 0 0,-1 0 0 0 0,-2 1 0 0 0,0-1 1 0 0,-3 0-1 0 0,-8 54 0 0 0,1-47 83 0 0,-1-1 0 0 0,-2-1 0 0 0,-2 1 0 0 0,-1-2 0 0 0,-2 0 1 0 0,-1-1-1 0 0,-2-1 0 0 0,-1-1 0 0 0,-43 50 0 0 0,-20 9-1388 0 0,-154 128 1 0 0,134-128-2849 0 0,78-68-1574 0 0,5-5-3162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7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38 404 0 0,'-20'-37'16749'0'0,"19"36"-16533"0"0,25 20 63 0 0,-16-3-249 0 0,0-1 1 0 0,0 1-1 0 0,-2 1 0 0 0,0-1 0 0 0,-1 1 0 0 0,0 0 0 0 0,-2 0 1 0 0,0 1-1 0 0,-1-1 0 0 0,0 1 0 0 0,-2-1 0 0 0,0 1 0 0 0,-1-1 0 0 0,-3 20 1 0 0,-2-5 237 0 0,-2 0 1 0 0,0 0 0 0 0,-2-1 0 0 0,-2 0 0 0 0,-1-1 0 0 0,-27 48-1 0 0,30-60 230 0 0,-14 20 1615 0 0,23-36-1805 0 0,0-2-296 0 0,1-1 0 0 0,0 1 0 0 0,-1 0 0 0 0,1 0 0 0 0,0 0 0 0 0,-1 0 0 0 0,1-1 1 0 0,0 1-1 0 0,0 0 0 0 0,-1 0 0 0 0,1-1 0 0 0,0 1 0 0 0,0 0 0 0 0,-1 0 0 0 0,1-1 0 0 0,0 1 0 0 0,0 0 0 0 0,0-1 0 0 0,-1 1 0 0 0,1 0 0 0 0,0-1 0 0 0,0 1 0 0 0,0 0 0 0 0,0-1 0 0 0,0 1 0 0 0,0-1 0 0 0,0 1 0 0 0,0 0 0 0 0,0-1 0 0 0,0 1 0 0 0,0 0 0 0 0,0-1 0 0 0,0 1 0 0 0,0 0 0 0 0,0-1 0 0 0,0 1 0 0 0,0 0 0 0 0,0-1 0 0 0,1 1 0 0 0,-1 0 0 0 0,0-1 0 0 0,0 0 0 0 0,7-17 104 0 0,-7 18-109 0 0,9-17 22 0 0,0 0 0 0 0,2 1 0 0 0,-1 1 0 0 0,16-17 0 0 0,55-56 40 0 0,-78 85-62 0 0,181-166-67 0 0,-58 58 12 0 0,-99 88 72 0 0,-19 17-28 0 0,0 0 0 0 0,-1-1 0 0 0,13-15 0 0 0,-19 21-13 0 0,-3 2-19 0 0,-8 5 51 0 0,1 0 1 0 0,0 0-1 0 0,0 1 1 0 0,1 1-1 0 0,0-1 1 0 0,-8 10-1 0 0,-41 56 26 0 0,48-62-43 0 0,2 1-1 0 0,0-1 1 0 0,0 1-1 0 0,1 1 1 0 0,0-1-1 0 0,1 1 1 0 0,-4 18-1 0 0,8-26 6 0 0,0 0 0 0 0,0-1 0 0 0,1 1 0 0 0,0 0 0 0 0,-1-1 0 0 0,2 1 0 0 0,-1 0 0 0 0,1-1 0 0 0,-1 1 0 0 0,1-1 0 0 0,1 1 0 0 0,-1-1 0 0 0,0 1 0 0 0,1-1 0 0 0,0 0 0 0 0,0 1 0 0 0,1-1 0 0 0,-1 0 0 0 0,1 0 0 0 0,0-1 0 0 0,0 1 0 0 0,0-1 0 0 0,0 1 0 0 0,7 5 0 0 0,0-3-36 0 0,0 0 1 0 0,0 0-1 0 0,0-1 0 0 0,0 0 1 0 0,1 0-1 0 0,0-1 1 0 0,0-1-1 0 0,0 0 0 0 0,0-1 1 0 0,14 2-1 0 0,6-1-1147 0 0,-1-2-1 0 0,52-3 1 0 0,-56-1-932 0 0,33-7 0 0 0,-2-5-3533 0 0,-6-2-1995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7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18 388 0 0,'-14'-6'9976'0'0,"2"2"-7173"0"0,0-2 1786 0 0,8 4-3600 0 0,6 2-374 0 0,12 3-171 0 0,26 5-333 0 0,43-7 126 0 0,-22-1-3359 0 0,-17 1-4904 0 0,-23 1 1426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 2308 0 0,'-81'44'12091'0'0,"79"-42"-11663"0"0,2-2-394 0 0,0 0 0 0 0,0 0 0 0 0,0 0 0 0 0,0 0 0 0 0,-1 0 0 0 0,1 0 0 0 0,0 0 0 0 0,0 0 0 0 0,0 0 0 0 0,0 1 0 0 0,0-1 0 0 0,-1 0 0 0 0,1 0 0 0 0,0 0 0 0 0,0 0 0 0 0,0 0 0 0 0,0 1 0 0 0,0-1 0 0 0,0 0 0 0 0,0 0 0 0 0,0 0 0 0 0,0 0 0 0 0,0 1 0 0 0,0-1 0 0 0,-1 0 0 0 0,1 0 0 0 0,0 0 0 0 0,0 0 0 0 0,0 1 0 0 0,0-1 0 0 0,0 0 0 0 0,1 0 0 0 0,-1 0 0 0 0,0 0 0 0 0,0 1 0 0 0,0-1 0 0 0,0 0 0 0 0,0 0 0 0 0,0 0 0 0 0,0 0 0 0 0,0 1 0 0 0,0-1 0 0 0,0 0 0 0 0,0 0 0 0 0,0 0 0 0 0,1 0 0 0 0,-1 1 1 0 0,36-1 171 0 0,-1-2 1 0 0,1-1 0 0 0,41-8-1 0 0,14-2-1781 0 0,66-6-6043 0 0,-99 12 1929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8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50 1628 0 0,'-26'-2'21955'0'0,"41"0"-22407"0"0,134-5 1692 0 0,78-7-713 0 0,-224 13-487 0 0,-1 1-49 0 0,25-3-357 0 0,-24 3-103 0 0,8-3-2912 0 0,18-15-8819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8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41 105 580 0 0,'18'-27'12848'0'0,"3"-18"382"0"0,-7 26-10677 0 0,-1 15-2526 0 0,-1 1-1 0 0,1 1 0 0 0,0 0 1 0 0,0 0-1 0 0,0 2 0 0 0,0-1 1 0 0,0 2-1 0 0,0 0 1 0 0,0 0-1 0 0,-1 1 0 0 0,1 1 1 0 0,0 0-1 0 0,-1 0 0 0 0,0 1 1 0 0,1 1-1 0 0,-2 0 0 0 0,1 1 1 0 0,18 12-1 0 0,-26-15-38 0 0,-1 0-1 0 0,1 0 1 0 0,-1 0-1 0 0,0 1 1 0 0,0-1-1 0 0,0 1 1 0 0,0 0-1 0 0,-1-1 1 0 0,1 1-1 0 0,-1 0 1 0 0,0 1-1 0 0,0-1 1 0 0,-1 0-1 0 0,1 1 1 0 0,0 5-1 0 0,-1-3 3 0 0,0 0 0 0 0,-1 0 0 0 0,0-1-1 0 0,0 1 1 0 0,-1 0 0 0 0,0 0-1 0 0,0 0 1 0 0,-1-1 0 0 0,-3 10 0 0 0,-3 4 8 0 0,-1 0 1 0 0,-1-1 0 0 0,-1 0 0 0 0,0 0 0 0 0,-21 24 0 0 0,-9 4-23 0 0,-2-3 0 0 0,-61 51 0 0 0,-10 9 1947 0 0,112-102-1561 0 0,18 4 112 0 0,-6-4-394 0 0,0-1-1 0 0,1 0 1 0 0,-1 0-1 0 0,0-1 1 0 0,12-2-1 0 0,13 1 22 0 0,854 48-2 0 0,-724-40-642 0 0,-149-9-2984 0 0,-74-17-15412 0 0,35 17 11585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9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38 108 0 0,'8'-37'16054'0'0,"-10"53"-15606"0"0,0 0-1 0 0,1 1 0 0 0,1-1 1 0 0,0 1-1 0 0,4 21 0 0 0,-3-29-342 0 0,1 5 4 0 0,0 0 0 0 0,0 0 0 0 0,2-1 1 0 0,-1 1-1 0 0,2 0 0 0 0,5 12 0 0 0,-7-21-62 0 0,-1 0 0 0 0,1-1 1 0 0,-1 1-1 0 0,2 0 0 0 0,-1-1 0 0 0,0 0 1 0 0,1 0-1 0 0,-1 0 0 0 0,1 0 0 0 0,0-1 1 0 0,1 1-1 0 0,-1-1 0 0 0,1 0 0 0 0,-1 0 1 0 0,1-1-1 0 0,0 1 0 0 0,0-1 0 0 0,7 2 1 0 0,-8-3-16 0 0,-1 0 1 0 0,0-1 0 0 0,1 0 0 0 0,-1 0-1 0 0,1 0 1 0 0,-1 0 0 0 0,1 0 0 0 0,-1-1-1 0 0,1 1 1 0 0,-1-1 0 0 0,1 0 0 0 0,-1 0 0 0 0,0 0-1 0 0,1 0 1 0 0,-1-1 0 0 0,0 0 0 0 0,0 1-1 0 0,0-1 1 0 0,0 0 0 0 0,-1 0 0 0 0,1-1-1 0 0,0 1 1 0 0,2-4 0 0 0,5-6 113 0 0,-1 1 0 0 0,0-2 0 0 0,-1 1 0 0 0,7-16 1 0 0,-2 5 454 0 0,-10 19-527 0 0,7-12 191 0 0,-6 17-197 0 0,-2 10-51 0 0,-3 7-11 0 0,0 0 1 0 0,0 0 0 0 0,-6 20-1 0 0,0 3 48 0 0,-105 550 94 0 0,103-555 100 0 0,-1 0 0 0 0,-2-1-1 0 0,-1 0 1 0 0,-2-1 0 0 0,-2 0-1 0 0,-24 37 1 0 0,39-68-148 0 0,-1 1-1 0 0,1-1 1 0 0,-1 1 0 0 0,0-1 0 0 0,0 0-1 0 0,-1 0 1 0 0,1-1 0 0 0,0 1-1 0 0,-1-1 1 0 0,0 1 0 0 0,1-1 0 0 0,-1 0-1 0 0,0 0 1 0 0,0-1 0 0 0,0 1-1 0 0,0-1 1 0 0,0 0 0 0 0,-1 0 0 0 0,1 0-1 0 0,0-1 1 0 0,-1 1 0 0 0,-4-1-1 0 0,3-1-36 0 0,1 0-1 0 0,-1 0 0 0 0,0-1 0 0 0,0 1 1 0 0,0-1-1 0 0,1-1 0 0 0,-1 1 0 0 0,1-1 0 0 0,0 0 1 0 0,0 0-1 0 0,0 0 0 0 0,0-1 0 0 0,0 0 1 0 0,1 0-1 0 0,-7-6 0 0 0,7 5-45 0 0,-1-1-1 0 0,0 0 1 0 0,1 0 0 0 0,0 0 0 0 0,1 0-1 0 0,-1-1 1 0 0,1 1 0 0 0,1-1 0 0 0,-1 0-1 0 0,1 0 1 0 0,0 0 0 0 0,1 0 0 0 0,-1 0-1 0 0,1 0 1 0 0,1-1 0 0 0,0 1 0 0 0,0 0-1 0 0,0 0 1 0 0,1-1 0 0 0,0 1 0 0 0,0 0-1 0 0,3-10 1 0 0,3-4-225 0 0,1 0-1 0 0,1 1 1 0 0,0 0 0 0 0,2 0-1 0 0,0 1 1 0 0,16-20-1 0 0,-9 16-725 0 0,1 0 0 0 0,1 1-1 0 0,0 2 1 0 0,32-25-1 0 0,23-10-3326 0 0,4 7-3486 0 0,-35 24-501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19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1396 0 0,'11'-21'11992'0'0,"-4"8"-7051"0"0,-6 12-4429 0 0,1-1-413 0 0,1 0 0 0 0,-1 1 1 0 0,1 0-1 0 0,0-1 0 0 0,-1 1 0 0 0,1 0 1 0 0,0 0-1 0 0,-1 1 0 0 0,1-1 0 0 0,0 1 0 0 0,0-1 1 0 0,5 1-1 0 0,-2-1-14 0 0,81-16 305 0 0,11-2-2747 0 0,-28 11-7355 0 0,-49 6 3579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0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17 420 0 0,'-26'23'5449'0'0,"20"-18"-4074"0"0,0 0 0 0 0,0 0 1 0 0,0 0-1 0 0,1 1 0 0 0,-9 12 0 0 0,13-17-910 0 0,2 0-397 0 0,-1 0 0 0 0,0 0 0 0 0,1 0 0 0 0,-1 0 0 0 0,1 0 0 0 0,-1-1 0 0 0,1 1 0 0 0,0 0 0 0 0,-1 0 1 0 0,1-1-1 0 0,0 1 0 0 0,-1 0 0 0 0,1-1 0 0 0,0 1 0 0 0,0-1 0 0 0,-1 1 0 0 0,1-1 0 0 0,0 1 0 0 0,0-1 1 0 0,0 0-1 0 0,0 1 0 0 0,0-1 0 0 0,0 0 0 0 0,0 0 0 0 0,0 1 0 0 0,0-1 0 0 0,0 0 0 0 0,0 0 0 0 0,0 0 0 0 0,0 0 1 0 0,-1 0-1 0 0,3-1 0 0 0,39-1 249 0 0,-35 1-157 0 0,57-7-1041 0 0,86-22-1 0 0,-11-12-6954 0 0,-90 26 2530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72 3268 0 0,'18'-18'7793'0'0,"25"-29"0"0"0,-43 47-7648 0 0,0 0-1 0 0,1-1 1 0 0,-1 1-1 0 0,0-1 0 0 0,0 1 1 0 0,1 0-1 0 0,0-2 434 0 0,-1 2-434 0 0,0 0 1 0 0,1-1-1 0 0,-1 1 1 0 0,1 0-1 0 0,-1 0 0 0 0,0 0 1 0 0,1-1-1 0 0,-1 1 1 0 0,1 0-1 0 0,-1 0 0 0 0,1 0 1 0 0,-1 0-1 0 0,0 0 1 0 0,1 0-1 0 0,-1 0 0 0 0,1 0 1 0 0,-1 0-1 0 0,1 0 1 0 0,-1 0-1 0 0,1 0 0 0 0,-1 0 1 0 0,0 0-1 0 0,1 0 1 0 0,-1 0-1 0 0,1 0 0 0 0,-1 0 1 0 0,1 1-1 0 0,-1-1 1 0 0,1 1 44 0 0,-1-1 1 0 0,1 1 0 0 0,-1 0-1 0 0,1 0 1 0 0,-1-1-1 0 0,0 1 1 0 0,1 0 0 0 0,-1 0-1 0 0,0-1 1 0 0,0 1 0 0 0,0 0-1 0 0,1 0 1 0 0,-1 0-1 0 0,0-1 1 0 0,0 1 0 0 0,0 0-1 0 0,0 1 1 0 0,-75 480 4533 0 0,71-459-5190 0 0,-1 12-3532 0 0,-2-1 0 0 0,-1 0 0 0 0,-19 50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1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0 224 0 0,'-3'0'2614'0'0,"-40"5"6794"0"0,40-5-8374 0 0,-4 1 741 0 0,-11 2 1665 0 0,34-2-2421 0 0,248-4-148 0 0,-231 4-877 0 0,-29 1 4 0 0,-3-2 1 0 0,-1 0 0 0 0,1 0 0 0 0,-1 0 0 0 0,1 0 0 0 0,0 0 0 0 0,-1 0 0 0 0,1 0 0 0 0,-1 0 0 0 0,1 1 0 0 0,0-1 0 0 0,-1 0 0 0 0,1 0 0 0 0,-1 1 0 0 0,1-1 0 0 0,-1 0 0 0 0,1 1 0 0 0,-1-1 0 0 0,1 1 0 0 0,-1-1 0 0 0,1 0 0 0 0,-1 1 0 0 0,0-1 0 0 0,1 1 0 0 0,-1-1 0 0 0,0 1 0 0 0,1 0 0 0 0,-1-1 0 0 0,0 1 0 0 0,0-1 0 0 0,1 1 0 0 0,-1-1 0 0 0,0 1 0 0 0,0 0 0 0 0,0-1 0 0 0,0 1 0 0 0,0 0 0 0 0,0-1 0 0 0,0 1 0 0 0,0-1 0 0 0,0 1 0 0 0,0 0 0 0 0,0-1 0 0 0,0 1 0 0 0,-1-1 0 0 0,1 1 0 0 0,0 0 0 0 0,0-1 0 0 0,-1 1 0 0 0,1 0 0 0 0,-17 22 3 0 0,-45 37 590 0 0,-109 83 0 0 0,87-77 458 0 0,77-61-966 0 0,0 0 2 0 0,1 0 0 0 0,0 0 0 0 0,-1 1 0 0 0,2 0 0 0 0,-1 0 0 0 0,1 0 0 0 0,0 1 0 0 0,-6 10 0 0 0,10-16-65 0 0,1 0-1 0 0,0 0 1 0 0,-1-1-1 0 0,1 1 0 0 0,0 0 1 0 0,-1 0-1 0 0,1 0 1 0 0,0 0-1 0 0,0 0 0 0 0,0 0 1 0 0,0 0-1 0 0,0 0 1 0 0,0 0-1 0 0,0 0 0 0 0,1 0 1 0 0,-1 0-1 0 0,0-1 1 0 0,0 1-1 0 0,1 0 0 0 0,-1 0 1 0 0,0 0-1 0 0,1 0 0 0 0,-1 0 1 0 0,1-1-1 0 0,-1 1 1 0 0,1 0-1 0 0,0 0 0 0 0,-1-1 1 0 0,1 1-1 0 0,0 0 1 0 0,-1-1-1 0 0,1 1 0 0 0,0-1 1 0 0,0 1-1 0 0,-1-1 1 0 0,1 1-1 0 0,0-1 0 0 0,0 1 1 0 0,0-1-1 0 0,0 0 1 0 0,0 0-1 0 0,0 1 0 0 0,0-1 1 0 0,-1 0-1 0 0,1 0 1 0 0,0 0-1 0 0,0 0 0 0 0,1 0 1 0 0,6 0 27 0 0,0 1 0 0 0,0-1 0 0 0,0-1 0 0 0,10-1 1 0 0,50-10-1565 0 0,120-39 1 0 0,-23-8-9222 0 0,-110 37 2247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53 3112 0 0,'-29'-29'16982'0'0,"31"30"-16950"0"0,0 0 1 0 0,0 0-1 0 0,0-1 0 0 0,0 1 1 0 0,0-1-1 0 0,0 0 0 0 0,0 0 1 0 0,0 1-1 0 0,0-1 0 0 0,0 0 1 0 0,3-1-1 0 0,30-2-29 0 0,-30 2-87 0 0,86-12-4362 0 0,-45 6-3079 0 0,-29 4 1499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1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72 1176 0 0,'-36'18'8716'0'0,"23"-12"-5427"0"0,0 0 0 0 0,-16 13 1172 0 0,36-14-3886 0 0,1-4-503 0 0,-1-1 0 0 0,1-1 0 0 0,-1 1 0 0 0,0-1 0 0 0,0 0 0 0 0,1-1 0 0 0,9-3 1 0 0,4 0-13 0 0,169-42-3357 0 0,-65 1-6498 0 0,-81 27 3148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22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550 165 612 0 0,'-3'-5'1239'0'0,"0"1"0"0"0,0 0 0 0 0,0-1 0 0 0,1 0 1 0 0,0 0-1 0 0,0 0 0 0 0,0 0 0 0 0,0 0 0 0 0,1 0 0 0 0,-1-9 0 0 0,1 11-1125 0 0,2 1 0 0 0,-1-1 1 0 0,0 1-1 0 0,0 0 0 0 0,1-1 0 0 0,-1 1 0 0 0,1 0 0 0 0,0-1 0 0 0,0 1 0 0 0,0 0 1 0 0,0 0-1 0 0,0 0 0 0 0,0 0 0 0 0,0 0 0 0 0,1 0 0 0 0,-1 0 0 0 0,1 0 0 0 0,0 0 1 0 0,-1 1-1 0 0,1-1 0 0 0,0 1 0 0 0,0-1 0 0 0,0 1 0 0 0,0 0 0 0 0,0 0 0 0 0,3-2 1 0 0,14-5-77 0 0,-1 0 1 0 0,1 1-1 0 0,0 1 1 0 0,1 0-1 0 0,-1 2 1 0 0,1 0 0 0 0,0 2-1 0 0,0 0 1 0 0,0 1-1 0 0,1 1 1 0 0,-1 0 0 0 0,0 2-1 0 0,0 1 1 0 0,23 5-1 0 0,-38-6-33 0 0,0-1 1 0 0,0 1-1 0 0,0 0 0 0 0,0 0 0 0 0,0 1 0 0 0,-1-1 0 0 0,1 1 0 0 0,-1 0 0 0 0,1 1 1 0 0,-1-1-1 0 0,0 1 0 0 0,-1 0 0 0 0,1 0 0 0 0,4 6 0 0 0,-6-7 33 0 0,-1 0 0 0 0,1 0 0 0 0,-1 0 0 0 0,0 0 0 0 0,0 1 0 0 0,0-1 1 0 0,0 1-1 0 0,-1-1 0 0 0,1 0 0 0 0,-1 1 0 0 0,0-1 0 0 0,0 1 0 0 0,0-1 0 0 0,0 1 0 0 0,-1-1 0 0 0,1 0 0 0 0,-1 1 0 0 0,0-1 0 0 0,0 0 0 0 0,0 1 0 0 0,-1-1 0 0 0,1 0 0 0 0,-3 4 0 0 0,-7 11 289 0 0,0 0 0 0 0,-1-1 0 0 0,-1 0 0 0 0,-1-1 0 0 0,-22 20 0 0 0,-85 63 1442 0 0,34-30 41 0 0,85-68-1736 0 0,1-1 1 0 0,0 1-1 0 0,0 0 1 0 0,0 0-1 0 0,0 0 1 0 0,0 0-1 0 0,0 0 1 0 0,1 0-1 0 0,-1 0 1 0 0,0 0-1 0 0,0 0 1 0 0,1 0-1 0 0,-1 0 0 0 0,0 3 1 0 0,1-4-56 0 0,1 1 0 0 0,-1-1 0 0 0,1 1 0 0 0,-1-1 0 0 0,1 1 0 0 0,0-1 0 0 0,-1 0 0 0 0,1 1 0 0 0,0-1 0 0 0,-1 0 0 0 0,1 1 1 0 0,0-1-1 0 0,-1 0 0 0 0,1 0 0 0 0,0 0 0 0 0,0 0 0 0 0,-1 0 0 0 0,2 0 0 0 0,24 8 28 0 0,-10 0-67 0 0,1 0-1 0 0,-1 2 1 0 0,0-1 0 0 0,-1 2-1 0 0,-1 0 1 0 0,1 1-1 0 0,-2 0 1 0 0,0 1 0 0 0,0 1-1 0 0,-1 0 1 0 0,-1 1-1 0 0,0 0 1 0 0,10 20 0 0 0,-20-33 53 0 0,1 0 1 0 0,-1 0 0 0 0,0 1 0 0 0,-1-1-1 0 0,1 0 1 0 0,0 1 0 0 0,0-1-1 0 0,-1 1 1 0 0,0-1 0 0 0,1 1-1 0 0,-1-1 1 0 0,0 1 0 0 0,0-1 0 0 0,-1 1-1 0 0,1-1 1 0 0,0 1 0 0 0,-1-1-1 0 0,0 1 1 0 0,-1 3 0 0 0,0-2 86 0 0,0 0 0 0 0,0 0 0 0 0,-1-1 0 0 0,0 1 0 0 0,1-1 0 0 0,-1 0 0 0 0,0 1 0 0 0,-1-1 0 0 0,1-1 0 0 0,-6 5 0 0 0,-4 1 120 0 0,-1-1 0 0 0,1 0 0 0 0,-1 0 0 0 0,-1-2 0 0 0,-21 7 0 0 0,-17 0-148 0 0,-1-2-1 0 0,0-2 1 0 0,0-3 0 0 0,-75-2-1 0 0,59-6-3057 0 0,-90-15 0 0 0,84 1-1837 0 0,28 0-2342 0 0,13 2-2137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4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388 119 684 0 0,'0'0'1463'0'0,"-10"-39"6223"0"0,-8-2-3365 0 0,18 39-3898 0 0,-22-28 5444 0 0,-1 24-5702 0 0,20 7-173 0 0,-1 1 0 0 0,1 0 1 0 0,-1 0-1 0 0,1 1 0 0 0,-1-1 1 0 0,1 1-1 0 0,0-1 0 0 0,0 1 1 0 0,0 0-1 0 0,-3 6 0 0 0,-27 39-46 0 0,22-30 44 0 0,-17 28 31 0 0,2 2 1 0 0,2 1-1 0 0,-32 93 1 0 0,28-49 23 0 0,-20 122 0 0 0,40-170-40 0 0,1 1 1 0 0,1 59-1 0 0,5-90 0 0 0,2-1 0 0 0,0 0-1 0 0,1 1 1 0 0,0-1 0 0 0,1 0 0 0 0,1 0-1 0 0,0 0 1 0 0,1 0 0 0 0,0-1 0 0 0,1 0-1 0 0,12 19 1 0 0,-15-27 6 0 0,1 0 0 0 0,0-1 0 0 0,0 1 1 0 0,0-1-1 0 0,0 0 0 0 0,1 0 0 0 0,-1 0 0 0 0,1-1 0 0 0,0 0 0 0 0,0 0 0 0 0,1 0 0 0 0,9 3 0 0 0,-7-3 1 0 0,1-1 0 0 0,-1 0-1 0 0,0-1 1 0 0,1 0-1 0 0,-1 0 1 0 0,1-1 0 0 0,0 0-1 0 0,9-2 1 0 0,1-1 4 0 0,0-1 0 0 0,0 0 0 0 0,-1-2 0 0 0,1 0 0 0 0,-1-1 0 0 0,-1-1 0 0 0,20-12 0 0 0,-16 7-9 0 0,0-2 1 0 0,-1 0-1 0 0,-1-1 1 0 0,-1-1-1 0 0,0 0 0 0 0,-1-2 1 0 0,-1 0-1 0 0,0-1 1 0 0,21-37-1 0 0,-24 33-19 0 0,-1 0-1 0 0,-1 0 1 0 0,-1-1-1 0 0,-1-1 1 0 0,-1 1 0 0 0,-1-1-1 0 0,-2-1 1 0 0,5-51 0 0 0,-10 54 9 0 0,0-1 0 0 0,-2 1 0 0 0,-1 0 1 0 0,-1 0-1 0 0,-1 1 0 0 0,-1-1 0 0 0,0 1 1 0 0,-2 0-1 0 0,-14-28 0 0 0,14 36-5 0 0,0 0-1 0 0,0 1 1 0 0,-1 0 0 0 0,-1 1-1 0 0,0 0 1 0 0,-1 0 0 0 0,-1 1-1 0 0,1 0 1 0 0,-2 1 0 0 0,0 1-1 0 0,0 0 1 0 0,-1 0 0 0 0,0 2-1 0 0,-21-10 1 0 0,26 14-4 0 0,1 1 0 0 0,-1 0 0 0 0,0 1 1 0 0,0 0-1 0 0,0 1 0 0 0,0 0 0 0 0,-1 0 0 0 0,1 1 1 0 0,0 0-1 0 0,0 1 0 0 0,-1 0 0 0 0,1 0 0 0 0,-10 3 1 0 0,8 0 3 0 0,-1-1 0 0 0,1 2 1 0 0,0 0-1 0 0,0 0 0 0 0,0 1 1 0 0,1 0-1 0 0,0 1 1 0 0,0 0-1 0 0,-12 13 0 0 0,13-11 11 0 0,0 0 0 0 0,0 0 0 0 0,1 1 0 0 0,1 0-1 0 0,-1 1 1 0 0,2 0 0 0 0,0 0 0 0 0,0 0 0 0 0,1 1 0 0 0,0-1 0 0 0,1 1-1 0 0,0 1 1 0 0,1-1 0 0 0,0 0 0 0 0,1 1 0 0 0,1-1 0 0 0,0 1-1 0 0,0 0 1 0 0,1 0 0 0 0,2 12 0 0 0,1-16 8 0 0,-1-1 0 0 0,1 1 0 0 0,0-1 0 0 0,1 0 0 0 0,-1 0 0 0 0,2 0 0 0 0,-1-1 0 0 0,1 1 0 0 0,0-1 0 0 0,1 0 0 0 0,0 0 0 0 0,0-1 0 0 0,0 0 0 0 0,1 0-1 0 0,0 0 1 0 0,9 5 0 0 0,14 8 41 0 0,1-1 0 0 0,57 23 0 0 0,-45-22-45 0 0,1 2 85 0 0,68 42 0 0 0,-97-53-248 0 0,0 1 0 0 0,-1 1 0 0 0,0 1 0 0 0,-1 0 0 0 0,0 0 0 0 0,-1 2 0 0 0,16 23 0 0 0,-18-23-1585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4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72 832 0 0,'23'-38'18305'0'0,"-18"27"-15673"0"0,-4 7-1822 0 0,6-15 545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324 297 1036 0 0,'13'-3'4877'0'0,"-9"3"-4558"0"0,-1 0-1 0 0,1 1 1 0 0,0 0-1 0 0,0 0 1 0 0,-1 0-1 0 0,1 0 1 0 0,0 0-1 0 0,-1 1 1 0 0,1 0-1 0 0,-1-1 1 0 0,0 1-1 0 0,0 1 1 0 0,0-1-1 0 0,0 0 1 0 0,0 1-1 0 0,0-1 1 0 0,10 13 3692 0 0,-17-16-3970 0 0,0 0 0 0 0,0-1 0 0 0,0 1-1 0 0,0-1 1 0 0,0 0 0 0 0,0 0-1 0 0,0 0 1 0 0,0-1 0 0 0,1 1 0 0 0,0-1-1 0 0,-1 0 1 0 0,1 0 0 0 0,0 0 0 0 0,0 0-1 0 0,0-1 1 0 0,-4-6 0 0 0,-5-9-27 0 0,1-1 1 0 0,-9-22-1 0 0,9 19 40 0 0,2 5-15 0 0,1-1-1 0 0,1 0 1 0 0,-6-25 0 0 0,13 43-39 0 0,0 0 0 0 0,0 0 1 0 0,0-1-1 0 0,0 1 0 0 0,0 0 0 0 0,0 0 0 0 0,0 0 0 0 0,1 1 0 0 0,-1-1 0 0 0,0 0 1 0 0,1 0-1 0 0,-1 0 0 0 0,1 0 0 0 0,-1 0 0 0 0,1 0 0 0 0,-1 0 0 0 0,1 1 0 0 0,0-1 1 0 0,-1 0-1 0 0,1 0 0 0 0,0 1 0 0 0,0-1 0 0 0,-1 0 0 0 0,1 1 0 0 0,0-1 1 0 0,0 1-1 0 0,0-1 0 0 0,0 1 0 0 0,0 0 0 0 0,2-1 0 0 0,49-3 4 0 0,59 5-1 0 0,4-1-7 0 0,-77-2-13 0 0,-16 1 18 0 0,0 0 0 0 0,0-1-1 0 0,0-2 1 0 0,25-6 0 0 0,-44 8-2 0 0,0 1 1 0 0,0-1-1 0 0,0 0 0 0 0,0 0 0 0 0,-1 0 0 0 0,1-1 0 0 0,-1 1 1 0 0,1 0-1 0 0,-1-1 0 0 0,0 0 0 0 0,3-4 0 0 0,-3 4-18 0 0,-1 2-6 0 0,-3 3-23 0 0,0-1 44 0 0,1 0 1 0 0,-1 1-1 0 0,0-1 1 0 0,1 1-1 0 0,-1 0 1 0 0,1 0-1 0 0,-3 3 0 0 0,-17 39 393 0 0,1 1 0 0 0,-21 70 0 0 0,-15 98 774 0 0,49-183-1094 0 0,-31 156 558 0 0,20-92-136 0 0,-33 106 0 0 0,48-189-342 0 0,-1-1 1 0 0,0 1 0 0 0,-1-1-1 0 0,0 0 1 0 0,0-1 0 0 0,-1 1-1 0 0,-1-1 1 0 0,-12 14 0 0 0,16-19-110 0 0,-1-1 0 0 0,0 0 0 0 0,-1 0 1 0 0,1 0-1 0 0,0 0 0 0 0,-1-1 0 0 0,0 1 0 0 0,1-1 0 0 0,-1 0 1 0 0,0-1-1 0 0,0 1 0 0 0,0-1 0 0 0,0 0 0 0 0,0 0 0 0 0,0-1 1 0 0,-1 1-1 0 0,1-1 0 0 0,0-1 0 0 0,0 1 0 0 0,-8-2 0 0 0,-23-6 54 0 0,0-2 0 0 0,1-2 0 0 0,0-1 0 0 0,1-2 0 0 0,-43-25 0 0 0,65 33-103 0 0,0 1 1 0 0,0-2 0 0 0,1 1-1 0 0,-11-11 1 0 0,20 16-94 0 0,7-13-1112 0 0,0 12 637 0 0,1-1 0 0 0,-1 1 0 0 0,0 0 1 0 0,1 1-1 0 0,0-1 0 0 0,0 1 0 0 0,8-2 0 0 0,49-9-4178 0 0,-25 6 263 0 0,-7-1-793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3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17 232 1960 0 0,'24'-24'15290'0'0,"-12"43"-13210"0"0,-11-16-2019 0 0,0-1-1 0 0,0 1 1 0 0,0-1-1 0 0,0 1 1 0 0,1-1-1 0 0,-1 1 0 0 0,1-1 1 0 0,0 0-1 0 0,-1 0 1 0 0,1 1-1 0 0,0-1 1 0 0,0-1-1 0 0,0 1 0 0 0,1 0 1 0 0,-1 0-1 0 0,0-1 1 0 0,1 1-1 0 0,3 1 1 0 0,-1-2-66 0 0,1 0 1 0 0,0 0-1 0 0,0 0 1 0 0,0 0-1 0 0,0-1 1 0 0,0 0-1 0 0,0 0 1 0 0,0-1-1 0 0,0 0 1 0 0,0 0-1 0 0,0 0 1 0 0,0 0-1 0 0,0-1 1 0 0,-1 0-1 0 0,1-1 1 0 0,-1 1-1 0 0,1-1 1 0 0,-1 0-1 0 0,0 0 1 0 0,0-1-1 0 0,0 1 1 0 0,-1-1-1 0 0,1 0 1 0 0,-1-1-1 0 0,0 1 1 0 0,0-1-1 0 0,0 1 1 0 0,-1-1-1 0 0,0 0 1 0 0,0-1-1 0 0,0 1 1 0 0,0 0-1 0 0,-1-1 1 0 0,0 0-1 0 0,0 1 1 0 0,-1-1-1 0 0,1 0 1 0 0,0-10-1 0 0,-2 12-16 0 0,0-1 0 0 0,0 1-1 0 0,0-1 1 0 0,0 1 0 0 0,-1 0-1 0 0,0-1 1 0 0,0 1 0 0 0,0 0 0 0 0,-1-1-1 0 0,-2-6 1 0 0,3 10 16 0 0,0-1 1 0 0,0 1-1 0 0,0 0 0 0 0,0 0 1 0 0,0 0-1 0 0,0 0 1 0 0,0 0-1 0 0,0 0 0 0 0,0 0 1 0 0,0 0-1 0 0,-1 0 0 0 0,1 0 1 0 0,0 0-1 0 0,-1 1 1 0 0,1-1-1 0 0,-1 1 0 0 0,1-1 1 0 0,0 1-1 0 0,-1 0 0 0 0,1-1 1 0 0,-1 1-1 0 0,1 0 1 0 0,-1 0-1 0 0,1 0 0 0 0,-1 0 1 0 0,1 0-1 0 0,-1 0 0 0 0,1 0 1 0 0,-1 1-1 0 0,1-1 1 0 0,-1 1-1 0 0,1-1 0 0 0,-1 1 1 0 0,-1 0-1 0 0,-4 3 3 0 0,0-1 0 0 0,0 1 0 0 0,1 1 0 0 0,-1-1 0 0 0,1 1 0 0 0,0 0 0 0 0,0 1 0 0 0,1-1 0 0 0,0 1 0 0 0,-7 9 0 0 0,-1 4 23 0 0,0 0 1 0 0,-12 27 0 0 0,6-7 92 0 0,-24 70 1 0 0,38-93-89 0 0,1 0-1 0 0,0 1 1 0 0,1-1-1 0 0,1 1 1 0 0,0-1-1 0 0,2 1 1 0 0,1 26-1 0 0,-1-39-15 0 0,1 0-1 0 0,0 1 0 0 0,0-1 1 0 0,0 0-1 0 0,0 0 1 0 0,0 0-1 0 0,1-1 1 0 0,0 1-1 0 0,-1 0 0 0 0,2 0 1 0 0,-1-1-1 0 0,0 1 1 0 0,1-1-1 0 0,-1 0 0 0 0,1 0 1 0 0,0 0-1 0 0,0 0 1 0 0,0 0-1 0 0,1-1 0 0 0,4 4 1 0 0,-3-4-2 0 0,1 1 0 0 0,0-1 0 0 0,0 0 0 0 0,0-1 0 0 0,0 1 0 0 0,0-1 0 0 0,0-1 0 0 0,0 1 0 0 0,0-1 0 0 0,0 0 0 0 0,0 0 0 0 0,0 0 0 0 0,10-3 0 0 0,8-2-19 0 0,0-2 0 0 0,-1 0 1 0 0,0-2-1 0 0,0 0 1 0 0,-1-2-1 0 0,0 0 0 0 0,-1-2 1 0 0,25-18-1 0 0,-9 3-122 0 0,-2-1 0 0 0,-1-2 0 0 0,46-54 0 0 0,-55 54 49 0 0,-1-1-1 0 0,21-36 0 0 0,-36 54 64 0 0,-1-1 0 0 0,-1 0 0 0 0,0-1-1 0 0,-1 0 1 0 0,-1 0 0 0 0,-1 0-1 0 0,5-26 1 0 0,-9 40 13 0 0,1-1 0 0 0,-1 0 1 0 0,0 1-1 0 0,0-1 0 0 0,0 0 0 0 0,0 0 0 0 0,0 1 1 0 0,0-1-1 0 0,-1 0 0 0 0,1 1 0 0 0,-1-1 0 0 0,0 1 0 0 0,0-1 1 0 0,0 1-1 0 0,0-1 0 0 0,0 1 0 0 0,-1-1 0 0 0,1 1 1 0 0,-1 0-1 0 0,1 0 0 0 0,-3-3 0 0 0,3 5 6 0 0,0-1 0 0 0,0 1 0 0 0,1 0 0 0 0,-1 0 0 0 0,0-1 0 0 0,0 1 0 0 0,1 0 0 0 0,-1 0 0 0 0,0 0 0 0 0,0 0-1 0 0,0 0 1 0 0,0 0 0 0 0,1 0 0 0 0,-1 0 0 0 0,0 0 0 0 0,0 0 0 0 0,0 0 0 0 0,1 0 0 0 0,-1 1 0 0 0,0-1 0 0 0,0 0 0 0 0,1 0 0 0 0,-1 1 0 0 0,0-1 0 0 0,1 1 0 0 0,-1-1 0 0 0,-1 2 0 0 0,-16 14-11 0 0,15-12 14 0 0,0 0 1 0 0,0 1-1 0 0,0-1 1 0 0,0 0-1 0 0,1 1 0 0 0,0 0 1 0 0,0-1-1 0 0,0 1 0 0 0,1 0 1 0 0,-1 0-1 0 0,1 0 0 0 0,0 0 1 0 0,1 0-1 0 0,-1 1 0 0 0,1-1 1 0 0,0 0-1 0 0,1 0 0 0 0,-1 0 1 0 0,1 0-1 0 0,0 0 0 0 0,0 0 1 0 0,0 0-1 0 0,1 0 1 0 0,0 0-1 0 0,0 0 0 0 0,3 6 1 0 0,7 9 9 0 0,2 0 0 0 0,0 0 0 0 0,0-2 0 0 0,28 27 1 0 0,-3-2 16 0 0,-33-35-15 0 0,1-1 1 0 0,-2 1-1 0 0,1 0 1 0 0,-1 1-1 0 0,0-1 1 0 0,6 16-1 0 0,-10-20 47 0 0,0-1-1 0 0,-1 0 1 0 0,1 1-1 0 0,-1-1 0 0 0,1 1 1 0 0,-1-1-1 0 0,0 1 0 0 0,0-1 1 0 0,-1 1-1 0 0,1-1 1 0 0,-1 0-1 0 0,0 1 0 0 0,1-1 1 0 0,-2 1-1 0 0,1-1 0 0 0,0 0 1 0 0,-1 0-1 0 0,1 0 0 0 0,-1 0 1 0 0,0 0-1 0 0,0 0 1 0 0,-3 4-1 0 0,-4 2 66 0 0,-1 0 1 0 0,0 0-1 0 0,0-1 1 0 0,0 0-1 0 0,-1 0 1 0 0,-1-2-1 0 0,1 1 1 0 0,-1-1-1 0 0,0-1 1 0 0,0 0-1 0 0,-1-1 0 0 0,-19 5 1 0 0,-3-2 79 0 0,0-2 0 0 0,0-1 0 0 0,-53 0 0 0 0,83-4-292 0 0,1 0-1 0 0,0 0 1 0 0,0-1 0 0 0,0 1 0 0 0,0-1 0 0 0,0 0 0 0 0,0 0-1 0 0,0 0 1 0 0,0-1 0 0 0,-4-2 0 0 0,7 4-16 0 0,1-1 1 0 0,-1 1 0 0 0,0-1 0 0 0,1 1-1 0 0,-1-1 1 0 0,0 0 0 0 0,1 1-1 0 0,-1-1 1 0 0,1 0 0 0 0,-1 1 0 0 0,1-1-1 0 0,-1 0 1 0 0,1 0 0 0 0,-1 0 0 0 0,1 0-1 0 0,0 1 1 0 0,0-1 0 0 0,-1 0-1 0 0,1-2 1 0 0,0 1-100 0 0,0 0 0 0 0,1 0-1 0 0,-1 1 1 0 0,0-1 0 0 0,1 0 0 0 0,-1 0 0 0 0,1 0-1 0 0,0 0 1 0 0,0 1 0 0 0,0-1 0 0 0,0 0-1 0 0,0 1 1 0 0,1-3 0 0 0,47-54-8305 0 0,-25 31 1823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75 1772 0 0,'6'-21'6321'0'0,"5"-33"4324"0"0,-13 56-10409 0 0,1-1 1 0 0,0 1 0 0 0,0-1 0 0 0,0 1-1 0 0,0 0 1 0 0,0 0 0 0 0,0-1-1 0 0,0 1 1 0 0,0 0 0 0 0,1 0-1 0 0,-1 3 1 0 0,1-5-83 0 0,-14 55 1769 0 0,3 0-1 0 0,3 1 1 0 0,-3 81-1 0 0,4-40-791 0 0,-23 350 1083 0 0,30-442-2216 0 0,-2 21-242 0 0,1 0 1 0 0,1 0 0 0 0,2 0-1 0 0,7 43 1 0 0,-8-67 9 0 0,-1 0 1 0 0,1 0 0 0 0,-1 0 0 0 0,1 0 0 0 0,0-1-1 0 0,0 1 1 0 0,0 0 0 0 0,0 0 0 0 0,0-1 0 0 0,0 1-1 0 0,0-1 1 0 0,0 1 0 0 0,1-1 0 0 0,-1 0 0 0 0,1 1 0 0 0,-1-1-1 0 0,1 0 1 0 0,0 0 0 0 0,-1 0 0 0 0,1 0 0 0 0,0 0-1 0 0,3 1 1 0 0,-3-2-147 0 0,1 1-1 0 0,-1-1 0 0 0,0 0 1 0 0,1 0-1 0 0,-1 0 0 0 0,0 0 1 0 0,1-1-1 0 0,-1 1 1 0 0,0 0-1 0 0,0-1 0 0 0,1 0 1 0 0,-1 0-1 0 0,0 0 0 0 0,0 1 1 0 0,0-2-1 0 0,0 1 1 0 0,0 0-1 0 0,0 0 0 0 0,3-3 1 0 0,-1 0-1008 0 0,-1 1 1 0 0,1-1-1 0 0,-1 0 0 0 0,1 0 1 0 0,2-6-1 0 0,5-8-6454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107 182 2288 0 0,'-24'-11'3843'0'0,"-1"0"2538"0"0,-25-15 0 0 0,49 26-6338 0 0,1-1 0 0 0,-1 1 0 0 0,1 0 0 0 0,-1-1 0 0 0,1 1 0 0 0,-1 0-1 0 0,1-1 1 0 0,0 1 0 0 0,-1-1 0 0 0,1 1 0 0 0,0-1 0 0 0,-1 1 0 0 0,1-1 0 0 0,0 1 0 0 0,0-1 0 0 0,-1 1 0 0 0,1-1 0 0 0,0 1-1 0 0,0-1 1 0 0,0 1 0 0 0,0-1 0 0 0,0 1 0 0 0,0-1 0 0 0,0 0 0 0 0,0 1 0 0 0,0-1 0 0 0,0 1 0 0 0,0-1 0 0 0,0 1-1 0 0,0-1 1 0 0,0 1 0 0 0,1-1 0 0 0,-1 1 0 0 0,0-1 0 0 0,0 1 0 0 0,1-1 0 0 0,-1 1 0 0 0,1-2 0 0 0,15-14 423 0 0,-2 8-587 0 0,1 0 0 0 0,0 0 0 0 0,0 2 0 0 0,1 0 0 0 0,20-5 0 0 0,82-14-3771 0 0,-14 8-3019 0 0,-43 8-189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1111 804 0 0,'-11'4'2159'0'0,"0"0"1"0"0,0 1-1 0 0,1 1 0 0 0,-1 0 1 0 0,-13 11 1458 0 0,29-15-2961 0 0,-5-1-599 0 0,1-1-1 0 0,0 0 1 0 0,-1 1 0 0 0,1-1-1 0 0,0 0 1 0 0,-1 1-1 0 0,1-1 1 0 0,0 0-1 0 0,0 0 1 0 0,-1 0-1 0 0,1 1 1 0 0,0-1-1 0 0,0 0 1 0 0,-1 0 0 0 0,1 0-1 0 0,0 0 1 0 0,0 0-1 0 0,-1-1 1 0 0,1 1-1 0 0,0 0 1 0 0,0 0-1 0 0,-1 0 1 0 0,1-1-1 0 0,0 1 1 0 0,20-8 55 0 0,-1 0 1 0 0,0-2-1 0 0,-1 0 1 0 0,0-1-1 0 0,-1-1 0 0 0,0 0 1 0 0,-1-2-1 0 0,0 0 1 0 0,-1 0-1 0 0,-1-2 0 0 0,0 0 1 0 0,23-34-1 0 0,-14 13-131 0 0,-1-1-1 0 0,-2 0 1 0 0,-2-2-1 0 0,-2 0 1 0 0,18-60-1 0 0,-16 27-49 0 0,-3 0-1 0 0,-4-1 1 0 0,-3-1-1 0 0,-3 0 0 0 0,-3 0 1 0 0,-10-103-1 0 0,2 132-208 0 0,2 48 255 0 0,0 1 21 0 0,1 0 0 0 0,-1 0 0 0 0,0 0 0 0 0,1 0 0 0 0,0 1 0 0 0,0-1 0 0 0,0 1 0 0 0,0 0 0 0 0,0-1 1 0 0,1 1-1 0 0,-1 0 0 0 0,0 6 0 0 0,-12 58 55 0 0,12-53-37 0 0,-99 727 2357 0 0,51-336-920 0 0,34-288-1180 0 0,-112 1017 959 0 0,127-1121-1240 0 0,-1 2 22 0 0,1-1-1 0 0,1 1 1 0 0,0 0 0 0 0,1 0-1 0 0,5 22 1 0 0,-6-37-14 0 0,0-1-1 0 0,1 0 1 0 0,-1 1-1 0 0,0-1 1 0 0,1 1-1 0 0,-1-1 1 0 0,1 0-1 0 0,-1 1 1 0 0,1-1-1 0 0,-1 0 0 0 0,1 0 1 0 0,-1 1-1 0 0,1-1 1 0 0,-1 0-1 0 0,1 0 1 0 0,-1 0-1 0 0,1 0 1 0 0,-1 0-1 0 0,1 0 1 0 0,-1 0-1 0 0,1 0 1 0 0,-1 0-1 0 0,1 0 1 0 0,-1 0-1 0 0,2 0 1 0 0,13-3-14 0 0,-3-3 14 0 0,-1 0 0 0 0,1-1 0 0 0,-1-1 0 0 0,-1 0 0 0 0,0-1 0 0 0,18-18 0 0 0,-7 4-1 0 0,32-50-1 0 0,-38 51 10 0 0,-2 0 0 0 0,0-1 0 0 0,-2-1 0 0 0,-1 0 0 0 0,11-35 0 0 0,-17 41-11 0 0,-1 1 0 0 0,0-1 0 0 0,-1 0 0 0 0,-1 0 0 0 0,0 0 1 0 0,-1 1-1 0 0,-2-1 0 0 0,-5-34 0 0 0,-1 22-17 0 0,-1-1 1 0 0,-2 1-1 0 0,0 1 1 0 0,-2 0-1 0 0,-1 1 0 0 0,-2 0 1 0 0,-1 1-1 0 0,0 1 1 0 0,-2 0-1 0 0,-23-23 0 0 0,-30-24-44 0 0,-142-113 0 0 0,63 60 46 0 0,147 123 6 0 0,0-1 0 0 0,0 1 0 0 0,0-1 0 0 0,1 0 0 0 0,-1-1 0 0 0,1 1-1 0 0,0-1 1 0 0,1 1 0 0 0,-5-9 0 0 0,7 11-37 0 0,-1-1-1 0 0,1 0 1 0 0,-1 1 0 0 0,1-1 0 0 0,0 1-1 0 0,0-1 1 0 0,0 0 0 0 0,0 1-1 0 0,0-1 1 0 0,1 0 0 0 0,-1 1-1 0 0,1-1 1 0 0,0 1 0 0 0,-1-1-1 0 0,1 1 1 0 0,1-1 0 0 0,-1 1 0 0 0,0 0-1 0 0,0-1 1 0 0,1 1 0 0 0,1-2-1 0 0,6-7-321 0 0,0 1 0 0 0,0 1-1 0 0,0-1 1 0 0,1 2-1 0 0,1-1 1 0 0,16-9 0 0 0,74-37-2100 0 0,-90 49 2171 0 0,175-71-4948 0 0,-117 51 1190 0 0,-15 5-769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135 252 452 0 0,'1'-3'526'0'0,"0"0"0"0"0,-1 1 1 0 0,1-1-1 0 0,-1 0 0 0 0,0 0 0 0 0,1 0 0 0 0,-2 0 0 0 0,1 1 1 0 0,0-1-1 0 0,0 0 0 0 0,-1 0 0 0 0,1 0 0 0 0,-1 1 1 0 0,0-1-1 0 0,0 0 0 0 0,0 0 0 0 0,0 1 0 0 0,-1-1 0 0 0,-2-3 1 0 0,4 5-426 0 0,-1 0 0 0 0,1 1 0 0 0,-1-1 0 0 0,0 0 0 0 0,0 0 0 0 0,1 1 0 0 0,-1-1 0 0 0,0 0 0 0 0,0 1 1 0 0,0-1-1 0 0,0 1 0 0 0,1-1 0 0 0,-1 1 0 0 0,0-1 0 0 0,0 1 0 0 0,0 0 0 0 0,0-1 0 0 0,0 1 0 0 0,0 0 0 0 0,0 0 1 0 0,0 0-1 0 0,0 0 0 0 0,0 0 0 0 0,0 0 0 0 0,-1 0 0 0 0,1 0 0 0 0,0 0 0 0 0,0 0 0 0 0,0 1 0 0 0,0-1 0 0 0,0 0 0 0 0,-1 1 1 0 0,-1 1 59 0 0,-1-1 1 0 0,1 1 0 0 0,0 0 0 0 0,0 0 0 0 0,1 0-1 0 0,-6 4 1 0 0,1 3 25 0 0,-1 0-1 0 0,2 1 1 0 0,-1-1 0 0 0,1 1-1 0 0,1 1 1 0 0,-1-1-1 0 0,2 1 1 0 0,0 0 0 0 0,0 0-1 0 0,1 0 1 0 0,0 0-1 0 0,1 1 1 0 0,0-1 0 0 0,1 1-1 0 0,0 0 1 0 0,1-1 0 0 0,0 1-1 0 0,3 15 1 0 0,-2-22-167 0 0,0 0 1 0 0,0-1 0 0 0,0 1-1 0 0,1 0 1 0 0,0-1 0 0 0,0 1-1 0 0,0-1 1 0 0,0 1 0 0 0,1-1-1 0 0,-1 0 1 0 0,1 0 0 0 0,0 0-1 0 0,0-1 1 0 0,1 1 0 0 0,-1-1-1 0 0,9 6 1 0 0,-6-5-8 0 0,0 0 0 0 0,1-1 0 0 0,-1 0 0 0 0,1 0 1 0 0,0-1-1 0 0,0 0 0 0 0,0 0 0 0 0,0-1 0 0 0,0 1 0 0 0,12-1 0 0 0,-7 0-31 0 0,1-2-1 0 0,-1 1 1 0 0,0-1-1 0 0,0-1 1 0 0,0 0-1 0 0,0-1 1 0 0,0-1-1 0 0,-1 1 0 0 0,1-2 1 0 0,-1 0-1 0 0,0 0 1 0 0,0-1-1 0 0,14-10 1 0 0,-15 7-1 0 0,-1 0 0 0 0,0-1 0 0 0,-1 0 0 0 0,0-1 1 0 0,0 0-1 0 0,-1 0 0 0 0,-1 0 0 0 0,0-1 0 0 0,-1 0 1 0 0,0 0-1 0 0,0-1 0 0 0,-1 1 0 0 0,-1-1 0 0 0,3-19 1 0 0,-5 24 13 0 0,-1-1 1 0 0,1 0-1 0 0,-1 1 1 0 0,-1-1 0 0 0,0 1-1 0 0,0-1 1 0 0,0 1-1 0 0,-1-1 1 0 0,0 1 0 0 0,-5-11-1 0 0,4 14 6 0 0,1 0 0 0 0,-2-1 0 0 0,1 1-1 0 0,0 0 1 0 0,-1 0 0 0 0,0 0 0 0 0,0 1 0 0 0,-1 0-1 0 0,1-1 1 0 0,-1 2 0 0 0,0-1 0 0 0,0 0-1 0 0,0 1 1 0 0,0 0 0 0 0,-9-4 0 0 0,8 5 5 0 0,0 0 0 0 0,0 0 1 0 0,0 1-1 0 0,0-1 0 0 0,0 1 0 0 0,0 1 1 0 0,0-1-1 0 0,-1 1 0 0 0,1 0 1 0 0,0 0-1 0 0,0 1 0 0 0,-8 1 0 0 0,4 1 7 0 0,1 0 0 0 0,0 0-1 0 0,-1 0 1 0 0,1 1-1 0 0,1 1 1 0 0,-1 0-1 0 0,-11 7 1 0 0,10-4 1 0 0,-1 1-1 0 0,1 0 1 0 0,1 0-1 0 0,-1 0 1 0 0,2 2-1 0 0,-1-1 1 0 0,1 1-1 0 0,1 0 1 0 0,0 0-1 0 0,1 1 1 0 0,-9 21-1 0 0,13-28-10 0 0,1 0 0 0 0,-1 1 0 0 0,1-1 0 0 0,0 1-1 0 0,1-1 1 0 0,-1 1 0 0 0,1 0 0 0 0,0-1 0 0 0,0 1-1 0 0,1-1 1 0 0,0 1 0 0 0,0 0 0 0 0,0-1 0 0 0,1 0-1 0 0,2 7 1 0 0,-2-9-33 0 0,0 1 0 0 0,0 0-1 0 0,0-1 1 0 0,1 0 0 0 0,-1 1 0 0 0,1-1-1 0 0,0 0 1 0 0,0-1 0 0 0,0 1 0 0 0,0 0-1 0 0,1-1 1 0 0,-1 0 0 0 0,1 0 0 0 0,-1 0-1 0 0,1 0 1 0 0,0 0 0 0 0,0-1 0 0 0,0 1-1 0 0,0-1 1 0 0,0 0 0 0 0,4 0 0 0 0,6 0-263 0 0,0 0 0 0 0,0-1 0 0 0,-1 0 1 0 0,1-1-1 0 0,-1-1 0 0 0,1 0 0 0 0,-1-1 0 0 0,1-1 1 0 0,-1 0-1 0 0,0 0 0 0 0,-1-2 0 0 0,1 1 0 0 0,22-15 1 0 0,-5 0-101 0 0,0-1 0 0 0,-2-1 1 0 0,0-1-1 0 0,26-30 0 0 0,49-69 258 0 0,-53 59 1408 0 0,-10 12 65 0 0,-40 50-1301 0 0,1 1 0 0 0,0-1-1 0 0,0 1 1 0 0,0 0-1 0 0,-1-1 1 0 0,1 1-1 0 0,0 0 1 0 0,0 0 0 0 0,0 0-1 0 0,0 0 1 0 0,0-1-1 0 0,-1 1 1 0 0,1 0-1 0 0,0 0 1 0 0,0 1 0 0 0,0-1-1 0 0,0 0 1 0 0,0 0-1 0 0,-1 0 1 0 0,1 0 0 0 0,0 1-1 0 0,0-1 1 0 0,0 0-1 0 0,-1 1 1 0 0,1-1-1 0 0,0 1 1 0 0,0-1 0 0 0,-1 1-1 0 0,1-1 1 0 0,0 1-1 0 0,-1 0 1 0 0,1-1-1 0 0,-1 1 1 0 0,1 0 0 0 0,-1-1-1 0 0,1 1 1 0 0,0 1-1 0 0,2 2 162 0 0,0 0 0 0 0,0 0-1 0 0,0 0 1 0 0,0 1 0 0 0,1 4 0 0 0,2 9 216 0 0,-1-1 1 0 0,-1 1 0 0 0,0 0 0 0 0,-1 0-1 0 0,0 23 1 0 0,-3 2 332 0 0,-5 46 1 0 0,3-69-121 0 0,-1 1 0 0 0,-1-1 0 0 0,-1 0 0 0 0,-1 0 0 0 0,-10 24 1 0 0,15-42-518 0 0,0 0 0 0 0,1-1 0 0 0,-1 1 0 0 0,0-1-1 0 0,0 1 1 0 0,0-1 0 0 0,0 1 0 0 0,0-1 0 0 0,-1 0 0 0 0,1 0 0 0 0,0 1 0 0 0,0-1 0 0 0,-1 0 0 0 0,1 0 0 0 0,-1 0 0 0 0,1-1 0 0 0,-1 1 0 0 0,-2 1 0 0 0,3-2-84 0 0,0 0 0 0 0,0 0-1 0 0,0 0 1 0 0,0-1 0 0 0,0 1 0 0 0,0 0-1 0 0,0 0 1 0 0,0-1 0 0 0,0 1 0 0 0,0-1-1 0 0,1 1 1 0 0,-1 0 0 0 0,0-1 0 0 0,0 0-1 0 0,0 1 1 0 0,1-1 0 0 0,-1 0 0 0 0,0 1-1 0 0,1-1 1 0 0,-1 0 0 0 0,0 1 0 0 0,1-1 0 0 0,-1 0-1 0 0,1 0 1 0 0,0 0 0 0 0,-1 0 0 0 0,1 0-1 0 0,-1 0 1 0 0,1 1 0 0 0,0-1 0 0 0,0 0-1 0 0,0 0 1 0 0,0 0 0 0 0,-1-2 0 0 0,0-8 14 0 0,-1 0 0 0 0,1 0 0 0 0,1 0 0 0 0,0 0 0 0 0,0 0 1 0 0,1 0-1 0 0,1 0 0 0 0,-1 0 0 0 0,2 0 0 0 0,0 0 0 0 0,0 0 1 0 0,1 1-1 0 0,7-14 0 0 0,-2 5-350 0 0,2 0 0 0 0,0 0 0 0 0,1 1 1 0 0,1 1-1 0 0,29-31 0 0 0,-34 40-487 0 0,1 0 1 0 0,1 1-1 0 0,-1 0 1 0 0,1 0-1 0 0,0 1 1 0 0,0 0-1 0 0,1 1 1 0 0,0 0-1 0 0,19-6 1 0 0,-13 7-1867 0 0,1 0 0 0 0,-1 1 0 0 0,23-1 0 0 0,-11 3-3378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6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84 2552 0 0,'-23'-56'12891'0'0,"23"55"-12814"0"0,-1 1 1 0 0,1-1-1 0 0,-1 1 1 0 0,1-1-1 0 0,-1 1 1 0 0,0-1-1 0 0,1 1 1 0 0,-1-1 0 0 0,1 1-1 0 0,-1 0 1 0 0,0-1-1 0 0,1 1 1 0 0,-1 0-1 0 0,0 0 1 0 0,1 0-1 0 0,-1-1 1 0 0,0 1-1 0 0,0 0 1 0 0,1 0-1 0 0,-1 0 1 0 0,0 0-1 0 0,1 0 1 0 0,-1 0 0 0 0,0 0-1 0 0,0 0 1 0 0,1 0-1 0 0,-1 1 1 0 0,0-1-1 0 0,1 0 1 0 0,-2 1-1 0 0,-21 9 872 0 0,10 0-604 0 0,0 0 0 0 0,0 1 0 0 0,1 0 0 0 0,0 1 0 0 0,1 0 0 0 0,-19 27 0 0 0,5 0 3 0 0,-25 51-1 0 0,36-63-228 0 0,-20 55 0 0 0,31-72-125 0 0,0-1-1 0 0,1 1 0 0 0,0 0 0 0 0,1 0 1 0 0,0-1-1 0 0,0 1 0 0 0,1 0 1 0 0,1 0-1 0 0,-1 0 0 0 0,3 10 0 0 0,-2-16-89 0 0,1 0-1 0 0,-1 0 1 0 0,1-1-1 0 0,-1 1 1 0 0,1 0-1 0 0,0-1 1 0 0,0 1-1 0 0,1-1 0 0 0,-1 0 1 0 0,1 0-1 0 0,0 0 1 0 0,-1 0-1 0 0,1 0 1 0 0,1 0-1 0 0,-1-1 1 0 0,0 0-1 0 0,1 1 1 0 0,-1-1-1 0 0,1-1 1 0 0,-1 1-1 0 0,1 0 0 0 0,0-1 1 0 0,0 0-1 0 0,0 0 1 0 0,0 0-1 0 0,0 0 1 0 0,0 0-1 0 0,6-1 1 0 0,2 1-420 0 0,0-1-1 0 0,0-1 1 0 0,0 1 0 0 0,0-2 0 0 0,0 0 0 0 0,0 0 0 0 0,-1-1 0 0 0,19-7 0 0 0,-13 2 57 0 0,0-1 1 0 0,0 0 0 0 0,-1-1-1 0 0,0-1 1 0 0,0 0-1 0 0,-2-1 1 0 0,1-1 0 0 0,-1 0-1 0 0,-1-1 1 0 0,16-22 0 0 0,-15 16 680 0 0,-1-1 0 0 0,-1 0 0 0 0,0 0 0 0 0,-2-1 0 0 0,0 0 0 0 0,-2-1 1 0 0,11-45-1 0 0,-18 64 107 0 0,0-1 0 0 0,0 0 0 0 0,0 0 1 0 0,-1 0-1 0 0,0 1 0 0 0,1-1 0 0 0,-2 0 1 0 0,1 0-1 0 0,-1 0 0 0 0,-1-8 0 0 0,1 11 304 0 0,-2 3 36 0 0,-1 0-464 0 0,0 1 0 0 0,0 0 0 0 0,0 0-1 0 0,0 0 1 0 0,1 1 0 0 0,-1-1 0 0 0,1 1-1 0 0,-1 0 1 0 0,1-1 0 0 0,0 2 0 0 0,0-1-1 0 0,0 0 1 0 0,1 1 0 0 0,-1-1 0 0 0,1 1-1 0 0,-3 6 1 0 0,-7 13 607 0 0,-13 36 0 0 0,21-51-713 0 0,-1 7 19 0 0,-1 1 0 0 0,2-1 0 0 0,0 1 0 0 0,1 0 0 0 0,1 0 0 0 0,0 0 0 0 0,1 1 0 0 0,2 28 0 0 0,-1-40-109 0 0,1 0 0 0 0,-1 0 0 0 0,1 0 0 0 0,0 0 1 0 0,1-1-1 0 0,-1 1 0 0 0,1 0 0 0 0,0-1 0 0 0,0 1 0 0 0,1-1 1 0 0,-1 0-1 0 0,1 0 0 0 0,0 0 0 0 0,0 0 0 0 0,0 0 1 0 0,0 0-1 0 0,1-1 0 0 0,0 0 0 0 0,-1 0 0 0 0,1 0 0 0 0,0 0 1 0 0,1 0-1 0 0,-1-1 0 0 0,0 0 0 0 0,1 0 0 0 0,-1 0 0 0 0,1 0 1 0 0,0-1-1 0 0,0 0 0 0 0,-1 0 0 0 0,1 0 0 0 0,8 0 0 0 0,-2-1-72 0 0,0 0-1 0 0,0-1 1 0 0,0 0-1 0 0,0-1 0 0 0,0 0 1 0 0,0-1-1 0 0,0 0 1 0 0,-1 0-1 0 0,1-2 0 0 0,-1 1 1 0 0,0-1-1 0 0,-1 0 1 0 0,1-1-1 0 0,-1-1 1 0 0,0 1-1 0 0,0-1 0 0 0,-1-1 1 0 0,14-15-1 0 0,-10 10-3 0 0,-1-1-1 0 0,-1 0 1 0 0,0 0-1 0 0,-1-1 1 0 0,0 0-1 0 0,-1-1 1 0 0,-1 0-1 0 0,-1 0 1 0 0,0 0-1 0 0,-1-1 1 0 0,4-25-1 0 0,-7 31 50 0 0,-1 0-1 0 0,-1 0 1 0 0,0 1-1 0 0,0-1 1 0 0,-1 0 0 0 0,0 0-1 0 0,-4-12 1 0 0,4 19 13 0 0,0 0 1 0 0,0 0 0 0 0,-1 1-1 0 0,0-1 1 0 0,1 0 0 0 0,-1 0-1 0 0,0 1 1 0 0,-1 0 0 0 0,1-1-1 0 0,-1 1 1 0 0,1 0 0 0 0,-1 0-1 0 0,0 0 1 0 0,0 0 0 0 0,-1 1-1 0 0,1-1 1 0 0,0 1 0 0 0,-1 0 0 0 0,1 0-1 0 0,-1 0 1 0 0,-5-1 0 0 0,6 2 6 0 0,-1 1 1 0 0,0-1-1 0 0,0 1 1 0 0,1 0-1 0 0,-1 0 1 0 0,0 1 0 0 0,0-1-1 0 0,0 1 1 0 0,1 0-1 0 0,-1 0 1 0 0,0 0-1 0 0,1 0 1 0 0,-1 0 0 0 0,-5 4-1 0 0,-2 1 20 0 0,0 0 1 0 0,1 1-1 0 0,-11 8 1 0 0,5-2 20 0 0,1 2 0 0 0,0 0 0 0 0,0 0 0 0 0,2 2 1 0 0,-21 30-1 0 0,27-35-35 0 0,1-1 0 0 0,0 1 1 0 0,0 0-1 0 0,1 0 0 0 0,1 1 1 0 0,0 0-1 0 0,1-1 0 0 0,0 1 1 0 0,1 0-1 0 0,-1 19 0 0 0,3-29-1 0 0,0 0-1 0 0,0 1 0 0 0,0-1 1 0 0,1 0-1 0 0,-1 0 0 0 0,1 0 1 0 0,0 0-1 0 0,0 0 1 0 0,0 0-1 0 0,0 0 0 0 0,0 0 1 0 0,1 0-1 0 0,-1 0 0 0 0,1 0 1 0 0,0-1-1 0 0,0 1 0 0 0,0-1 1 0 0,0 0-1 0 0,3 3 1 0 0,-1-2-48 0 0,0-1 1 0 0,0 1-1 0 0,0-1 1 0 0,1 0-1 0 0,-1 0 1 0 0,0-1-1 0 0,1 1 1 0 0,-1-1-1 0 0,1 0 1 0 0,0 0-1 0 0,7 0 1 0 0,4-1-275 0 0,0 0-1 0 0,-1-1 1 0 0,1-1 0 0 0,0 0 0 0 0,-1-2 0 0 0,26-7-1 0 0,-16 1-75 0 0,0-1-1 0 0,-1-1 1 0 0,0-1 0 0 0,-1-1-1 0 0,0-1 1 0 0,-1-1-1 0 0,-1-1 1 0 0,-1-1-1 0 0,0 0 1 0 0,27-35-1 0 0,-31 33 506 0 0,-1-2-1 0 0,0 0 1 0 0,-2 0-1 0 0,-1-2 0 0 0,0 1 1 0 0,13-42-1 0 0,-11 24 850 0 0,-14 40-626 0 0,0 4-260 0 0,-59 363 2223 0 0,53-317-1453 0 0,5-47-575 0 0,9-9-102 0 0,0-6-116 0 0,-1-1-1 0 0,11-25 1 0 0,1-3-43 0 0,0 6-24 0 0,1 2 1 0 0,29-39-1 0 0,-40 61-3 0 0,0 1-1 0 0,1 0 1 0 0,1 0-1 0 0,0 1 1 0 0,0 1 0 0 0,1 0-1 0 0,0 0 1 0 0,0 1-1 0 0,18-8 1 0 0,-27 15 10 0 0,-1-1 1 0 0,1 1 0 0 0,-1 0-1 0 0,1 1 1 0 0,0-1 0 0 0,0 0-1 0 0,0 1 1 0 0,-1-1 0 0 0,1 1-1 0 0,0 0 1 0 0,0 0 0 0 0,0 0-1 0 0,0 0 1 0 0,-1 1 0 0 0,1-1-1 0 0,0 1 1 0 0,0 0 0 0 0,0-1-1 0 0,-1 1 1 0 0,1 1 0 0 0,-1-1-1 0 0,1 0 1 0 0,4 4 0 0 0,-4-3 7 0 0,0 1 1 0 0,0 1 0 0 0,-1-1-1 0 0,1 0 1 0 0,-1 0 0 0 0,0 1-1 0 0,0 0 1 0 0,0-1-1 0 0,0 1 1 0 0,-1 0 0 0 0,1 0-1 0 0,-1 0 1 0 0,0 0 0 0 0,0 0-1 0 0,-1 0 1 0 0,1 5-1 0 0,0 11 37 0 0,0 0 0 0 0,-2 0 0 0 0,-1-1 0 0 0,-3 22 0 0 0,-23 75 102 0 0,10-44-75 0 0,7-35-558 0 0,10-35 160 0 0,5-3-1169 0 0,3-1 1173 0 0,-1-1-1 0 0,0 0 1 0 0,0 0-1 0 0,-1 0 1 0 0,1-1 0 0 0,-1 0-1 0 0,1 0 1 0 0,7-9-1 0 0,43-49-1569 0 0,-27 27 1387 0 0,-11 15 276 0 0,189-224-830 0 0,-154 165 2479 0 0,-53 79-1402 0 0,0 0 0 0 0,1 0 0 0 0,-1-1 0 0 0,0 1 0 0 0,1 0 0 0 0,-1-1 0 0 0,0 1 0 0 0,0 0 0 0 0,1-1 0 0 0,-1 1 0 0 0,0 0 0 0 0,0-1 0 0 0,0 1 0 0 0,0 0 0 0 0,1-1 0 0 0,-1 1 0 0 0,0-1 0 0 0,0 1 0 0 0,0 0 0 0 0,0-1 0 0 0,0 1-1 0 0,0-1 1 0 0,0 1 0 0 0,0 0 0 0 0,0-1 0 0 0,0 1 0 0 0,0-1 0 0 0,0 1 0 0 0,-1 0 0 0 0,1-1 0 0 0,0 1 0 0 0,0-1 0 0 0,0 1 0 0 0,0 0 0 0 0,-1-1 0 0 0,1 1 0 0 0,0 0 0 0 0,0-1 0 0 0,-1 1 0 0 0,1 0 0 0 0,0-1 0 0 0,-1 1 0 0 0,1 0 0 0 0,0 0 0 0 0,-1 0 0 0 0,1-1 0 0 0,0 1 0 0 0,-1 0 0 0 0,1 0 0 0 0,-1-1 0 0 0,-19 3 420 0 0,12 2-332 0 0,0 0 1 0 0,1 0 0 0 0,-1 1 0 0 0,1-1 0 0 0,0 2 0 0 0,0-1 0 0 0,0 1-1 0 0,-6 7 1 0 0,9-9-81 0 0,0 0 0 0 0,0 1 0 0 0,1 0 0 0 0,-1 0-1 0 0,1 0 1 0 0,0 0 0 0 0,1 0 0 0 0,-1 1 0 0 0,1-1 0 0 0,0 1-1 0 0,0 0 1 0 0,-1 10 0 0 0,3-12-14 0 0,0 0 0 0 0,0 0 0 0 0,1 0 0 0 0,0-1 0 0 0,0 1 0 0 0,0 0 0 0 0,0 0 0 0 0,0-1 0 0 0,1 1 0 0 0,-1-1 0 0 0,1 1 0 0 0,0-1 0 0 0,0 0 0 0 0,1 0 0 0 0,-1 0 0 0 0,4 4 0 0 0,7 7-4 0 0,1-1 1 0 0,18 13-1 0 0,-7-6 0 0 0,-6-4 118 0 0,-1-1-186 0 0,29 32 0 0 0,-43-43 298 0 0,0 1 0 0 0,0 0 0 0 0,-1 0-1 0 0,1 0 1 0 0,-1 0 0 0 0,-1 0 0 0 0,1 1 0 0 0,-1 0-1 0 0,0-1 1 0 0,0 1 0 0 0,-1 0 0 0 0,2 7-1 0 0,-3-10-59 0 0,0 0-1 0 0,-1 1 0 0 0,1-1 1 0 0,-1 0-1 0 0,1 0 1 0 0,-1 0-1 0 0,0 0 0 0 0,0 0 1 0 0,0 0-1 0 0,-1 0 0 0 0,1-1 1 0 0,-1 1-1 0 0,0 0 1 0 0,1-1-1 0 0,-1 1 0 0 0,0-1 1 0 0,0 1-1 0 0,-1-1 0 0 0,1 0 1 0 0,0 0-1 0 0,-1 0 0 0 0,0 0 1 0 0,1-1-1 0 0,-6 3 1 0 0,-3 2 270 0 0,-1-1 0 0 0,1 0 0 0 0,-1-1 0 0 0,-23 5 0 0 0,12-5-230 0 0,0-2 1 0 0,0 0-1 0 0,0-2 0 0 0,0 0 0 0 0,0-2 1 0 0,-41-8-1 0 0,63 10-311 0 0,1 0 0 0 0,-1 0 0 0 0,0 0 0 0 0,0 0 1 0 0,1 0-1 0 0,-1 0 0 0 0,0 0 0 0 0,1 0 0 0 0,-1 0 0 0 0,0-1 0 0 0,1 1 0 0 0,-1 0 0 0 0,0 0 1 0 0,1-1-1 0 0,-1 1 0 0 0,0-1 0 0 0,1 1 0 0 0,-1 0 0 0 0,1-1 0 0 0,-1 1 0 0 0,1-1 0 0 0,-1 0 1 0 0,1 1-1 0 0,-1-1 0 0 0,1 1 0 0 0,0-1 0 0 0,-1 0 0 0 0,1 1 0 0 0,0-1 0 0 0,-1 1 0 0 0,1-1 1 0 0,0 0-1 0 0,0 0 0 0 0,0 1 0 0 0,-1-1 0 0 0,1 0 0 0 0,0 1 0 0 0,0-1 0 0 0,0 0 0 0 0,0 0 0 0 0,0 1 1 0 0,1-1-1 0 0,-1 0 0 0 0,0 1 0 0 0,0-1 0 0 0,0 0 0 0 0,1 1 0 0 0,-1-1 0 0 0,0 0 0 0 0,1 1 1 0 0,-1-1-1 0 0,0 0 0 0 0,1 1 0 0 0,-1-1 0 0 0,1 1 0 0 0,0-2 0 0 0,4-3-1209 0 0,-1-1 1 0 0,1 1-1 0 0,1 0 0 0 0,5-5 0 0 0,-9 9 849 0 0,14-11-3942 0 0,1 2-2130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38 120 0 0,'22'-37'20362'0'0,"-17"48"-17705"0"0,-22 197 2718 0 0,5-102-4985 0 0,11-96-431 0 0,0-1 35 0 0,0 0 1 0 0,1 0-1 0 0,0 0 0 0 0,0 0 1 0 0,2 11-1 0 0,-1-18-84 0 0,-1 0-1 0 0,1 0 0 0 0,-1 0 1 0 0,1 0-1 0 0,0 0 0 0 0,0-1 1 0 0,0 1-1 0 0,0 0 0 0 0,0 0 1 0 0,0-1-1 0 0,0 1 0 0 0,1-1 1 0 0,-1 1-1 0 0,0-1 0 0 0,1 1 1 0 0,0-1-1 0 0,-1 0 0 0 0,1 0 1 0 0,0 0-1 0 0,-1 0 1 0 0,1 0-1 0 0,0 0 0 0 0,0 0 1 0 0,0-1-1 0 0,0 1 0 0 0,0 0 1 0 0,0-1-1 0 0,0 0 0 0 0,2 1 1 0 0,4-1-562 0 0,0 0 1 0 0,-1 0-1 0 0,1 0 0 0 0,0-1 1 0 0,-1 0-1 0 0,1-1 1 0 0,-1 1-1 0 0,1-2 1 0 0,8-3-1 0 0,-4 2-2250 0 0,-1-2-1 0 0,18-11 0 0 0,-4 0-5579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7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138 100 16 0 0,'-17'-15'2736'0'0,"4"3"-556"0"0,-4 0-323 0 0,3 2-233 0 0,1-2-352 0 0,2 4-308 0 0,1 1-192 0 0,0-1-168 0 0,2 1 16 0 0,-4 0-756 0 0,0 5-2516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97 1464 0 0,'13'-17'4797'0'0,"-2"-1"1"0"0,19-35-1 0 0,-30 51-4229 0 0,-2-1 72 0 0,1 3-629 0 0,1 0 1 0 0,0 0-1 0 0,0-1 0 0 0,0 1 0 0 0,0 0 1 0 0,0 0-1 0 0,0 0 0 0 0,0-1 0 0 0,0 1 0 0 0,0 0 1 0 0,-1 0-1 0 0,1 0 0 0 0,0 0 0 0 0,0-1 1 0 0,0 1-1 0 0,0 0 0 0 0,0 0 0 0 0,-1 0 1 0 0,1 0-1 0 0,0 0 0 0 0,0 0 0 0 0,0 0 1 0 0,-1-1-1 0 0,1 1 0 0 0,0 0 0 0 0,0 0 1 0 0,0 0-1 0 0,-1 0 0 0 0,1 0 0 0 0,0 0 1 0 0,0 0-1 0 0,0 0 0 0 0,-1 0 0 0 0,1 0 0 0 0,0 0 1 0 0,0 0-1 0 0,0 0 0 0 0,-1 0 0 0 0,1 0 1 0 0,0 1-1 0 0,-11 2 79 0 0,1 0 0 0 0,-1 1 0 0 0,1 1 0 0 0,0 0 0 0 0,1 0 0 0 0,-1 1 1 0 0,1 0-1 0 0,0 1 0 0 0,1 0 0 0 0,-13 13 0 0 0,12-11-76 0 0,-1 1 1 0 0,2 0-1 0 0,0 0 0 0 0,0 1 1 0 0,1 1-1 0 0,0-1 0 0 0,1 1 1 0 0,-8 20-1 0 0,13-28-11 0 0,0 1 0 0 0,0-1-1 0 0,1 0 1 0 0,-1 0 0 0 0,1 0 0 0 0,0 0 0 0 0,1 0 0 0 0,-1 0-1 0 0,1 1 1 0 0,0-1 0 0 0,0 0 0 0 0,0 0 0 0 0,0 0-1 0 0,1-1 1 0 0,-1 1 0 0 0,1 0 0 0 0,0 0 0 0 0,0-1 0 0 0,0 1-1 0 0,1-1 1 0 0,5 6 0 0 0,5 5 4 0 0,1-1 0 0 0,0 0 0 0 0,24 15 1 0 0,-19-14-11 0 0,-4-2 7 0 0,-8-8-2 0 0,0 1 0 0 0,-1 0 0 0 0,1 0 0 0 0,-1 0 0 0 0,0 1 0 0 0,-1 0 0 0 0,9 13-1 0 0,-13-18 67 0 0,0 0 1 0 0,-1 0-1 0 0,1 0 0 0 0,-1 1 0 0 0,0-1 0 0 0,1 0 0 0 0,-1 0 0 0 0,0 1 0 0 0,0-1 0 0 0,0 0 0 0 0,0 1 0 0 0,0-1 0 0 0,0 0 1 0 0,0 0-1 0 0,0 1 0 0 0,0-1 0 0 0,-1 0 0 0 0,1 1 0 0 0,0-1 0 0 0,-1 0 0 0 0,1 0 0 0 0,-1 0 0 0 0,-1 2 0 0 0,1 0 47 0 0,-1-1-1 0 0,0 0 0 0 0,-1 0 0 0 0,1 0 0 0 0,0 0 0 0 0,-1 0 0 0 0,1 0 0 0 0,-1-1 0 0 0,-5 3 0 0 0,-3 1 191 0 0,-1-1-1 0 0,1 0 1 0 0,-1-1 0 0 0,-13 2-1 0 0,-2-3 204 0 0,0 0-1 0 0,-37-3 1 0 0,16-1-175 0 0,11-4-799 0 0,36 6 423 0 0,1 0 0 0 0,0 0 0 0 0,-1 0 0 0 0,1-1 0 0 0,-1 1 0 0 0,1 0 0 0 0,-1 0 0 0 0,1-1 0 0 0,0 1 0 0 0,-1 0 0 0 0,1 0 1 0 0,0-1-1 0 0,-1 1 0 0 0,1 0 0 0 0,0-1 0 0 0,0 1 0 0 0,-1-1 0 0 0,1 1 0 0 0,0 0 0 0 0,0-1 0 0 0,-1 1 0 0 0,1-1 0 0 0,0 1 0 0 0,0 0 0 0 0,0-1 0 0 0,0 1 0 0 0,0-1 0 0 0,0 1 0 0 0,0-1 0 0 0,0 1 0 0 0,0-1 0 0 0,0 1 0 0 0,0-1 0 0 0,0 1 0 0 0,0 0 0 0 0,0-1 0 0 0,0 1 0 0 0,0-1 0 0 0,0 1 0 0 0,1-1 0 0 0,-1 1 0 0 0,1-1 0 0 0,8-16-1334 0 0,20-15-1154 0 0,1 1 1 0 0,46-36 0 0 0,-14 12-2791 0 0,-21 17-578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8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148 127 2276 0 0,'2'-6'579'0'0,"4"-16"2928"0"0,-1 0-1 0 0,-1-1 1 0 0,1-31 0 0 0,-19 70-1344 0 0,1 24-156 0 0,1 0-1 0 0,-11 67 1 0 0,-2 88 951 0 0,12-76-1504 0 0,-5 19-971 0 0,-33 357 1556 0 0,50-483-2086 0 0,1 0 0 0 0,1 0 0 0 0,0 0 1 0 0,4 22-1 0 0,-4-32 32 0 0,-1 0 0 0 0,1 0 0 0 0,-1 0 0 0 0,1 0 1 0 0,0 0-1 0 0,-1 0 0 0 0,1 0 0 0 0,0 0 0 0 0,1-1 0 0 0,-1 1 0 0 0,0 0 1 0 0,0-1-1 0 0,1 1 0 0 0,-1-1 0 0 0,1 1 0 0 0,-1-1 0 0 0,1 0 1 0 0,-1 1-1 0 0,1-1 0 0 0,0 0 0 0 0,0 0 0 0 0,0 0 0 0 0,0-1 1 0 0,-1 1-1 0 0,1 0 0 0 0,0-1 0 0 0,0 1 0 0 0,0-1 0 0 0,0 0 0 0 0,1 1 1 0 0,-1-1-1 0 0,0 0 0 0 0,0 0 0 0 0,0-1 0 0 0,0 1 0 0 0,3-1 1 0 0,6-2-607 0 0,1 0 1 0 0,-1-1 0 0 0,-1-1 0 0 0,1 0 0 0 0,0 0 0 0 0,-1-1-1 0 0,0 0 1 0 0,17-15 0 0 0,-5 2-1328 0 0,-1-1 1 0 0,28-33-1 0 0,10-25-2921 0 0,-26 20-1334 0 0,-17 21-112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8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63 2228 0 0,'-43'-4'7250'0'0,"-82"-20"0"0"0,123 23-6924 0 0,28-11 291 0 0,23 4-672 0 0,96-5 0 0 0,51 13-5991 0 0,-151 1 2922 0 0,6-1-2863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8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174 169 1980 0 0,'0'0'1680'0'0,"-23"7"5802"0"0,22-6-7370 0 0,0 0-1 0 0,1 0 0 0 0,0 0 0 0 0,-1 0 1 0 0,1 0-1 0 0,-1 1 0 0 0,1-1 1 0 0,0 0-1 0 0,0 0 0 0 0,0 0 0 0 0,0 1 1 0 0,0-1-1 0 0,0 0 0 0 0,0 0 0 0 0,0 0 1 0 0,0 1-1 0 0,0-1 0 0 0,1 0 0 0 0,-1 0 1 0 0,1 0-1 0 0,-1 0 0 0 0,1 0 1 0 0,-1 1-1 0 0,1-1 0 0 0,-1 0 0 0 0,1 0 1 0 0,0 0-1 0 0,0 0 0 0 0,-1-1 0 0 0,1 1 1 0 0,0 0-1 0 0,0 0 0 0 0,0 0 1 0 0,0-1-1 0 0,0 1 0 0 0,0 0 0 0 0,0-1 1 0 0,0 1-1 0 0,2 0 0 0 0,0 0-78 0 0,0 0 1 0 0,-1 0-1 0 0,1 0 0 0 0,0 0 1 0 0,0 0-1 0 0,0 0 0 0 0,0-1 1 0 0,0 0-1 0 0,0 1 0 0 0,0-1 1 0 0,0 0-1 0 0,0-1 0 0 0,0 1 1 0 0,0 0-1 0 0,0-1 0 0 0,0 0 1 0 0,3 0-1 0 0,-2-1-22 0 0,0-1 0 0 0,0 1 0 0 0,0 0 0 0 0,0-1 0 0 0,-1 0 0 0 0,1 0 0 0 0,-1 0 0 0 0,0 0 0 0 0,0-1 0 0 0,0 1 1 0 0,0-1-1 0 0,0 0 0 0 0,-1 1 0 0 0,0-1 0 0 0,0 0 0 0 0,0-1 0 0 0,0 1 0 0 0,0 0 0 0 0,-1-1 0 0 0,0 1 0 0 0,0-1 0 0 0,0 1 0 0 0,-1-1 0 0 0,1 1 0 0 0,-1-1 0 0 0,-1-6 1 0 0,1 2-15 0 0,-1 0 1 0 0,-1-1-1 0 0,1 1 1 0 0,-2 0 0 0 0,-4-12-1 0 0,6 18-5 0 0,0 0 0 0 0,0 0 0 0 0,-1 0 0 0 0,1 0 0 0 0,-1 1 0 0 0,0-1 0 0 0,0 0 0 0 0,0 1 0 0 0,0 0 0 0 0,0-1 0 0 0,0 1 0 0 0,-1 0 0 0 0,1 0 0 0 0,-1 0 0 0 0,1 1 0 0 0,-1-1 0 0 0,0 0 0 0 0,-5-1 0 0 0,4 2 3 0 0,1 1 0 0 0,-1-1 0 0 0,1 1 0 0 0,-1 0 0 0 0,0 0 0 0 0,1 1-1 0 0,-1-1 1 0 0,1 1 0 0 0,-1-1 0 0 0,1 1 0 0 0,-1 0 0 0 0,1 1-1 0 0,0-1 1 0 0,-1 0 0 0 0,1 1 0 0 0,0 0 0 0 0,0 0 0 0 0,0 0-1 0 0,0 0 1 0 0,1 0 0 0 0,-5 4 0 0 0,-3 5 42 0 0,-1 0 0 0 0,1 0 0 0 0,-11 19-1 0 0,8-12 70 0 0,1 1-1 0 0,2 0 1 0 0,0 0-1 0 0,0 1 0 0 0,2 0 1 0 0,1 1-1 0 0,0 0 1 0 0,2 0-1 0 0,0 0 0 0 0,1 0 1 0 0,0 27-1 0 0,3-44-80 0 0,1-1-1 0 0,1 1 0 0 0,-1 0 0 0 0,0-1 1 0 0,1 1-1 0 0,0-1 0 0 0,0 1 0 0 0,0-1 1 0 0,0 1-1 0 0,1-1 0 0 0,-1 0 1 0 0,1 0-1 0 0,0 1 0 0 0,-1-1 0 0 0,2 0 1 0 0,-1-1-1 0 0,4 5 0 0 0,-3-4-98 0 0,1 0-1 0 0,-1-1 0 0 0,1 0 1 0 0,0 0-1 0 0,0 0 0 0 0,0 0 1 0 0,0 0-1 0 0,0-1 1 0 0,0 0-1 0 0,0 0 0 0 0,1 0 1 0 0,7 1-1 0 0,0-2-510 0 0,0 0 1 0 0,0-1-1 0 0,0 0 1 0 0,0-1-1 0 0,0 0 0 0 0,0-1 1 0 0,-1 0-1 0 0,1-1 1 0 0,16-7-1 0 0,-18 6-425 0 0,-1-1 0 0 0,1 1 0 0 0,-1-2 0 0 0,8-6 0 0 0,8-12-2781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2:5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2048 0 0,'15'-41'2816'0'0,"-5"14"323"0"0,9-39 0 0 0,-19 65-3104 0 0,0 1 1 0 0,0-1-1 0 0,1 0 1 0 0,-1 1-1 0 0,0-1 1 0 0,0 1-1 0 0,1-1 1 0 0,-1 0-1 0 0,1 1 1 0 0,-1-1-1 0 0,0 1 1 0 0,1-1-1 0 0,-1 1 1 0 0,1-1-1 0 0,-1 1 1 0 0,1 0-1 0 0,-1-1 1 0 0,1 1-1 0 0,-1-1 1 0 0,1 1 0 0 0,0 0-1 0 0,-1 0 1 0 0,1-1-1 0 0,-1 1 1 0 0,1 0-1 0 0,0 0 1 0 0,-1 0-1 0 0,1 0 1 0 0,0 0-1 0 0,-1 0 1 0 0,1 0-1 0 0,0 0 1 0 0,-1 0-1 0 0,1 0 1 0 0,1 0-1 0 0,19 7 966 0 0,-14-2-709 0 0,0 1 0 0 0,-1 0 1 0 0,1 0-1 0 0,-1 0 0 0 0,0 1 0 0 0,-1-1 0 0 0,1 2 0 0 0,-1-1 0 0 0,5 10 0 0 0,1 6 547 0 0,17 44 0 0 0,-20-44-461 0 0,-1 1-1 0 0,7 38 1 0 0,-13-55-277 0 0,0 0 0 0 0,0 1 0 0 0,-1-1 0 0 0,0 1 0 0 0,0-1 0 0 0,-1 1 0 0 0,0-1 0 0 0,0 0 0 0 0,-1 0 0 0 0,1 1 0 0 0,-2-1 1 0 0,-5 13-1 0 0,7-18-75 0 0,1 0 0 0 0,-1-1 0 0 0,-1 1 0 0 0,1 0 0 0 0,0-1 0 0 0,0 1 0 0 0,-1-1 0 0 0,1 1 1 0 0,0-1-1 0 0,-1 0 0 0 0,0 1 0 0 0,1-1 0 0 0,-1 0 0 0 0,0 0 0 0 0,1 0 0 0 0,-1 0 1 0 0,0-1-1 0 0,0 1 0 0 0,-3 1 0 0 0,3-2-15 0 0,1 0 0 0 0,-1-1 0 0 0,0 1 0 0 0,1 0 0 0 0,-1 0-1 0 0,0-1 1 0 0,1 1 0 0 0,-1-1 0 0 0,0 1 0 0 0,1-1 0 0 0,-1 0 0 0 0,1 0 0 0 0,-1 0 0 0 0,1 1 0 0 0,0-2 0 0 0,-1 1 0 0 0,1 0-1 0 0,-2-1 1 0 0,0-2-10 0 0,0 1 0 0 0,0-1 0 0 0,0 0 0 0 0,1 0 0 0 0,-1 0-1 0 0,1 0 1 0 0,0 0 0 0 0,0-1 0 0 0,1 1 0 0 0,-1 0 0 0 0,1-1 0 0 0,0 0-1 0 0,0 1 1 0 0,0-1 0 0 0,0-7 0 0 0,3 4-10 0 0,-1-1 0 0 0,1 1 0 0 0,0-1 0 0 0,1 1 1 0 0,0 0-1 0 0,0 0 0 0 0,1 0 0 0 0,0 0 0 0 0,0 1 0 0 0,1-1 0 0 0,0 1 0 0 0,0 0 1 0 0,1 1-1 0 0,7-8 0 0 0,2 0-15 0 0,0 0-1 0 0,1 1 1 0 0,0 1 0 0 0,37-20 0 0 0,-38 24 6 0 0,1 1 0 0 0,1 1 1 0 0,0 0-1 0 0,23-5 0 0 0,-31 9 16 0 0,0 0-1 0 0,-1 1 1 0 0,1 0-1 0 0,0 1 1 0 0,0 0-1 0 0,0 0 1 0 0,0 1-1 0 0,0 0 1 0 0,0 0-1 0 0,13 5 1 0 0,-19-5 24 0 0,-1 0 1 0 0,1 0-1 0 0,-1 1 0 0 0,1-1 1 0 0,-1 0-1 0 0,1 1 0 0 0,-1 0 1 0 0,0 0-1 0 0,0 0 1 0 0,0 0-1 0 0,0 0 0 0 0,0 0 1 0 0,0 0-1 0 0,0 1 0 0 0,-1-1 1 0 0,3 5-1 0 0,-3-3 39 0 0,1 1-1 0 0,-1-1 1 0 0,0 1 0 0 0,0-1-1 0 0,0 1 1 0 0,-1 0-1 0 0,1-1 1 0 0,-1 1 0 0 0,-1 7-1 0 0,-2 6 97 0 0,0 1-1 0 0,-2-1 1 0 0,0 0-1 0 0,-8 18 1 0 0,10-27-177 0 0,-8 17 90 0 0,6-15-495 0 0,1 0 1 0 0,0 1-1 0 0,1-1 0 0 0,0 1 0 0 0,-3 22 1 0 0,6-33 257 0 0,0 0 1 0 0,0 0 0 0 0,0 0 0 0 0,0 0-1 0 0,0 0 1 0 0,1 0 0 0 0,-1 0 0 0 0,0-1-1 0 0,0 1 1 0 0,1 0 0 0 0,-1 0 0 0 0,1 0-1 0 0,-1-1 1 0 0,1 1 0 0 0,-1 0 0 0 0,1 0 0 0 0,-1-1-1 0 0,1 1 1 0 0,0 0 0 0 0,-1-1 0 0 0,1 1-1 0 0,0-1 1 0 0,0 1 0 0 0,-1-1 0 0 0,1 1-1 0 0,0-1 1 0 0,0 0 0 0 0,0 1 0 0 0,-1-1 0 0 0,1 0-1 0 0,0 1 1 0 0,0-1 0 0 0,0 0 0 0 0,0 0-1 0 0,0 0 1 0 0,0 0 0 0 0,0 0 0 0 0,-1 0-1 0 0,3 0 1 0 0,2-1-819 0 0,0 1-1 0 0,0-1 1 0 0,0 0-1 0 0,0-1 1 0 0,8-2-1 0 0,5-5-4158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219 142 684 0 0,'3'-5'1193'0'0,"-1"-1"0"0"0,1 0 1 0 0,-1 0-1 0 0,0 0 0 0 0,-1 0 0 0 0,0 0 0 0 0,0-1 1 0 0,0 1-1 0 0,0 0 0 0 0,-1-1 0 0 0,0 1 0 0 0,-1-8 0 0 0,0 13-1105 0 0,1 1-1 0 0,0-1 0 0 0,0 1 1 0 0,0-1-1 0 0,0 1 0 0 0,0 0 1 0 0,0-1-1 0 0,-1 1 0 0 0,1-1 1 0 0,0 1-1 0 0,0-1 0 0 0,-1 1 0 0 0,1 0 1 0 0,0-1-1 0 0,-1 1 0 0 0,1 0 1 0 0,0-1-1 0 0,-1 1 0 0 0,1 0 1 0 0,-1-1-1 0 0,1 1 0 0 0,0 0 1 0 0,-1 0-1 0 0,1-1 0 0 0,-1 1 0 0 0,1 0 1 0 0,-1 0-1 0 0,1 0 0 0 0,-1 0 1 0 0,1 0-1 0 0,-1 0 0 0 0,1 0 1 0 0,-1 0-1 0 0,-13 1 972 0 0,14 0-1119 0 0,-5 0 300 0 0,0 1-1 0 0,1 0 1 0 0,-1 0-1 0 0,1 1 1 0 0,0-1-1 0 0,-1 1 0 0 0,1 0 1 0 0,1 0-1 0 0,-6 6 1 0 0,-30 35 1180 0 0,28-30-1095 0 0,-2 3-180 0 0,0 0 0 0 0,1 1 0 0 0,1 0 0 0 0,1 1 0 0 0,1 0-1 0 0,1 1 1 0 0,0-1 0 0 0,1 2 0 0 0,1-1 0 0 0,-5 42 0 0 0,10-58-230 0 0,0 0 0 0 0,1-1 0 0 0,0 1-1 0 0,0 0 1 0 0,0-1 0 0 0,0 1 0 0 0,1 0 0 0 0,0 0-1 0 0,-1-1 1 0 0,1 1 0 0 0,0-1 0 0 0,1 1 0 0 0,-1-1 0 0 0,1 1-1 0 0,-1-1 1 0 0,1 0 0 0 0,0 1 0 0 0,0-1 0 0 0,1 0 0 0 0,-1-1-1 0 0,1 1 1 0 0,-1 0 0 0 0,1-1 0 0 0,0 1 0 0 0,0-1 0 0 0,0 0-1 0 0,0 0 1 0 0,0 0 0 0 0,1 0 0 0 0,-1-1 0 0 0,0 1 0 0 0,1-1-1 0 0,4 1 1 0 0,1 0-463 0 0,0 0 0 0 0,0-1 1 0 0,1 0-1 0 0,-1-1 0 0 0,0 0 0 0 0,0-1 0 0 0,1 1 0 0 0,-1-2 0 0 0,0 1 0 0 0,0-2 1 0 0,0 1-1 0 0,13-6 0 0 0,-3-1-93 0 0,-1-1 1 0 0,0 0-1 0 0,0-1 1 0 0,-1-1-1 0 0,-1-1 1 0 0,0 0-1 0 0,-1-1 1 0 0,0-1-1 0 0,16-21 1 0 0,-16 16 986 0 0,-1 1 1 0 0,21-43-1 0 0,-26 43 968 0 0,-1 0 0 0 0,-1 0 0 0 0,8-33 0 0 0,-7 24 777 0 0,-5 24-775 0 0,-4 16-763 0 0,0-2-307 0 0,-2 14 102 0 0,1-1-1 0 0,1 1 1 0 0,1 0 0 0 0,5 43-1 0 0,-3-62-323 0 0,-1 1-1 0 0,0 0 0 0 0,1-1 1 0 0,0 0-1 0 0,1 1 0 0 0,-1-1 1 0 0,1 0-1 0 0,0 0 0 0 0,0 0 0 0 0,8 8 1 0 0,-8-10-6 0 0,0 0 0 0 0,1 0 1 0 0,0 0-1 0 0,-1-1 0 0 0,1 1 1 0 0,0-1-1 0 0,1 0 1 0 0,-1 0-1 0 0,0-1 0 0 0,0 1 1 0 0,1-1-1 0 0,-1 0 0 0 0,1 0 1 0 0,-1 0-1 0 0,9-1 0 0 0,-6 0-46 0 0,1 0 0 0 0,-1 0 0 0 0,1-1-1 0 0,-1 0 1 0 0,1-1 0 0 0,-1 1 0 0 0,0-1-1 0 0,0-1 1 0 0,0 0 0 0 0,13-6 0 0 0,-9 2-56 0 0,-1 0 0 0 0,0 0 0 0 0,0-1 0 0 0,0-1 1 0 0,15-18-1 0 0,-6 4-53 0 0,-2-2-1 0 0,0 0 1 0 0,-2 0 0 0 0,20-49 0 0 0,-24 50 112 0 0,-3 7 187 0 0,-1 0-1 0 0,7-24 0 0 0,-12 32-153 0 0,-1 7 23 0 0,-2 10 73 0 0,0 0 0 0 0,0 0 0 0 0,-1 0 0 0 0,0-1 0 0 0,-6 14 0 0 0,-1 5 196 0 0,-236 971 5138 0 0,212-847-4610 0 0,-57 161 0 0 0,86-299-644 0 0,-1 0 1 0 0,0 0-1 0 0,-1 0 0 0 0,-1-1 1 0 0,0 0-1 0 0,0 0 0 0 0,-1-1 1 0 0,0 0-1 0 0,-19 17 1 0 0,22-23-120 0 0,1 0 1 0 0,-1-1 0 0 0,0 0-1 0 0,0 0 1 0 0,0 0 0 0 0,0 0 0 0 0,-1-1-1 0 0,1 0 1 0 0,-1 0 0 0 0,1 0 0 0 0,-1-1-1 0 0,0 0 1 0 0,0 0 0 0 0,1 0 0 0 0,-1-1-1 0 0,0 0 1 0 0,0 0 0 0 0,0-1 0 0 0,0 1-1 0 0,1-1 1 0 0,-1 0 0 0 0,0-1 0 0 0,1 0-1 0 0,-7-2 1 0 0,5 1-66 0 0,0 0 0 0 0,0 0 0 0 0,0-1 0 0 0,1 0 0 0 0,0 0 0 0 0,-1-1 0 0 0,2 0 0 0 0,-1 0 0 0 0,0 0 0 0 0,1-1 0 0 0,0 1 0 0 0,0-1 0 0 0,1-1 0 0 0,-6-9 0 0 0,5 7 0 0 0,2-1 0 0 0,-1 1 0 0 0,1-1 0 0 0,1 1 0 0 0,0-1 0 0 0,0 0 0 0 0,1 0 0 0 0,0 0 0 0 0,1 0 0 0 0,0-10 0 0 0,3-6 0 0 0,1 1 0 0 0,1-1 0 0 0,1 1 0 0 0,1 0 0 0 0,2 1 0 0 0,0 0 0 0 0,22-41 0 0 0,-11 31-886 0 0,45-60-1 0 0,-33 56-1506 0 0,2 0 0 0 0,62-52 1 0 0,-38 44-776 0 0,3 1 0 0 0,2 4 0 0 0,76-38 0 0 0,-92 55-5572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388 157 1540 0 0,'3'-8'948'0'0,"0"-1"-1"0"0,-1-1 1 0 0,0 1 0 0 0,0 0-1 0 0,-1-1 1 0 0,-1 1 0 0 0,0 0-1 0 0,0-1 1 0 0,0 1-1 0 0,-1-1 1 0 0,-1 1 0 0 0,-2-10-1 0 0,3 17-857 0 0,1 1 0 0 0,-1-1 0 0 0,0 1-1 0 0,1-1 1 0 0,-1 1 0 0 0,0-1 0 0 0,0 1-1 0 0,0 0 1 0 0,0-1 0 0 0,0 1 0 0 0,-1 0-1 0 0,1 0 1 0 0,0 0 0 0 0,0 0 0 0 0,-1 0 0 0 0,1 0-1 0 0,-1 0 1 0 0,1 0 0 0 0,-1 1 0 0 0,-2-2-1 0 0,2 2-43 0 0,-1 0 0 0 0,0-1-1 0 0,1 1 1 0 0,-1 0 0 0 0,1 0-1 0 0,-1 1 1 0 0,0-1 0 0 0,1 1-1 0 0,-1-1 1 0 0,1 1-1 0 0,-1 0 1 0 0,-2 1 0 0 0,-5 3 15 0 0,0 0 0 0 0,0 1 0 0 0,0 1 0 0 0,-15 12 0 0 0,-3 5 20 0 0,1 1-1 0 0,1 2 1 0 0,1 0 0 0 0,2 2 0 0 0,0 1 0 0 0,2 0 0 0 0,2 2-1 0 0,0 0 1 0 0,-24 63 0 0 0,40-88-64 0 0,1 0 1 0 0,0 0-1 0 0,0 0 0 0 0,1 0 1 0 0,0 0-1 0 0,0 1 0 0 0,1-1 0 0 0,-1 0 1 0 0,3 13-1 0 0,-2-17-9 0 0,1 0-1 0 0,0 0 1 0 0,0-1-1 0 0,0 1 1 0 0,0 0-1 0 0,0-1 1 0 0,1 1-1 0 0,-1-1 1 0 0,1 1-1 0 0,-1-1 1 0 0,1 0-1 0 0,0 0 1 0 0,0 0-1 0 0,0 0 1 0 0,0 0-1 0 0,0 0 1 0 0,1 0-1 0 0,-1-1 1 0 0,1 1-1 0 0,-1-1 1 0 0,1 1-1 0 0,-1-1 1 0 0,1 0-1 0 0,0 0 1 0 0,-1-1-1 0 0,1 1 1 0 0,3 0-1 0 0,2 0-11 0 0,0 0 0 0 0,0 0-1 0 0,0-1 1 0 0,1-1 0 0 0,-1 1-1 0 0,0-1 1 0 0,0 0 0 0 0,0-1-1 0 0,0 0 1 0 0,-1-1 0 0 0,1 1-1 0 0,0-1 1 0 0,-1-1 0 0 0,0 1-1 0 0,0-1 1 0 0,12-9-1 0 0,-2 1-25 0 0,-2-1-1 0 0,0-1 0 0 0,0 0 1 0 0,-2-1-1 0 0,20-27 0 0 0,-4-3-45 0 0,-2-2 0 0 0,-2-1-1 0 0,29-78 1 0 0,-69 169 190 0 0,-18 72 1 0 0,28-96-69 0 0,2 0 0 0 0,0 1 0 0 0,1-1 0 0 0,1 1 0 0 0,0 0 0 0 0,2-1 0 0 0,5 35 0 0 0,-4-48-181 0 0,0 1-1 0 0,0-1 1 0 0,1 1 0 0 0,-1-1-1 0 0,2 0 1 0 0,-1 0-1 0 0,1 0 1 0 0,0 0-1 0 0,0-1 1 0 0,0 1 0 0 0,8 5-1 0 0,-9-8-311 0 0,0 0 0 0 0,0 0 1 0 0,1-1-1 0 0,-1 0 0 0 0,1 1 0 0 0,-1-1 0 0 0,1-1 0 0 0,0 1 0 0 0,0-1 1 0 0,0 1-1 0 0,0-1 0 0 0,0 0 0 0 0,0 0 0 0 0,0-1 0 0 0,1 1 0 0 0,-1-1 1 0 0,0 0-1 0 0,0 0 0 0 0,8-2 0 0 0,6-2-4455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14 792 76 0 0,'34'-119'13167'0'0,"-34"119"-13130"0"0,0 0 0 0 0,1 1 0 0 0,-1-1 1 0 0,1 0-1 0 0,-1 0 0 0 0,0 1 1 0 0,1-1-1 0 0,-1 0 0 0 0,0 0 0 0 0,0 1 1 0 0,1-1-1 0 0,-1 0 0 0 0,0 1 0 0 0,0-1 1 0 0,1 0-1 0 0,-1 1 0 0 0,0-1 1 0 0,0 0-1 0 0,0 1 0 0 0,1-1 0 0 0,-1 1 1 0 0,0-1-1 0 0,0 0 0 0 0,0 1 1 0 0,0-1-1 0 0,0 1 0 0 0,0-1 0 0 0,0 1 1 0 0,1 16 567 0 0,-1-13-308 0 0,0 38 736 0 0,-2-1 0 0 0,-2 0 1 0 0,-13 58-1 0 0,10-60-762 0 0,-15 63 1390 0 0,21-100-1072 0 0,-1-21-208 0 0,7-1-379 0 0,1 1 0 0 0,0 0 0 0 0,1 0-1 0 0,2 0 1 0 0,-1 1 0 0 0,20-29-1 0 0,-14 27-36 0 0,-1 0-1 0 0,2 1 1 0 0,1 1-1 0 0,29-27 1 0 0,-37 38 14 0 0,0 0 0 0 0,1 0 1 0 0,0 1-1 0 0,1 0 0 0 0,-1 1 1 0 0,1 0-1 0 0,0 0 0 0 0,0 1 0 0 0,1 0 1 0 0,-1 1-1 0 0,1 0 0 0 0,11-1 1 0 0,-19 4 15 0 0,0-1 0 0 0,0 1 0 0 0,0 0 0 0 0,0 0 0 0 0,0 0-1 0 0,0 1 1 0 0,-1-1 0 0 0,1 1 0 0 0,0-1 0 0 0,0 1 0 0 0,0 0 0 0 0,-1 0 0 0 0,1 0 0 0 0,0 0 0 0 0,-1 1 0 0 0,1-1 0 0 0,-1 1 0 0 0,1-1 0 0 0,3 5 0 0 0,-4-3 7 0 0,1 0 0 0 0,-1 1 0 0 0,0-1 0 0 0,0 1 0 0 0,0-1 0 0 0,-1 1-1 0 0,1 0 1 0 0,-1 0 0 0 0,0-1 0 0 0,0 1 0 0 0,0 0 0 0 0,0 7 0 0 0,-1 6 7 0 0,0 0 0 0 0,-1 0 1 0 0,0 0-1 0 0,-2 0 0 0 0,-5 21 1 0 0,-5 8 2 0 0,8-33-371 0 0,1 0 0 0 0,1 0 0 0 0,0 1 0 0 0,0 0 0 0 0,2-1 0 0 0,-1 20 0 0 0,2-31 228 0 0,0 0 1 0 0,0-1 0 0 0,0 1 0 0 0,1 0-1 0 0,-1-1 1 0 0,1 1 0 0 0,-1 0-1 0 0,1-1 1 0 0,0 1 0 0 0,-1-1-1 0 0,1 1 1 0 0,0-1 0 0 0,0 0-1 0 0,0 1 1 0 0,0-1 0 0 0,0 0-1 0 0,0 1 1 0 0,1-1 0 0 0,-1 0 0 0 0,2 1-1 0 0,-1-1-81 0 0,1 1 0 0 0,-1-1 0 0 0,1 0 0 0 0,0 0 0 0 0,-1-1 0 0 0,1 1 0 0 0,0 0 0 0 0,0-1 0 0 0,0 0 0 0 0,-1 1 0 0 0,4-1 0 0 0,6-1-548 0 0,-1-1-1 0 0,0 1 1 0 0,0-2-1 0 0,21-6 1 0 0,-6-1-143 0 0,0-1 0 0 0,-1-2-1 0 0,0 0 1 0 0,34-25 0 0 0,-29 16 1360 0 0,-1-2-1 0 0,50-53 1 0 0,-59 55 627 0 0,-1 0 0 0 0,22-38-1 0 0,-36 52-595 0 0,0 0-1 0 0,0-1 0 0 0,-1 1 0 0 0,-1-1 0 0 0,0 0 1 0 0,0 0-1 0 0,0 0 0 0 0,-1 0 0 0 0,-1-1 0 0 0,0 1 1 0 0,1-18-1 0 0,-2 25-422 0 0,0 1-1 0 0,0 0 1 0 0,-1 0 0 0 0,1 0 0 0 0,0-1 0 0 0,0 1 0 0 0,-1 0-1 0 0,1 0 1 0 0,-1 0 0 0 0,1 0 0 0 0,-1 0 0 0 0,1 0 0 0 0,-1 0-1 0 0,1 0 1 0 0,-1 0 0 0 0,0 0 0 0 0,0 0 0 0 0,0 0 0 0 0,1 0-1 0 0,-1 0 1 0 0,0 0 0 0 0,0 1 0 0 0,-2-2 0 0 0,2 2-5 0 0,-1-1 0 0 0,0 1 1 0 0,0-1-1 0 0,0 1 0 0 0,0 0 1 0 0,0-1-1 0 0,0 1 0 0 0,0 0 0 0 0,1 0 1 0 0,-1 1-1 0 0,0-1 0 0 0,0 0 1 0 0,-2 1-1 0 0,-4 2 94 0 0,0 0 0 0 0,0 0 0 0 0,0 0 0 0 0,1 1 0 0 0,-13 8-1 0 0,-1 4-6 0 0,0 1 0 0 0,1 0 0 0 0,1 2 0 0 0,0 0-1 0 0,2 1 1 0 0,0 0 0 0 0,2 2 0 0 0,0 0-1 0 0,1 1 1 0 0,2 0 0 0 0,0 1 0 0 0,-12 36 0 0 0,22-53-132 0 0,0-1 0 0 0,0 1 0 0 0,1 0 0 0 0,0 0 0 0 0,1 0 0 0 0,0-1 0 0 0,0 1 0 0 0,0 0 0 0 0,1 0 0 0 0,0 0 0 0 0,0 0 0 0 0,0-1 0 0 0,3 8 0 0 0,-2-11-2 0 0,0 1 0 0 0,-1-1-1 0 0,1 1 1 0 0,1-1 0 0 0,-1 0-1 0 0,0 0 1 0 0,1 0 0 0 0,-1 0-1 0 0,1-1 1 0 0,0 1-1 0 0,0-1 1 0 0,0 1 0 0 0,0-1-1 0 0,0 0 1 0 0,1 0 0 0 0,-1-1-1 0 0,1 1 1 0 0,-1-1 0 0 0,1 1-1 0 0,-1-1 1 0 0,1 0-1 0 0,0-1 1 0 0,0 1 0 0 0,7 0-1 0 0,2-1-71 0 0,1 0 0 0 0,-1-1 0 0 0,0-1 0 0 0,1 0 0 0 0,-1-1 0 0 0,0 0 0 0 0,-1-1-1 0 0,1 0 1 0 0,-1-1 0 0 0,1-1 0 0 0,-1 0 0 0 0,-1 0 0 0 0,1-2 0 0 0,19-15 0 0 0,-7 3-190 0 0,0-2 0 0 0,-1-1 0 0 0,-2-1 0 0 0,0 0 0 0 0,20-32 0 0 0,-8 2 79 0 0,-2-1-1 0 0,-3-1 1 0 0,-2-1 0 0 0,-2-2 0 0 0,-4 0-1 0 0,-1-2 1 0 0,-4 0 0 0 0,-2 0-1 0 0,-3-2 1 0 0,4-95 0 0 0,-14 155 189 0 0,1-9 47 0 0,-1 0 1 0 0,0 1-1 0 0,0-1 0 0 0,-1 0 0 0 0,-1 1 1 0 0,0-1-1 0 0,-5-15 0 0 0,7 26-63 0 0,-1 1-1 0 0,1-1 1 0 0,0 1-1 0 0,-1 0 1 0 0,1-1-1 0 0,-1 1 1 0 0,1-1-1 0 0,-1 1 1 0 0,1 0-1 0 0,-1-1 1 0 0,1 1-1 0 0,-1 0 1 0 0,1 0-1 0 0,-1-1 1 0 0,1 1-1 0 0,-1 0 1 0 0,1 0-1 0 0,-1 0 1 0 0,0 0-1 0 0,1-1 1 0 0,-1 1-1 0 0,1 0 1 0 0,-1 0-1 0 0,0 0 1 0 0,1 1-1 0 0,-1-1 1 0 0,1 0-1 0 0,-1 0 1 0 0,1 0-1 0 0,-1 0 1 0 0,0 0-1 0 0,1 1 1 0 0,-1-1 0 0 0,1 0-1 0 0,-1 0 1 0 0,1 1-1 0 0,-1-1 1 0 0,1 0-1 0 0,-1 1 1 0 0,0 0-1 0 0,-19 17 42 0 0,10-2 35 0 0,1 0-1 0 0,0 0 0 0 0,1 0 1 0 0,-8 27-1 0 0,-18 74 446 0 0,30-101-466 0 0,-56 267 646 0 0,55-240-682 0 0,1-1-1 0 0,2 1 0 0 0,2 0 1 0 0,10 73-1 0 0,-8-100-400 0 0,1 0 0 0 0,1 0 0 0 0,1-1 0 0 0,0 0 0 0 0,1 0 0 0 0,13 22 0 0 0,-13-26-951 0 0,1-1 1 0 0,0-1-1 0 0,1 1 0 0 0,0-1 0 0 0,15 13 1 0 0,7 2-5797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2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36 484 1576 0 0,'-18'18'8417'0'0,"0"-6"-934"0"0,25-19-6563 0 0,53-47-449 0 0,103-98-124 0 0,-123 111-363 0 0,65-89 0 0 0,-96 117 15 0 0,2-1-37 0 0,-1-1 1 0 0,-1 0-1 0 0,0 0 1 0 0,11-27 0 0 0,-20 42 33 0 0,0-1 1 0 0,0 1-1 0 0,0 0 1 0 0,0-1 0 0 0,0 1-1 0 0,1-1 1 0 0,-1 1-1 0 0,0-1 1 0 0,0 1-1 0 0,0-1 1 0 0,0 1-1 0 0,0-1 1 0 0,0 1 0 0 0,0 0-1 0 0,0-1 1 0 0,-1 1-1 0 0,1-1 1 0 0,0 1-1 0 0,0-1 1 0 0,0 1-1 0 0,0-1 1 0 0,-1 1 0 0 0,1 0-1 0 0,0-1 1 0 0,0 1-1 0 0,-1 0 1 0 0,1-1-1 0 0,0 1 1 0 0,-1 0-1 0 0,1-1 1 0 0,0 1 0 0 0,-1 0-1 0 0,1-1 1 0 0,0 1-1 0 0,-1 0 1 0 0,1 0-1 0 0,-1 0 1 0 0,1-1-1 0 0,-1 1 1 0 0,1 0 0 0 0,0 0-1 0 0,-1 0 1 0 0,1 0-1 0 0,-1 0 1 0 0,0 0-1 0 0,-22 2-52 0 0,8 6 38 0 0,0 0 1 0 0,0 0-1 0 0,1 2 1 0 0,0 0-1 0 0,0 0 1 0 0,1 2-1 0 0,1-1 0 0 0,0 1 1 0 0,0 1-1 0 0,-12 19 1 0 0,21-28 16 0 0,0 1 0 0 0,0-1 1 0 0,0 1-1 0 0,0 0 0 0 0,1 0 0 0 0,0 0 1 0 0,0 1-1 0 0,0-1 0 0 0,1 1 1 0 0,0-1-1 0 0,0 0 0 0 0,0 1 1 0 0,0 7-1 0 0,2-6 2 0 0,0 0-1 0 0,0-1 1 0 0,0 1 0 0 0,1-1-1 0 0,0 0 1 0 0,0 1 0 0 0,1-1 0 0 0,0 0-1 0 0,0 0 1 0 0,8 10 0 0 0,38 49 21 0 0,-33-47-7 0 0,-2 1 1 0 0,0 0 0 0 0,12 24-1 0 0,-25-41 52 0 0,0 0-1 0 0,0 0 1 0 0,0 0-1 0 0,0 0 1 0 0,0 0-1 0 0,-1 0 1 0 0,1 0-1 0 0,-1 0 1 0 0,0 0-1 0 0,0 0 1 0 0,0 0-1 0 0,0 0 1 0 0,0 1-1 0 0,0-1 1 0 0,0 0-1 0 0,0 0 1 0 0,-1 0-1 0 0,1 0 1 0 0,-1 0-1 0 0,-1 2 1 0 0,1-1 30 0 0,-1-1 1 0 0,1 0 0 0 0,-1 1 0 0 0,0-1-1 0 0,0 0 1 0 0,0 0 0 0 0,0 0 0 0 0,0-1-1 0 0,-1 1 1 0 0,1 0 0 0 0,-1-1 0 0 0,1 1-1 0 0,-4 0 1 0 0,-2 1 85 0 0,0 0 0 0 0,0 0 0 0 0,0-1-1 0 0,0 0 1 0 0,-1-1 0 0 0,1 0 0 0 0,0 0-1 0 0,-17-1 1 0 0,-1-5-77 0 0,1 0 1 0 0,0-1-1 0 0,-40-16 0 0 0,25 8-978 0 0,39 14 774 0 0,1 0-1 0 0,-1 0 1 0 0,1 0-1 0 0,-1-1 1 0 0,1 1-1 0 0,-1 0 1 0 0,1 0-1 0 0,-1 0 1 0 0,1 0-1 0 0,-1-1 0 0 0,1 1 1 0 0,0 0-1 0 0,-1-1 1 0 0,1 1-1 0 0,-1 0 1 0 0,1-1-1 0 0,0 1 1 0 0,-1 0-1 0 0,1-1 1 0 0,0 1-1 0 0,-1-1 1 0 0,1 1-1 0 0,0-1 1 0 0,0 1-1 0 0,-1-1 0 0 0,1 1 1 0 0,0-1-1 0 0,0 1 1 0 0,0-1-1 0 0,0 0-43 0 0,0 0-1 0 0,1 0 0 0 0,-1 0 1 0 0,0 1-1 0 0,1-1 0 0 0,-1 0 1 0 0,1 0-1 0 0,-1 1 0 0 0,1-1 1 0 0,0 0-1 0 0,-1 1 0 0 0,1-1 1 0 0,0 1-1 0 0,-1-1 0 0 0,2 0 0 0 0,29-15-3020 0 0,64-21-4679 0 0,-61 25 3859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3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93 747 2228 0 0,'4'-5'1038'0'0,"0"1"-1"0"0,0-1 0 0 0,0 0 1 0 0,-1-1-1 0 0,1 1 1 0 0,-1-1-1 0 0,-1 1 1 0 0,1-1-1 0 0,1-6 0 0 0,-3 10-367 0 0,-4-1 199 0 0,3 2-847 0 0,0 1 0 0 0,0 0 0 0 0,0 0 0 0 0,0-1 1 0 0,0 1-1 0 0,-1 0 0 0 0,1 0 0 0 0,0 0 0 0 0,0 0 0 0 0,0-1 1 0 0,0 1-1 0 0,0 0 0 0 0,0 0 0 0 0,0 0 0 0 0,0 0 1 0 0,-1-1-1 0 0,1 1 0 0 0,0 0 0 0 0,0 0 0 0 0,0 0 1 0 0,0 0-1 0 0,-1 0 0 0 0,1 0 0 0 0,0-1 0 0 0,0 1 1 0 0,0 0-1 0 0,-1 0 0 0 0,1 0 0 0 0,0 0 0 0 0,0 0 1 0 0,0 0-1 0 0,-1 0 0 0 0,1 0 0 0 0,0 0 0 0 0,0 0 0 0 0,0 0 1 0 0,-1 0-1 0 0,1 0 0 0 0,-5 2 214 0 0,0 1 0 0 0,1-1 0 0 0,-1 1-1 0 0,1 0 1 0 0,0 0 0 0 0,0 0 0 0 0,0 0 0 0 0,0 1 0 0 0,0 0-1 0 0,1 0 1 0 0,0 0 0 0 0,0 0 0 0 0,0 0 0 0 0,-4 8-1 0 0,-4 8 158 0 0,2 0 0 0 0,-9 22-1 0 0,14-30-325 0 0,0 0 0 0 0,1-1 0 0 0,1 1 1 0 0,-1 0-1 0 0,2 1 0 0 0,0-1 0 0 0,0 0 0 0 0,1 0 0 0 0,0 1 0 0 0,4 17 0 0 0,-3-25-50 0 0,0 0-1 0 0,0 0 1 0 0,1 0-1 0 0,0 0 1 0 0,0-1-1 0 0,0 1 1 0 0,0-1-1 0 0,1 1 1 0 0,0-1-1 0 0,-1 0 1 0 0,2 0-1 0 0,-1 0 0 0 0,0-1 1 0 0,1 1-1 0 0,0-1 1 0 0,0 1-1 0 0,0-1 1 0 0,0 0-1 0 0,0-1 1 0 0,0 1-1 0 0,1-1 1 0 0,0 0-1 0 0,-1 0 1 0 0,1 0-1 0 0,0-1 1 0 0,0 0-1 0 0,9 2 1 0 0,-5-2-2 0 0,0 0 0 0 0,0-1 0 0 0,0 1 0 0 0,0-2 0 0 0,1 1 0 0 0,-1-1 0 0 0,0-1 0 0 0,0 0 1 0 0,0 0-1 0 0,-1-1 0 0 0,1 0 0 0 0,-1 0 0 0 0,1-1 0 0 0,8-5 0 0 0,-7 2-12 0 0,0 0 0 0 0,-1 0 0 0 0,0-1 0 0 0,0 0 0 0 0,-1-1 0 0 0,0 0 0 0 0,0 0 1 0 0,-1-1-1 0 0,0 0 0 0 0,8-16 0 0 0,-5 5-12 0 0,-1 0 1 0 0,0-1 0 0 0,-2 0 0 0 0,-1 0 0 0 0,0 0 0 0 0,4-43 0 0 0,-9 51-5 0 0,0-1 0 0 0,-1 1 1 0 0,0 0-1 0 0,-1 0 1 0 0,-1 0-1 0 0,0 0 0 0 0,-1 0 1 0 0,0 1-1 0 0,-1-1 1 0 0,-1 1-1 0 0,0 0 1 0 0,-11-19-1 0 0,14 27 6 0 0,-1 1 0 0 0,0 0-1 0 0,0 0 1 0 0,-1 0 0 0 0,1 1 0 0 0,-1-1 0 0 0,1 1-1 0 0,-1-1 1 0 0,0 1 0 0 0,-1 1 0 0 0,1-1 0 0 0,0 0-1 0 0,-1 1 1 0 0,0 0 0 0 0,1 0 0 0 0,-1 0 0 0 0,0 1-1 0 0,0 0 1 0 0,0 0 0 0 0,0 0 0 0 0,0 0 0 0 0,0 1-1 0 0,0 0 1 0 0,0 0 0 0 0,0 0 0 0 0,0 1 0 0 0,0-1-1 0 0,0 1 1 0 0,0 0 0 0 0,-7 3 0 0 0,-1 1 0 0 0,0 0 1 0 0,1 1 0 0 0,0 0-1 0 0,0 1 1 0 0,1 0 0 0 0,-1 0 0 0 0,2 2-1 0 0,-1-1 1 0 0,1 1 0 0 0,-12 14-1 0 0,13-11 9 0 0,0-1-1 0 0,0 1 0 0 0,2 0 1 0 0,-1 1-1 0 0,2 0 0 0 0,0 0 0 0 0,0 1 1 0 0,1-1-1 0 0,1 1 0 0 0,0 0 1 0 0,-2 16-1 0 0,5-24-4 0 0,1 0 1 0 0,-1 0-1 0 0,1 0 1 0 0,0 0-1 0 0,1 0 0 0 0,-1 0 1 0 0,1 0-1 0 0,0 0 0 0 0,1 0 1 0 0,-1 0-1 0 0,1 0 0 0 0,0-1 1 0 0,1 1-1 0 0,-1-1 1 0 0,1 1-1 0 0,0-1 0 0 0,1 0 1 0 0,-1 0-1 0 0,1-1 0 0 0,0 1 1 0 0,0-1-1 0 0,1 1 0 0 0,-1-1 1 0 0,1 0-1 0 0,0-1 0 0 0,0 1 1 0 0,0-1-1 0 0,10 4 1 0 0,1 0-212 0 0,0-1 1 0 0,0-1-1 0 0,0-1 1 0 0,1 0-1 0 0,-1-1 1 0 0,1-1-1 0 0,0 0 1 0 0,0-1-1 0 0,0-1 1 0 0,0-1-1 0 0,0 0 1 0 0,-1-2-1 0 0,1 1 1 0 0,25-9-1 0 0,-21 4-36 0 0,0 0 0 0 0,-1-2-1 0 0,0 0 1 0 0,-1-1 0 0 0,0-1 0 0 0,-1-1-1 0 0,0 0 1 0 0,0-2 0 0 0,-2 0 0 0 0,28-29-1 0 0,-19 12 91 0 0,-1-2-1 0 0,-1 0 1 0 0,-2-2-1 0 0,-2 0 0 0 0,-1-1 1 0 0,15-43-1 0 0,1-23 97 0 0,23-109 1 0 0,-21 40 2002 0 0,-56 267-812 0 0,-47 282 1640 0 0,59-323-2549 0 0,-14 151 318 0 0,20-171-444 0 0,2-1 0 0 0,2 1 0 0 0,10 65 0 0 0,-10-91-83 0 0,1 1-1 0 0,-1 0 1 0 0,9 17 0 0 0,-9-24-49 0 0,-1 0 0 0 0,1 0 0 0 0,0 0 0 0 0,0-1 0 0 0,0 1 0 0 0,0 0 0 0 0,0-1-1 0 0,1 1 1 0 0,-1-1 0 0 0,1 0 0 0 0,0 0 0 0 0,-1 0 0 0 0,1 0 0 0 0,4 1-1 0 0,-5-2-14 0 0,0-1 0 0 0,0 1 0 0 0,0-1-1 0 0,0 0 1 0 0,0 0 0 0 0,0 0 0 0 0,0 0-1 0 0,0 0 1 0 0,0 0 0 0 0,0 0 0 0 0,0-1-1 0 0,0 1 1 0 0,0-1 0 0 0,-1 1 0 0 0,1-1-1 0 0,0 0 1 0 0,0 0 0 0 0,0 0 0 0 0,1-1-1 0 0,30-24-675 0 0,-20 12 556 0 0,0 0 0 0 0,-1-1 0 0 0,-1 0 0 0 0,0-1 1 0 0,-1 0-1 0 0,7-18 0 0 0,42-110-134 0 0,-44 105 335 0 0,28-87 974 0 0,-43 125-996 0 0,1 1 0 0 0,-1 0-1 0 0,0-1 1 0 0,0 1 0 0 0,0-1 0 0 0,0 1 0 0 0,0 0-1 0 0,0-1 1 0 0,0 1 0 0 0,0-1 0 0 0,1 1 0 0 0,-1 0-1 0 0,0-1 1 0 0,0 1 0 0 0,1 0 0 0 0,-1-1 0 0 0,0 1 0 0 0,0 0-1 0 0,1-1 1 0 0,-1 1 0 0 0,0 0 0 0 0,1 0 0 0 0,-1-1-1 0 0,0 1 1 0 0,1 0 0 0 0,-1 0 0 0 0,1 0 0 0 0,-1 0-1 0 0,0 0 1 0 0,1-1 0 0 0,-1 1 0 0 0,1 0 0 0 0,-1 0-1 0 0,0 0 1 0 0,1 0 0 0 0,-1 0 0 0 0,1 0 0 0 0,-1 0 0 0 0,1 0-1 0 0,-1 0 1 0 0,0 0 0 0 0,1 1 0 0 0,-1-1 0 0 0,1 0-1 0 0,-1 0 1 0 0,0 0 0 0 0,1 0 0 0 0,-1 1 0 0 0,0-1-1 0 0,1 0 1 0 0,-1 0 0 0 0,0 1 0 0 0,1-1 0 0 0,-1 0 0 0 0,0 0-1 0 0,0 1 1 0 0,1-1 0 0 0,-1 0 0 0 0,0 1 0 0 0,0-1-1 0 0,1 1 1 0 0,-1-1 0 0 0,0 0 0 0 0,0 1 0 0 0,0-1-1 0 0,0 1 1 0 0,12 26 394 0 0,-2 17 384 0 0,4 57 1 0 0,-12-71-645 0 0,2-1 1 0 0,1 1 0 0 0,1-1 0 0 0,2 0 0 0 0,14 39 0 0 0,-21-66-124 0 0,0 0-1 0 0,0 0 1 0 0,0 0 0 0 0,0 0-1 0 0,1 0 1 0 0,-1 0 0 0 0,0 0-1 0 0,1-1 1 0 0,-1 1 0 0 0,1 0-1 0 0,0-1 1 0 0,0 1 0 0 0,-1-1-1 0 0,1 0 1 0 0,0 1 0 0 0,0-1-1 0 0,0 0 1 0 0,0 0 0 0 0,0 0-1 0 0,1-1 1 0 0,-1 1 0 0 0,0 0-1 0 0,0-1 1 0 0,0 1 0 0 0,1-1-1 0 0,3 0 1 0 0,-2-1-6 0 0,1 1 0 0 0,-1-1-1 0 0,0 0 1 0 0,0-1 0 0 0,0 1 0 0 0,0-1-1 0 0,-1 0 1 0 0,1 0 0 0 0,0 0 0 0 0,-1 0-1 0 0,1 0 1 0 0,-1-1 0 0 0,0 0 0 0 0,5-4-1 0 0,15-20 1 0 0,0-1 0 0 0,-2-1 0 0 0,-1-1 0 0 0,20-40-1 0 0,42-64-115 0 0,-80 132 101 0 0,-1 0 1 0 0,0 0 0 0 0,0 0-1 0 0,1 1 1 0 0,-1-1-1 0 0,1 0 1 0 0,0 1-1 0 0,-1-1 1 0 0,1 1-1 0 0,0-1 1 0 0,0 1-1 0 0,0 0 1 0 0,0 0-1 0 0,0 0 1 0 0,0 0-1 0 0,0 0 1 0 0,0 0-1 0 0,0 0 1 0 0,1 1 0 0 0,-1-1-1 0 0,0 1 1 0 0,1 0-1 0 0,-1-1 1 0 0,3 1-1 0 0,-2 1 5 0 0,-1-1 0 0 0,0 1 0 0 0,1-1 0 0 0,-1 1 0 0 0,0-1 0 0 0,0 1 1 0 0,1 0-1 0 0,-1 0 0 0 0,0 0 0 0 0,0 1 0 0 0,0-1 0 0 0,0 0 0 0 0,0 1 0 0 0,-1-1 0 0 0,3 4 0 0 0,24 28 0 0 0,-21-24 12 0 0,-1-1-8 0 0,1 0 1 0 0,0 0-1 0 0,0 0 1 0 0,1-1-1 0 0,0-1 1 0 0,0 1-1 0 0,1-1 1 0 0,-1-1-1 0 0,2 0 0 0 0,-1 0 1 0 0,19 7-1 0 0,-22-10-1 0 0,0-1 0 0 0,0 1-1 0 0,1-1 1 0 0,-1-1 0 0 0,0 1-1 0 0,0-1 1 0 0,0 0 0 0 0,1-1 0 0 0,-1 1-1 0 0,0-1 1 0 0,0 0 0 0 0,0-1-1 0 0,0 0 1 0 0,0 0 0 0 0,0 0-1 0 0,0 0 1 0 0,-1-1 0 0 0,1 0 0 0 0,-1 0-1 0 0,0-1 1 0 0,6-4 0 0 0,-1-1-15 0 0,-1 0 0 0 0,0-1 0 0 0,-1 0 0 0 0,0-1 0 0 0,-1 0 0 0 0,0 0 0 0 0,0-1 1 0 0,-2 0-1 0 0,1 0 0 0 0,-1 0 0 0 0,-1 0 0 0 0,0-1 0 0 0,-1 0 0 0 0,0 0 0 0 0,1-15 1 0 0,-4 27 4 0 0,0-1 1 0 0,0 0 0 0 0,0 1 0 0 0,0-1 0 0 0,0 1-1 0 0,0-1 1 0 0,0 1 0 0 0,0-1 0 0 0,-1 1-1 0 0,1-1 1 0 0,-1 1 0 0 0,1-1 0 0 0,-1 1 0 0 0,1-1-1 0 0,-1 1 1 0 0,0 0 0 0 0,0-1 0 0 0,1 1 0 0 0,-3-2-1 0 0,2 2 5 0 0,0 1 0 0 0,-1-1-1 0 0,1 0 1 0 0,0 1 0 0 0,0-1-1 0 0,0 1 1 0 0,-1 0 0 0 0,1-1-1 0 0,0 1 1 0 0,-1 0 0 0 0,1 0-1 0 0,0 0 1 0 0,0 0 0 0 0,-1 0-1 0 0,1 0 1 0 0,0 0 0 0 0,-1 0-1 0 0,-1 1 1 0 0,-3 1 10 0 0,0 0 0 0 0,0 0 0 0 0,0 1 0 0 0,0-1 0 0 0,0 2 0 0 0,0-1 0 0 0,-9 8 0 0 0,1 1 44 0 0,0 2-1 0 0,0 0 1 0 0,2 0 0 0 0,-1 1-1 0 0,2 0 1 0 0,0 1-1 0 0,1 1 1 0 0,1-1 0 0 0,0 2-1 0 0,1-1 1 0 0,1 1-1 0 0,1 0 1 0 0,1 1-1 0 0,0-1 1 0 0,-2 21 0 0 0,6-35-30 0 0,1 0 1 0 0,0 0-1 0 0,0 1 1 0 0,0-1-1 0 0,0 0 1 0 0,1 0 0 0 0,-1 0-1 0 0,1 0 1 0 0,0-1-1 0 0,0 1 1 0 0,1 0-1 0 0,-1 0 1 0 0,1 0 0 0 0,0-1-1 0 0,0 1 1 0 0,0-1-1 0 0,0 0 1 0 0,1 1-1 0 0,4 4 1 0 0,-1-3-63 0 0,0-1 0 0 0,0 0-1 0 0,0 0 1 0 0,1-1 0 0 0,-1 0 0 0 0,1 0 0 0 0,0 0 0 0 0,0-1 0 0 0,0 0-1 0 0,9 1 1 0 0,-2 0-642 0 0,0-2-1 0 0,1 0 0 0 0,-1 0 0 0 0,1-1 1 0 0,-1-1-1 0 0,24-5 0 0 0,42-13-7149 0 0,-50 9 1529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4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33 958 1140 0 0,'-16'14'8001'0'0,"6"-4"-5757"0"0,9-9-2179 0 0,0 0 0 0 0,1-1 0 0 0,-1 1 0 0 0,1 0 0 0 0,-1 0 0 0 0,1 0 0 0 0,-1-1 0 0 0,1 1 0 0 0,0 0 0 0 0,-1 0 0 0 0,1 0 0 0 0,0 0 0 0 0,0 0 0 0 0,-1 0 0 0 0,1 0 0 0 0,0 0 0 0 0,0 0 0 0 0,0 0 1 0 0,0 0-1 0 0,0 0 0 0 0,1 0 0 0 0,-1 0 0 0 0,0-1 0 0 0,0 1 0 0 0,1 0 0 0 0,-1 0 0 0 0,0 0 0 0 0,1 0 0 0 0,-1 0 0 0 0,1 0 0 0 0,-1-1 0 0 0,1 1 0 0 0,-1 0 0 0 0,1 0 0 0 0,0-1 0 0 0,-1 1 0 0 0,1 0 0 0 0,0-1 0 0 0,0 1 0 0 0,-1-1 0 0 0,1 1 0 0 0,0-1 0 0 0,0 1 0 0 0,0-1 0 0 0,0 1 0 0 0,0-1 0 0 0,0 0 0 0 0,-1 0 0 0 0,1 1 0 0 0,0-1 0 0 0,0 0 0 0 0,0 0 0 0 0,0 0 0 0 0,2 0 0 0 0,3 1 27 0 0,1-1 0 0 0,0 0 0 0 0,-1 0 0 0 0,1 0 0 0 0,0-1 0 0 0,9-2 0 0 0,-4-1-56 0 0,1 0 1 0 0,-1-1-1 0 0,0 0 0 0 0,0-1 0 0 0,0 0 0 0 0,-1-1 0 0 0,0 0 0 0 0,10-10 0 0 0,-6 4-25 0 0,0-1 1 0 0,-1-1-1 0 0,-1 0 1 0 0,19-28-1 0 0,-5-3-35 0 0,-2-1 0 0 0,-2-1 0 0 0,18-54 0 0 0,-11 18-77 0 0,25-118 0 0 0,-2-92-276 0 0,-53 292 364 0 0,0 0 0 0 0,1 0 0 0 0,-1 1 0 0 0,0-1 0 0 0,0 0 0 0 0,0 0 0 0 0,-1 0 0 0 0,1 0 0 0 0,0 0 0 0 0,-1 0 0 0 0,1 0 0 0 0,-1 1 0 0 0,1-1 0 0 0,-1 0 0 0 0,-2-3 0 0 0,2 5 10 0 0,1 0 0 0 0,-1 1 0 0 0,0-1-1 0 0,0 0 1 0 0,0 0 0 0 0,0 1 0 0 0,1-1 0 0 0,-1 1-1 0 0,0-1 1 0 0,0 1 0 0 0,1-1 0 0 0,-1 1 0 0 0,0-1 0 0 0,0 2-1 0 0,1-2 2 0 0,-8 8 20 0 0,1 1 0 0 0,0-1 0 0 0,1 1 0 0 0,0 0 0 0 0,0 1-1 0 0,1-1 1 0 0,-6 18 0 0 0,2-8 8 0 0,-22 46 48 0 0,4 1 0 0 0,2 1 0 0 0,3 1 0 0 0,4 1-1 0 0,-13 88 1 0 0,29-141-37 0 0,1 0-1 0 0,0 1 1 0 0,1-1 0 0 0,1 0-1 0 0,1 0 1 0 0,0 0 0 0 0,1 0-1 0 0,8 27 1 0 0,-9-38-60 0 0,0 0 0 0 0,0 0-1 0 0,0-1 1 0 0,1 1 0 0 0,-1-1 0 0 0,1 1 0 0 0,0-1 0 0 0,1 0-1 0 0,-1 0 1 0 0,1-1 0 0 0,-1 1 0 0 0,1-1 0 0 0,0 1 0 0 0,0-1-1 0 0,1 0 1 0 0,-1-1 0 0 0,1 1 0 0 0,-1-1 0 0 0,1 0 0 0 0,0 0-1 0 0,0 0 1 0 0,0-1 0 0 0,0 1 0 0 0,0-1 0 0 0,0-1 0 0 0,0 1 0 0 0,0-1-1 0 0,0 0 1 0 0,0 0 0 0 0,1 0 0 0 0,4-1 0 0 0,0-1-131 0 0,1-1 0 0 0,-1 1 0 0 0,0-2 0 0 0,0 1-1 0 0,-1-2 1 0 0,1 1 0 0 0,-1-1 0 0 0,0 0 0 0 0,0-1 0 0 0,0 0 0 0 0,-1-1 0 0 0,12-11 0 0 0,-1-1-20 0 0,-1-1 0 0 0,-1-1-1 0 0,25-38 1 0 0,-9 2 243 0 0,-3-2 1 0 0,-2 0-1 0 0,-3-2 0 0 0,-3-1 0 0 0,-2-1 1 0 0,19-113-1 0 0,-34 150 353 0 0,-1 12-151 0 0,-2 0 0 0 0,2-22 0 0 0,-4 34-219 0 0,-2 4 6 0 0,-2 5 18 0 0,0 1 0 0 0,0-1-1 0 0,0 1 1 0 0,1 0 0 0 0,-5 16-1 0 0,-9 48 433 0 0,13-50-356 0 0,-39 189 1278 0 0,-23 304 1 0 0,69-486-861 0 0,11-29-437 0 0,-10-2-122 0 0,0-1 0 0 0,0-1-1 0 0,0 1 1 0 0,-1 0 0 0 0,1-1 0 0 0,-1 0-1 0 0,0 0 1 0 0,0 0 0 0 0,0 0 0 0 0,2-5-1 0 0,0 1-2 0 0,48-74-3 0 0,-28 41-19 0 0,1 2 1 0 0,2 0 0 0 0,65-66 0 0 0,-90 102-1 0 0,0 0 0 0 0,1 0 0 0 0,-1 0 0 0 0,1 1 1 0 0,0-1-1 0 0,0 1 0 0 0,0 0 0 0 0,0 1 0 0 0,0-1 0 0 0,0 1 0 0 0,0-1 0 0 0,1 1 0 0 0,6-1 0 0 0,-9 2 9 0 0,0 0 0 0 0,1 1 0 0 0,-1-1 0 0 0,0 0 0 0 0,0 1-1 0 0,0-1 1 0 0,0 1 0 0 0,1-1 0 0 0,-1 1 0 0 0,0 0 0 0 0,0 0-1 0 0,0 0 1 0 0,0 0 0 0 0,-1 0 0 0 0,1 1 0 0 0,0-1 0 0 0,0 0-1 0 0,-1 1 1 0 0,1 0 0 0 0,-1-1 0 0 0,1 1 0 0 0,-1 0 0 0 0,0 0-1 0 0,0-1 1 0 0,0 1 0 0 0,0 0 0 0 0,0 0 0 0 0,0 0 0 0 0,1 5-1 0 0,1 3 7 0 0,0 0-1 0 0,0 1 1 0 0,-1-1-1 0 0,0 16 1 0 0,0 12 38 0 0,-5 46 0 0 0,1 30 21 0 0,2-112-51 0 0,1 1 1 0 0,-1-1-1 0 0,0 1 1 0 0,1 0-1 0 0,-1-1 1 0 0,1 1-1 0 0,0-1 1 0 0,-1 1-1 0 0,2-1 1 0 0,-1 0-1 0 0,0 1 1 0 0,0-1-1 0 0,1 0 1 0 0,-1 0-1 0 0,1 0 1 0 0,-1 0-1 0 0,1 0 1 0 0,0 0-1 0 0,0 0 1 0 0,4 2-1 0 0,-3-2 2 0 0,1 0-1 0 0,0-1 0 0 0,0 1 0 0 0,-1-1 1 0 0,1 0-1 0 0,0 0 0 0 0,0-1 1 0 0,0 1-1 0 0,0-1 0 0 0,0 0 1 0 0,0 0-1 0 0,6-1 0 0 0,2 0-4 0 0,1-1 0 0 0,-1-1 0 0 0,0-1 0 0 0,0 0 0 0 0,0 0 0 0 0,0-1 0 0 0,19-11-1 0 0,-11 2-4 0 0,-1-1-1 0 0,-1-1 1 0 0,0 0-1 0 0,-1-1 0 0 0,0-1 1 0 0,-2-1-1 0 0,0 0 0 0 0,-1-1 1 0 0,-1-1-1 0 0,-1 0 1 0 0,-1-1-1 0 0,-1 0 0 0 0,12-37 1 0 0,-10 6 194 0 0,-12 52-193 0 0,0 1 0 0 0,0-1 0 0 0,1 0 0 0 0,-1 0 0 0 0,0 1 0 0 0,0-1 0 0 0,0 0 0 0 0,0 0 0 0 0,0 1 0 0 0,0-1 0 0 0,0 0 0 0 0,-1 0 0 0 0,1 1-1 0 0,0-1 1 0 0,0 0 0 0 0,0 0 0 0 0,-1 1 0 0 0,1-1 0 0 0,0 0 0 0 0,-1 1 0 0 0,1-1 0 0 0,-1 1 0 0 0,1-1 0 0 0,-1 0 0 0 0,1 1 0 0 0,-1-1 0 0 0,1 1 0 0 0,-1-1 0 0 0,1 1 0 0 0,-1-1 0 0 0,0 1 0 0 0,1 0 0 0 0,-1-1 0 0 0,0 1-1 0 0,1 0 1 0 0,-1 0 0 0 0,0-1 0 0 0,0 1 0 0 0,1 0 0 0 0,-1 0 0 0 0,0 0 0 0 0,0 0 0 0 0,1 0 0 0 0,-1 0 0 0 0,0 0 0 0 0,0 0 0 0 0,1 0 0 0 0,-1 0 0 0 0,0 0 0 0 0,0 0 0 0 0,1 1 0 0 0,-1-1 0 0 0,0 0 0 0 0,1 1 0 0 0,-1-1-1 0 0,-1 1 1 0 0,-1 2 3 0 0,-1-1 0 0 0,1 1 0 0 0,0 0 0 0 0,0 0 0 0 0,0 1 0 0 0,0-1 0 0 0,0 1 0 0 0,1-1 0 0 0,-1 1 0 0 0,1 0 0 0 0,0 0 0 0 0,-3 7 0 0 0,1-2 6 0 0,-2 4 15 0 0,0 0 0 0 0,1 1-1 0 0,1-1 1 0 0,0 1-1 0 0,1 1 1 0 0,0-1 0 0 0,1 0-1 0 0,1 1 1 0 0,0 22-1 0 0,1-32-26 0 0,0 1 0 0 0,1-1 0 0 0,-1 0 0 0 0,1 0 0 0 0,1 0 0 0 0,-1 0 0 0 0,1 0 0 0 0,-1 0 0 0 0,2 0 0 0 0,-1 0 0 0 0,0 0 0 0 0,1-1 0 0 0,0 1 0 0 0,0-1-1 0 0,0 0 1 0 0,1 0 0 0 0,-1 0 0 0 0,1 0 0 0 0,0-1 0 0 0,0 1 0 0 0,0-1 0 0 0,1 0 0 0 0,-1 0 0 0 0,1-1 0 0 0,-1 1 0 0 0,1-1 0 0 0,0 0 0 0 0,0 0 0 0 0,6 1-1 0 0,-3-2-412 0 0,1 1-1 0 0,-1-1 1 0 0,1 0-1 0 0,0-1 1 0 0,0 0-1 0 0,-1-1 1 0 0,1 1-1 0 0,0-2 0 0 0,-1 1 1 0 0,15-5-1 0 0,-10 1-1409 0 0,0 0 0 0 0,0-1 0 0 0,15-9 0 0 0,2-3-3840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5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 3272 0 0,'-42'-1'2724'0'0,"-114"6"5025"0"0,146-1-6905 0 0,18 0-390 0 0,18 2-184 0 0,158 6-1706 0 0,-59-10-4238 0 0,-55-4-125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8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3152 0 0,'23'-1'20537'0'0,"-19"1"-21109"0"0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5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360 136 2316 0 0,'-7'2'679'0'0,"0"0"-1"0"0,0 0 1 0 0,0 0-1 0 0,0 1 0 0 0,0 0 1 0 0,0 0-1 0 0,1 1 1 0 0,0 0-1 0 0,0 0 1 0 0,-8 7-1 0 0,11-8-489 0 0,-1 0-1 0 0,1 0 1 0 0,0 1 0 0 0,1-1 0 0 0,-1 1-1 0 0,1 0 1 0 0,-1 0 0 0 0,1 0-1 0 0,0 0 1 0 0,1 0 0 0 0,-1 1 0 0 0,1-1-1 0 0,-1 0 1 0 0,1 1 0 0 0,1-1-1 0 0,-1 1 1 0 0,0 6 0 0 0,1-9-129 0 0,1-1-1 0 0,-1 1 1 0 0,0 0 0 0 0,0-1 0 0 0,1 1 0 0 0,-1 0-1 0 0,1 0 1 0 0,0-1 0 0 0,-1 1 0 0 0,1-1-1 0 0,0 1 1 0 0,0-1 0 0 0,0 1 0 0 0,0-1 0 0 0,0 1-1 0 0,0-1 1 0 0,0 0 0 0 0,0 0 0 0 0,1 1-1 0 0,-1-1 1 0 0,1 0 0 0 0,-1 0 0 0 0,1 0 0 0 0,-1-1-1 0 0,1 1 1 0 0,-1 0 0 0 0,1-1 0 0 0,0 1-1 0 0,-1-1 1 0 0,1 1 0 0 0,2 0 0 0 0,3 0 8 0 0,-1 0 0 0 0,1-1 0 0 0,0 1 0 0 0,-1-2 0 0 0,1 1 0 0 0,12-2 0 0 0,-12 0-46 0 0,-1 0 1 0 0,0 0 0 0 0,0 0-1 0 0,0-1 1 0 0,-1 0-1 0 0,1 0 1 0 0,-1 0 0 0 0,1-1-1 0 0,-1 0 1 0 0,0 0-1 0 0,0 0 1 0 0,-1 0 0 0 0,1-1-1 0 0,-1 0 1 0 0,0 0-1 0 0,0 0 1 0 0,-1 0 0 0 0,0-1-1 0 0,1 0 1 0 0,-2 1-1 0 0,5-13 1 0 0,-4 10-19 0 0,0-1 0 0 0,-1 0-1 0 0,0 1 1 0 0,-1-1 0 0 0,0 0 0 0 0,0 0-1 0 0,-1 0 1 0 0,0 0 0 0 0,0 0 0 0 0,-1 1-1 0 0,0-1 1 0 0,-1 0 0 0 0,0 0 0 0 0,0 1-1 0 0,-6-13 1 0 0,7 18-4 0 0,0 0 0 0 0,-1 1 0 0 0,1-1 1 0 0,-1 1-1 0 0,0 0 0 0 0,1-1 0 0 0,-1 1 0 0 0,0 0 0 0 0,0 0 0 0 0,-1 0 0 0 0,1 0 0 0 0,0 1 0 0 0,-1-1 1 0 0,1 1-1 0 0,-1-1 0 0 0,1 1 0 0 0,-5-2 0 0 0,2 2 0 0 0,1 0 0 0 0,-1 0 0 0 0,1 1 0 0 0,-1 0 1 0 0,0-1-1 0 0,1 1 0 0 0,-1 1 0 0 0,1-1 0 0 0,-1 1 0 0 0,-4 1 0 0 0,-6 2 8 0 0,1 1 0 0 0,0 0 0 0 0,0 1 0 0 0,1 1 0 0 0,-22 14 0 0 0,10-4 85 0 0,0 2 0 0 0,1 1 0 0 0,-40 42 0 0 0,50-46-42 0 0,1 0 0 0 0,1 1 0 0 0,0 1 1 0 0,1 0-1 0 0,1 0 0 0 0,-13 33 0 0 0,21-45-27 0 0,0-1 1 0 0,0 1-1 0 0,1 0 1 0 0,0 0-1 0 0,0 0 1 0 0,0 0-1 0 0,1 0 1 0 0,0-1 0 0 0,0 1-1 0 0,1 0 1 0 0,1 8-1 0 0,-1-10-7 0 0,0 0 0 0 0,1 0 0 0 0,-1-1 0 0 0,1 1 0 0 0,0-1 0 0 0,0 1 0 0 0,0-1 0 0 0,0 0 0 0 0,1 1 0 0 0,-1-1 0 0 0,1 0 0 0 0,0-1 0 0 0,0 1 0 0 0,0 0 1 0 0,0-1-1 0 0,0 0 0 0 0,7 4 0 0 0,4 1-60 0 0,1-1 0 0 0,1-1 1 0 0,-1 0-1 0 0,1-1 1 0 0,0 0-1 0 0,0-1 1 0 0,0-1-1 0 0,24 0 0 0 0,2-3-833 0 0,0-1-1 0 0,45-8 0 0 0,-35 1-2533 0 0,80-23 1 0 0,-72 10-1858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336 211 432 0 0,'15'-16'1823'0'0,"-1"0"0"0"0,18-28 0 0 0,-27 37-1222 0 0,-1-1-1 0 0,0 0 0 0 0,-1 1 1 0 0,1-2-1 0 0,-1 1 0 0 0,-1 0 1 0 0,0 0-1 0 0,0-1 0 0 0,1-10 0 0 0,-3 17-507 0 0,1 1 0 0 0,-1-1-1 0 0,0 0 1 0 0,0 1 0 0 0,0-1-1 0 0,-1 0 1 0 0,1 1-1 0 0,0-1 1 0 0,-1 0 0 0 0,1 1-1 0 0,-1-1 1 0 0,1 1-1 0 0,-1-1 1 0 0,0 0 0 0 0,1 1-1 0 0,-1 0 1 0 0,0-1 0 0 0,0 1-1 0 0,0-1 1 0 0,0 1-1 0 0,-2-2 1 0 0,1 2-15 0 0,0 0 0 0 0,0 0 0 0 0,0 0 0 0 0,0 0 1 0 0,0 1-1 0 0,0-1 0 0 0,0 1 0 0 0,0-1 0 0 0,0 1 0 0 0,0 0 0 0 0,0 0 0 0 0,-1-1 0 0 0,1 2 0 0 0,-3-1 1 0 0,-4 2 88 0 0,0-1 0 0 0,1 1 1 0 0,-1 1-1 0 0,1 0 0 0 0,-1 0 1 0 0,1 1-1 0 0,-8 5 0 0 0,-17 11 293 0 0,2 1-1 0 0,0 2 0 0 0,-40 38 1 0 0,52-42-344 0 0,2 0 0 0 0,0 2-1 0 0,1 0 1 0 0,1 0 0 0 0,-24 46 0 0 0,36-61-93 0 0,0 0 0 0 0,1 1-1 0 0,0-1 1 0 0,0 1 0 0 0,0 0 0 0 0,1 0-1 0 0,0-1 1 0 0,0 1 0 0 0,0 0 0 0 0,1 0-1 0 0,0 0 1 0 0,3 14 0 0 0,-2-18-14 0 0,0 1 0 0 0,0 0 0 0 0,0 0 1 0 0,1-1-1 0 0,0 1 0 0 0,0 0 0 0 0,0-1 0 0 0,0 0 1 0 0,0 1-1 0 0,1-1 0 0 0,-1 0 0 0 0,1 0 0 0 0,0-1 1 0 0,0 1-1 0 0,0-1 0 0 0,0 1 0 0 0,1-1 1 0 0,-1 0-1 0 0,1 0 0 0 0,-1 0 0 0 0,1 0 0 0 0,0-1 1 0 0,5 2-1 0 0,-1-1-38 0 0,-1 0 0 0 0,0-1 0 0 0,1 0 0 0 0,-1 0 0 0 0,1 0 0 0 0,0-1 1 0 0,-1 0-1 0 0,1-1 0 0 0,-1 0 0 0 0,1 0 0 0 0,9-3 0 0 0,-6 1-16 0 0,-1-1 0 0 0,0-1-1 0 0,-1 1 1 0 0,1-1 0 0 0,-1-1-1 0 0,0 0 1 0 0,11-9 0 0 0,-2-1-8 0 0,-1-2-1 0 0,0 0 1 0 0,-1 0 0 0 0,-1-2-1 0 0,-1 0 1 0 0,16-30 0 0 0,-10 10 676 0 0,16-46 1 0 0,-25 56-157 0 0,-10 29-440 0 0,-1 3-14 0 0,-1 0 1 0 0,1 0 0 0 0,-1 0-1 0 0,0 1 1 0 0,0-1 0 0 0,0 0-1 0 0,0 0 1 0 0,-2 3 0 0 0,-3 6 49 0 0,-289 779 3950 0 0,288-769-4049 0 0,-26 99-265 0 0,30-103-820 0 0,0 0 0 0 0,0 28 1 0 0,5-30-1508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138 192 3136 0 0,'-3'-192'17648'0'0,"-11"206"-16982"0"0,-12 44-315 0 0,3 2 0 0 0,-31 116 0 0 0,49-154-357 0 0,0 0-1 0 0,-2 36 0 0 0,7-52-115 0 0,-1-1 1 0 0,1 1-1 0 0,0-1 1 0 0,1 1-1 0 0,-1-1 0 0 0,1 1 1 0 0,0-1-1 0 0,1 0 1 0 0,-1 0-1 0 0,1 1 0 0 0,0-1 1 0 0,0 0-1 0 0,1 0 1 0 0,-1-1-1 0 0,1 1 0 0 0,5 6 1 0 0,-6-9-83 0 0,-1-1 1 0 0,1 1 0 0 0,-1-1-1 0 0,1 0 1 0 0,0 0 0 0 0,0 1-1 0 0,0-1 1 0 0,0 0-1 0 0,0-1 1 0 0,0 1 0 0 0,0 0-1 0 0,0-1 1 0 0,0 1 0 0 0,0-1-1 0 0,0 1 1 0 0,0-1-1 0 0,0 0 1 0 0,3 0 0 0 0,-1-1-73 0 0,0 1 0 0 0,0-1 0 0 0,-1 0 0 0 0,1 0 0 0 0,0-1 0 0 0,-1 1 0 0 0,1-1 0 0 0,-1 1 1 0 0,6-5-1 0 0,2-2-459 0 0,1-2 1 0 0,-2 1 0 0 0,1-1-1 0 0,11-16 1 0 0,-1 0 432 0 0,-2 0-1 0 0,-1-1 1 0 0,15-31-1 0 0,33-93 5283 0 0,-40 89-1477 0 0,-25 60-3031 0 0,-4 17-286 0 0,-28 80-126 0 0,22-74-191 0 0,2 0 0 0 0,0 0 0 0 0,1 1 1 0 0,2 0-1 0 0,0 0 0 0 0,-1 25 0 0 0,5-43-81 0 0,0-1 0 0 0,0 0 0 0 0,0 1-1 0 0,1-1 1 0 0,0 0 0 0 0,-1 0 0 0 0,1 0-1 0 0,0 1 1 0 0,0-1 0 0 0,1 0 0 0 0,-1 0-1 0 0,1 0 1 0 0,0-1 0 0 0,-1 1 0 0 0,1 0-1 0 0,4 3 1 0 0,-3-3-540 0 0,0 0 0 0 0,1 0-1 0 0,-1-1 1 0 0,1 1 0 0 0,0-1 0 0 0,0 0-1 0 0,5 2 1 0 0,10 3-4414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336 212 2392 0 0,'6'-28'2540'0'0,"-1"7"-294"0"0,-1 0-1 0 0,0 0 1 0 0,-2 0-1 0 0,1-38 0 0 0,-3 57-2110 0 0,0-1 0 0 0,0 1 0 0 0,-1 0 0 0 0,1-1 0 0 0,0 1 0 0 0,-1 0 0 0 0,1 0 0 0 0,-1-1 0 0 0,0 1-1 0 0,0 0 1 0 0,0 0 0 0 0,0 0 0 0 0,0 0 0 0 0,0 0 0 0 0,-2-2 0 0 0,2 3-107 0 0,1 1 1 0 0,-1 0 0 0 0,0-1 0 0 0,1 1-1 0 0,-1 0 1 0 0,0-1 0 0 0,0 1-1 0 0,1 0 1 0 0,-1 0 0 0 0,0 0 0 0 0,0-1-1 0 0,1 1 1 0 0,-1 0 0 0 0,0 0-1 0 0,0 0 1 0 0,0 0 0 0 0,1 1 0 0 0,-2-1-1 0 0,-21 10 92 0 0,2 3 37 0 0,2 1 0 0 0,0 1 0 0 0,1 1 0 0 0,-21 23 0 0 0,-57 78 430 0 0,77-90-485 0 0,-22 41 0 0 0,35-56-87 0 0,0 0 0 0 0,1 0 1 0 0,0 1-1 0 0,1 0 0 0 0,0-1 0 0 0,-2 19 0 0 0,6-28-23 0 0,-1 0-1 0 0,1 0 0 0 0,0 0 1 0 0,0 0-1 0 0,0-1 0 0 0,0 1 0 0 0,1 0 1 0 0,-1 0-1 0 0,1 0 0 0 0,0 0 1 0 0,0 0-1 0 0,0-1 0 0 0,0 1 1 0 0,0 0-1 0 0,3 4 0 0 0,-2-6-112 0 0,0 1 0 0 0,-1 0 0 0 0,1 0 0 0 0,0-1 0 0 0,0 1 0 0 0,0-1 0 0 0,0 0 0 0 0,0 1 0 0 0,1-1-1 0 0,-1 0 1 0 0,0 0 0 0 0,0-1 0 0 0,1 1 0 0 0,-1 0 0 0 0,4 0 0 0 0,1-1-273 0 0,0 1 1 0 0,0-1-1 0 0,0-1 0 0 0,0 1 1 0 0,0-1-1 0 0,0 0 0 0 0,0-1 1 0 0,0 0-1 0 0,0 0 1 0 0,0 0-1 0 0,9-5 0 0 0,1-3-31 0 0,-1 1-1 0 0,-1-2 0 0 0,0 0 1 0 0,0-1-1 0 0,-1 0 0 0 0,-1-1 1 0 0,0-1-1 0 0,-1 0 1 0 0,13-19-1 0 0,-4 0 1518 0 0,-1 0-1 0 0,-1-1 1 0 0,19-52-1 0 0,-17 35 1390 0 0,-20 49-2145 0 0,-4 18-213 0 0,-27 91 52 0 0,-4 27-200 0 0,32-127-3 0 0,1-1 0 0 0,1 1-1 0 0,-1-1 1 0 0,1 1 0 0 0,0-1 0 0 0,1 1 0 0 0,-1 0 0 0 0,1-1 0 0 0,1 0-1 0 0,2 10 1 0 0,-3-14-119 0 0,0 0 0 0 0,0 1 1 0 0,1-1-1 0 0,-1 0 0 0 0,1 0 0 0 0,-1 0 0 0 0,1 0 0 0 0,0 0 0 0 0,-1-1 0 0 0,1 1 0 0 0,0 0 0 0 0,0-1 0 0 0,0 1 0 0 0,1-1 0 0 0,-1 0 0 0 0,0 0 0 0 0,0 0 0 0 0,1 0 0 0 0,-1 0 1 0 0,1 0-1 0 0,-1-1 0 0 0,1 1 0 0 0,-1-1 0 0 0,1 0 0 0 0,-1 1 0 0 0,1-1 0 0 0,-1 0 0 0 0,1-1 0 0 0,3 0 0 0 0,1 0-747 0 0,0 0-1 0 0,0 0 1 0 0,0-1-1 0 0,-1 0 0 0 0,7-4 1 0 0,14-5-3682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144 196 2500 0 0,'32'-195'14271'0'0,"-31"210"-13980"0"0,-2 1 1 0 0,0 0-1 0 0,0-1 1 0 0,-7 26-1 0 0,3-17-51 0 0,-30 193 1432 0 0,-15 81-502 0 0,33-211-986 0 0,-5 24 10 0 0,-11 141-1 0 0,33-245-272 0 0,-2 12-864 0 0,1 0-1 0 0,1 0 1 0 0,1 1 0 0 0,0-1 0 0 0,8 34 0 0 0,-8-51 332 0 0,4 11-439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7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1912 0 0,'57'-154'15766'0'0,"-56"153"-15292"0"0,0 5-395 0 0,-1 1 1 0 0,0 0-1 0 0,0-1 1 0 0,-1 1-1 0 0,1 0 1 0 0,-1-1-1 0 0,0 1 1 0 0,0-1 0 0 0,-3 8-1 0 0,1 3 57 0 0,-12 57-175 0 0,4 2-1 0 0,-2 96 1 0 0,13-163-319 0 0,1 0 0 0 0,-1 1-1 0 0,1-1 1 0 0,0 0 0 0 0,1 0 0 0 0,-1 0-1 0 0,5 9 1 0 0,-5-13-47 0 0,0 0 0 0 0,1-1 0 0 0,-1 1 0 0 0,1-1 0 0 0,-1 0-1 0 0,1 1 1 0 0,0-1 0 0 0,0 0 0 0 0,0 0 0 0 0,0 0 0 0 0,0 0 0 0 0,1-1 0 0 0,-1 1 0 0 0,1 0-1 0 0,-1-1 1 0 0,1 0 0 0 0,-1 0 0 0 0,1 0 0 0 0,0 0 0 0 0,0 0 0 0 0,2 1 0 0 0,14 0-4378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21 352 256 0 0,'59'-71'16742'0'0,"-60"86"-16364"0"0,-1-1-1 0 0,0 1 1 0 0,-5 15 0 0 0,4-21-307 0 0,1 1 1 0 0,0-1 0 0 0,0 1 0 0 0,1 0 0 0 0,0-1 0 0 0,1 1 0 0 0,0 0 0 0 0,1-1 0 0 0,3 19 0 0 0,-4-26-54 0 0,1 0 1 0 0,0 0 0 0 0,-1 0 0 0 0,1-1-1 0 0,0 1 1 0 0,0 0 0 0 0,0 0 0 0 0,1-1-1 0 0,-1 1 1 0 0,0-1 0 0 0,1 1 0 0 0,-1-1-1 0 0,1 0 1 0 0,-1 1 0 0 0,1-1 0 0 0,0 0-1 0 0,-1 0 1 0 0,1 0 0 0 0,0 0 0 0 0,0 0-1 0 0,0-1 1 0 0,0 1 0 0 0,0-1 0 0 0,0 1-1 0 0,0-1 1 0 0,0 1 0 0 0,0-1 0 0 0,0 0-1 0 0,0 0 1 0 0,0 0 0 0 0,0 0-1 0 0,0-1 1 0 0,2 1 0 0 0,4-2 3 0 0,-1 1-1 0 0,0-1 1 0 0,0-1 0 0 0,0 1-1 0 0,0-1 1 0 0,0 0 0 0 0,11-7 0 0 0,-6 1-18 0 0,0-1 1 0 0,0 0 0 0 0,-1-1-1 0 0,-1 0 1 0 0,0-1 0 0 0,0 0-1 0 0,-1 0 1 0 0,-1-1 0 0 0,0 0-1 0 0,-1 0 1 0 0,0-1 0 0 0,-1 0-1 0 0,-1 0 1 0 0,0-1 0 0 0,-1 1-1 0 0,0-1 1 0 0,1-17 0 0 0,-4 26-17 0 0,-1 1 1 0 0,0 0 0 0 0,0-1-1 0 0,0 1 1 0 0,-1-1 0 0 0,0 1 0 0 0,0 0-1 0 0,0-1 1 0 0,-1 1 0 0 0,0 0-1 0 0,0 0 1 0 0,0 0 0 0 0,0 0 0 0 0,-1 0-1 0 0,0 1 1 0 0,0-1 0 0 0,-6-6-1 0 0,4 6 0 0 0,0 0 0 0 0,-1 1 0 0 0,1-1 0 0 0,-1 1 0 0 0,0 1 0 0 0,0-1 0 0 0,-1 1-1 0 0,1 0 1 0 0,-1 0 0 0 0,1 1 0 0 0,-1 0 0 0 0,-10-2 0 0 0,8 3-1 0 0,-1-1 1 0 0,1 2 0 0 0,0-1 0 0 0,0 1 0 0 0,-1 1 0 0 0,1 0-1 0 0,0 0 1 0 0,0 1 0 0 0,-14 4 0 0 0,16-4 5 0 0,1 0 0 0 0,0 1 0 0 0,0 0 1 0 0,0 0-1 0 0,0 0 0 0 0,0 1 0 0 0,1 0 0 0 0,0 0 0 0 0,-1 0 1 0 0,2 1-1 0 0,-1 0 0 0 0,0 0 0 0 0,-5 9 0 0 0,7-10-36 0 0,1 0 0 0 0,-1 0-1 0 0,1 1 1 0 0,0 0-1 0 0,0-1 1 0 0,1 1-1 0 0,-1 0 1 0 0,1 0-1 0 0,0 0 1 0 0,1 0-1 0 0,-1 0 1 0 0,1 0 0 0 0,0 0-1 0 0,0 0 1 0 0,1 5-1 0 0,0-6-58 0 0,-1-1-1 0 0,1 0 1 0 0,0 0 0 0 0,1 0-1 0 0,-1 0 1 0 0,1 0 0 0 0,-1 0-1 0 0,1 0 1 0 0,0-1-1 0 0,0 1 1 0 0,0 0 0 0 0,0-1-1 0 0,0 0 1 0 0,1 1 0 0 0,-1-1-1 0 0,1 0 1 0 0,-1 0-1 0 0,1-1 1 0 0,0 1 0 0 0,0 0-1 0 0,0-1 1 0 0,0 0 0 0 0,6 2-1 0 0,3 1-265 0 0,1-1 1 0 0,0-1-1 0 0,0 0 0 0 0,0-1 0 0 0,1-1 1 0 0,-1 0-1 0 0,0 0 0 0 0,0-1 0 0 0,0-1 0 0 0,20-5 1 0 0,10-5-203 0 0,74-33 0 0 0,-16 5 1085 0 0,-94 38-407 0 0,-3 0-77 0 0,0 1 1 0 0,0-1-1 0 0,1 1 1 0 0,-1 0-1 0 0,0 1 1 0 0,0-1-1 0 0,1 1 1 0 0,4-1-1 0 0,-7 2-15 0 0,0-1 0 0 0,0 1 0 0 0,-1 0 0 0 0,1 0-1 0 0,-1-1 1 0 0,1 1 0 0 0,0 0 0 0 0,-1 0 0 0 0,0 1-1 0 0,1-1 1 0 0,-1 0 0 0 0,0 0 0 0 0,1 1 0 0 0,-1-1 0 0 0,0 1-1 0 0,0-1 1 0 0,0 1 0 0 0,0-1 0 0 0,0 1 0 0 0,-1 0 0 0 0,1-1-1 0 0,0 4 1 0 0,3 4 114 0 0,-2 0-1 0 0,1 1 1 0 0,-1-1-1 0 0,-1 1 1 0 0,1 0-1 0 0,-1 10 1 0 0,-3 61 384 0 0,2-74-465 0 0,-11 84 3373 0 0,11-90-3377 0 0,0-1 0 0 0,0 0 0 0 0,0 1 0 0 0,0-1 0 0 0,0 0 0 0 0,0 0 1 0 0,0 1-1 0 0,0-1 0 0 0,0 0 0 0 0,0 1 0 0 0,0-1 0 0 0,0 0 0 0 0,0 1 0 0 0,0-1 0 0 0,0 0 0 0 0,0 0 0 0 0,-1 1 0 0 0,1-1 1 0 0,0 0-1 0 0,0 0 0 0 0,0 1 0 0 0,-1-1 0 0 0,1 0 0 0 0,0 0 0 0 0,0 0 0 0 0,-1 1 0 0 0,1-1 0 0 0,0 0 0 0 0,0 0 0 0 0,-1 0 1 0 0,1 0-1 0 0,0 0 0 0 0,0 0 0 0 0,-1 1 0 0 0,1-1 0 0 0,-1 0 0 0 0,1-1-25 0 0,0 1 0 0 0,-1 0 0 0 0,1 0-1 0 0,0-1 1 0 0,-1 1 0 0 0,1 0 0 0 0,0-1 0 0 0,-1 1 0 0 0,1-1-1 0 0,0 1 1 0 0,0 0 0 0 0,0-1 0 0 0,-1 1 0 0 0,1-1 0 0 0,0 1-1 0 0,0 0 1 0 0,0-1 0 0 0,0 1 0 0 0,0-1 0 0 0,0 1 0 0 0,0-1-1 0 0,0 1 1 0 0,0-1 0 0 0,0 1 0 0 0,0 0 0 0 0,0-1 0 0 0,0 0-1 0 0,3-19 22 0 0,1 0 0 0 0,0 0 0 0 0,2 0 0 0 0,0 1 0 0 0,1 0 0 0 0,1 0 0 0 0,13-22 0 0 0,7-6-97 0 0,51-68 0 0 0,-66 98 18 0 0,2 0-1 0 0,0 0 0 0 0,23-18 1 0 0,-32 30 16 0 0,0 0 0 0 0,0 0 1 0 0,0 1-1 0 0,1 0 0 0 0,-1 0 1 0 0,1 1-1 0 0,0 0 0 0 0,0 0 0 0 0,1 1 1 0 0,-1 0-1 0 0,0 0 0 0 0,1 0 0 0 0,10 0 1 0 0,-14 2 6 0 0,-1 0 1 0 0,1 0-1 0 0,0 1 0 0 0,0-1 1 0 0,0 1-1 0 0,-1 0 1 0 0,1 0-1 0 0,0 0 0 0 0,-1 1 1 0 0,1-1-1 0 0,-1 1 1 0 0,0 0-1 0 0,1 0 0 0 0,-1 0 1 0 0,0 0-1 0 0,5 6 1 0 0,-4-4 47 0 0,0 1 1 0 0,-1-1-1 0 0,0 1 1 0 0,0 0-1 0 0,0 0 1 0 0,-1 0-1 0 0,0 0 1 0 0,0 1-1 0 0,0-1 1 0 0,2 8-1 0 0,-2 3 202 0 0,0 1 0 0 0,0-1 0 0 0,-2 0 0 0 0,0 1 0 0 0,-1-1 0 0 0,-5 32 0 0 0,-18 47 527 0 0,-1 11 248 0 0,25-104-932 0 0,3 1-362 0 0,-2-3 252 0 0,-1 0 0 0 0,0 1 0 0 0,0-1 0 0 0,0 0 0 0 0,0 0 0 0 0,0 0 0 0 0,1 1 0 0 0,-1-1 0 0 0,0 0 0 0 0,0 0 0 0 0,0 0 0 0 0,1 1 1 0 0,-1-1-1 0 0,0 0 0 0 0,0 0 0 0 0,0 0 0 0 0,1 0 0 0 0,-1 0 0 0 0,0 1 0 0 0,0-1 0 0 0,1 0 0 0 0,-1 0 0 0 0,0 0 0 0 0,1 0 0 0 0,-1 0 0 0 0,0 0 1 0 0,0 0-1 0 0,1 0 0 0 0,-1 0 0 0 0,0 0 0 0 0,0 0 0 0 0,1 0 0 0 0,-1 0 0 0 0,0 0 0 0 0,0 0 0 0 0,1-1 0 0 0,-1 1 0 0 0,37-9-3629 0 0,4-7-4100 0 0,-14 3 120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9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13 1068 0 0,'-29'0'20399'0'0,"33"-1"-20308"0"0,30-1-105 0 0,5 0-2340 0 0,-5-2-2897 0 0,-14 1 1177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9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1 172 0 0,'-66'18'6033'0'0,"33"-9"-1025"0"0,-41 16-1 0 0,74-25-4941 0 0,-1 0 0 0 0,1 0 1 0 0,-1 0-1 0 0,1 0 0 0 0,-1 0 0 0 0,1 1 0 0 0,-1-1 0 0 0,1 0 1 0 0,-1 0-1 0 0,1 1 0 0 0,-1-1 0 0 0,1 0 0 0 0,0 0 0 0 0,-1 1 0 0 0,1-1 1 0 0,-1 1-1 0 0,1-1 0 0 0,0 0 0 0 0,0 1 0 0 0,-1-1 0 0 0,1 1 1 0 0,0-1-1 0 0,0 1 0 0 0,-1-1 0 0 0,1 1 0 0 0,0-1 0 0 0,0 1 0 0 0,0 0-28 0 0,0 0 0 0 0,1-1 0 0 0,-1 1 0 0 0,1-1 0 0 0,-1 1-1 0 0,1-1 1 0 0,-1 1 0 0 0,1-1 0 0 0,-1 1 0 0 0,1-1 0 0 0,0 0 0 0 0,-1 1-1 0 0,1-1 1 0 0,0 0 0 0 0,-1 0 0 0 0,1 1 0 0 0,0-1 0 0 0,38 9 171 0 0,-36-9-92 0 0,285 38-1271 0 0,-93-26-6515 0 0,-96-9-184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09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3668 0 0,'3'1'6784'0'0,"27"2"4438"0"0,-20-2-13011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88 276 0 0,'-33'11'20827'0'0,"40"-16"-20850"0"0,9-3 103 0 0,0 1 1 0 0,1 0-1 0 0,0 1 0 0 0,0 1 1 0 0,35-6-1 0 0,-28 7-43 0 0,163-28-158 0 0,-65 18-7048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7 828 0 0,'-3'0'2107'0'0,"-4"-2"-1124"0"0,0 1 381 0 0,0-1-1 0 0,-1 1 1 0 0,1 1 0 0 0,-11-1-1 0 0,15 2-1212 0 0,1 1-1 0 0,0-1 1 0 0,0 1-1 0 0,0-1 1 0 0,0 1-1 0 0,0 0 1 0 0,1 0-1 0 0,-1-1 1 0 0,0 1-1 0 0,1 1 1 0 0,0-1-1 0 0,-1 0 1 0 0,1 0-1 0 0,0 0 1 0 0,0 1-1 0 0,0-1 1 0 0,-1 4-1 0 0,-1 1 341 0 0,-15 36 1022 0 0,2 1-1 0 0,-18 74 1 0 0,21-71-1221 0 0,6-23-136 0 0,1 0 1 0 0,1 1-1 0 0,-3 38 1 0 0,8-62-151 0 0,0 0 0 0 0,1-1 0 0 0,-1 1 0 0 0,0-1 0 0 0,0 1 0 0 0,0-1 0 0 0,1 1 0 0 0,-1-1 1 0 0,0 1-1 0 0,0 0 0 0 0,1-1 0 0 0,-1 1 0 0 0,0-1 0 0 0,1 0 0 0 0,-1 1 0 0 0,1-1 0 0 0,-1 1 0 0 0,1-1 0 0 0,-1 0 0 0 0,1 1 0 0 0,-1-1 1 0 0,1 0-1 0 0,-1 1 0 0 0,1-1 0 0 0,-1 0 0 0 0,1 0 0 0 0,-1 0 0 0 0,1 1 0 0 0,0-1 0 0 0,-1 0 0 0 0,1 0 0 0 0,-1 0 0 0 0,1 0 1 0 0,0 0-1 0 0,-1 0 0 0 0,1 0 0 0 0,-1 0 0 0 0,1 0 0 0 0,0-1 0 0 0,-1 1 0 0 0,1 0 0 0 0,-1 0 0 0 0,1-1 0 0 0,1 1-13 0 0,5-1 18 0 0,-1-1 0 0 0,1 0-1 0 0,-1-1 1 0 0,0 1 0 0 0,0-1 0 0 0,0 0-1 0 0,11-8 1 0 0,2-1-1 0 0,-1 2-6 0 0,-1 1 1 0 0,39-14-1 0 0,-50 21-5 0 0,0 0 0 0 0,1 1 0 0 0,-1 0 0 0 0,0 0 0 0 0,1 1-1 0 0,-1-1 1 0 0,1 1 0 0 0,-1 1 0 0 0,0-1 0 0 0,1 1 0 0 0,-1 1-1 0 0,0-1 1 0 0,11 4 0 0 0,-8-1-2 0 0,0 0 0 0 0,0 1 0 0 0,-1-1 0 0 0,0 2 0 0 0,1-1-1 0 0,-2 1 1 0 0,1 1 0 0 0,-1-1 0 0 0,0 1 0 0 0,0 0 0 0 0,0 1 0 0 0,-1 0-1 0 0,-1 0 1 0 0,7 12 0 0 0,-8-14 60 0 0,-1 1 0 0 0,0 0 1 0 0,-1 1-1 0 0,0-1 0 0 0,0 0 0 0 0,0 1 0 0 0,-1-1 0 0 0,0 1 0 0 0,0 0 0 0 0,-1-1 0 0 0,0 1 1 0 0,-1 0-1 0 0,1-1 0 0 0,-2 1 0 0 0,1-1 0 0 0,-1 1 0 0 0,0-1 0 0 0,-6 15 0 0 0,2-10 216 0 0,0 0 1 0 0,-1 0-1 0 0,-1-1 0 0 0,0 1 0 0 0,0-2 0 0 0,-1 1 1 0 0,0-1-1 0 0,-1 0 0 0 0,0-1 0 0 0,-1 0 0 0 0,0-1 1 0 0,0 0-1 0 0,-1-1 0 0 0,-16 8 0 0 0,18-10-93 0 0,-1-1 0 0 0,0 0 0 0 0,0-1 0 0 0,0 0-1 0 0,-1 0 1 0 0,1-2 0 0 0,-1 1 0 0 0,1-1 0 0 0,-1-1-1 0 0,1 0 1 0 0,-1-1 0 0 0,1 0 0 0 0,-1 0 0 0 0,1-1-1 0 0,-1-1 1 0 0,1 0 0 0 0,-13-6 0 0 0,9 3-64 0 0,1-1-1 0 0,-15-10 1 0 0,26 16-253 0 0,0-1 1 0 0,0 0-1 0 0,0 0 0 0 0,0-1 0 0 0,1 1 0 0 0,-1-1 1 0 0,1 1-1 0 0,-1-1 0 0 0,1 0 0 0 0,0 0 0 0 0,0 0 1 0 0,0 0-1 0 0,0 0 0 0 0,-2-7 0 0 0,4 8-122 0 0,0 0-1 0 0,0 0 1 0 0,0 0 0 0 0,0 0-1 0 0,0 0 1 0 0,0 0-1 0 0,1 0 1 0 0,-1 1 0 0 0,1-1-1 0 0,-1 0 1 0 0,1 0-1 0 0,0 0 1 0 0,0 0 0 0 0,0 1-1 0 0,0-1 1 0 0,0 0-1 0 0,0 1 1 0 0,0-1 0 0 0,0 1-1 0 0,1-1 1 0 0,-1 1-1 0 0,1 0 1 0 0,-1-1 0 0 0,1 1-1 0 0,-1 0 1 0 0,4-1-1 0 0,5-4-1622 0 0,0 1 0 0 0,0 0 0 0 0,16-5 0 0 0,-11 4-1519 0 0,7-2-2675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3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1316 0 0,'14'-24'8388'0'0,"-13"22"-8206"0"0,0 0-1 0 0,0 1 1 0 0,0-1 0 0 0,1 1 0 0 0,-1-1 0 0 0,0 1 0 0 0,1 0 0 0 0,0-1 0 0 0,-1 1 0 0 0,1 0 0 0 0,0 0 0 0 0,-1 0 0 0 0,1 0 0 0 0,0 0 0 0 0,0 0 0 0 0,0 1 0 0 0,0-1 0 0 0,0 1 0 0 0,0-1 0 0 0,0 1 0 0 0,0 0 0 0 0,0 0 0 0 0,0 0 0 0 0,0 0 0 0 0,4 0 0 0 0,3 3 23 0 0,1 0 1 0 0,-1 1-1 0 0,1-1 0 0 0,-1 2 1 0 0,0-1-1 0 0,-1 2 1 0 0,1-1-1 0 0,-1 1 1 0 0,0 0-1 0 0,0 0 0 0 0,-1 1 1 0 0,11 13-1 0 0,-15-17-103 0 0,0 1 1 0 0,0-1-1 0 0,-1 1 0 0 0,0 0 0 0 0,0 0 0 0 0,0 0 1 0 0,0 0-1 0 0,0 0 0 0 0,-1 1 0 0 0,1-1 1 0 0,-1 0-1 0 0,-1 1 0 0 0,1-1 0 0 0,0 1 0 0 0,-1-1 1 0 0,0 1-1 0 0,0-1 0 0 0,-1 1 0 0 0,1-1 0 0 0,-1 1 1 0 0,0-1-1 0 0,0 0 0 0 0,0 1 0 0 0,-1-1 1 0 0,1 0-1 0 0,-1 0 0 0 0,0 0 0 0 0,0 0 0 0 0,-1 0 1 0 0,-4 6-1 0 0,-4 3 320 0 0,0 0 1 0 0,0-2-1 0 0,-27 22 1 0 0,39-34-414 0 0,-1 0 0 0 0,0 1 1 0 0,1-1-1 0 0,-1 1 0 0 0,0-1 0 0 0,0 0 1 0 0,1 1-1 0 0,-1-1 0 0 0,0 0 0 0 0,0 1 1 0 0,0-1-1 0 0,0 0 0 0 0,0 1 0 0 0,0-1 0 0 0,0 0 1 0 0,0 1-1 0 0,0-1 0 0 0,0 1 0 0 0,0-1 1 0 0,-1 0-1 0 0,1 1 0 0 0,0-1 0 0 0,0 0 0 0 0,0 1 1 0 0,-1-1-1 0 0,1 1 0 0 0,-1-1 0 0 0,1 0 1 0 0,0 1-1 0 0,-1-1 0 0 0,1 1 0 0 0,-1-1 0 0 0,1 1 1 0 0,-1 0-1 0 0,1-1 0 0 0,-1 1 0 0 0,1-1 1 0 0,-1 1-1 0 0,0 0 0 0 0,1 0 0 0 0,-1-1 1 0 0,1 1-1 0 0,-1 0 0 0 0,0 0 0 0 0,1 0 0 0 0,-1-1 1 0 0,0 1-1 0 0,1 0 0 0 0,-1 0 0 0 0,0 0 1 0 0,1 0-1 0 0,-1 0 0 0 0,0 1 0 0 0,1-1 0 0 0,-1 0 1 0 0,0 0-1 0 0,1 0 0 0 0,-1 0 0 0 0,1 1 1 0 0,-1-1-1 0 0,0 0 0 0 0,1 1 0 0 0,-1-1 0 0 0,1 0 1 0 0,-1 1-1 0 0,1-1 0 0 0,-1 1 0 0 0,14-22 10 0 0,0 0-1 0 0,2 1 0 0 0,1 0 0 0 0,33-32 1 0 0,-36 39-17 0 0,165-147-108 0 0,-154 140-36 0 0,-22 19 138 0 0,-8 13-92 0 0,-11 9 63 0 0,-9 6 44 0 0,2 1 0 0 0,1 2 0 0 0,2 0-1 0 0,-25 46 1 0 0,44-73 3 0 0,1 1-1 0 0,-1 0 1 0 0,0 0-1 0 0,1 1 1 0 0,0-1-1 0 0,0 0 1 0 0,0 0-1 0 0,1 1 1 0 0,0-1-1 0 0,-1 0 1 0 0,1 1 0 0 0,1-1-1 0 0,-1 0 1 0 0,2 7-1 0 0,-1-9-3 0 0,0 1 0 0 0,0 0-1 0 0,0-1 1 0 0,1 1 0 0 0,-1-1 0 0 0,1 0-1 0 0,0 0 1 0 0,-1 1 0 0 0,1-1 0 0 0,0 0-1 0 0,0 0 1 0 0,1-1 0 0 0,-1 1 0 0 0,0 0-1 0 0,0-1 1 0 0,1 1 0 0 0,-1-1 0 0 0,1 0-1 0 0,0 0 1 0 0,-1 0 0 0 0,1 0 0 0 0,4 1-1 0 0,13 2-239 0 0,-1-1-1 0 0,1 0 1 0 0,0-2-1 0 0,0 0 0 0 0,0-1 1 0 0,36-5-1 0 0,32-11-3638 0 0,-4-4-3635 0 0,-45 10 110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3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48 1376 0 0,'-26'-17'17307'0'0,"39"15"-16539"0"0,215-10-393 0 0,-222 12-966 0 0,35-6-1255 0 0,-14-4-6502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25 348 0 0,'-47'-24'15243'0'0,"46"24"-15076"0"0,0 0 0 0 0,0 0-1 0 0,1 0 1 0 0,-1 0 0 0 0,0 0 0 0 0,0 0-1 0 0,0 0 1 0 0,0 0 0 0 0,0 0-1 0 0,1 0 1 0 0,-1 0 0 0 0,0 1-1 0 0,0-1 1 0 0,0 0 0 0 0,0 1-1 0 0,-4 13 688 0 0,1 1 1 0 0,1-1-1 0 0,0 1 0 0 0,2 0 0 0 0,-1 28 0 0 0,1-20-568 0 0,-6 35-1 0 0,-25 116 39 0 0,18-57-4422 0 0,14-113 3688 0 0,-1 34-3399 0 0,5-14-3273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136 118 212 0 0,'-2'-3'945'0'0,"0"0"1"0"0,0 0-1 0 0,1 0 0 0 0,-1 0 1 0 0,1 0-1 0 0,-1 0 0 0 0,1 0 0 0 0,-1-5 1 0 0,2 6-616 0 0,0 0 0 0 0,-1 0-1 0 0,1 0 1 0 0,0-1 0 0 0,0 1 0 0 0,0 0 0 0 0,1 0 0 0 0,-1-1 0 0 0,1 1 0 0 0,1-4 0 0 0,-1 3-206 0 0,1-1 0 0 0,0 1 0 0 0,0 0 0 0 0,0 0 0 0 0,0 0 0 0 0,1 1 0 0 0,-1-1 0 0 0,1 0 0 0 0,0 1 0 0 0,0 0 0 0 0,0-1 0 0 0,0 1 0 0 0,0 1 0 0 0,0-1 0 0 0,7-2 0 0 0,-2 1-51 0 0,0 0 1 0 0,0 1 0 0 0,0 0 0 0 0,1 0 0 0 0,-1 1-1 0 0,0 0 1 0 0,1 0 0 0 0,0 1 0 0 0,-1 0-1 0 0,1 1 1 0 0,-1 0 0 0 0,0 0 0 0 0,1 1 0 0 0,-1 0-1 0 0,10 4 1 0 0,-15-5-57 0 0,1 0 0 0 0,0 1 0 0 0,-1 0 0 0 0,0-1-1 0 0,1 1 1 0 0,-1 0 0 0 0,0 1 0 0 0,0-1 0 0 0,0 1 0 0 0,0-1-1 0 0,0 1 1 0 0,-1 0 0 0 0,1 0 0 0 0,-1 0 0 0 0,0 0 0 0 0,0 1 0 0 0,0-1-1 0 0,0 0 1 0 0,0 1 0 0 0,-1 0 0 0 0,0-1 0 0 0,0 1 0 0 0,0 0-1 0 0,0-1 1 0 0,0 1 0 0 0,-1 0 0 0 0,1 0 0 0 0,-1 0 0 0 0,0 0 0 0 0,-1 0-1 0 0,1-1 1 0 0,-1 1 0 0 0,1 0 0 0 0,-3 7 0 0 0,-2 3 52 0 0,0 0 1 0 0,-1-1-1 0 0,0 1 1 0 0,-1-1 0 0 0,-1 0-1 0 0,-13 17 1 0 0,6-11 192 0 0,-1 0 0 0 0,-1-2 1 0 0,-22 20-1 0 0,-1 0 1545 0 0,38-35-996 0 0,5-2-778 0 0,9 2-29 0 0,0 0 0 0 0,-1 1 0 0 0,1 0 0 0 0,-1 1 0 0 0,0 0 0 0 0,0 1 0 0 0,0 0 0 0 0,-1 0 0 0 0,20 15-1 0 0,-23-15 54 0 0,0 0-1 0 0,0 1 0 0 0,-1 0 0 0 0,1 1 1 0 0,-2-1-1 0 0,1 1 0 0 0,-1 1 0 0 0,0-1 0 0 0,0 1 1 0 0,0-1-1 0 0,-1 1 0 0 0,-1 1 0 0 0,0-1 0 0 0,4 11 1 0 0,-7-14 109 0 0,1-1 0 0 0,0 1-1 0 0,-1-1 1 0 0,0 1 0 0 0,0-1 0 0 0,0 1 0 0 0,-1-1 0 0 0,1 1 0 0 0,-1-1 0 0 0,0 0 0 0 0,-1 1 0 0 0,1-1 0 0 0,-1 0 0 0 0,-2 6 0 0 0,0-4 128 0 0,0 1-1 0 0,0-1 1 0 0,-1 0 0 0 0,0 0 0 0 0,0 0 0 0 0,-1-1 0 0 0,-11 10-1 0 0,5-7 131 0 0,-1 0-1 0 0,0 0 1 0 0,0-1-1 0 0,-1-1 1 0 0,1 0-1 0 0,-2 0 1 0 0,1-2-1 0 0,-18 4 0 0 0,19-5-294 0 0,-1-1 0 0 0,1-1 0 0 0,-1 0 0 0 0,1-1 0 0 0,-1 0 0 0 0,0-1 0 0 0,1-1 0 0 0,-1 0 0 0 0,1-1 0 0 0,-19-6 0 0 0,30 9-261 0 0,0-1 0 0 0,0 0 0 0 0,0 0 0 0 0,0 0 0 0 0,0 0 0 0 0,0 0 0 0 0,0-1 0 0 0,0 1 0 0 0,1 0 0 0 0,-1-1 0 0 0,0 0 0 0 0,1 1 0 0 0,0-1 0 0 0,-1 0 0 0 0,1 0 0 0 0,0 1 0 0 0,0-1 0 0 0,0 0 0 0 0,0 0-1 0 0,-1-3 1 0 0,2 3-212 0 0,0 0 0 0 0,0 0 0 0 0,0 0 0 0 0,0-1-1 0 0,0 1 1 0 0,0 0 0 0 0,1 0 0 0 0,-1 0-1 0 0,1 0 1 0 0,-1 0 0 0 0,1 0 0 0 0,0 0 0 0 0,0 0-1 0 0,0 0 1 0 0,0 0 0 0 0,0 0 0 0 0,0 0-1 0 0,1 1 1 0 0,-1-1 0 0 0,1 0 0 0 0,2-2 0 0 0,5-4-3070 0 0,0 1 0 0 0,16-11 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19 1768 0 0,'2'-18'12964'0'0,"-4"25"-11110"0"0,-2 18-708 0 0,4-12-774 0 0,1 0 0 0 0,0 0 0 0 0,0 1 0 0 0,1-1 0 0 0,1 0 0 0 0,1-1 0 0 0,9 26 0 0 0,-10-31-329 0 0,1 0-1 0 0,0 0 0 0 0,1 0 0 0 0,0-1 0 0 0,0 1 0 0 0,0-1 0 0 0,1 0 1 0 0,-1-1-1 0 0,2 1 0 0 0,-1-1 0 0 0,0 0 0 0 0,1-1 0 0 0,0 0 0 0 0,10 5 1 0 0,-10-5-30 0 0,0-1-1 0 0,1 0 1 0 0,-1-1 0 0 0,1 0 0 0 0,0 0 0 0 0,0 0 0 0 0,0-1 0 0 0,15 0 0 0 0,-18-1-12 0 0,0-1-1 0 0,0 1 1 0 0,-1-1 0 0 0,1 0 0 0 0,0-1 0 0 0,-1 1 0 0 0,1-1 0 0 0,-1 0 0 0 0,1 0 0 0 0,-1 0 0 0 0,0-1-1 0 0,0 0 1 0 0,0 1 0 0 0,0-1 0 0 0,-1-1 0 0 0,6-4 0 0 0,3-7 29 0 0,-1-1 0 0 0,0 0 0 0 0,-1 0 0 0 0,0-1 0 0 0,12-33 0 0 0,-8 18 595 0 0,-8 22-267 0 0,6-20 575 0 0,-29 238 1200 0 0,4-94-1484 0 0,6-39-195 0 0,-79 639 2382 0 0,76-666-2011 0 0,-19 56 1 0 0,22-84-580 0 0,-1 0 0 0 0,0-1 0 0 0,-1 0 0 0 0,-2-1 0 0 0,-18 26 0 0 0,25-39-246 0 0,0 0 0 0 0,0 0 0 0 0,-1-1 0 0 0,0 1 0 0 0,0-1 0 0 0,0 0 0 0 0,0-1 0 0 0,0 1 0 0 0,-1-1 0 0 0,0 0 0 0 0,0 0 0 0 0,1-1 0 0 0,-1 0 0 0 0,-1 0 0 0 0,1 0 0 0 0,0-1 0 0 0,0 0 0 0 0,-1 0 0 0 0,1 0 0 0 0,-1-1 0 0 0,1 0 0 0 0,0-1 0 0 0,-1 1 0 0 0,1-1 0 0 0,-1 0 0 0 0,-6-3 0 0 0,4 1 0 0 0,0 0 0 0 0,0 0 0 0 0,0-1 0 0 0,0-1 0 0 0,1 0 0 0 0,0 0 0 0 0,0 0 0 0 0,0-1 0 0 0,1 0 0 0 0,0-1 0 0 0,0 1 0 0 0,1-1 0 0 0,0-1 0 0 0,0 1 0 0 0,0-1 0 0 0,1 0 0 0 0,-5-10 0 0 0,6 8 0 0 0,-1-1 0 0 0,1 0 0 0 0,1 0 0 0 0,0 0 0 0 0,1 0 0 0 0,0-1 0 0 0,1 1 0 0 0,0-1 0 0 0,1-21 0 0 0,2 15 0 0 0,0 1 0 0 0,2 0 0 0 0,0-1 0 0 0,0 1 0 0 0,14-30 0 0 0,-1 12 0 0 0,2 1 0 0 0,1 1 0 0 0,2 1 0 0 0,0 1 0 0 0,35-36 0 0 0,-28 36-1889 0 0,1 0 0 0 0,1 3 1 0 0,1 0-1 0 0,2 2 0 0 0,1 2 0 0 0,0 1 1 0 0,51-24-1 0 0,-40 24-6065 0 0,-26 13 655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21 400 0 0,'-12'-4'13604'0'0,"54"6"-6376"0"0,60-9-6902 0 0,-68 4 271 0 0,135-4-818 0 0,-98 6-6288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6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41 1464 0 0,'-36'-35'12503'0'0,"32"33"-11769"0"0,4 1-674 0 0,0 1-1 0 0,0 0 0 0 0,-1 0 0 0 0,1-1 1 0 0,0 1-1 0 0,0 0 0 0 0,-1 0 0 0 0,1-1 1 0 0,0 1-1 0 0,0 0 0 0 0,-1 0 1 0 0,1 0-1 0 0,0 0 0 0 0,-1 0 0 0 0,1-1 1 0 0,0 1-1 0 0,-1 0 0 0 0,1 0 0 0 0,0 0 1 0 0,0 0-1 0 0,-1 0 0 0 0,1 0 1 0 0,0 0-1 0 0,-1 0 0 0 0,1 0 0 0 0,0 0 1 0 0,-1 0-1 0 0,1 0 0 0 0,0 0 0 0 0,-1 1 1 0 0,1-1-1 0 0,0 0 0 0 0,0 0 1 0 0,-1 0-1 0 0,1 0 0 0 0,0 0 0 0 0,-1 1 1 0 0,1-1-1 0 0,0 0 0 0 0,0 0 0 0 0,-1 0 1 0 0,1 1-1 0 0,0-1 0 0 0,0 0 1 0 0,0 0-1 0 0,0 1 0 0 0,-1-1 0 0 0,1 0 1 0 0,0 1-1 0 0,0-1 0 0 0,0 0 0 0 0,0 0 1 0 0,0 1-1 0 0,0-1 0 0 0,0 0 1 0 0,0 1-1 0 0,0-1 0 0 0,0 0 0 0 0,0 1 1 0 0,-2 15 1007 0 0,0-1 0 0 0,2 1 0 0 0,1 27 0 0 0,1 16 287 0 0,-9 36-659 0 0,-35 173 0 0 0,38-252-1557 0 0,-4 18-4742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172 279 1644 0 0,'32'-22'22408'0'0,"-51"4"-20854"0"0,-43-24-1004 0 0,46 32-516 0 0,0-1 0 0 0,0 0 0 0 0,-15-14 0 0 0,-11-6-422 0 0,40 30 260 0 0,15-6-260 0 0,47 8 107 0 0,-6 0-472 0 0,-1-2 1 0 0,1-2 0 0 0,73-14-1 0 0,-118 15 777 0 0,0-2 0 0 0,-1 1 0 0 0,0-1-1 0 0,0-1 1 0 0,0 1 0 0 0,0-1 0 0 0,0-1-1 0 0,-1 1 1 0 0,0-1 0 0 0,0 0 0 0 0,-1-1 0 0 0,0 0-1 0 0,7-9 1 0 0,-13 15 29 0 0,3 0 40 0 0,-3 5-2 0 0,-6 15 94 0 0,-11 22 236 0 0,-90 227 1476 0 0,77-188-1721 0 0,-56 170 438 0 0,53-150-1368 0 0,33-98 531 0 0,-10 33-1715 0 0,10-34 1387 0 0,0 1 1 0 0,0-1-1 0 0,0 0 0 0 0,0 1 0 0 0,0-1 0 0 0,0 0 1 0 0,0 1-1 0 0,0-1 0 0 0,1 1 0 0 0,-1-1 0 0 0,0 0 1 0 0,1 2-1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7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54 2856 0 0,'0'-46'27800'0'0,"7"43"-29249"0"0,211-1 1493 0 0,-140 5-461 0 0,-71-1 352 0 0,0-1-34 0 0,-1 1 0 0 0,1 0 0 0 0,-1 0 0 0 0,1 1 0 0 0,-1 0 1 0 0,1 0-1 0 0,10 4 0 0 0,-16-4 89 0 0,-1 0-1 0 0,0-1 1 0 0,1 1 0 0 0,-1-1 0 0 0,0 1 0 0 0,0 0-1 0 0,0-1 1 0 0,0 1 0 0 0,1 0 0 0 0,-1 0 0 0 0,0-1-1 0 0,0 1 1 0 0,0 0 0 0 0,-1-1 0 0 0,1 1-1 0 0,0 0 1 0 0,0-1 0 0 0,0 1 0 0 0,0 0 0 0 0,-1-1-1 0 0,1 1 1 0 0,0 0 0 0 0,0-1 0 0 0,-1 1 0 0 0,1-1-1 0 0,-1 1 1 0 0,1-1 0 0 0,0 1 0 0 0,-2 0 0 0 0,-11 17-66 0 0,-31 29-34 0 0,-72 59 1 0 0,43-42 516 0 0,-68 71 404 0 0,141-135-801 0 0,-1 0-1 0 0,1 0 1 0 0,0 1-1 0 0,-1-1 1 0 0,1 0-1 0 0,0 0 1 0 0,-1 1-1 0 0,1-1 1 0 0,0 0-1 0 0,0 1 1 0 0,-1-1-1 0 0,1 0 1 0 0,0 1-1 0 0,0-1 1 0 0,0 0-1 0 0,0 1 1 0 0,0-1-1 0 0,-1 1 1 0 0,1-1-1 0 0,0 0 1 0 0,0 1-1 0 0,0-1 1 0 0,0 1 0 0 0,0-1-1 0 0,0 0 1 0 0,0 1-1 0 0,0-1 1 0 0,0 1-1 0 0,1-1 1 0 0,-1 0-1 0 0,0 1 1 0 0,0 0-1 0 0,13 5 161 0 0,19-3-47 0 0,-30-3-110 0 0,51 0 40 0 0,74-11 0 0 0,-75 5-27 0 0,194-19-26 0 0,-153 19-2854 0 0,-90 5 1763 0 0,7-4-2951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48 952 0 0,'-8'-13'14258'0'0,"7"11"-13308"0"0,5 0-766 0 0,-1 0 0 0 0,1 0 0 0 0,-1 0 0 0 0,1 1 0 0 0,0-1 1 0 0,0 1-1 0 0,0 0 0 0 0,0 0 0 0 0,7-1 0 0 0,45-2 222 0 0,-35 3-248 0 0,30-3-453 0 0,82-3 178 0 0,-89 6-3420 0 0,-3 3-3550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0 328 0 0,'-26'14'3754'0'0,"-63"38"6835"0"0,88-51-10560 0 0,1-1 0 0 0,-1 0 0 0 0,1 0 0 0 0,0 1 0 0 0,-1-1 0 0 0,1 0 0 0 0,0 1 0 0 0,-1-1 0 0 0,1 0 0 0 0,0 1 0 0 0,-1-1 0 0 0,1 0 0 0 0,0 1 0 0 0,0-1 0 0 0,-1 1 0 0 0,1-1 0 0 0,0 0 0 0 0,0 1 0 0 0,0-1 0 0 0,0 1 0 0 0,0-1 0 0 0,-1 1 0 0 0,1-1 0 0 0,0 1 0 0 0,0-1 0 0 0,0 1 0 0 0,0-1 0 0 0,0 1 0 0 0,1-1 0 0 0,-1 0 0 0 0,0 1 0 0 0,0-1 0 0 0,0 1 0 0 0,0-1 0 0 0,0 1 0 0 0,1-1 0 0 0,-1 0 0 0 0,0 1 0 0 0,0-1 0 0 0,1 1 0 0 0,-1-1 0 0 0,0 0 0 0 0,1 1 0 0 0,-1-1 0 0 0,0 0 0 0 0,1 1 0 0 0,-1-1 0 0 0,0 0 0 0 0,1 0 0 0 0,-1 1 0 0 0,1-1 0 0 0,-1 0 0 0 0,0 0 0 0 0,1 0 0 0 0,-1 0 0 0 0,1 1 0 0 0,-1-1 0 0 0,1 0 0 0 0,-1 0 0 0 0,1 0 0 0 0,-1 0 0 0 0,1 0 0 0 0,40 1-166 0 0,-1-2 1 0 0,69-9-1 0 0,82-27-7763 0 0,-128 22 2116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1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80 2004 0 0,'1'-44'9880'0'0,"0"8"-1403"0"0,-8 57-6843 0 0,-44 117 2198 0 0,-41 61-2551 0 0,9-35-1069 0 0,82-162-201 0 0,0-1 0 0 0,0 1 0 0 0,0 0 0 0 0,0-1 0 0 0,1 1-1 0 0,-1 0 1 0 0,1 0 0 0 0,-1 0 0 0 0,1-1 0 0 0,0 1 0 0 0,0 0 0 0 0,-1 3 0 0 0,2-4-8 0 0,-1 0 0 0 0,0 0 0 0 0,0 0 0 0 0,1 0 0 0 0,-1-1 0 0 0,0 1-1 0 0,1 0 1 0 0,-1 0 0 0 0,1-1 0 0 0,-1 1 0 0 0,1 0 0 0 0,-1-1 0 0 0,1 1 0 0 0,-1 0 0 0 0,1-1 0 0 0,0 1 0 0 0,-1-1-1 0 0,1 1 1 0 0,1 0 0 0 0,3 1-4 0 0,0 0-1 0 0,0-1 0 0 0,0 1 1 0 0,0-1-1 0 0,0 0 1 0 0,0-1-1 0 0,6 1 0 0 0,-6-1-1 0 0,37 4-282 0 0,60-4 1 0 0,-80-1 216 0 0,1-2 1 0 0,-1 0 0 0 0,0-1-1 0 0,30-11 1 0 0,-45 13 95 0 0,0-2 1 0 0,-1 1-1 0 0,1-1 1 0 0,-1 0-1 0 0,0 0 1 0 0,0-1-1 0 0,-1 1 1 0 0,1-1-1 0 0,-1-1 1 0 0,0 1-1 0 0,-1-1 1 0 0,1 0-1 0 0,-1 0 1 0 0,0 0-1 0 0,3-8 1 0 0,-1 4 501 0 0,-2-1-1 0 0,1 0 1 0 0,-2 0 0 0 0,1-1 0 0 0,-2 1-1 0 0,1-1 1 0 0,-1 1 0 0 0,0-22 0 0 0,-3 39-528 0 0,0 0 0 0 0,-1 0 0 0 0,1 0 1 0 0,-1-1-1 0 0,-4 10 0 0 0,-3 9 55 0 0,-32 110-442 0 0,-35 141-603 0 0,53-135-4593 0 0,20-102-566 0 0,4 66 0 0 0,2-67-4093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0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90 468 0 0,'-3'0'1442'0'0,"-42"4"3897"0"0,42-3-4607 0 0,-1-1-40 0 0,-44-2 3727 0 0,45 2-3872 0 0,1-1-41 0 0,1 1-460 0 0,1 0 0 0 0,-1 0 0 0 0,0-1 0 0 0,0 1-1 0 0,1 0 1 0 0,-1 0 0 0 0,0-1 0 0 0,0 1 0 0 0,1-1 0 0 0,-1 1 0 0 0,0 0 0 0 0,1-1 0 0 0,-1 0 0 0 0,1 1 0 0 0,-1-1 0 0 0,1 1 0 0 0,-1-1 0 0 0,1 0 0 0 0,-1 1 0 0 0,1-1 0 0 0,-1 0 0 0 0,1 1 0 0 0,0-1 0 0 0,-1 0 0 0 0,1 0 0 0 0,0 1 0 0 0,0-1 0 0 0,0 0 0 0 0,0 0 0 0 0,-1 1 0 0 0,1-1 0 0 0,0 0 0 0 0,0 0 0 0 0,1-1 0 0 0,0 0-18 0 0,-1 0 0 0 0,1 0 0 0 0,0 0 0 0 0,1 0 0 0 0,-1 0 0 0 0,0 1 0 0 0,0-1 0 0 0,1 1 0 0 0,-1-1 0 0 0,1 1 0 0 0,-1-1 0 0 0,1 1 0 0 0,3-2 0 0 0,5-4-17 0 0,2 1-1 0 0,-1 1 1 0 0,1-1-1 0 0,-1 2 1 0 0,2 0 0 0 0,-1 0-1 0 0,0 1 1 0 0,1 1-1 0 0,-1 0 1 0 0,1 1-1 0 0,-1 0 1 0 0,1 1 0 0 0,0 0-1 0 0,16 3 1 0 0,-19-2-1 0 0,0 1-1 0 0,-1 0 1 0 0,1 1 0 0 0,-1 0 0 0 0,0 1 0 0 0,0 0 0 0 0,0 0-1 0 0,12 8 1 0 0,-15-8-7 0 0,-1 0 0 0 0,0 1 0 0 0,0 0 0 0 0,0-1 0 0 0,0 2 0 0 0,-1-1 0 0 0,1 0 0 0 0,-2 1 0 0 0,1 0 0 0 0,0 0 0 0 0,-1 0 0 0 0,4 11 0 0 0,-5-9 0 0 0,0-1 1 0 0,-1 0-1 0 0,0 1 0 0 0,-1-1 0 0 0,1 0 0 0 0,-1 1 1 0 0,-1-1-1 0 0,1 1 0 0 0,-1-1 0 0 0,0 0 0 0 0,-1 0 1 0 0,0 1-1 0 0,0-1 0 0 0,-1 0 0 0 0,0-1 0 0 0,0 1 1 0 0,0 0-1 0 0,-6 7 0 0 0,2-3 4 0 0,-1 0 0 0 0,0 0 1 0 0,-1-1-1 0 0,0 0 0 0 0,-1 0 0 0 0,0-1 0 0 0,0 0 0 0 0,-1-1 1 0 0,-11 7-1 0 0,-24 13 106 0 0,44-27-105 0 0,1-1-10 0 0,1 0 0 0 0,0 0 0 0 0,-1 0 1 0 0,1 0-1 0 0,0 1 0 0 0,-1-1 1 0 0,1 0-1 0 0,0 0 0 0 0,0 0 1 0 0,-1 1-1 0 0,1-1 0 0 0,0 0 0 0 0,0 0 1 0 0,-1 1-1 0 0,1-1 0 0 0,0 0 1 0 0,0 1-1 0 0,0-1 0 0 0,-1 0 1 0 0,1 1-1 0 0,0-1 0 0 0,0 0 1 0 0,0 1-1 0 0,65 44-119 0 0,-38-21 104 0 0,25 27 0 0 0,-44-42 21 0 0,0 0 1 0 0,-1 1-1 0 0,0-1 1 0 0,-1 1-1 0 0,0 1 1 0 0,-1-1-1 0 0,6 15 1 0 0,-10-23 61 0 0,0 1 0 0 0,-1-1 0 0 0,1 1 0 0 0,-1-1 0 0 0,1 1 1 0 0,-1 0-1 0 0,0-1 0 0 0,0 1 0 0 0,0 0 0 0 0,0-1 0 0 0,-1 1 1 0 0,1-1-1 0 0,-1 1 0 0 0,1-1 0 0 0,-1 1 0 0 0,0-1 1 0 0,0 1-1 0 0,-3 4 0 0 0,2-4 58 0 0,-1 1 0 0 0,0-1 0 0 0,0 1 0 0 0,0-1-1 0 0,-1 0 1 0 0,1 0 0 0 0,-1-1 0 0 0,0 1 0 0 0,1-1 0 0 0,-6 3 0 0 0,-6 1 207 0 0,0 0 1 0 0,0 0-1 0 0,-1-2 1 0 0,1 0-1 0 0,-19 2 1 0 0,11-3-181 0 0,0-1 0 0 0,0-1-1 0 0,0-1 1 0 0,0-2 0 0 0,0 0 0 0 0,0-1 0 0 0,0-1 0 0 0,1-1 0 0 0,-1-1 0 0 0,1-1 0 0 0,-23-11 0 0 0,42 17-223 0 0,1 0 0 0 0,0 0 1 0 0,0-1-1 0 0,-1 1 0 0 0,1-1 0 0 0,0 1 0 0 0,0-1 0 0 0,1 0 0 0 0,-1 0 0 0 0,0 1 1 0 0,0-1-1 0 0,-2-5 0 0 0,4 6-31 0 0,0 0 0 0 0,-1 0 0 0 0,1-1 0 0 0,0 1 0 0 0,0 0 0 0 0,0 0 0 0 0,0-1 0 0 0,0 1 0 0 0,0 0 0 0 0,0-1 0 0 0,0 1 0 0 0,1 0 0 0 0,-1 0 0 0 0,0-1 0 0 0,1 1 0 0 0,-1 0 0 0 0,1 0 0 0 0,-1 0 0 0 0,1 0 0 0 0,0 0 0 0 0,-1-1 0 0 0,1 1 0 0 0,0 0-1 0 0,0 1 1 0 0,0-1 0 0 0,0 0 0 0 0,0 0 0 0 0,1-1 0 0 0,14-10-1766 0 0,0 0 0 0 0,0 1 0 0 0,1 1 0 0 0,24-10 0 0 0,-29 14-100 0 0,14-6-3337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35 640 0 0,'12'-10'5421'0'0,"-12"8"-5259"0"0,1 1 0 0 0,0-1 0 0 0,0 1 1 0 0,0-1-1 0 0,0 1 0 0 0,0 0 1 0 0,0-1-1 0 0,0 1 0 0 0,1 0 0 0 0,-1 0 1 0 0,0 0-1 0 0,1 0 0 0 0,-1 0 0 0 0,1 0 1 0 0,-1 0-1 0 0,1 0 0 0 0,-1 1 1 0 0,1-1-1 0 0,-1 1 0 0 0,1-1 0 0 0,0 1 1 0 0,-1 0-1 0 0,1-1 0 0 0,0 1 1 0 0,-1 0-1 0 0,1 0 0 0 0,0 0 0 0 0,0 0 1 0 0,2 1-1 0 0,3 1-23 0 0,0 1 0 0 0,0 0 0 0 0,0 0-1 0 0,0 0 1 0 0,-1 1 0 0 0,0 0 0 0 0,0 0 0 0 0,0 1 0 0 0,0-1 0 0 0,-1 1 0 0 0,0 1-1 0 0,0-1 1 0 0,0 1 0 0 0,0 0 0 0 0,-1 0 0 0 0,0 0 0 0 0,0 0 0 0 0,-1 1-1 0 0,0 0 1 0 0,0 0 0 0 0,0 0 0 0 0,-1 0 0 0 0,0 0 0 0 0,-1 0 0 0 0,1 0-1 0 0,-2 1 1 0 0,1-1 0 0 0,-1 0 0 0 0,0 1 0 0 0,0-1 0 0 0,-1 1 0 0 0,0-1 0 0 0,0 0-1 0 0,0 1 1 0 0,-4 6 0 0 0,1-4 53 0 0,-2 1 0 0 0,0-1-1 0 0,0 0 1 0 0,0-1 0 0 0,-2 0 0 0 0,1 0-1 0 0,-11 10 1 0 0,-3 1 1023 0 0,-40 27 0 0 0,59-45-898 0 0,-3-4-164 0 0,5 3-149 0 0,-1-1 0 0 0,1 0-1 0 0,0 0 1 0 0,-1 0 0 0 0,1 0 0 0 0,0 0-1 0 0,-1 0 1 0 0,1 0 0 0 0,-1 0 0 0 0,1-1-1 0 0,0 1 1 0 0,-1 0 0 0 0,1 0 0 0 0,0 0 0 0 0,-1 0-1 0 0,1 0 1 0 0,0-1 0 0 0,-1 1 0 0 0,1 0-1 0 0,0 0 1 0 0,-1 0 0 0 0,1-1 0 0 0,0 1-1 0 0,0 0 1 0 0,-1-1 0 0 0,1 1 0 0 0,0 0-1 0 0,-1-1 1 0 0,5-9 14 0 0,0-1 0 0 0,0 1 0 0 0,1 0 0 0 0,0 0 0 0 0,0 1 0 0 0,1 0 1 0 0,11-14-1 0 0,59-59-39 0 0,-48 53 25 0 0,96-92-58 0 0,-123 121 48 0 0,-1 0 0 0 0,0-1-1 0 0,0 1 1 0 0,0 0 0 0 0,0-1 0 0 0,1 1-1 0 0,-1 0 1 0 0,0-1 0 0 0,0 1-1 0 0,1 0 1 0 0,-1-1 0 0 0,0 1 0 0 0,0 0-1 0 0,1 0 1 0 0,-1-1 0 0 0,0 1-1 0 0,1 0 1 0 0,-1 0 0 0 0,0 0 0 0 0,1 0-1 0 0,-1-1 1 0 0,0 1 0 0 0,1 0-1 0 0,-1 0 1 0 0,1 0 0 0 0,-1 0 0 0 0,0 0-1 0 0,1 0 1 0 0,-1 0 0 0 0,0 0 0 0 0,1 0-1 0 0,-5 13-42 0 0,-15 20 33 0 0,-5 3-4 0 0,8-14 18 0 0,1 0-1 0 0,1 1 1 0 0,1 0 0 0 0,-17 45-1 0 0,28-65 11 0 0,1 1 0 0 0,0 0 0 0 0,1 0 0 0 0,-1 0 0 0 0,1 0 1 0 0,-1-1-1 0 0,1 1 0 0 0,0 0 0 0 0,0 0 0 0 0,1 0 0 0 0,-1 0 0 0 0,1 0 0 0 0,0 0 0 0 0,2 4 0 0 0,-2-5-1 0 0,1 0 1 0 0,-1-1-1 0 0,1 1 0 0 0,0-1 1 0 0,0 1-1 0 0,0-1 1 0 0,0 0-1 0 0,0 0 0 0 0,1 0 1 0 0,-1 0-1 0 0,0 0 0 0 0,1 0 1 0 0,0-1-1 0 0,-1 1 0 0 0,1-1 1 0 0,0 0-1 0 0,0 0 0 0 0,0 0 1 0 0,3 1-1 0 0,11 2-365 0 0,0-1 0 0 0,0-1 0 0 0,0 0 0 0 0,1-1 0 0 0,33-3 0 0 0,-15-2-4319 0 0,67-17-1 0 0,-54 7-1930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14 816 0 0,'-16'4'6792'0'0,"-5"4"-1587"0"0,12-3-2149 0 0,21-4-1514 0 0,154-5-846 0 0,-11 0-1525 0 0,-53-6-3594 0 0,-73 1-1176 0 0,-17 4 747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10 300 0 0,'-2'-1'2599'0'0,"0"0"-1968"0"0,-1 0 0 0 0,1 0-1 0 0,0 0 1 0 0,0 0 0 0 0,-1 0 0 0 0,1 1 0 0 0,-1-1-1 0 0,1 1 1 0 0,-1-1 0 0 0,1 1 0 0 0,-5 0 0 0 0,6 0-471 0 0,-1 1 1 0 0,1-1 0 0 0,-1 1 0 0 0,1 0 0 0 0,-1 0 0 0 0,1-1 0 0 0,-1 1-1 0 0,1 0 1 0 0,0 0 0 0 0,0 0 0 0 0,-1 0 0 0 0,1 0 0 0 0,0 1-1 0 0,0-1 1 0 0,0 0 0 0 0,0 1 0 0 0,1-1 0 0 0,-1 0 0 0 0,0 1 0 0 0,0-1-1 0 0,0 3 1 0 0,-12 29 1411 0 0,1 1 1 0 0,-13 69-1 0 0,13-50-1179 0 0,5-24-383 0 0,2 0 0 0 0,-1 31 0 0 0,5-45-1119 0 0,1 0-1 0 0,1 0 1 0 0,2 17-1 0 0,6-7-5201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2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236 125 2576 0 0,'-2'-6'1021'0'0,"0"0"-1"0"0,0 0 1 0 0,1 0-1 0 0,0-1 1 0 0,0 1-1 0 0,1 0 1 0 0,-1 0-1 0 0,1-1 0 0 0,2-10 1 0 0,-2 14-945 0 0,1 1-1 0 0,0-1 1 0 0,0 1 0 0 0,0-1 0 0 0,0 1-1 0 0,1-1 1 0 0,-1 1 0 0 0,0 0 0 0 0,1-1 0 0 0,0 1-1 0 0,0 0 1 0 0,-1 0 0 0 0,1 0 0 0 0,0 1-1 0 0,0-1 1 0 0,1 0 0 0 0,-1 1 0 0 0,0-1-1 0 0,1 1 1 0 0,-1 0 0 0 0,1 0 0 0 0,-1 0-1 0 0,1 0 1 0 0,-1 0 0 0 0,5-1 0 0 0,-1 1-37 0 0,-1 1 0 0 0,1-1 1 0 0,0 1-1 0 0,0 0 0 0 0,0 0 1 0 0,0 0-1 0 0,-1 1 0 0 0,1 0 1 0 0,0 0-1 0 0,-1 1 0 0 0,1 0 1 0 0,0 0-1 0 0,-1 0 0 0 0,0 0 1 0 0,0 1-1 0 0,0 0 0 0 0,0 0 0 0 0,0 0 1 0 0,0 1-1 0 0,-1 0 0 0 0,1 0 1 0 0,-1 0-1 0 0,0 0 0 0 0,5 8 1 0 0,-2-3 60 0 0,0 0-1 0 0,-1 1 1 0 0,0-1 0 0 0,-1 1 0 0 0,0 0-1 0 0,-1 0 1 0 0,0 1 0 0 0,-1-1 0 0 0,0 1 0 0 0,0 0-1 0 0,-1 0 1 0 0,1 13 0 0 0,-4-8 35 0 0,0 0 1 0 0,-1 1-1 0 0,-1-1 0 0 0,0 0 1 0 0,-1 0-1 0 0,-1-1 1 0 0,0 1-1 0 0,-1-1 0 0 0,-1 0 1 0 0,-1-1-1 0 0,0 1 1 0 0,-19 25-1 0 0,6-13 210 0 0,-1-1 1 0 0,-1-1-1 0 0,-1-1 1 0 0,-2-1-1 0 0,-32 23 0 0 0,19-18 1046 0 0,-1-2 0 0 0,-68 34 0 0 0,106-59-1307 0 0,-1 0 0 0 0,1 0 1 0 0,0-1-1 0 0,-1 1 0 0 0,1-1 1 0 0,0 1-1 0 0,-1-1 0 0 0,1 0 1 0 0,-4 0-1 0 0,4 0-111 0 0,-1 0 123 0 0,36-5-40 0 0,0 4-179 0 0,-1 2 1 0 0,1 1-1 0 0,61 11 0 0 0,-65-8-594 0 0,-27-5 638 0 0,95 13-5047 0 0,-31-13-5060 0 0,-44-3 3185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89 2176 0 0,'10'-89'14067'0'0,"-11"90"-13932"0"0,0-1 0 0 0,-1 0 0 0 0,1 0 1 0 0,0 1-1 0 0,0-1 0 0 0,0 1 0 0 0,-1-1 0 0 0,1 1 1 0 0,0 0-1 0 0,0-1 0 0 0,0 1 0 0 0,0 0 0 0 0,-2 1 1 0 0,-25 32 798 0 0,0 0-1 0 0,2 2 1 0 0,2 1 0 0 0,-23 45 0 0 0,21-36-498 0 0,-2 3 45 0 0,-34 85-1 0 0,54-114-433 0 0,1 1 0 0 0,1 1-1 0 0,1-1 1 0 0,0 1 0 0 0,2 0-1 0 0,1 0 1 0 0,0 25 0 0 0,2-41-24 0 0,0 1 0 0 0,1 0 1 0 0,0-1-1 0 0,0 1 1 0 0,1-1-1 0 0,0 1 1 0 0,0-1-1 0 0,0 0 0 0 0,1 0 1 0 0,0 0-1 0 0,0 0 1 0 0,4 6-1 0 0,-4-9-14 0 0,0 0 0 0 0,0 0 0 0 0,0 0 0 0 0,0-1 0 0 0,0 1 0 0 0,0-1 0 0 0,1 0 0 0 0,-1 0 0 0 0,1 0 0 0 0,-1 0 0 0 0,1-1 0 0 0,0 1 0 0 0,0-1 0 0 0,0 0 0 0 0,0 0 0 0 0,0 0 0 0 0,0-1 0 0 0,0 0 0 0 0,0 1 0 0 0,0-1 0 0 0,4-1 0 0 0,0 0-3 0 0,-1 0 0 0 0,1-1 0 0 0,-1 0 1 0 0,1 0-1 0 0,-1-1 0 0 0,0 0 0 0 0,0 0 1 0 0,0-1-1 0 0,-1 1 0 0 0,1-1 0 0 0,-1-1 0 0 0,0 1 1 0 0,0-1-1 0 0,0-1 0 0 0,-1 1 0 0 0,1-1 1 0 0,-1 0-1 0 0,-1 0 0 0 0,1 0 0 0 0,3-8 1 0 0,-2 4-6 0 0,0 0 0 0 0,-1 0 0 0 0,0-1 0 0 0,-1 0 0 0 0,0 0 0 0 0,-1 0 0 0 0,0 0 0 0 0,-1-1 0 0 0,0 1 0 0 0,-1-1 0 0 0,0 1 0 0 0,-2-21 0 0 0,1 29-9 0 0,0-1 0 0 0,-1 0 0 0 0,0 0 0 0 0,0 0 0 0 0,0 1 0 0 0,0-1 0 0 0,0 0 0 0 0,-1 1 0 0 0,0-1 0 0 0,0 1 0 0 0,0-1 1 0 0,0 1-1 0 0,0 0 0 0 0,0 0 0 0 0,-1 0 0 0 0,0 0 0 0 0,1 0 0 0 0,-1 1 0 0 0,0-1 0 0 0,-1 1 0 0 0,1 0 0 0 0,0 0 0 0 0,-6-2 0 0 0,6 2-38 0 0,-1 1 0 0 0,0 0 0 0 0,0 1 0 0 0,0-1 0 0 0,-1 1 0 0 0,1 0 0 0 0,0 0 0 0 0,0 0 0 0 0,0 0 0 0 0,0 1 0 0 0,0-1 0 0 0,0 1 0 0 0,0 0 0 0 0,0 1 0 0 0,0-1 0 0 0,1 1 0 0 0,-1-1 0 0 0,0 1 0 0 0,1 0 0 0 0,-1 0 0 0 0,1 1 0 0 0,-4 2 0 0 0,1 0-323 0 0,0 1 1 0 0,1-1 0 0 0,-1 1-1 0 0,1 0 1 0 0,1 0-1 0 0,-1 1 1 0 0,-6 13 0 0 0,9-17-37 0 0,1 1 0 0 0,-1 0 0 0 0,1-1 0 0 0,0 1 0 0 0,0 0 0 0 0,1-1 1 0 0,-1 1-1 0 0,1 5 0 0 0,0-7-154 0 0,0 0 1 0 0,0 1-1 0 0,0-1 1 0 0,1 0 0 0 0,-1 0-1 0 0,1 0 1 0 0,0 0-1 0 0,0 1 1 0 0,-1-1-1 0 0,1 0 1 0 0,1 0-1 0 0,-1 0 1 0 0,0-1-1 0 0,3 5 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3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56 1796 0 0,'2'-44'11849'0'0,"1"32"-8120"0"0,-1 32-2539 0 0,-1 3-717 0 0,1 0 1 0 0,1 0-1 0 0,1 0 0 0 0,1 0 1 0 0,1-1-1 0 0,11 28 1 0 0,-14-44-443 0 0,0 0 0 0 0,1 0 0 0 0,-1 0 0 0 0,1-1 1 0 0,0 1-1 0 0,1-1 0 0 0,-1 0 0 0 0,1 0 1 0 0,0 0-1 0 0,11 7 0 0 0,-11-9-5 0 0,0 0-1 0 0,0-1 1 0 0,1 1-1 0 0,-1-1 1 0 0,1-1-1 0 0,-1 1 1 0 0,1-1 0 0 0,0 0-1 0 0,-1 0 1 0 0,1-1-1 0 0,0 1 1 0 0,0-1 0 0 0,-1-1-1 0 0,12-1 1 0 0,-11 1-21 0 0,1 0 1 0 0,-1-1-1 0 0,1 0 1 0 0,-1 0-1 0 0,0-1 0 0 0,0 0 1 0 0,0 0-1 0 0,-1 0 1 0 0,1-1-1 0 0,-1 1 1 0 0,6-6-1 0 0,-3 2-14 0 0,0-2-1 0 0,-1 1 1 0 0,1-1-1 0 0,-2 0 1 0 0,12-18-1 0 0,-4-1-38 0 0,-1-1-1 0 0,-2-1 0 0 0,14-50 1 0 0,-20 65-138 0 0,-6 24 85 0 0,-6 28 134 0 0,-34 136 948 0 0,-103 394 3033 0 0,140-555-3926 0 0,-57 173 1459 0 0,52-163-1165 0 0,-1 0-1 0 0,-1-1 1 0 0,-1 0 0 0 0,-1-1-1 0 0,-30 38 1 0 0,38-53-338 0 0,0-1-1 0 0,0 1 1 0 0,0-1 0 0 0,0 0 0 0 0,-1 0 0 0 0,0-1-1 0 0,1 1 1 0 0,-1-1 0 0 0,-1-1 0 0 0,1 1 0 0 0,0-1-1 0 0,-1 0 1 0 0,1 0 0 0 0,-1-1 0 0 0,1 0-1 0 0,-1 0 1 0 0,0-1 0 0 0,1 0 0 0 0,-1 0 0 0 0,-12-2-1 0 0,14 1-14 0 0,0 0-1 0 0,0 0 0 0 0,0-1 0 0 0,0 0 1 0 0,0 0-1 0 0,0 0 0 0 0,0-1 0 0 0,1 1 1 0 0,-1-1-1 0 0,1 0 0 0 0,0-1 0 0 0,0 1 1 0 0,0-1-1 0 0,1 1 0 0 0,-1-1 0 0 0,1 0 1 0 0,0-1-1 0 0,0 1 0 0 0,0-1 0 0 0,0 1 1 0 0,1-1-1 0 0,0 0 0 0 0,0 0 0 0 0,0 0 1 0 0,0 0-1 0 0,-1-10 0 0 0,2 2-141 0 0,0 1 0 0 0,1-1 0 0 0,0 0 1 0 0,1 0-1 0 0,0 0 0 0 0,1 1 0 0 0,1-1 0 0 0,0 1 0 0 0,0 0 1 0 0,1 0-1 0 0,1 0 0 0 0,0 0 0 0 0,7-11 0 0 0,3-4-306 0 0,1 1-1 0 0,2 1 0 0 0,0 1 1 0 0,29-30-1 0 0,0 8-1894 0 0,2 2 0 0 0,60-42 0 0 0,40-15-9373 0 0,-108 75 3631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3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19 138 3612 0 0,'-15'-10'14580'0'0,"12"6"-13272"0"0,4 3-1199 0 0,1-1 0 0 0,-1 1-1 0 0,1-1 1 0 0,-1 1-1 0 0,1 0 1 0 0,0 0-1 0 0,-1 0 1 0 0,1 0-1 0 0,0 0 1 0 0,0 0-1 0 0,0 0 1 0 0,0 0-1 0 0,0 1 1 0 0,0-1-1 0 0,2 0 1 0 0,43-7 305 0 0,-25 5-194 0 0,76-13 151 0 0,25-5-1851 0 0,-105 16-272 0 0,0-1 0 0 0,23-9 0 0 0,-8-6-5306 0 0,-18 10 1014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3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3 1864 0 0,'-3'0'2548'0'0,"1"-1"-2073"0"0,0 1 1 0 0,0-1-1 0 0,0 1 0 0 0,0 0 1 0 0,-1 0-1 0 0,1 0 1 0 0,0 0-1 0 0,0 0 0 0 0,0 0 1 0 0,-1 0-1 0 0,1 1 1 0 0,0-1-1 0 0,0 1 0 0 0,0 0 1 0 0,0-1-1 0 0,0 1 1 0 0,0 0-1 0 0,-2 2 0 0 0,2-1-198 0 0,0 0 0 0 0,0 0 0 0 0,0 1 0 0 0,0-1-1 0 0,1 1 1 0 0,-1-1 0 0 0,1 1 0 0 0,-1 0 0 0 0,1 0-1 0 0,0 0 1 0 0,0-1 0 0 0,1 1 0 0 0,-2 6 0 0 0,-30 233 4544 0 0,17-104-5013 0 0,10-105-993 0 0,-1 13-1741 0 0,2-15-4348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4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71 105 1200 0 0,'0'-4'572'0'0,"1"0"-1"0"0,-1-1 0 0 0,1 1 1 0 0,0 0-1 0 0,0-1 1 0 0,0 1-1 0 0,0 0 1 0 0,1 0-1 0 0,0 0 0 0 0,0 0 1 0 0,0 0-1 0 0,0 0 1 0 0,1 1-1 0 0,-1-1 1 0 0,1 1-1 0 0,0-1 0 0 0,4-2 1 0 0,-3 2-399 0 0,0 1 1 0 0,0 0-1 0 0,0 0 1 0 0,0 1-1 0 0,0-1 1 0 0,1 1-1 0 0,-1 0 1 0 0,1 0-1 0 0,0 1 1 0 0,0-1-1 0 0,-1 1 1 0 0,1 0-1 0 0,0 0 1 0 0,0 1-1 0 0,0-1 1 0 0,0 1-1 0 0,0 0 1 0 0,0 1 0 0 0,0-1-1 0 0,0 1 1 0 0,0 0-1 0 0,0 0 1 0 0,5 2-1 0 0,-1 1-1 0 0,1 1-1 0 0,-1-1 1 0 0,0 2-1 0 0,-1-1 1 0 0,1 1 0 0 0,-1 0-1 0 0,0 1 1 0 0,-1 0-1 0 0,1 0 1 0 0,-1 1-1 0 0,-1 0 1 0 0,0 0 0 0 0,0 0-1 0 0,0 1 1 0 0,-1 0-1 0 0,0 0 1 0 0,-1 1-1 0 0,5 15 1 0 0,-5-12 26 0 0,-1 0 1 0 0,0 1-1 0 0,-1-1 0 0 0,-1 1 1 0 0,0-1-1 0 0,0 1 1 0 0,-2 0-1 0 0,0-1 0 0 0,0 1 1 0 0,-1-1-1 0 0,-1 1 1 0 0,0-1-1 0 0,-8 21 0 0 0,1-13 31 0 0,0 0-1 0 0,-1-1 1 0 0,0 0-1 0 0,-2 0 1 0 0,-1-2 0 0 0,-23 26-1 0 0,25-30-28 0 0,-2-1 0 0 0,0-1 0 0 0,-1 0 1 0 0,0 0-1 0 0,0-2 0 0 0,-2 0 0 0 0,1-1 0 0 0,-25 10 0 0 0,38-18-174 0 0,1 0 0 0 0,-1 0 0 0 0,1 0 0 0 0,-1-1 0 0 0,0 1 0 0 0,1-1 0 0 0,-1 1 0 0 0,0-1 0 0 0,0 0 0 0 0,1 0 0 0 0,-1 0 0 0 0,0-1-1 0 0,1 1 1 0 0,-1-1 0 0 0,0 1 0 0 0,1-1 0 0 0,-1 0 0 0 0,1 0 0 0 0,-1 0 0 0 0,1 0 0 0 0,-1 0 0 0 0,1-1 0 0 0,0 1 0 0 0,0-1 0 0 0,-1 0 0 0 0,1 1 0 0 0,0-1-1 0 0,1 0 1 0 0,-1 0 0 0 0,0-1 0 0 0,0 1 0 0 0,1 0 0 0 0,-1 0 0 0 0,1-1 0 0 0,0 1 0 0 0,0-1 0 0 0,0 1 0 0 0,0-1 0 0 0,0 1 0 0 0,1-1 0 0 0,-1 0 0 0 0,1 1-1 0 0,-1-1 1 0 0,1 0 0 0 0,0 0 0 0 0,0 1 0 0 0,0-1 0 0 0,1-3 0 0 0,0 4-26 0 0,-1 1 0 0 0,0 0 0 0 0,1-1 0 0 0,-1 1 0 0 0,1 0 0 0 0,0 0 0 0 0,-1 0 1 0 0,1-1-1 0 0,0 1 0 0 0,0 0 0 0 0,0 0 0 0 0,-1 0 0 0 0,1 0 0 0 0,0 0 0 0 0,0 0 0 0 0,1 1 0 0 0,-1-1 0 0 0,0 0 0 0 0,0 0 0 0 0,0 1 0 0 0,2-1 0 0 0,0 0-1 0 0,0 0-1 0 0,0 0 1 0 0,0 1-1 0 0,0 0 0 0 0,0-1 1 0 0,0 1-1 0 0,0 0 1 0 0,0 1-1 0 0,4 0 0 0 0,3 1-23 0 0,0 0-1 0 0,0 1 1 0 0,-1 0 0 0 0,15 8-1 0 0,-6-1 5 0 0,-2 1 0 0 0,1 1-1 0 0,-1 0 1 0 0,-1 1 0 0 0,23 25 0 0 0,-17-17-3197 0 0,37 30 1 0 0,-30-35-5137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5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61 231 1912 0 0,'-4'-24'5491'0'0,"-5"-31"4762"0"0,-1 0-5276 0 0,9 54-4857 0 0,2-2 6 0 0,-1 0 0 0 0,0 0 1 0 0,0 0-1 0 0,0 0 0 0 0,0 1 1 0 0,0-1-1 0 0,-1 0 0 0 0,1 0 0 0 0,-3-4 1 0 0,0-10 1226 0 0,3 17-1355 0 0,1-1 0 0 0,0 0 0 0 0,-1 1-1 0 0,1-1 1 0 0,0 0 0 0 0,0 1 0 0 0,-1-1 0 0 0,1 1 0 0 0,0-1 0 0 0,0 1-1 0 0,0-1 1 0 0,0 1 0 0 0,0 0 0 0 0,0-1 0 0 0,0 1 0 0 0,-1 0 0 0 0,1 0 0 0 0,0 0-1 0 0,0 0 1 0 0,0 0 0 0 0,0 0 0 0 0,0 0 0 0 0,0 0 0 0 0,2 0 0 0 0,4-1 2 0 0,360-35-2166 0 0,-364 36 2133 0 0,-2 0 9 0 0,13 1-127 0 0,-14-1 149 0 0,1 0 0 0 0,-1 0-1 0 0,0 1 1 0 0,0-1-1 0 0,1 0 1 0 0,-1 0-1 0 0,0 0 1 0 0,0 0 0 0 0,0 0-1 0 0,1 0 1 0 0,-1 0-1 0 0,0 0 1 0 0,0 0-1 0 0,1 1 1 0 0,-1-1 0 0 0,0 0-1 0 0,0 0 1 0 0,0 0-1 0 0,0 0 1 0 0,1 1-1 0 0,-1-1 1 0 0,0 0 0 0 0,0 0-1 0 0,0 1 1 0 0,0-1-1 0 0,0 0 1 0 0,1 0-1 0 0,-1 0 1 0 0,0 1 0 0 0,0-1-1 0 0,0 0 1 0 0,0 0-1 0 0,0 1 1 0 0,0-1-1 0 0,0 0 1 0 0,0 0 0 0 0,0 1-1 0 0,0-1 1 0 0,0 0-1 0 0,0 0 1 0 0,0 1-1 0 0,0-1 1 0 0,0 0-1 0 0,-1 0 1 0 0,1 1 0 0 0,0-1-1 0 0,0 0 1 0 0,0 0-1 0 0,0 0 1 0 0,0 1-1 0 0,0-1 1 0 0,-1 0 0 0 0,1 0-1 0 0,0 0 1 0 0,0 1-1 0 0,0-1 1 0 0,-1 0-1 0 0,-208 205 1369 0 0,16-19-5 0 0,147-140-970 0 0,45-44-354 0 0,7 1 8 0 0,-6-3-44 0 0,0 1 0 0 0,0-1 0 0 0,0 0 0 0 0,1 1 0 0 0,-1-1 0 0 0,0 0 0 0 0,0 1 0 0 0,1-1 0 0 0,-1 0 0 0 0,0 0 0 0 0,1 1 1 0 0,-1-1-1 0 0,0 0 0 0 0,1 0 0 0 0,-1 1 0 0 0,0-1 0 0 0,1 0 0 0 0,-1 0 0 0 0,1 0 0 0 0,-1 0 0 0 0,0 0 0 0 0,1 0 0 0 0,-1 0 0 0 0,1 0 1 0 0,-1 0-1 0 0,1 0 0 0 0,72 3-250 0 0,-1-3-1 0 0,99-13 1 0 0,-97 0-4565 0 0,-26-1-5235 0 0,-30 9 2034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5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33 2120 0 0,'-142'10'16184'0'0,"132"-13"-14423"0"0,27 0-442 0 0,-6 1-1314 0 0,46-10 265 0 0,62-3 0 0 0,-1 8-3818 0 0,-73 7-878 0 0,-32 0 92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3288 0 0,'-118'63'16675'0'0,"116"-62"-16301"0"0,2 0-335 0 0,0-1-1 0 0,0 1 0 0 0,1-1 1 0 0,-1 1-1 0 0,0-1 0 0 0,1 1 1 0 0,-1-1-1 0 0,0 0 1 0 0,1 1-1 0 0,-1-1 0 0 0,0 0 1 0 0,1 1-1 0 0,-1-1 1 0 0,1 0-1 0 0,-1 1 0 0 0,0-1 1 0 0,1 0-1 0 0,-1 0 0 0 0,1 1 1 0 0,0-1-1 0 0,20 4-257 0 0,1-1 0 0 0,-1-1 1 0 0,0 0-1 0 0,30-3 0 0 0,21-5-3602 0 0,-5-4-3524 0 0,-35 3 866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427 239 256 0 0,'14'-15'4343'0'0,"0"-1"0"0"0,19-27 0 0 0,-29 37-3663 0 0,0 0 1 0 0,-1 0-1 0 0,1 0 0 0 0,-1-1 1 0 0,-1 0-1 0 0,1 0 1 0 0,-1 0-1 0 0,0 0 0 0 0,-1 0 1 0 0,2-14-1 0 0,-3 18-604 0 0,-1 0 0 0 0,1 0 0 0 0,-1 0-1 0 0,0 0 1 0 0,0 0 0 0 0,0 0 0 0 0,0 0-1 0 0,0 1 1 0 0,-1-1 0 0 0,1 0 0 0 0,-1 1-1 0 0,0-1 1 0 0,1 1 0 0 0,-1-1 0 0 0,-1 1-1 0 0,1 0 1 0 0,0 0 0 0 0,0 0 0 0 0,-1 0-1 0 0,1 0 1 0 0,-1 1 0 0 0,0-1 0 0 0,1 1-1 0 0,-1 0 1 0 0,0 0 0 0 0,0 0 0 0 0,-3-1-1 0 0,-6-2-5 0 0,1 1 0 0 0,-1 0 0 0 0,1 1-1 0 0,-1 1 1 0 0,-20-1 0 0 0,17 3-41 0 0,-1 1 1 0 0,0 0-1 0 0,1 1 1 0 0,-1 0-1 0 0,1 2 1 0 0,0 0-1 0 0,0 0 1 0 0,-23 13-1 0 0,19-7-10 0 0,-1 0 0 0 0,1 2 0 0 0,1 0 0 0 0,1 1 0 0 0,-25 24 0 0 0,29-24-15 0 0,0 0-1 0 0,-11 19 1 0 0,20-28 3 0 0,1 1 0 0 0,-1 0-1 0 0,1 0 1 0 0,1 0 0 0 0,-1 0 0 0 0,1 1 0 0 0,0-1 0 0 0,0 1 0 0 0,-1 10 0 0 0,3-14 1 0 0,0 0 0 0 0,0-1 0 0 0,0 1 0 0 0,0 0 0 0 0,0-1 0 0 0,1 1 0 0 0,-1 0 1 0 0,1-1-1 0 0,0 1 0 0 0,0-1 0 0 0,0 1 0 0 0,0-1 0 0 0,0 0 0 0 0,0 1 0 0 0,1-1 1 0 0,-1 0-1 0 0,1 0 0 0 0,-1 1 0 0 0,3 1 0 0 0,0-2-1 0 0,-1 1-1 0 0,1-1 1 0 0,-1 0 0 0 0,1 0-1 0 0,0 0 1 0 0,-1 0-1 0 0,1 0 1 0 0,0-1 0 0 0,0 0-1 0 0,0 0 1 0 0,6 1 0 0 0,2-1 2 0 0,0 0 1 0 0,0-1 0 0 0,1 0 0 0 0,-1-1 0 0 0,0 0 0 0 0,0-1 0 0 0,18-5 0 0 0,-7-1-21 0 0,-1-2 0 0 0,0 0 0 0 0,0-1 0 0 0,-1-1 1 0 0,0-1-1 0 0,28-23 0 0 0,103-104 4653 0 0,-151 140-4615 0 0,-1-1 0 0 0,1 1-1 0 0,-1-1 1 0 0,1 1-1 0 0,0-1 1 0 0,-1 1 0 0 0,1-1-1 0 0,0 1 1 0 0,0-1 0 0 0,-1 1-1 0 0,1 0 1 0 0,0 0 0 0 0,0-1-1 0 0,0 1 1 0 0,-1 0-1 0 0,1 0 1 0 0,0 0 0 0 0,0 0-1 0 0,0 0 1 0 0,-1 0 0 0 0,1 0-1 0 0,0 0 1 0 0,0 0 0 0 0,0 0-1 0 0,0 0 1 0 0,0 1 0 0 0,1-1-51 0 0,-2 1 36 0 0,0 0 0 0 0,1 0 0 0 0,-1 0 0 0 0,1 0 0 0 0,-1-1 0 0 0,0 1 0 0 0,0 0 0 0 0,0 0 0 0 0,1 0 0 0 0,-1 0 0 0 0,0 0 0 0 0,0 0 1 0 0,0 0-1 0 0,0 0 0 0 0,-1 0 0 0 0,1 1 0 0 0,0-1 11 0 0,-3 41 505 0 0,-2 1 1 0 0,-2 0 0 0 0,-22 75-1 0 0,10-41-306 0 0,4-18-509 0 0,-29 135-2873 0 0,33-129-2388 0 0,3 1-4142 0 0,5-41-1136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33 1740 0 0,'0'0'18280'0'0,"-6"2"-17887"0"0,4-1 269 0 0,237-18 38 0 0,-71 2-591 0 0,-97 12 124 0 0,-66 3-226 0 0,0 0-1 0 0,0 0 0 0 0,0 0 0 0 0,0 1 0 0 0,0-1 1 0 0,0 0-1 0 0,0 1 0 0 0,0-1 0 0 0,0 1 0 0 0,-1-1 1 0 0,1 1-1 0 0,0-1 0 0 0,0 1 0 0 0,0-1 0 0 0,-1 1 1 0 0,1 0-1 0 0,0 0 0 0 0,-1-1 0 0 0,1 1 0 0 0,0 0 1 0 0,-1 0-1 0 0,1 0 0 0 0,-1 0 0 0 0,1 0 1 0 0,-1 0-1 0 0,0-1 0 0 0,1 1 0 0 0,-1 0 0 0 0,0 0 1 0 0,0 0-1 0 0,0 0 0 0 0,0 0 0 0 0,0 0 0 0 0,0 0 1 0 0,0 0-1 0 0,0 0 0 0 0,0 0 0 0 0,0 0 0 0 0,-1 2 1 0 0,0 6 123 0 0,0 0 0 0 0,-1 0 0 0 0,-3 11 1 0 0,3-15 9 0 0,-139 405 5316 0 0,103-308-4690 0 0,-116 247-666 0 0,140-317-2787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7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2056 0 0,'1'-6'1118'0'0,"12"-31"12269"0"0,4 43-12016 0 0,-9 0-1196 0 0,-1 1 1 0 0,1 1 0 0 0,-1-1 0 0 0,-1 1 0 0 0,0 1-1 0 0,0-1 1 0 0,0 1 0 0 0,-1 0 0 0 0,0 0-1 0 0,-1 1 1 0 0,0-1 0 0 0,-1 1 0 0 0,0 0 0 0 0,0 0-1 0 0,-1 0 1 0 0,0 0 0 0 0,-1 1 0 0 0,0-1-1 0 0,-1 0 1 0 0,0 1 0 0 0,0-1 0 0 0,-1 1 0 0 0,-1-1-1 0 0,1 0 1 0 0,-2 0 0 0 0,1 0 0 0 0,-2 0-1 0 0,1 0 1 0 0,-1-1 0 0 0,-7 13 0 0 0,-47 65 2542 0 0,51-78-2119 0 0,5-7-313 0 0,-3 2 102 0 0,5-4-383 0 0,0 0 0 0 0,0 0 0 0 0,0 0 1 0 0,0 0-1 0 0,0 0 0 0 0,0 0 0 0 0,0 0 0 0 0,0 0 0 0 0,0 0 1 0 0,0 0-1 0 0,-1 1 0 0 0,1-1 0 0 0,0 0 0 0 0,0 0 0 0 0,0 0 0 0 0,0 0 1 0 0,0 0-1 0 0,0 0 0 0 0,0 0 0 0 0,0 0 0 0 0,0 0 0 0 0,-1 0 0 0 0,1 0 1 0 0,0 0-1 0 0,0 0 0 0 0,0 0 0 0 0,0 0 0 0 0,0 0 0 0 0,0 0 1 0 0,0 0-1 0 0,0 0 0 0 0,-1 0 0 0 0,1 0 0 0 0,0 0 0 0 0,0 0 0 0 0,0 0 1 0 0,0 0-1 0 0,0 0 0 0 0,0 0 0 0 0,0 0 0 0 0,0 0 0 0 0,0-1 1 0 0,0 1-1 0 0,-1 0 0 0 0,1 0 0 0 0,0 0 0 0 0,0 0 0 0 0,0 0 0 0 0,0 0 1 0 0,0 0-1 0 0,0 0 0 0 0,0 0 0 0 0,0 0 0 0 0,0-1 0 0 0,0 1 1 0 0,0 0-1 0 0,0 0 0 0 0,0 0 0 0 0,0 0 0 0 0,0 0 0 0 0,0 0 0 0 0,0 0 1 0 0,2-9-57 0 0,1 1 0 0 0,0-1 0 0 0,1 1 0 0 0,0 0 0 0 0,0 1 0 0 0,0-1 0 0 0,1 1 0 0 0,9-11 0 0 0,55-56-527 0 0,-46 51 462 0 0,79-75-316 0 0,29-31 370 0 0,-121 116 28 0 0,-22 24 33 0 0,-24 23 110 0 0,15-13 28 0 0,2 1-1 0 0,0 1 1 0 0,1 0-1 0 0,-20 36 1 0 0,32-47-93 0 0,0 0 0 0 0,0 0 0 0 0,1 1 0 0 0,1-1 0 0 0,0 1 0 0 0,0 0 0 0 0,1 0 0 0 0,1 1 1 0 0,1-1-1 0 0,-1 0 0 0 0,3 26 0 0 0,-1-34-10 0 0,1 0 0 0 0,-1 0 1 0 0,1-1-1 0 0,1 1 0 0 0,-1 0 0 0 0,1 0 1 0 0,-1-1-1 0 0,1 1 0 0 0,1-1 0 0 0,-1 0 0 0 0,1 1 1 0 0,-1-1-1 0 0,1 0 0 0 0,0-1 0 0 0,7 8 1 0 0,-5-8-208 0 0,-1 0 1 0 0,1 0-1 0 0,0 0 1 0 0,0 0-1 0 0,1-1 1 0 0,-1 0-1 0 0,0 0 1 0 0,1 0-1 0 0,-1-1 1 0 0,1 1 0 0 0,10 0-1 0 0,5-2-1510 0 0,1 0-1 0 0,0-1 1 0 0,0-2-1 0 0,-1 0 1 0 0,40-11-1 0 0,-17 1-3617 0 0,6-3-2707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8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59 844 0 0,'-115'17'14137'0'0,"53"-8"-6932"0"0,65-9-6827 0 0,19 0-115 0 0,1 0-1 0 0,-1-2 1 0 0,1 0-1 0 0,27-7 1 0 0,6-1-280 0 0,-45 9-260 0 0,95-18-1807 0 0,-54 2-1826 0 0,-43 14 1834 0 0,0-2-1 0 0,-1 1 1 0 0,12-8 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8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19 3184 0 0,'-2'-2'2373'0'0,"1"0"-1758"0"0,-1 1 0 0 0,1-1 0 0 0,-1 1 0 0 0,1 0 0 0 0,-1 0 1 0 0,0-1-1 0 0,1 1 0 0 0,-1 0 0 0 0,0 0 0 0 0,0 1 1 0 0,0-1-1 0 0,0 0 0 0 0,-2 0 0 0 0,3 1-444 0 0,0 0 0 0 0,0 0-1 0 0,0 1 1 0 0,0-1 0 0 0,0 0 0 0 0,0 1-1 0 0,0-1 1 0 0,0 1 0 0 0,0-1 0 0 0,0 1-1 0 0,1-1 1 0 0,-1 1 0 0 0,0 0 0 0 0,0-1-1 0 0,0 1 1 0 0,1 0 0 0 0,-1 0 0 0 0,0-1-1 0 0,1 1 1 0 0,-1 0 0 0 0,1 0 0 0 0,-1 0-1 0 0,1 0 1 0 0,0 0 0 0 0,-1 0 0 0 0,1 0-1 0 0,0 0 1 0 0,-1 0 0 0 0,1 0 0 0 0,0 0-1 0 0,0 1 1 0 0,-13 57 2185 0 0,-8 86 0 0 0,8-41-2059 0 0,9-84-778 0 0,-8 78-1190 0 0,12-49-2115 0 0,8-4-4488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8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152 119 2356 0 0,'-59'-82'15127'0'0,"58"82"-15076"0"0,1-1 1 0 0,-1 1 0 0 0,1-1-1 0 0,-1 1 1 0 0,1-1-1 0 0,0 1 1 0 0,-1-1-1 0 0,1 0 1 0 0,0 1-1 0 0,0-1 1 0 0,-1 0 0 0 0,1 1-1 0 0,0-1 1 0 0,0 0-1 0 0,0 1 1 0 0,0-1-1 0 0,0 0 1 0 0,0 1-1 0 0,0-1 1 0 0,0 0-1 0 0,0 0 1 0 0,0 1 0 0 0,0-1-1 0 0,1 0 1 0 0,-1 1-1 0 0,0-1 1 0 0,0 0-1 0 0,1 1 1 0 0,-1-1-1 0 0,0 1 1 0 0,1-1-1 0 0,-1 1 1 0 0,1-1 0 0 0,0 0-1 0 0,17-11 513 0 0,-11 11-523 0 0,0 0 0 0 0,0 0 0 0 0,0 1 0 0 0,1 0 1 0 0,-1 1-1 0 0,0 0 0 0 0,0 0 0 0 0,0 0 0 0 0,0 1 0 0 0,0 0 0 0 0,0 0 0 0 0,0 1 0 0 0,0 0 0 0 0,6 4 0 0 0,-3-1-23 0 0,0 0-1 0 0,-1 0 1 0 0,0 1-1 0 0,-1 0 1 0 0,1 0 0 0 0,-1 1-1 0 0,-1 1 1 0 0,13 16-1 0 0,-16-19 27 0 0,0 0 0 0 0,-1 0 0 0 0,0 0 1 0 0,-1 1-1 0 0,1-1 0 0 0,-1 1 0 0 0,0-1 0 0 0,-1 1 0 0 0,1 0 0 0 0,-2-1 0 0 0,1 1 0 0 0,-1 0 0 0 0,1 0 0 0 0,-2 0 1 0 0,-1 13-1 0 0,-2-3 185 0 0,-1-1 1 0 0,0 0-1 0 0,-1 0 1 0 0,-1-1-1 0 0,0 1 1 0 0,-2-1 0 0 0,1-1-1 0 0,-2 0 1 0 0,-11 15-1 0 0,-16 12 1078 0 0,-59 54-1 0 0,32-33-223 0 0,44-44-799 0 0,13-13-170 0 0,1 1 0 0 0,0 0 1 0 0,0 0-1 0 0,-6 9 0 0 0,11-13-9 0 0,2-2-85 0 0,-1 1 0 0 0,1 0-1 0 0,0-1 1 0 0,-1 1 0 0 0,1-1 0 0 0,0 1-1 0 0,0-1 1 0 0,0 1 0 0 0,0-1 0 0 0,-1 0 0 0 0,1 1-1 0 0,0-1 1 0 0,0 0 0 0 0,0 0 0 0 0,1 1 0 0 0,35-3-1338 0 0,-1-1 1 0 0,0-1 0 0 0,50-14 0 0 0,43-23-10895 0 0,-84 22 3498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9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34 2392 0 0,'-16'-21'8838'0'0,"6"8"-4243"0"0,0 27-1912 0 0,6 0-1504 0 0,1 1 0 0 0,1-1 0 0 0,-1 28 0 0 0,2-19-607 0 0,2 0 0 0 0,1 0 0 0 0,8 38 0 0 0,-7-48-491 0 0,1-1 0 0 0,0 0 0 0 0,1 0 1 0 0,0-1-1 0 0,1 1 0 0 0,0-1 0 0 0,1-1 1 0 0,0 1-1 0 0,1-1 0 0 0,8 10 1 0 0,-13-17-136 0 0,0 0 1 0 0,0 0 0 0 0,1 0 0 0 0,-1-1 0 0 0,0 1 0 0 0,1-1 0 0 0,0 1 0 0 0,-1-1 0 0 0,1 0 0 0 0,0-1 0 0 0,0 1 0 0 0,0-1 0 0 0,0 1 0 0 0,1-1 0 0 0,-1-1 0 0 0,0 1 0 0 0,0 0 0 0 0,1-1 0 0 0,-1 0 0 0 0,0 0 0 0 0,1 0 0 0 0,-1-1 0 0 0,0 1 0 0 0,0-1 0 0 0,1 0 0 0 0,-1-1 0 0 0,0 1-1 0 0,0 0 1 0 0,0-1 0 0 0,0 0 0 0 0,-1 0 0 0 0,1 0 0 0 0,3-3 0 0 0,1-1-88 0 0,-1 0 0 0 0,0 0 0 0 0,0 0 0 0 0,-1-1 0 0 0,0 0 1 0 0,0 0-1 0 0,5-9 0 0 0,3-7-56 0 0,11-27 0 0 0,-14 26 497 0 0,17-24 1 0 0,-27 46-294 0 0,0 4 1 0 0,-1 0 17 0 0,1 1-1 0 0,-1-1 0 0 0,0 0 1 0 0,0 0-1 0 0,1 0 0 0 0,-2 1 1 0 0,1-1-1 0 0,0 0 1 0 0,0 0-1 0 0,-1 0 0 0 0,1 1 1 0 0,-2 1-1 0 0,2-1 46 0 0,-17 73 1408 0 0,-40 107 0 0 0,22-76-683 0 0,-62 190 757 0 0,61-203-1095 0 0,-51 97-1 0 0,74-168-396 0 0,0 0-1 0 0,-2-1 1 0 0,0 0 0 0 0,-2-2-1 0 0,0 0 1 0 0,-1 0 0 0 0,-1-2-1 0 0,-33 26 1 0 0,41-37-2 0 0,0 0 1 0 0,0 0-1 0 0,-1-1 0 0 0,0-1 0 0 0,-1 0 1 0 0,1 0-1 0 0,-1-1 0 0 0,-15 2 0 0 0,18-4 10 0 0,0-1 0 0 0,-1-1 0 0 0,1 0 0 0 0,-1 0 0 0 0,1-1 0 0 0,0 0 0 0 0,-1-1 1 0 0,1 0-1 0 0,0-1 0 0 0,0 0 0 0 0,-14-6 0 0 0,17 6-41 0 0,1 0 0 0 0,-1-1 1 0 0,1 0-1 0 0,-1 0 0 0 0,1 0 1 0 0,0-1-1 0 0,1 0 1 0 0,-1 0-1 0 0,1 0 0 0 0,0-1 1 0 0,1 0-1 0 0,-1 0 0 0 0,1 0 1 0 0,0-1-1 0 0,0 1 0 0 0,1-1 1 0 0,0 0-1 0 0,0 0 1 0 0,-1-8-1 0 0,1 5-43 0 0,1-1 0 0 0,1 0 0 0 0,0 0 0 0 0,1 0-1 0 0,0 1 1 0 0,0-1 0 0 0,1 0 0 0 0,1 0 0 0 0,0 0 0 0 0,0 1 0 0 0,1-1 0 0 0,7-17 0 0 0,5-4-523 0 0,1 1 0 0 0,2 0 1 0 0,0 1-1 0 0,3 1 0 0 0,0 1 1 0 0,2 1-1 0 0,1 1 0 0 0,0 1 0 0 0,3 1 1 0 0,39-29-1 0 0,-19 19-2642 0 0,96-50-1 0 0,-78 52-1786 0 0,70-23-1 0 0,-60 30-2917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9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125 114 2452 0 0,'-120'-35'14796'0'0,"118"35"-14299"0"0,-1-6 608 0 0,4 5-1083 0 0,-1 1 1 0 0,0-1 0 0 0,0 1 0 0 0,1-1 0 0 0,-1 1-1 0 0,0-1 1 0 0,1 1 0 0 0,-1 0 0 0 0,0-1-1 0 0,1 1 1 0 0,-1-1 0 0 0,0 1 0 0 0,1 0 0 0 0,-1-1-1 0 0,1 1 1 0 0,-1 0 0 0 0,1-1 0 0 0,-1 1-1 0 0,1 0 1 0 0,-1 0 0 0 0,1 0 0 0 0,-1-1 0 0 0,1 1-1 0 0,0 0 1 0 0,80-14 94 0 0,94-5 1 0 0,-99 12-2282 0 0,-32 0-1192 0 0,-15-1-1851 0 0,-10 0-1316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2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31 1724 0 0,'-56'-30'14443'0'0,"51"30"-13148"0"0,5 0-1241 0 0,-1 0-1 0 0,1 0 0 0 0,-1 0 1 0 0,1 0-1 0 0,0 0 0 0 0,-1 0 1 0 0,1 0-1 0 0,-1 0 0 0 0,1 0 1 0 0,0 0-1 0 0,-1 0 0 0 0,1 0 0 0 0,-1 0 1 0 0,1 0-1 0 0,0 1 0 0 0,-1-1 1 0 0,1 0-1 0 0,-1 0 0 0 0,1 0 1 0 0,0 0-1 0 0,-1 1 0 0 0,1-1 1 0 0,0 0-1 0 0,-1 0 0 0 0,1 1 0 0 0,0-1 1 0 0,-1 1-1 0 0,-3 23 1767 0 0,1-1 0 0 0,1 1 0 0 0,2 41 0 0 0,-1 7-350 0 0,-35 368-1304 0 0,34-424-1541 0 0,-3 34-1332 0 0,5-34-1533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20 151 1716 0 0,'16'-48'6273'0'0,"18"-53"5434"0"0,-33 99-10877 0 0,4 42 1711 0 0,-41 209 2349 0 0,-2 24-6035 0 0,36-250-1076 0 0,2 39-1 0 0,1-51-537 0 0,0-1-1 0 0,1 1 0 0 0,4 12 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67 158 1588 0 0,'-29'-47'15499'0'0,"29"47"-15379"0"0,-1 0 0 0 0,0 0-1 0 0,1 0 1 0 0,-1 0 0 0 0,0 1 0 0 0,1-1 0 0 0,-1 0 0 0 0,1 0-1 0 0,-1 1 1 0 0,1-1 0 0 0,-1 0 0 0 0,1 0 0 0 0,-1 1 0 0 0,1-1-1 0 0,-1 1 1 0 0,1-1 0 0 0,-1 0 0 0 0,0 2 0 0 0,-5 18 781 0 0,0 0 0 0 0,1 1 0 0 0,2-1 1 0 0,-3 28-1 0 0,6-41-814 0 0,0 1 1 0 0,0-1-1 0 0,0 0 1 0 0,1 1-1 0 0,0-1 1 0 0,0 0 0 0 0,1 1-1 0 0,0-1 1 0 0,0 0-1 0 0,0 0 1 0 0,1 0-1 0 0,0-1 1 0 0,1 1-1 0 0,0-1 1 0 0,8 12-1 0 0,-8-14-65 0 0,0 0 1 0 0,1-1-1 0 0,-1 0 0 0 0,1 0 0 0 0,-1 0 0 0 0,1 0 0 0 0,0 0 1 0 0,0-1-1 0 0,0 0 0 0 0,0 0 0 0 0,1-1 0 0 0,-1 1 1 0 0,1-1-1 0 0,-1 0 0 0 0,0-1 0 0 0,1 1 0 0 0,0-1 0 0 0,-1 0 1 0 0,1-1-1 0 0,-1 1 0 0 0,7-2 0 0 0,-3 0-7 0 0,0 0 0 0 0,0-1 0 0 0,0 0 0 0 0,0 0 0 0 0,0-1 0 0 0,-1 0-1 0 0,0-1 1 0 0,0 1 0 0 0,0-1 0 0 0,0-1 0 0 0,10-10 0 0 0,-11 9-7 0 0,0-1 0 0 0,-1 0-1 0 0,0 0 1 0 0,0 0 0 0 0,-1-1-1 0 0,0 0 1 0 0,-1 0 0 0 0,0 0 0 0 0,0 0-1 0 0,-1-1 1 0 0,0 0 0 0 0,-1 1 0 0 0,0-1-1 0 0,0 0 1 0 0,-1 0 0 0 0,0-16 0 0 0,-2 18-16 0 0,1 0 0 0 0,-1 0 0 0 0,-1 1 0 0 0,1-1 1 0 0,-1 1-1 0 0,-1-1 0 0 0,1 1 0 0 0,-1-1 0 0 0,0 1 1 0 0,-1 0-1 0 0,0 1 0 0 0,0-1 0 0 0,0 0 0 0 0,-1 1 1 0 0,0 0-1 0 0,0 0 0 0 0,-1 1 0 0 0,0 0 0 0 0,0-1 1 0 0,0 2-1 0 0,-12-8 0 0 0,11 8-20 0 0,-1 0 1 0 0,1 1-1 0 0,-1 0 0 0 0,0 0 1 0 0,0 1-1 0 0,0 0 0 0 0,-11-1 1 0 0,16 2-193 0 0,-1 1 1 0 0,1 0 0 0 0,0 0-1 0 0,0 0 1 0 0,-1 0-1 0 0,1 0 1 0 0,0 1-1 0 0,0-1 1 0 0,0 1 0 0 0,-1 0-1 0 0,1 0 1 0 0,0 0-1 0 0,0 0 1 0 0,0 1 0 0 0,1-1-1 0 0,-1 1 1 0 0,0 0-1 0 0,0 0 1 0 0,1 0-1 0 0,-1 0 1 0 0,-3 5 0 0 0,5-6 12 0 0,1-1 1 0 0,0 1 0 0 0,-1 0-1 0 0,1 0 1 0 0,0 0 0 0 0,0 0-1 0 0,-1 0 1 0 0,1 0 0 0 0,0 0 0 0 0,0 0-1 0 0,0 0 1 0 0,0 0 0 0 0,0 0-1 0 0,1 0 1 0 0,-1 0 0 0 0,0-1 0 0 0,0 1-1 0 0,1 0 1 0 0,-1 0 0 0 0,0 0-1 0 0,1 0 1 0 0,-1 0 0 0 0,1 0-1 0 0,0 1 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2716 0 0,'21'-29'17745'0'0,"-9"20"-14694"0"0,6 5-3332 0 0,158-10 1257 0 0,-74 8-835 0 0,-98 6-162 0 0,-1-1 0 0 0,0 1 1 0 0,1 0-1 0 0,-1 0 0 0 0,1 0 1 0 0,-1 1-1 0 0,1 0 0 0 0,-1-1 1 0 0,1 1-1 0 0,-1 0 0 0 0,4 2 1 0 0,-6-2 17 0 0,0-1 0 0 0,0 1 1 0 0,-1 0-1 0 0,1 0 1 0 0,0-1-1 0 0,-1 1 1 0 0,1 0-1 0 0,-1 0 1 0 0,1 0-1 0 0,-1 0 0 0 0,1 0 1 0 0,-1-1-1 0 0,0 1 1 0 0,1 0-1 0 0,-1 0 1 0 0,0 0-1 0 0,0 0 0 0 0,0 0 1 0 0,1 0-1 0 0,-1 0 1 0 0,0 0-1 0 0,-1 0 1 0 0,1 0-1 0 0,0 0 1 0 0,0 0-1 0 0,0 0 0 0 0,0 0 1 0 0,-1 0-1 0 0,1 0 1 0 0,-1 0-1 0 0,1 0 1 0 0,0 0-1 0 0,-1 0 1 0 0,0 0-1 0 0,1 0 0 0 0,-2 1 1 0 0,-17 28 733 0 0,-2 0-1 0 0,-1-1 1 0 0,-1-1 0 0 0,-28 25 0 0 0,-31 38 1493 0 0,34-32-683 0 0,47-59-1529 0 0,1 0 0 0 0,-1 1 1 0 0,1-1-1 0 0,0 0 0 0 0,-1 0 0 0 0,1 1 0 0 0,0-1 0 0 0,-1 0 0 0 0,1 1 0 0 0,0-1 1 0 0,-1 0-1 0 0,1 1 0 0 0,0-1 0 0 0,0 1 0 0 0,-1-1 0 0 0,1 0 0 0 0,0 1 0 0 0,0-1 0 0 0,0 1 1 0 0,0-1-1 0 0,-1 1 0 0 0,1-1 0 0 0,0 1 0 0 0,0-1 0 0 0,0 1 0 0 0,0-1 0 0 0,0 1 1 0 0,0-1-1 0 0,0 0 0 0 0,0 1 0 0 0,1-1 0 0 0,-1 1 0 0 0,0-1 0 0 0,0 1 0 0 0,0-1 0 0 0,0 1 1 0 0,1-1-1 0 0,-1 0 0 0 0,0 1 0 0 0,0-1 0 0 0,1 1 0 0 0,-1-1 0 0 0,0 0 0 0 0,1 1 1 0 0,-1-1-1 0 0,0 0 0 0 0,1 1 0 0 0,-1-1 0 0 0,0 0 0 0 0,1 0 0 0 0,-1 1 0 0 0,1-1 1 0 0,-1 0-1 0 0,1 0 0 0 0,-1 0 0 0 0,1 0 0 0 0,-1 0 0 0 0,0 0 0 0 0,1 1 0 0 0,-1-1 0 0 0,2 0 1 0 0,27 2 578 0 0,30-12-1750 0 0,-1-2-1 0 0,70-24 1 0 0,-56 15 27 0 0,51-14-2494 0 0,32-8-1846 0 0,-52 12-1767 0 0,-25 8-2177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40 1908 0 0,'-2'-2'2840'0'0,"-41"-20"10959"0"0,25 11-8924 0 0,33 9-4674 0 0,1 1 0 0 0,0 0 0 0 0,0 1 0 0 0,25 2-1 0 0,12 1-873 0 0,-25-3-347 0 0,14 1-3436 0 0,-16-2-3750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1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75 740 0 0,'-37'14'5181'0'0,"10"-4"1609"0"0,-42 23 1196 0 0,75-31-7851 0 0,0-1 1 0 0,-1 0-1 0 0,1 0 0 0 0,0 0 0 0 0,0-1 1 0 0,0 1-1 0 0,-1-2 0 0 0,1 1 0 0 0,0-1 1 0 0,0 1-1 0 0,10-4 0 0 0,10 0 78 0 0,4-1-639 0 0,-1 0 1 0 0,49-17-1 0 0,55-29-6827 0 0,-87 30 2533 0 0,0-4-2159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1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68 2312 0 0,'0'-3'944'0'0,"1"0"0"0"0,-1 1 0 0 0,1-1-1 0 0,-1 0 1 0 0,0 0 0 0 0,-1 1 0 0 0,1-1 0 0 0,0 0-1 0 0,-1 1 1 0 0,0-5 0 0 0,0 5-575 0 0,0 1-1 0 0,0-1 1 0 0,1 0 0 0 0,-1 1-1 0 0,0-1 1 0 0,-1 1 0 0 0,1-1 0 0 0,0 1-1 0 0,0-1 1 0 0,-1 1 0 0 0,1 0-1 0 0,-3-2 1 0 0,0 1-196 0 0,1 0 0 0 0,-1 0 0 0 0,0 1-1 0 0,0 0 1 0 0,0 0 0 0 0,1 0 0 0 0,-1 0 0 0 0,0 0 0 0 0,0 1 0 0 0,0 0 0 0 0,-1 0-1 0 0,1 0 1 0 0,-5 1 0 0 0,-9 1 51 0 0,0 1-1 0 0,1 1 0 0 0,-1 1 1 0 0,1 1-1 0 0,0 0 1 0 0,-19 10-1 0 0,25-11-181 0 0,0 1 0 0 0,1 1 0 0 0,0-1 0 0 0,0 2 0 0 0,0-1 1 0 0,1 1-1 0 0,0 1 0 0 0,1 0 0 0 0,0 0 0 0 0,-7 11 0 0 0,13-18-22 0 0,1 0 0 0 0,-1 1 1 0 0,1-1-1 0 0,0 1 0 0 0,0-1 0 0 0,0 1 0 0 0,0-1 1 0 0,0 1-1 0 0,1 0 0 0 0,-1 0 0 0 0,1-1 0 0 0,0 1 1 0 0,0 0-1 0 0,0 0 0 0 0,0-1 0 0 0,0 1 0 0 0,1 0 1 0 0,-1 0-1 0 0,1-1 0 0 0,0 1 0 0 0,-1 0 0 0 0,1-1 1 0 0,1 1-1 0 0,-1-1 0 0 0,0 1 0 0 0,0-1 0 0 0,1 0 1 0 0,0 0-1 0 0,-1 1 0 0 0,5 3 0 0 0,5 4 50 0 0,0 0 0 0 0,1-1 1 0 0,0 0-1 0 0,22 12 0 0 0,-6-4-25 0 0,-16-8-54 0 0,1 0-1 0 0,-2 1 1 0 0,0 0-1 0 0,0 1 1 0 0,0 1 0 0 0,-2 0-1 0 0,16 23 1 0 0,-20-28 301 0 0,-1 1 0 0 0,0 0-1 0 0,0 0 1 0 0,-1 0 0 0 0,0 1 0 0 0,0-1 0 0 0,-1 1 0 0 0,0 0 0 0 0,0 0 0 0 0,-1-1 0 0 0,0 1-1 0 0,-1 0 1 0 0,0 0 0 0 0,-2 14 0 0 0,1-20-179 0 0,0 1 0 0 0,0-1 0 0 0,0 0 0 0 0,-1 0 0 0 0,0 1-1 0 0,1-1 1 0 0,-1 0 0 0 0,0 0 0 0 0,0-1 0 0 0,-1 1 0 0 0,1 0 0 0 0,0-1 0 0 0,-1 1-1 0 0,0-1 1 0 0,1 0 0 0 0,-1 0 0 0 0,0 0 0 0 0,0 0 0 0 0,-1-1 0 0 0,1 1 0 0 0,0-1 0 0 0,0 1-1 0 0,-5 0 1 0 0,-8 2 573 0 0,0 0 0 0 0,0-1-1 0 0,-26 1 1 0 0,32-3-630 0 0,-10 1-155 0 0,-1-1 0 0 0,-27-3 0 0 0,42 2 26 0 0,0-1-1 0 0,0 0 1 0 0,0 0-1 0 0,0-1 0 0 0,0 0 1 0 0,0 0-1 0 0,0 0 1 0 0,0 0-1 0 0,1-1 1 0 0,-1 0-1 0 0,1 0 1 0 0,-5-5-1 0 0,8 7-217 0 0,0-1 1 0 0,0 0-1 0 0,1 0 0 0 0,-1 0 1 0 0,1 0-1 0 0,0-1 0 0 0,0 1 0 0 0,-1 0 1 0 0,1-1-1 0 0,1 1 0 0 0,-1 0 1 0 0,0-1-1 0 0,1 1 0 0 0,-1-1 0 0 0,1 1 1 0 0,-1-1-1 0 0,1 1 0 0 0,0-1 0 0 0,0 1 1 0 0,1-1-1 0 0,-1 1 0 0 0,0-1 1 0 0,1 1-1 0 0,0-1 0 0 0,-1 1 0 0 0,1-1 1 0 0,0 1-1 0 0,0 0 0 0 0,3-5 0 0 0,2-5-883 0 0,2 1 0 0 0,0 0-1 0 0,0 0 1 0 0,11-12-1 0 0,-16 20 841 0 0,32-34-5263 0 0,5-1-2988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06:23:3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85 125 148 0 0,'-17'-6'6686'0'0,"0"0"-1"0"0,-33-18 782 0 0,61 19-7038 0 0,1 0 0 0 0,0 1 1 0 0,0 1-1 0 0,1 0 0 0 0,15-2 0 0 0,69-3-361 0 0,-55 5 201 0 0,268-21-397 0 0,-175 13-2435 0 0,1 0-4103 0 0,-102 8 1817 0 0,-3 0-2439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5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953 275 140 0 0,'-31'-20'896'0'0,"-13"-1"-240"0"0,-10-1-160 0 0,-5-2-136 0 0,-16 1-96 0 0,-5-3-144 0 0,-8 4-92 0 0,-5-2-136 0 0,-4 1-96 0 0,-8-1-268 0 0,-5 0-212 0 0,-7 2 184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1:5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1 512 0 0,'-22'6'1488'0'0,"2"-1"-184"0"0,5 0-520 0 0,-1-1 24 0 0,3 1-372 0 0,-1-2 125 0 0,2 1-313 0 0,1-1 144 0 0,-8 2-52 0 0,0-1-348 0 0,1-4-1320 0 0,-4-4 819 0 0,8-1-1091 0 0,-1 2 576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0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0 140 0 0,'11'3'2364'0'0,"5"4"-964"0"0,-6 0-632 0 0,-3-4-456 0 0,-1 6-624 0 0,-7 3-860 0 0,-9 3-684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0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7 171 344 0 0,'-3'-22'376'0'0,"0"4"-56"0"0,3 1-64 0 0,3-4-52 0 0,2-1-144 0 0,0 0-84 0 0,4 0-488 0 0,2-5 160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0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161 241 528 0 0,'-19'-16'2191'0'0,"-2"0"-1025"0"0,1-1 1 0 0,0-1-1 0 0,1-1 0 0 0,1-1 1 0 0,-17-25-1 0 0,34 43-1145 0 0,0 1 1 0 0,0 0-1 0 0,0-1 1 0 0,0 1-1 0 0,1-1 1 0 0,-1 0-1 0 0,0 1 0 0 0,1-1 1 0 0,0 1-1 0 0,-1-1 1 0 0,1 0-1 0 0,0 1 1 0 0,0-1-1 0 0,0 0 1 0 0,0 1-1 0 0,0-1 0 0 0,0 0 1 0 0,0 1-1 0 0,1-1 1 0 0,-1 0-1 0 0,2-2 1 0 0,-1 1-2 0 0,1 1 1 0 0,-1-1 0 0 0,1 1 0 0 0,0 0 0 0 0,0 0-1 0 0,0 0 1 0 0,0 0 0 0 0,0 0 0 0 0,0 0 0 0 0,1 0-1 0 0,4-2 1 0 0,0 0 13 0 0,0 1 0 0 0,1-1 0 0 0,0 2 1 0 0,0-1-1 0 0,0 1 0 0 0,0 0 0 0 0,16-2 0 0 0,-14 5-11 0 0,0-1-1 0 0,0 1 1 0 0,-1 0 0 0 0,1 1-1 0 0,0 0 1 0 0,-1 1 0 0 0,1 0-1 0 0,-1 1 1 0 0,0 0 0 0 0,0 0-1 0 0,0 0 1 0 0,-1 1 0 0 0,1 1-1 0 0,-1 0 1 0 0,0 0 0 0 0,-1 0-1 0 0,0 1 1 0 0,10 10-1 0 0,-8-6 14 0 0,0 1-1 0 0,-1-1 0 0 0,0 2 0 0 0,-1-1 1 0 0,0 1-1 0 0,-1 0 0 0 0,0 0 0 0 0,-1 0 1 0 0,-1 1-1 0 0,0 0 0 0 0,-1 0 0 0 0,2 16 1 0 0,-4-8 12 0 0,0 0 0 0 0,-2 0 0 0 0,0 0 1 0 0,-1 0-1 0 0,-2 0 0 0 0,0 0 0 0 0,-1-1 0 0 0,-1 0 1 0 0,-17 40-1 0 0,6-27 97 0 0,-1-1 0 0 0,-1-1 0 0 0,-2-1 0 0 0,-1-1 0 0 0,-28 29 0 0 0,1-6 737 0 0,47-52-793 0 0,3-5-74 0 0,0-1 0 0 0,0 1 0 0 0,1 0 0 0 0,0 0 0 0 0,-1 0 0 0 0,2 0 0 0 0,-1 0 0 0 0,0 0 0 0 0,1 0 0 0 0,4-4 0 0 0,3-7 10 0 0,188-254 44 0 0,22 17-78 0 0,-196 224 7 0 0,-7 11 14 0 0,-8 8 0 0 0,-1-1 0 0 0,0 1 0 0 0,10-16 0 0 0,-17 24-12 0 0,-1-1 0 0 0,1 1 1 0 0,0 0-1 0 0,0-1 1 0 0,-1 1-1 0 0,1-1 1 0 0,-1 1-1 0 0,1-1 0 0 0,-1 1 1 0 0,0-1-1 0 0,1-2 1 0 0,-2 4-1 0 0,1-1 0 0 0,0 1 0 0 0,0 0 0 0 0,0-1 0 0 0,0 1 1 0 0,0 0-1 0 0,0 0 0 0 0,0-1 0 0 0,-1 1 0 0 0,1 0 1 0 0,0-1-1 0 0,0 1 0 0 0,0 0 0 0 0,-1 0 0 0 0,1 0 0 0 0,0-1 1 0 0,0 1-1 0 0,0 0 0 0 0,-1 0 0 0 0,1 0 0 0 0,0-1 1 0 0,-1 1-1 0 0,1 0 0 0 0,0 0 0 0 0,0 0 0 0 0,-1 0 0 0 0,1 0 1 0 0,0 0-1 0 0,-1 0 0 0 0,1 0 0 0 0,-1 0 0 0 0,-20 4 7 0 0,21-4-7 0 0,-12 6 2 0 0,0 0 0 0 0,1 0-1 0 0,0 1 1 0 0,0 0 0 0 0,0 1 0 0 0,-15 15-1 0 0,-52 62 26 0 0,64-69-21 0 0,5-5 7 0 0,-116 146 233 0 0,112-139-214 0 0,1 1-1 0 0,1 0 1 0 0,1 1 0 0 0,1 1-1 0 0,1-1 1 0 0,-12 43-1 0 0,19-57-24 0 0,0 0 0 0 0,0 1-1 0 0,1-1 1 0 0,-1 0-1 0 0,2 1 1 0 0,-1-1 0 0 0,1 1-1 0 0,-1-1 1 0 0,2 0 0 0 0,-1 0-1 0 0,1 1 1 0 0,0-1-1 0 0,3 6 1 0 0,-3-7 1 0 0,1-1 1 0 0,0 1-1 0 0,0-1 0 0 0,0 0 0 0 0,0 0 1 0 0,1 0-1 0 0,0 0 0 0 0,-1-1 0 0 0,1 1 1 0 0,1-1-1 0 0,-1 0 0 0 0,0 0 1 0 0,1-1-1 0 0,0 1 0 0 0,-1-1 0 0 0,7 2 1 0 0,10 2 10 0 0,0 0 0 0 0,0-2 0 0 0,1 0 0 0 0,-1-2 0 0 0,40 1 0 0 0,111-15 20 0 0,-105 5-23 0 0,87-11 35 0 0,63-4-2891 0 0,-207 21 2270 0 0,0 1-1 0 0,-1 1 0 0 0,12 1 1 0 0,-17-1-206 0 0,0 0 0 0 0,0 0 1 0 0,0 1-1 0 0,0-1 0 0 0,6 4 0 0 0,0 2-2270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0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73 1392 0 0,'-10'-67'10217'0'0,"10"66"-10188"0"0,0 1 0 0 0,0 0 1 0 0,0 0-1 0 0,0 0 0 0 0,0-1 0 0 0,0 1 1 0 0,0 0-1 0 0,0 0 0 0 0,0 0 0 0 0,0 0 0 0 0,0-1 1 0 0,0 1-1 0 0,0 0 0 0 0,0 0 0 0 0,-1 0 0 0 0,1 0 1 0 0,0-1-1 0 0,0 1 0 0 0,0 0 0 0 0,0 0 0 0 0,0 0 1 0 0,0 0-1 0 0,-1 0 0 0 0,1-1 0 0 0,0 1 1 0 0,0 0-1 0 0,0 0 0 0 0,0 0 0 0 0,0 0 0 0 0,-1 0 1 0 0,1 0-1 0 0,0 0 0 0 0,0 0 0 0 0,0 0 0 0 0,-1 0 1 0 0,1 0-1 0 0,0 0 0 0 0,0 0 0 0 0,0 0 0 0 0,0 0 1 0 0,-1 0-1 0 0,1 0 0 0 0,0 0 0 0 0,0 0 1 0 0,0 0-1 0 0,-1 0 0 0 0,1 0 0 0 0,0 0 0 0 0,0 0 1 0 0,0 0-1 0 0,0 0 0 0 0,-1 0 0 0 0,1 0 0 0 0,0 0 1 0 0,0 1-1 0 0,0-1 0 0 0,0 0 0 0 0,0 0 0 0 0,-1 0 1 0 0,-8 9 576 0 0,9-9-609 0 0,-22 30 417 0 0,2 1-1 0 0,0 0 1 0 0,2 2 0 0 0,-22 56 0 0 0,-40 115-134 0 0,70-170-1366 0 0,-6 39 0 0 0,13-49-1200 0 0,0-1 0 0 0,1 38 0 0 0,4-37-2594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0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95 372 0 0,'-5'-12'1898'0'0,"-1"-2"808"0"0,0 0 1 0 0,-2 0-1 0 0,-16-26 0 0 0,23 39-2326 0 0,-1 3 92 0 0,-2 3-313 0 0,1 0 1 0 0,0 1-1 0 0,0-1 1 0 0,1 1 0 0 0,-1 0-1 0 0,1 0 1 0 0,1 0 0 0 0,-1 0-1 0 0,1 0 1 0 0,-1 8-1 0 0,-4 70 432 0 0,6-68-475 0 0,-1 6-13 0 0,0 12 40 0 0,0 0 1 0 0,8 54-1 0 0,-6-80-124 0 0,0-1 0 0 0,1 1 0 0 0,0 0 1 0 0,0 0-1 0 0,1-1 0 0 0,0 1 0 0 0,0-1 0 0 0,0 0 0 0 0,1 0 0 0 0,1 0 0 0 0,-1-1 0 0 0,1 1 0 0 0,0-1 0 0 0,0 0 0 0 0,1 0 0 0 0,10 8 0 0 0,-10-10-10 0 0,0-1 0 0 0,0 0 1 0 0,0 0-1 0 0,1 0 0 0 0,-1 0 0 0 0,1-1 0 0 0,0 0 0 0 0,0-1 0 0 0,-1 1 0 0 0,1-1 0 0 0,0-1 0 0 0,0 1 1 0 0,0-1-1 0 0,0 0 0 0 0,0-1 0 0 0,0 0 0 0 0,0 0 0 0 0,0 0 0 0 0,0-1 0 0 0,-1 0 0 0 0,1 0 0 0 0,0-1 0 0 0,9-5 1 0 0,-6 2-5 0 0,0 0 1 0 0,0-1-1 0 0,-1 0 1 0 0,1 0 0 0 0,-2-1-1 0 0,1 0 1 0 0,-1-1 0 0 0,0 0-1 0 0,-1 0 1 0 0,0-1 0 0 0,-1 0-1 0 0,0 0 1 0 0,6-13 0 0 0,-1-2-19 0 0,-1 0 1 0 0,10-37 0 0 0,-20 60-3 0 0,1 5-17 0 0,0 6 34 0 0,0 0 0 0 0,0 1 0 0 0,-1-1-1 0 0,0 1 1 0 0,-1-1 0 0 0,0 0 0 0 0,-1 1-1 0 0,-2 8 1 0 0,-1 12 8 0 0,-97 477 137 0 0,22-229-117 0 0,59-221 14 0 0,-2 0 0 0 0,-52 91 1 0 0,68-137 163 0 0,0 1 0 0 0,-1-2 0 0 0,0 1 0 0 0,0-1 0 0 0,-1 0 0 0 0,0-1 0 0 0,-1 0 0 0 0,-14 10 0 0 0,23-19-196 0 0,0 1-1 0 0,1-1 0 0 0,-1 0 0 0 0,0 1 0 0 0,1-1 0 0 0,-1 0 0 0 0,0 0 0 0 0,1 0 0 0 0,-1 0 0 0 0,0 0 0 0 0,0 0 1 0 0,1 0-1 0 0,-1 0 0 0 0,0 0 0 0 0,0 0 0 0 0,1 0 0 0 0,-1-1 0 0 0,0 1 0 0 0,1 0 0 0 0,-1 0 0 0 0,0-1 0 0 0,1 1 0 0 0,-1 0 1 0 0,1-1-1 0 0,-1 1 0 0 0,0-1 0 0 0,1 1 0 0 0,-1-1 0 0 0,0 0 0 0 0,-12-17 128 0 0,10 8-122 0 0,0 0 0 0 0,1 1-1 0 0,1-1 1 0 0,0 0 0 0 0,0 0 0 0 0,1 0 0 0 0,0 0 0 0 0,0 0 0 0 0,1 1-1 0 0,1-1 1 0 0,4-16 0 0 0,2-4-2 0 0,2-1 1 0 0,18-37-1 0 0,-15 41-16 0 0,1 0 0 0 0,1 1 0 0 0,1 1 1 0 0,36-44-1 0 0,-39 58-92 0 0,-12 11 88 0 0,-1-1 1 0 0,1 1-1 0 0,-1 0 1 0 0,1 0-1 0 0,-1 0 0 0 0,1 0 1 0 0,-1 0-1 0 0,1 0 0 0 0,-1 0 1 0 0,1 0-1 0 0,-1 0 1 0 0,1 0-1 0 0,-1 0 0 0 0,1 0 1 0 0,-1 0-1 0 0,1 0 1 0 0,-1 1-1 0 0,1-1 0 0 0,-1 0 1 0 0,0 0-1 0 0,1 0 0 0 0,-1 1 1 0 0,1-1-1 0 0,-1 0 1 0 0,1 1-1 0 0,-1-1 0 0 0,0 0 1 0 0,1 1-1 0 0,6 9-59 0 0,-1 1 0 0 0,0-1 1 0 0,-1 1-1 0 0,5 15 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1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67 1188 0 0,'0'-20'4187'0'0,"-2"-26"1968"0"0,-3 53-5470 0 0,-11 26-159 0 0,-12 39 0 0 0,-4 6-363 0 0,27-67-165 0 0,-83 194-183 0 0,76-174-317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3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130 155 1368 0 0,'-15'-6'1421'0'0,"1"0"0"0"0,0-1 1 0 0,1 0-1 0 0,0-2 0 0 0,0 1 0 0 0,0-2 0 0 0,-18-17 0 0 0,30 26-1249 0 0,0-4 5 0 0,1 5-171 0 0,0 0 0 0 0,0 0 0 0 0,0-1 0 0 0,-1 1 0 0 0,1 0 0 0 0,0 0 0 0 0,0-1 0 0 0,0 1 0 0 0,0 0 0 0 0,0 0 0 0 0,0-1 0 0 0,0 1 0 0 0,0 0 0 0 0,0-1 0 0 0,0 1 0 0 0,0 0 0 0 0,0 0 0 0 0,0-1 0 0 0,0 1 0 0 0,0 0 0 0 0,0 0 0 0 0,0-1 0 0 0,0 1 0 0 0,0 0-1 0 0,0-1 1 0 0,0 1 0 0 0,1 0 0 0 0,-1 0 0 0 0,0-1 0 0 0,0 1 0 0 0,0 0 0 0 0,0 0 0 0 0,1-1 0 0 0,6-2 18 0 0,0 1-1 0 0,1-1 1 0 0,-1 1-1 0 0,1 1 1 0 0,-1-1-1 0 0,1 2 1 0 0,0-1-1 0 0,11 1 1 0 0,-1-1-2 0 0,481-42 179 0 0,-495 42-201 0 0,25 2-13 0 0,-29-1 12 0 0,0 0 0 0 0,1 0-1 0 0,-1 0 1 0 0,0 0 0 0 0,0 0 0 0 0,1 0-1 0 0,-1 0 1 0 0,0 0 0 0 0,1 0 0 0 0,-1 0-1 0 0,0 0 1 0 0,0 0 0 0 0,1 0 0 0 0,-1 1-1 0 0,0-1 1 0 0,0 0 0 0 0,1 0 0 0 0,-1 0-1 0 0,0 0 1 0 0,0 0 0 0 0,1 0 0 0 0,-1 1-1 0 0,0-1 1 0 0,0 0 0 0 0,0 0 0 0 0,1 0-1 0 0,-1 1 1 0 0,0-1 0 0 0,0 0 0 0 0,0 0-1 0 0,0 1 1 0 0,0-1 0 0 0,1 0 0 0 0,-1 0-1 0 0,0 1 1 0 0,0-1 0 0 0,0 0 0 0 0,0 0-1 0 0,0 1 1 0 0,0-1 0 0 0,0 0-1 0 0,0 0 1 0 0,0 1 0 0 0,0-1 0 0 0,0 0-1 0 0,0 1 1 0 0,0-1 0 0 0,-12 15-21 0 0,-29 16 40 0 0,37-28-12 0 0,-154 104-4 0 0,-148 112 84 0 0,256-174-66 0 0,45-40 4 0 0,0 0 0 0 0,1 0 0 0 0,0 0 0 0 0,0 0 0 0 0,1 1 0 0 0,-1 0 0 0 0,-4 11 0 0 0,8-16 7 0 0,-1 1 0 0 0,1-1 0 0 0,0 0 0 0 0,0 0 0 0 0,-1 0 0 0 0,1 1 0 0 0,0-1 0 0 0,0 0 0 0 0,0 1 0 0 0,0-1 0 0 0,0 0 0 0 0,1 0 0 0 0,-1 1 0 0 0,0-1 0 0 0,1 0 0 0 0,-1 0 0 0 0,1 0 0 0 0,-1 0 0 0 0,1 1 0 0 0,-1-1 0 0 0,1 0 0 0 0,0 0 0 0 0,-1 0 0 0 0,1 0 0 0 0,0 0 0 0 0,0 0 0 0 0,0 0 0 0 0,0-1 0 0 0,0 1 0 0 0,0 0 0 0 0,0 0 0 0 0,0-1 0 0 0,0 1 0 0 0,0-1 0 0 0,0 1 0 0 0,1-1 0 0 0,-1 1 1 0 0,0-1-1 0 0,2 1 0 0 0,5 1 53 0 0,0-1 1 0 0,0 1-1 0 0,0-1 1 0 0,14 0 0 0 0,28-1 130 0 0,96-15 1 0 0,51-22-112 0 0,-153 28-75 0 0,536-116-485 0 0,-21 4-3693 0 0,-349 77-1026 0 0,-112 21 1178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311 163 16 0 0,'-39'-9'3679'0'0,"18"5"-2236"0"0,0 0-1 0 0,0-2 1 0 0,0-1-1 0 0,1 0 1 0 0,-28-15-1 0 0,-12-8 1133 0 0,58 29-2463 0 0,-2-2 3 0 0,-1 1 1 0 0,0 0-1 0 0,1 0 1 0 0,-1 0 0 0 0,-8-1-1 0 0,11 1-137 0 0,0 0 116 0 0,-15 1-1042 0 0,29-26-3887 0 0,-5 15 1575 0 0,2-3-1095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836 326 1244 0 0,'-2'0'3334'0'0,"-10"0"-2067"0"0,9 0-146 0 0,0 0-370 0 0,-1 1-1 0 0,0 0 1 0 0,1 0 0 0 0,-1 0 0 0 0,0 0-1 0 0,1 0 1 0 0,0 1 0 0 0,-6 2 0 0 0,-8 4 965 0 0,15-8-1204 0 0,-3 1-458 0 0,0 0 1 0 0,0 0-1 0 0,0-1 0 0 0,0 0 1 0 0,-1 0-1 0 0,1 0 1 0 0,0 0-1 0 0,0-1 1 0 0,0 0-1 0 0,0 0 0 0 0,0-1 1 0 0,0 1-1 0 0,0-1 1 0 0,0 0-1 0 0,0-1 1 0 0,1 1-1 0 0,-1-1 0 0 0,1 0 1 0 0,0 0-1 0 0,0 0 1 0 0,0 0-1 0 0,0-1 1 0 0,-5-6-1 0 0,1 1-63 0 0,0-2-1 0 0,1 1 1 0 0,0-1-1 0 0,0 0 1 0 0,1 0-1 0 0,1-1 1 0 0,0 1 0 0 0,-5-21-1 0 0,8 29 9 0 0,1-20-10 0 0,1 20 10 0 0,1 0 0 0 0,0 0 0 0 0,0 0 1 0 0,0 1-1 0 0,0-1 0 0 0,0 0 0 0 0,1 0 0 0 0,-1 1 0 0 0,1-1 0 0 0,0 1 0 0 0,0-1 0 0 0,0 1 0 0 0,0 0 0 0 0,0-1 0 0 0,0 1 0 0 0,0 0 1 0 0,1 1-1 0 0,-1-1 0 0 0,1 0 0 0 0,5-2 0 0 0,6-3-8 0 0,1 0 1 0 0,26-8 0 0 0,-31 11-2 0 0,225-70 68 0 0,-233 74-73 0 0,-1-1 9 0 0,0 1 0 0 0,0 0-1 0 0,0 0 1 0 0,0 0 0 0 0,0 0 0 0 0,0 0 0 0 0,-1 0 0 0 0,1 1-1 0 0,0-1 1 0 0,0 0 0 0 0,0 0 0 0 0,0 0 0 0 0,-1 1 0 0 0,1-1 0 0 0,0 1-1 0 0,0-1 1 0 0,0 1 0 0 0,0 0 2 0 0,-1 0 1 0 0,0 0-1 0 0,0 0 1 0 0,1 0-1 0 0,-1 0 1 0 0,0 0-1 0 0,0 1 1 0 0,0-1-1 0 0,0 0 1 0 0,-1 0-1 0 0,1 0 1 0 0,0 0-1 0 0,0 0 1 0 0,-1 0-1 0 0,1 1 1 0 0,-54 174 24 0 0,11-46 24 0 0,-26 177 462 0 0,12-45 37 0 0,39-196 72 0 0,-50 121 0 0 0,59-169-388 0 0,0 0 0 0 0,0-1-1 0 0,-2 0 1 0 0,0-1 0 0 0,-1 0 0 0 0,0-1-1 0 0,-1 0 1 0 0,-30 25 0 0 0,34-32-155 0 0,-1-2 0 0 0,0 1 0 0 0,0-1 0 0 0,-1-1 1 0 0,1 0-1 0 0,-1 0 0 0 0,0-1 0 0 0,-1-1 0 0 0,1 0 0 0 0,0 0 1 0 0,-1-1-1 0 0,0 0 0 0 0,0-1 0 0 0,1-1 0 0 0,-1 0 1 0 0,-17-2-1 0 0,4-1-62 0 0,0-2 0 0 0,1-1 0 0 0,-1 0 0 0 0,-24-11 0 0 0,33 10-11 0 0,1 0 1 0 0,0-1-1 0 0,0 0 1 0 0,1-1-1 0 0,0-1 1 0 0,1 0-1 0 0,-14-14 0 0 0,24 21-65 0 0,0 0-1 0 0,0-1 0 0 0,0 1 0 0 0,0-1 1 0 0,1 0-1 0 0,-1 0 0 0 0,1 0 0 0 0,0 0 1 0 0,1 0-1 0 0,-1-1 0 0 0,1 1 0 0 0,-1 0 1 0 0,1-1-1 0 0,0 1 0 0 0,1-1 0 0 0,-1-5 0 0 0,1 2-238 0 0,1 1 0 0 0,0-1-1 0 0,0 1 1 0 0,1 0-1 0 0,0 0 1 0 0,0 0-1 0 0,1 0 1 0 0,-1 0-1 0 0,6-9 1 0 0,3-2-865 0 0,1 1 0 0 0,0 0 0 0 0,1 0 0 0 0,1 1 0 0 0,0 1 0 0 0,20-16 0 0 0,-3 4-3193 0 0,-15 15 790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5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2004 0 0,'29'-13'8939'0'0,"0"13"-6576"0"0,-9 1-2037 0 0,-1-1 0 0 0,1-1 0 0 0,0-1 0 0 0,19-3 0 0 0,23-3-151 0 0,238-17-2044 0 0,-101-3-5688 0 0,-167 23 4276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6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23 932 0 0,'-2'-11'6740'0'0,"1"11"-6591"0"0,1-1 0 0 0,0 0 0 0 0,-1 1 0 0 0,1-1 0 0 0,-1 0 0 0 0,1 1 0 0 0,-1-1 0 0 0,1 0 0 0 0,-1 1 0 0 0,1-1-1 0 0,-1 1 1 0 0,0-1 0 0 0,1 1 0 0 0,-1-1 0 0 0,0 1 0 0 0,1 0 0 0 0,-1-1 0 0 0,0 1 0 0 0,0 0 0 0 0,1 0 0 0 0,-1-1 0 0 0,0 1 0 0 0,0 0 0 0 0,0 0 0 0 0,1 0 0 0 0,-1 0 0 0 0,0 0 0 0 0,0 0 0 0 0,0 0-1 0 0,1 0 1 0 0,-1 0 0 0 0,-1 1 0 0 0,0 0 0 0 0,0 0 1 0 0,1 0-1 0 0,-1 1 0 0 0,0-1 0 0 0,0 1 0 0 0,1-1 0 0 0,-1 1 0 0 0,1-1 0 0 0,-1 1 0 0 0,1 0 0 0 0,-2 3 0 0 0,-3 6 67 0 0,0 0-1 0 0,1 0 0 0 0,-5 17 0 0 0,-43 178 1314 0 0,44-159-1472 0 0,3 0 1 0 0,-2 71 0 0 0,10-73-1982 0 0,2-17-5586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6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2804 0 0,'2'-10'831'0'0,"4"-36"3060"0"0,-2 0-1 0 0,-2-52 1 0 0,-2 98-3931 0 0,0 0 0 0 0,0 0 0 0 0,0 0 0 0 0,0 0-1 0 0,0 0 1 0 0,1 0 0 0 0,-1 0 0 0 0,0 1 0 0 0,0-1 0 0 0,0 0 0 0 0,0 0 0 0 0,0 0 0 0 0,0 0 0 0 0,1 0 0 0 0,-1 0 0 0 0,0 0 0 0 0,0 0 0 0 0,0 0 0 0 0,0 0 0 0 0,0 0 0 0 0,1 0 0 0 0,-1 0 0 0 0,0 0-1 0 0,0 0 1 0 0,0 0 0 0 0,0 0 0 0 0,0 0 0 0 0,0 0 0 0 0,1 0 0 0 0,-1 0 0 0 0,0 0 0 0 0,0-1 0 0 0,0 1 0 0 0,0 0 0 0 0,0 0 0 0 0,0 0 0 0 0,1 0 0 0 0,-1 0 0 0 0,0 0 0 0 0,0 0 0 0 0,0 0 0 0 0,0 0 0 0 0,0-1-1 0 0,0 1 1 0 0,0 0 0 0 0,0 0 0 0 0,0 0 0 0 0,0 0 0 0 0,0 0 0 0 0,0 0 0 0 0,0-1 0 0 0,0 1 0 0 0,0 0 0 0 0,0 0 0 0 0,0 0 0 0 0,6 12-2812 0 0,-5-1-434 0 0,2 2-1236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6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1 432 0 0,'-3'14'7476'0'0,"0"4"-3815"0"0,0 12-1921 0 0,2 36 0 0 0,1-36-1422 0 0,-6 44 0 0 0,0-35-144 0 0,-2 0-1 0 0,-2-1 1 0 0,-17 43 0 0 0,18-60 1659 0 0,-20 34 0 0 0,29-54-1452 0 0,-1-1-353 0 0,1 0-1 0 0,-1 0 1 0 0,1 0-1 0 0,0 0 0 0 0,-1-1 1 0 0,1 1-1 0 0,0 0 1 0 0,-1 0-1 0 0,1 0 1 0 0,0-1-1 0 0,-1 1 0 0 0,1 0 1 0 0,0-1-1 0 0,0 1 1 0 0,-1 0-1 0 0,1-1 1 0 0,0 1-1 0 0,0 0 1 0 0,0-1-1 0 0,-1 1 0 0 0,1 0 1 0 0,0-1-1 0 0,0 1 1 0 0,0-1-1 0 0,0 0 1 0 0,1-12 41 0 0,0-1 0 0 0,2 1 0 0 0,-1-1 0 0 0,2 1 0 0 0,0 0 0 0 0,0 0 0 0 0,1 0 1 0 0,13-22-1 0 0,2 1-79 0 0,45-59 1 0 0,-49 73-9 0 0,37-36 0 0 0,-45 48 13 0 0,1 1 1 0 0,-1 1 0 0 0,1-1-1 0 0,1 1 1 0 0,-1 1-1 0 0,1 0 1 0 0,12-5 0 0 0,-19 9 4 0 0,-1 1 0 0 0,0-1 0 0 0,1 0 0 0 0,-1 1 1 0 0,1 0-1 0 0,-1-1 0 0 0,1 1 0 0 0,-1 0 0 0 0,1 0 1 0 0,0 1-1 0 0,-1-1 0 0 0,1 1 0 0 0,-1-1 0 0 0,0 1 1 0 0,1 0-1 0 0,-1-1 0 0 0,1 1 0 0 0,3 3 0 0 0,-3-2 1 0 0,1 1 0 0 0,-1 0 0 0 0,0-1 0 0 0,0 2-1 0 0,0-1 1 0 0,0 0 0 0 0,0 1 0 0 0,-1-1 0 0 0,1 1 0 0 0,1 4-1 0 0,1 3 3 0 0,0 1-1 0 0,0 0 0 0 0,-1 1 1 0 0,-1-1-1 0 0,0 1 1 0 0,1 16-1 0 0,-2 2 10 0 0,-2-1 0 0 0,-5 43 0 0 0,1-38-2627 0 0,3 49 0 0 0,1-80 2101 0 0,0 0 1 0 0,1 0 0 0 0,-1-1 0 0 0,1 1 0 0 0,0 0-1 0 0,0-1 1 0 0,3 7 0 0 0,-3-8 87 0 0,0-1 0 0 0,0 0-1 0 0,0 1 1 0 0,0-1 0 0 0,0 0 0 0 0,0 0 0 0 0,0 1-1 0 0,0-1 1 0 0,1 0 0 0 0,-1 0 0 0 0,0 0 0 0 0,3 1-1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268 873 348 0 0,'11'-15'2951'0'0,"-2"0"0"0"0,0-1-1 0 0,13-30 1 0 0,-20 39-2232 0 0,1-1-1 0 0,-1 1 1 0 0,0-1-1 0 0,0 0 1 0 0,-1 0-1 0 0,0 0 1 0 0,-1 0-1 0 0,0 0 1 0 0,0 0-1 0 0,-2-14 1 0 0,1 22-695 0 0,1-1 1 0 0,0 0 0 0 0,-1 0 0 0 0,1 1 0 0 0,-1-1 0 0 0,1 0 0 0 0,-1 1 0 0 0,0-1 0 0 0,1 1 0 0 0,-1-1 0 0 0,0 1 0 0 0,1-1-1 0 0,-1 1 1 0 0,0-1 0 0 0,1 1 0 0 0,-1 0 0 0 0,0-1 0 0 0,0 1 0 0 0,0 0 0 0 0,1 0 0 0 0,-1 0 0 0 0,0-1 0 0 0,0 1 0 0 0,0 0-1 0 0,1 0 1 0 0,-1 0 0 0 0,-1 0 0 0 0,-22 2 168 0 0,18 0-170 0 0,0 1 1 0 0,0 0-1 0 0,0 0 1 0 0,0 0 0 0 0,0 1-1 0 0,1 0 1 0 0,-1 0-1 0 0,1 0 1 0 0,-6 7-1 0 0,-43 50 42 0 0,41-45-47 0 0,-14 18 24 0 0,-42 69 0 0 0,59-86-37 0 0,1 0 0 0 0,1 1 0 0 0,1 0 0 0 0,0 0 0 0 0,1 1 0 0 0,-5 30 0 0 0,10-44-4 0 0,1 0-1 0 0,-1 0 1 0 0,1 0 0 0 0,0 0 0 0 0,1 0 0 0 0,-1 0-1 0 0,1 0 1 0 0,0 0 0 0 0,2 7 0 0 0,-2-11 2 0 0,-1 1 1 0 0,1-1 0 0 0,0 1 0 0 0,0-1 0 0 0,0 0 0 0 0,0 1 0 0 0,0-1 0 0 0,0 0 0 0 0,0 0-1 0 0,0 0 1 0 0,1 1 0 0 0,-1-1 0 0 0,0-1 0 0 0,1 1 0 0 0,-1 0 0 0 0,0 0 0 0 0,1 0 0 0 0,-1-1-1 0 0,1 1 1 0 0,0-1 0 0 0,-1 1 0 0 0,1-1 0 0 0,-1 0 0 0 0,1 1 0 0 0,0-1 0 0 0,-1 0 0 0 0,1 0-1 0 0,0 0 1 0 0,-1 0 0 0 0,1-1 0 0 0,2 0 0 0 0,7-1 9 0 0,-1 0 0 0 0,-1-2 0 0 0,1 1 0 0 0,0-1 0 0 0,-1-1 0 0 0,0 1 0 0 0,0-1 0 0 0,0-1 0 0 0,0 0 0 0 0,14-13 0 0 0,-2-2-1 0 0,0 0 1 0 0,28-37 0 0 0,-20 17-15 0 0,-2-1 1 0 0,-2-2 0 0 0,-1 0 0 0 0,33-91 0 0 0,-27 46-94 0 0,30-157 1 0 0,-48 164-36 0 0,5-120 0 0 0,-17 200 127 0 0,1-3-13 0 0,-1-1-1 0 0,0 0 1 0 0,0 0-1 0 0,0 1 1 0 0,-1-1-1 0 0,0 0 1 0 0,0 1-1 0 0,0-1 1 0 0,0 1-1 0 0,-1-1 1 0 0,-3-6-1 0 0,4 11-32 0 0,-3 2 13 0 0,0 2 34 0 0,0-1 1 0 0,-1 1-1 0 0,1-1 0 0 0,0 1 1 0 0,0 0-1 0 0,1 1 1 0 0,-1-1-1 0 0,1 1 0 0 0,0-1 1 0 0,0 1-1 0 0,0 0 1 0 0,0 0-1 0 0,0 0 0 0 0,1 1 1 0 0,0-1-1 0 0,-3 9 0 0 0,-6 15-1 0 0,-12 44 0 0 0,20-60 2 0 0,-9 35 50 0 0,1 1 0 0 0,2 1 0 0 0,3 0 0 0 0,2 0 1 0 0,2 0-1 0 0,5 58 0 0 0,0-78-569 0 0,1 1 0 0 0,2-1 0 0 0,1 0-1 0 0,19 49 1 0 0,-18-58-726 0 0,1-1 0 0 0,1-1 0 0 0,1 0 0 0 0,1 0 0 0 0,0-1 0 0 0,1 0 0 0 0,21 21-1 0 0,3-5-5042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2:17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4128 0 0,'0'0'17786'0'0,"-12"4"-16054"0"0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4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3328 0 0,'76'-134'17239'0'0,"-76"133"-16851"0"0,8-11-2695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16 564 0 0,'0'0'3448'0'0,"-3"-8"-1371"0"0,-2 1-1513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45 1052 0 0,'0'0'1527'0'0,"1"-21"4657"0"0,-1 19-6167 0 0,-1 1 0 0 0,1 0 0 0 0,0 0 0 0 0,-1 0 0 0 0,1 0 0 0 0,-1 0 0 0 0,0-1 0 0 0,1 1 0 0 0,-1 0 0 0 0,0 0 1 0 0,1 0-1 0 0,-1 1 0 0 0,0-1 0 0 0,0 0 0 0 0,0 0 0 0 0,0 0 0 0 0,0 1 0 0 0,0-1 0 0 0,0 0 0 0 0,0 1 0 0 0,0-1 0 0 0,0 1 0 0 0,-1-1 0 0 0,1 1 0 0 0,0 0 1 0 0,0-1-1 0 0,0 1 0 0 0,-1 0 0 0 0,1 0 0 0 0,0 0 0 0 0,0 0 0 0 0,0 0 0 0 0,-1 0 0 0 0,-1 0 0 0 0,-11 1-321 0 0,-7 0-3457 0 0,-4 1 870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2576 0 0,'25'16'9122'0'0,"-24"-15"-8845"0"0,0-1 0 0 0,0 1 0 0 0,-1-1 0 0 0,1 1-1 0 0,0 0 1 0 0,0-1 0 0 0,-1 1 0 0 0,1 0 0 0 0,0-1 0 0 0,-1 1-1 0 0,1 0 1 0 0,-1 0 0 0 0,1 0 0 0 0,-1-1 0 0 0,0 1-1 0 0,1 0 1 0 0,-1 0 0 0 0,0 0 0 0 0,1 0 0 0 0,-1 0-1 0 0,0 1 1 0 0,0 0 178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1080 356 0 0,'4'11'4738'0'0,"16"111"3537"0"0,-20-121-8205 0 0,0 0 0 0 0,0-1 1 0 0,0 1-1 0 0,0 0 0 0 0,0-1 1 0 0,0 1-1 0 0,0-1 0 0 0,0 1 1 0 0,0 0-1 0 0,1-1 1 0 0,-1 1-1 0 0,0-1 0 0 0,1 1 1 0 0,-1-1-1 0 0,0 1 0 0 0,1 0 1 0 0,-1-1-1 0 0,0 0 0 0 0,1 1 1 0 0,-1-1-1 0 0,1 1 1 0 0,-1-1-1 0 0,2 1 0 0 0,-1-1-34 0 0,-1 0-1 0 0,1 0 1 0 0,-1 0-1 0 0,1 0 1 0 0,0 0-1 0 0,-1 0 1 0 0,1 0-1 0 0,-1-1 1 0 0,1 1-1 0 0,0 0 0 0 0,-1 0 1 0 0,1-1-1 0 0,-1 1 1 0 0,1 0-1 0 0,-1-1 1 0 0,1 1-1 0 0,-1 0 1 0 0,1-1-1 0 0,0 0 1 0 0,19-24 410 0 0,-20 24-407 0 0,15-23 171 0 0,-2 0-1 0 0,-1-1 0 0 0,9-27 1 0 0,22-82 170 0 0,-30 91-272 0 0,65-255 288 0 0,-44 156-352 0 0,84-220 0 0 0,-114 354-53 0 0,-2 1 7 0 0,0 0 0 0 0,1 0 0 0 0,0 1 0 0 0,1-1 0 0 0,-1 1 0 0 0,1 0 0 0 0,0 0 0 0 0,1 0 0 0 0,-1 0 1 0 0,1 1-1 0 0,9-8 0 0 0,-13 13 8 0 0,0 0 1 0 0,-1-1 0 0 0,1 1 0 0 0,0 0 0 0 0,0 0 0 0 0,0 0 0 0 0,0 0-1 0 0,0 0 1 0 0,0 0 0 0 0,0 0 0 0 0,0 0 0 0 0,0 0 0 0 0,0 0-1 0 0,0 0 1 0 0,0 1 0 0 0,0-1 0 0 0,0 0 0 0 0,0 1 0 0 0,0-1-1 0 0,0 1 1 0 0,0-1 0 0 0,0 1 0 0 0,-1-1 0 0 0,1 1 0 0 0,0-1-1 0 0,0 1 1 0 0,0 1 0 0 0,18 20 196 0 0,-5 5-73 0 0,-1 0-1 0 0,-2 0 0 0 0,0 1 0 0 0,11 52 0 0 0,-8-28-40 0 0,123 448 113 0 0,-131-481-194 0 0,-1-3 22 0 0,0 1 0 0 0,-1 0 0 0 0,-1-1 0 0 0,1 23 0 0 0,-5-29 11 0 0,-5 3-4 0 0,4-13-37 0 0,1 1 0 0 0,0 0 0 0 0,0-1 0 0 0,-1 1 0 0 0,1 0 0 0 0,0-1-1 0 0,-1 0 1 0 0,1 1 0 0 0,-1-1 0 0 0,1 0 0 0 0,-1 0 0 0 0,1 0 0 0 0,0 0 0 0 0,-1 0 0 0 0,1 0 0 0 0,-1 0-1 0 0,1 0 1 0 0,-1 0 0 0 0,1-1 0 0 0,0 1 0 0 0,-1-1 0 0 0,1 1 0 0 0,0-1 0 0 0,-1 0 0 0 0,1 1 0 0 0,-2-3-1 0 0,-37-22-140 0 0,36 22 110 0 0,-100-81-555 0 0,-30-21 190 0 0,115 93 359 0 0,0 0 1 0 0,0 1 0 0 0,-2 1-1 0 0,1 1 1 0 0,-33-9 0 0 0,48 16 27 0 0,0 1 0 0 0,0-1 1 0 0,0 2-1 0 0,0-1 0 0 0,-1 0 1 0 0,1 1-1 0 0,0 0 0 0 0,0 0 1 0 0,-1 1-1 0 0,1 0 0 0 0,0-1 0 0 0,0 2 1 0 0,0-1-1 0 0,0 1 0 0 0,0-1 1 0 0,0 1-1 0 0,0 1 0 0 0,0-1 1 0 0,1 1-1 0 0,-1-1 0 0 0,1 2 1 0 0,0-1-1 0 0,0 0 0 0 0,0 1 1 0 0,0-1-1 0 0,0 1 0 0 0,1 0 0 0 0,0 1 1 0 0,0-1-1 0 0,0 0 0 0 0,0 1 1 0 0,1 0-1 0 0,-1-1 0 0 0,1 1 1 0 0,1 0-1 0 0,-1 0 0 0 0,-1 7 1 0 0,2-6 6 0 0,0 1 0 0 0,0-1 0 0 0,0 0 0 0 0,1 0 0 0 0,0 0 0 0 0,1 1 1 0 0,-1-1-1 0 0,1 0 0 0 0,0 0 0 0 0,0 0 0 0 0,1 0 0 0 0,0 0 0 0 0,4 9 1 0 0,-4-12 3 0 0,0 0 1 0 0,0 0-1 0 0,0 0 1 0 0,0 0 0 0 0,1 0-1 0 0,-1 0 1 0 0,1-1-1 0 0,0 1 1 0 0,0-1 0 0 0,0 0-1 0 0,0 0 1 0 0,0 0 0 0 0,0 0-1 0 0,1-1 1 0 0,-1 1-1 0 0,1-1 1 0 0,-1 0 0 0 0,1 0-1 0 0,-1 0 1 0 0,1 0-1 0 0,0-1 1 0 0,-1 1 0 0 0,1-1-1 0 0,4 0 1 0 0,7-1 7 0 0,-1 0 0 0 0,1-1 0 0 0,-1-1 0 0 0,0-1 0 0 0,0 1 0 0 0,0-2 0 0 0,16-7 0 0 0,89-51 67 0 0,-75 34-46 0 0,0-1 1 0 0,-3-2-1 0 0,40-38 1 0 0,102-120 14 0 0,-156 161-63 0 0,-13 12 12 0 0,-9 11-7 0 0,-1 1 0 0 0,1-1 1 0 0,0 1-1 0 0,1 0 1 0 0,-1 0-1 0 0,1 0 0 0 0,0 1 1 0 0,0 0-1 0 0,12-6 1 0 0,-17 10 16 0 0,0 0 1 0 0,1-1 0 0 0,-1 1-1 0 0,0 0 1 0 0,1 0 0 0 0,-1 0 0 0 0,0 1-1 0 0,0-1 1 0 0,1 0 0 0 0,-1 0-1 0 0,0 1 1 0 0,1-1 0 0 0,-1 1-1 0 0,0-1 1 0 0,0 1 0 0 0,0-1-1 0 0,0 1 1 0 0,0 0 0 0 0,0 0 0 0 0,0-1-1 0 0,0 1 1 0 0,0 0 0 0 0,0 0-1 0 0,0 0 1 0 0,0 0 0 0 0,0 0-1 0 0,-1 0 1 0 0,1 0 0 0 0,0 1-1 0 0,-1-1 1 0 0,2 2 0 0 0,1 4 90 0 0,0 0-1 0 0,-1 1 1 0 0,4 12 0 0 0,-6-19-88 0 0,7 42 249 0 0,-2 1-1 0 0,-2-1 1 0 0,-5 76 0 0 0,1-76-163 0 0,-8 110 91 0 0,-1 23 643 0 0,10-174-753 0 0,1-57-4 0 0,2 1 0 0 0,2 0 0 0 0,2 0 0 0 0,23-81 0 0 0,-25 120-98 0 0,12-28 0 0 0,-16 39 21 0 0,1 1 1 0 0,0-1-1 0 0,0 1 1 0 0,1-1-1 0 0,-1 1 1 0 0,1 0-1 0 0,0 0 1 0 0,-1 0-1 0 0,2 0 1 0 0,-1 0-1 0 0,0 1 1 0 0,5-3-1 0 0,-3 3 1 0 0,11 3 6 0 0,-13 0 0 0 0,1 0 0 0 0,-1 1-1 0 0,0-1 1 0 0,0 1 0 0 0,-1 0 0 0 0,1 0 0 0 0,0 0 0 0 0,-1 0 0 0 0,1 0 0 0 0,-1 1 0 0 0,1-1 0 0 0,-1 1 0 0 0,0 0 0 0 0,0-1 0 0 0,-1 1 0 0 0,1 0 0 0 0,0 0 0 0 0,-1 0 0 0 0,0 0 0 0 0,2 6 0 0 0,3 9 9 0 0,-2-1 0 0 0,5 28 1 0 0,-8-38-9 0 0,12 148 63 0 0,-2-23-23 0 0,-11-126-41 0 0,0-1 0 0 0,1 0 1 0 0,0 0-1 0 0,-1 0 0 0 0,1 0 1 0 0,1 0-1 0 0,-1 0 1 0 0,1 0-1 0 0,0-1 1 0 0,0 1-1 0 0,0-1 1 0 0,4 6-1 0 0,4-4-10 0 0,-7-6-10 0 0,1 0 1 0 0,-1 0-1 0 0,0 0 1 0 0,0 0-1 0 0,0-1 0 0 0,0 1 1 0 0,0-1-1 0 0,0 0 1 0 0,0 1-1 0 0,0-1 0 0 0,0-1 1 0 0,-1 1-1 0 0,1 0 1 0 0,0-1-1 0 0,0 1 1 0 0,-1-1-1 0 0,1 0 0 0 0,-1 0 1 0 0,3-3-1 0 0,7-6-127 0 0,-1 0 0 0 0,13-17-1 0 0,-24 28 147 0 0,23-30-77 0 0,-1-2 1 0 0,-1 0 0 0 0,-2-2 0 0 0,-2 0 0 0 0,-1-1 0 0 0,-1 0 0 0 0,-2-1 0 0 0,-2-1-1 0 0,-1 0 1 0 0,8-59 0 0 0,-17 88 85 0 0,0 0-1 0 0,-1 0 1 0 0,0 0 0 0 0,0 0-1 0 0,-1 0 1 0 0,0 0-1 0 0,0 0 1 0 0,-1 1 0 0 0,0-1-1 0 0,-4-11 1 0 0,5 18-3 0 0,1 0 0 0 0,-1 0 0 0 0,0 0 0 0 0,1 1 1 0 0,-1-1-1 0 0,0 0 0 0 0,0 1 0 0 0,1-1 0 0 0,-1 1 0 0 0,0-1 0 0 0,0 1 0 0 0,0-1 1 0 0,0 1-1 0 0,0 0 0 0 0,0-1 0 0 0,0 1 0 0 0,0 0 0 0 0,0 0 0 0 0,0 0 1 0 0,0 0-1 0 0,0 0 0 0 0,0 0 0 0 0,0 0 0 0 0,0 0 0 0 0,0 0 0 0 0,0 0 1 0 0,0 0-1 0 0,0 1 0 0 0,-1-1 0 0 0,-27 13 171 0 0,18-6-133 0 0,1 1 0 0 0,1 0 0 0 0,-1 1 0 0 0,2 0 1 0 0,-1 1-1 0 0,1 0 0 0 0,0 0 0 0 0,1 0 0 0 0,0 1 1 0 0,1 0-1 0 0,0 1 0 0 0,1-1 0 0 0,0 1 1 0 0,1 0-1 0 0,1 1 0 0 0,-1-1 0 0 0,2 1 0 0 0,-2 21 1 0 0,4-27-29 0 0,0 1 0 0 0,1-1 1 0 0,0 0-1 0 0,1 0 0 0 0,0 0 1 0 0,0 0-1 0 0,0 0 1 0 0,1-1-1 0 0,0 1 0 0 0,0-1 1 0 0,1 1-1 0 0,-1-1 0 0 0,2 0 1 0 0,8 10-1 0 0,5 2 35 0 0,0-1 0 0 0,1 0 0 0 0,22 13-1 0 0,-17-12 383 0 0,28 26 0 0 0,-50-42-328 0 0,0-1 0 0 0,-1 1 1 0 0,1 0-1 0 0,-1-1 0 0 0,1 1 0 0 0,-1 0 0 0 0,0 0 0 0 0,0 0 0 0 0,1 1 0 0 0,-1-1 0 0 0,-1 0 0 0 0,1 0 0 0 0,0 0 0 0 0,0 1 0 0 0,-1-1 0 0 0,0 0 0 0 0,1 1 0 0 0,-1-1 0 0 0,0 1 0 0 0,0-1 1 0 0,0 3-1 0 0,-1-2-35 0 0,0 0 0 0 0,-1 0 1 0 0,1 1-1 0 0,0-1 1 0 0,-1-1-1 0 0,0 1 0 0 0,1 0 1 0 0,-1 0-1 0 0,-1-1 1 0 0,1 1-1 0 0,0-1 0 0 0,0 1 1 0 0,-5 2-1 0 0,-2 2-9 0 0,-2 0 0 0 0,1-1 0 0 0,-1 0 0 0 0,0 0 0 0 0,0-1 0 0 0,0-1 0 0 0,-15 4 0 0 0,10-3-55 0 0,-1-2 0 0 0,0 0 0 0 0,-17 0 0 0 0,30-3-275 0 0,0 1-1 0 0,-1-1 1 0 0,1 0-1 0 0,0-1 1 0 0,-1 1 0 0 0,1-1-1 0 0,0 0 1 0 0,-1 0 0 0 0,1 0-1 0 0,0-1 1 0 0,0 1-1 0 0,0-1 1 0 0,0 0 0 0 0,0 0-1 0 0,1-1 1 0 0,-1 1 0 0 0,-3-4-1 0 0,5 3-360 0 0,0 0-1 0 0,1 0 1 0 0,0 0-1 0 0,0 0 1 0 0,0 0-1 0 0,0 0 1 0 0,0-1-1 0 0,0 1 1 0 0,1 0-1 0 0,0-1 1 0 0,-1 1-1 0 0,1 0 1 0 0,1 0-1 0 0,-1-1 1 0 0,0 1-1 0 0,1 0 1 0 0,0-1-1 0 0,1-5 1 0 0,7-18-6206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2196 0 0,'22'-30'6334'0'0,"10"-12"4331"0"0,-10 17-5634 0 0,-21 25-5062 0 0,0 0 1 0 0,-1 1-1 0 0,1-1 1 0 0,0 0-1 0 0,-1 1 1 0 0,1-1-1 0 0,-1 0 1 0 0,1 1-1 0 0,-1-1 1 0 0,1 1-1 0 0,-1-1 1 0 0,1 1-1 0 0,-1-1 1 0 0,1 1-1 0 0,-1-1 1 0 0,1 1-1 0 0,-1-1 1 0 0,0 1-1 0 0,1-1 1 0 0,-1 1-1 0 0,0 0 1 0 0,1-1-1 0 0,-1 1 1 0 0,0 0-1 0 0,0-1 1 0 0,0 1-1 0 0,0 1 1 0 0,3 21-2099 0 0,-1 0-3844 0 0,-4 39 1 0 0,-1-36-922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2680 0 0,'-5'35'8232'0'0,"-1"19"908"0"0,6-52-8799 0 0,-1-2-345 0 0,1 0-1 0 0,0 1 1 0 0,0-1-1 0 0,0 0 1 0 0,0 0 0 0 0,0 0-1 0 0,-1 1 1 0 0,1-1-1 0 0,0 0 1 0 0,0 0-1 0 0,0 0 1 0 0,0 1 0 0 0,0-1-1 0 0,0 0 1 0 0,0 0-1 0 0,0 1 1 0 0,0-1-1 0 0,0 0 1 0 0,0 0 0 0 0,0 1-1 0 0,0-1 1 0 0,0 0-1 0 0,0 0 1 0 0,0 1-1 0 0,0-1 1 0 0,0 0 0 0 0,0 0-1 0 0,0 0 1 0 0,0 1-1 0 0,1-1 1 0 0,-1 0-1 0 0,0 0 1 0 0,0 0 0 0 0,0 1-1 0 0,0-1 1 0 0,0 0-1 0 0,1 0 1 0 0,-1 1-1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2 138 252 0 0,'-2'-11'7057'0'0,"2"6"-6682"0"0,1-1 0 0 0,0 1 1 0 0,0-1-1 0 0,0 1 0 0 0,0-1 1 0 0,1 1-1 0 0,0 0 0 0 0,0 0 1 0 0,0 0-1 0 0,5-8 0 0 0,-4 9-340 0 0,0-1-1 0 0,0 1 1 0 0,1 0 0 0 0,-1 0-1 0 0,1 0 1 0 0,0 1 0 0 0,0-1-1 0 0,0 1 1 0 0,0 0-1 0 0,0 0 1 0 0,1 0 0 0 0,0 1-1 0 0,-1-1 1 0 0,1 1 0 0 0,0 0-1 0 0,0 1 1 0 0,0-1 0 0 0,0 1-1 0 0,9-1 1 0 0,-8 1 10 0 0,1 1 0 0 0,0 0 0 0 0,0 0 0 0 0,0 1 0 0 0,0 0 0 0 0,0 0 0 0 0,0 0 0 0 0,-1 1 0 0 0,1 0 0 0 0,-1 1 0 0 0,1-1 0 0 0,-1 1 0 0 0,0 1 0 0 0,0-1 0 0 0,0 1 0 0 0,0 0 0 0 0,-1 0 0 0 0,1 0 0 0 0,-1 1 0 0 0,0 0 0 0 0,-1 0 0 0 0,1 0 1 0 0,4 8-1 0 0,-3-2 23 0 0,-1-1 0 0 0,-1 1 0 0 0,0 0 0 0 0,0 0 0 0 0,-1 1 0 0 0,-1-1 0 0 0,0 1 0 0 0,0-1 0 0 0,-1 1 0 0 0,0 0 0 0 0,-1-1 0 0 0,-2 15 0 0 0,-2-1 23 0 0,-1 0-1 0 0,-1 0 1 0 0,-1-1 0 0 0,-16 36 0 0 0,-65 112 1327 0 0,87-170-798 0 0,15-43-488 0 0,1 0 0 0 0,2 1 0 0 0,2 1 1 0 0,29-44-1 0 0,-24 40-83 0 0,128-216 26 0 0,-148 249-170 0 0,-9 13-17 0 0,-10 16 46 0 0,0 12 39 0 0,1 0 1 0 0,2 0 0 0 0,1 2-1 0 0,1-1 1 0 0,2 1-1 0 0,1 1 1 0 0,2-1-1 0 0,-1 39 1 0 0,6-66 27 0 0,0 0 1 0 0,0 1 0 0 0,1-1-1 0 0,0 0 1 0 0,0 0-1 0 0,0 0 1 0 0,1 0-1 0 0,0 0 1 0 0,0 0 0 0 0,1 0-1 0 0,0 0 1 0 0,6 9-1 0 0,-6-11 9 0 0,0-1 0 0 0,0 0 0 0 0,1 1 0 0 0,-1-2-1 0 0,1 1 1 0 0,0 0 0 0 0,-1-1 0 0 0,1 0 0 0 0,0 1 0 0 0,0-2-1 0 0,1 1 1 0 0,-1 0 0 0 0,0-1 0 0 0,1 0 0 0 0,-1 0 0 0 0,1 0 0 0 0,-1 0-1 0 0,8-1 1 0 0,1 0-144 0 0,0-1-1 0 0,1 0 0 0 0,-1 0 0 0 0,0-2 1 0 0,0 0-1 0 0,0 0 0 0 0,0-1 1 0 0,13-7-1 0 0,2-2-2545 0 0,1-1 0 0 0,32-23-1 0 0,-29 15-2730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8 100 2832 0 0,'-7'-13'17459'0'0,"7"13"-17367"0"0,8-5 1746 0 0,24-2-1699 0 0,-7 1 178 0 0,56-24-340 0 0,-28 9-3034 0 0,1 3-6938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1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2752 0 0,'-20'18'2497'0'0,"6"-7"-690"0"0,0 1 0 0 0,2 1 0 0 0,-1 0 0 0 0,1 0 1 0 0,1 1-1 0 0,-9 16 0 0 0,19-29-1742 0 0,1-1 0 0 0,0 1 0 0 0,-1-1 0 0 0,1 1 0 0 0,0-1-1 0 0,0 1 1 0 0,0-1 0 0 0,0 1 0 0 0,-1-1 0 0 0,1 1 0 0 0,0-1 0 0 0,0 1 0 0 0,0-1 0 0 0,0 1 0 0 0,0-1 0 0 0,0 1 0 0 0,0-1 0 0 0,0 1-1 0 0,0-1 1 0 0,1 1 0 0 0,-1-1 0 0 0,0 1 0 0 0,0-1 0 0 0,0 1 0 0 0,0-1 0 0 0,1 1 0 0 0,-1-1 0 0 0,0 1 0 0 0,1-1 0 0 0,-1 0-1 0 0,0 1 1 0 0,1-1 0 0 0,-1 0 0 0 0,0 1 0 0 0,1-1 0 0 0,-1 0 0 0 0,1 1 0 0 0,-1-1 0 0 0,1 0 0 0 0,-1 1 0 0 0,1-1 0 0 0,-1 0 0 0 0,1 0-1 0 0,-1 0 1 0 0,1 0 0 0 0,0 1 0 0 0,24 0 780 0 0,6-5-571 0 0,0-2 0 0 0,60-19 0 0 0,-20 5-1430 0 0,48-10-3559 0 0,-40 9-2053 0 0,-28 6-806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6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76 480 0 0,'-55'-18'9474'0'0,"53"17"-8780"0"0,-24-6 4691 0 0,19 6-4968 0 0,-6 0 2447 0 0,12 1-2853 0 0,1 0 0 0 0,0 0 0 0 0,0 0-1 0 0,0 0 1 0 0,-1 0 0 0 0,1 0 0 0 0,0 1 0 0 0,0-1 0 0 0,0 0 0 0 0,0 0-1 0 0,-1 0 1 0 0,1 0 0 0 0,0 0 0 0 0,0 1 0 0 0,0-1 0 0 0,0 0 0 0 0,0 0-1 0 0,0 0 1 0 0,0 1 0 0 0,-1-1 0 0 0,1 0 0 0 0,0 0 0 0 0,0 0 0 0 0,0 1-1 0 0,0-1 1 0 0,0 0 0 0 0,0 0 0 0 0,0 1 0 0 0,0-1 0 0 0,0 0 0 0 0,0 0-1 0 0,0 0 1 0 0,0 1 0 0 0,0-1 0 0 0,0 0 0 0 0,1 0 0 0 0,-1 0 0 0 0,0 1-1 0 0,0-1 1 0 0,0 0 0 0 0,0 0 0 0 0,0 0 0 0 0,0 1 0 0 0,0-1 0 0 0,1 0-1 0 0,-1 0 1 0 0,0 0 0 0 0,0 0 0 0 0,0 0 0 0 0,1 1 0 0 0,0-1 18 0 0,-1 1 1 0 0,1 0 0 0 0,0-1-1 0 0,0 1 1 0 0,0 0-1 0 0,0-1 1 0 0,0 1-1 0 0,0-1 1 0 0,0 0 0 0 0,0 1-1 0 0,0-1 1 0 0,0 0-1 0 0,1 0 1 0 0,-1 0 0 0 0,0 1-1 0 0,0-1 1 0 0,1 0-1 0 0,2 0 58 0 0,55 11 296 0 0,1-3-1 0 0,108 1 1 0 0,-109-7-286 0 0,1096 20 320 0 0,-3-74-277 0 0,-876 18 87 0 0,-71 7-2450 0 0,-204 27 2062 0 0,39-2-4129 0 0,-25 5 91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7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31 1548 0 0,'0'-12'8784'0'0,"0"-5"-3301"0"0,0 15-4937 0 0,0 5-429 0 0,-13 352 5733 0 0,-8-113-4962 0 0,19-198-620 0 0,3-36-1442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7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58 1308 0 0,'47'-52'17130'0'0,"-37"47"-13341"0"0,-8 9-3309 0 0,-1 0-1 0 0,1 0 1 0 0,-1 0 0 0 0,0 0 0 0 0,0 0 0 0 0,-1 0 0 0 0,1 0 0 0 0,-1 1-1 0 0,0 6 1 0 0,-5 46 1394 0 0,2-33-1413 0 0,-34 225 1330 0 0,15-115-3379 0 0,6 0-6696 0 0,13-107 1084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38 380 0 0,'27'-32'10696'0'0,"-23"27"-9403"0"0,-4 5-1272 0 0,0 0 0 0 0,0 0 1 0 0,0 0-1 0 0,0 0 0 0 0,0 0 1 0 0,1 0-1 0 0,-1 1 0 0 0,0-1 1 0 0,0 0-1 0 0,0 0 0 0 0,0 0 1 0 0,0 0-1 0 0,0 0 0 0 0,0 0 1 0 0,0 1-1 0 0,0-1 0 0 0,1 0 1 0 0,-1 0-1 0 0,0 0 1 0 0,0 0-1 0 0,0 1 0 0 0,0-1 1 0 0,0 0-1 0 0,0 0 0 0 0,0 0 1 0 0,0 0-1 0 0,0 0 0 0 0,0 1 1 0 0,0-1-1 0 0,0 0 0 0 0,0 0 1 0 0,0 0-1 0 0,0 0 0 0 0,-1 1 1 0 0,1-1-1 0 0,0 0 0 0 0,0 0 1 0 0,0 0-1 0 0,0 0 0 0 0,0 0 1 0 0,0 0-1 0 0,0 1 0 0 0,0-1 1 0 0,0 0-1 0 0,-1 0 0 0 0,1 0 1 0 0,0 0-1 0 0,0 0 0 0 0,0 0 1 0 0,0 0-1 0 0,0 0 1 0 0,0 1-1 0 0,-1-1 0 0 0,1 0 1 0 0,-6 9 151 0 0,-1 0 1 0 0,1 0 0 0 0,-2-1 0 0 0,1 0-1 0 0,-1 0 1 0 0,-13 9 0 0 0,-1 3-12 0 0,-8 8-211 0 0,-99 98-267 0 0,53-34-6819 0 0,61-70 2118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9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55 1140 0 0,'15'-33'8729'0'0,"-5"12"-4279"0"0,-7 50-2849 0 0,-12 159-244 0 0,10-167-1300 0 0,1 0-1 0 0,0 1 0 0 0,1-1 1 0 0,2-1-1 0 0,0 1 1 0 0,14 34-1 0 0,-18-53-14 0 0,-1 0 0 0 0,1 1 0 0 0,0-1 0 0 0,0 0 0 0 0,0 0 0 0 0,1 0 0 0 0,-1-1 0 0 0,0 1 0 0 0,1 0 0 0 0,-1 0 0 0 0,1-1 0 0 0,0 1 0 0 0,-1-1 0 0 0,1 1 0 0 0,0-1 0 0 0,0 0 0 0 0,0 0 0 0 0,0 0-1 0 0,0 0 1 0 0,0 0 0 0 0,0 0 0 0 0,0 0 0 0 0,1-1 0 0 0,-1 1 0 0 0,0-1 0 0 0,0 0 0 0 0,1 1 0 0 0,3-1 0 0 0,-1-1 10 0 0,0 0-1 0 0,0-1 1 0 0,0 1-1 0 0,0-1 1 0 0,-1 0-1 0 0,1 0 1 0 0,-1-1-1 0 0,1 1 1 0 0,-1-1-1 0 0,0 0 1 0 0,0 0 0 0 0,5-5-1 0 0,4-5 11 0 0,0-1-1 0 0,-1 0 1 0 0,-1 0-1 0 0,11-19 1 0 0,35-67 221 0 0,-37 61-94 0 0,-18 36-186 0 0,9-14-47 0 0,-9 17 16 0 0,-2 11 26 0 0,-6 30-24 0 0,-21 67 0 0 0,13-54 22 0 0,-164 565 102 0 0,129-458-101 0 0,27-87 193 0 0,-3-2 1 0 0,-4 0-1 0 0,-38 70 1 0 0,61-132 100 0 0,0-1 1 0 0,0 1 0 0 0,-1-1 0 0 0,-1 0 0 0 0,1 0-1 0 0,-1-1 1 0 0,-11 9 0 0 0,17-15-240 0 0,0-1 0 0 0,-1 1 0 0 0,1 0-1 0 0,-1-1 1 0 0,1 0 0 0 0,-1 0 0 0 0,1 1 0 0 0,-1-1 0 0 0,0-1 0 0 0,1 1-1 0 0,-1 0 1 0 0,0-1 0 0 0,0 1 0 0 0,0-1 0 0 0,0 0 0 0 0,1 0 0 0 0,-1 0-1 0 0,0 0 1 0 0,0-1 0 0 0,0 1 0 0 0,1-1 0 0 0,-1 1 0 0 0,0-1 0 0 0,0 0 0 0 0,1 0-1 0 0,-1-1 1 0 0,1 1 0 0 0,-1 0 0 0 0,1-1 0 0 0,-1 1 0 0 0,1-1 0 0 0,0 0-1 0 0,-3-3 1 0 0,-4-4-14 0 0,1-1 0 0 0,1 1-1 0 0,0-1 1 0 0,0 0 0 0 0,1-1 0 0 0,0 1-1 0 0,1-1 1 0 0,0-1 0 0 0,1 1-1 0 0,-4-18 1 0 0,4 14-17 0 0,1-1-1 0 0,1 1 1 0 0,0-1-1 0 0,1 0 1 0 0,1 0 0 0 0,0 0-1 0 0,4-25 1 0 0,1 19-23 0 0,0 0 0 0 0,1 1-1 0 0,2-1 1 0 0,0 2 0 0 0,1-1 0 0 0,1 1 0 0 0,22-33 0 0 0,-15 30 30 0 0,1 0 1 0 0,1 1-1 0 0,1 1 1 0 0,1 1-1 0 0,34-25 0 0 0,-20 20-703 0 0,1 2 0 0 0,1 1 0 0 0,45-19 0 0 0,-29 19-3639 0 0,98-27-1 0 0,-109 39-519 0 0,-1-2-2498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2272 0 0,'9'-14'8951'0'0,"14"-15"1060"0"0,-19 25-9854 0 0,-1 1-1 0 0,1 0 1 0 0,0 1-1 0 0,0-1 1 0 0,0 1-1 0 0,0 0 1 0 0,5-2-1 0 0,24-9-723 0 0,1 2-1 0 0,63-13 1 0 0,-41 15-3423 0 0,1 1-3590 0 0,-40 5 770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1936 0 0,'-28'17'4399'0'0,"0"1"1"0"0,-31 26-1 0 0,58-44-4356 0 0,1 0 0 0 0,0 1 1 0 0,0-1-1 0 0,-1 0 0 0 0,1 1 0 0 0,0-1 0 0 0,0 0 0 0 0,0 1 0 0 0,0-1 1 0 0,-1 0-1 0 0,1 1 0 0 0,0-1 0 0 0,0 1 0 0 0,0-1 0 0 0,0 0 1 0 0,0 1-1 0 0,0-1 0 0 0,0 1 0 0 0,0-1 0 0 0,0 0 0 0 0,0 1 0 0 0,0-1 1 0 0,0 1-1 0 0,0-1 0 0 0,0 0 0 0 0,1 1 0 0 0,-1-1 0 0 0,0 1 1 0 0,0-1-1 0 0,0 0 0 0 0,1 1 0 0 0,-1-1 0 0 0,0 0 0 0 0,0 1 1 0 0,1-1-1 0 0,-1 0 0 0 0,0 0 0 0 0,0 1 0 0 0,1-1 0 0 0,-1 0 0 0 0,0 0 1 0 0,1 1-1 0 0,-1-1 0 0 0,1 0 0 0 0,-1 0 0 0 0,18 9 535 0 0,10-5-592 0 0,-1-1 0 0 0,1-1 1 0 0,-1-2-1 0 0,37-3 0 0 0,-23 0-860 0 0,159-16-7476 0 0,-129 7 2350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0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90 2360 0 0,'-1'-66'11396'0'0,"1"64"-10771"0"0,-6-19 1404 0 0,-7 54-1449 0 0,-9 46 1 0 0,3-13 3 0 0,-220 569 3377 0 0,140-423-2456 0 0,99-211-1315 0 0,-1 0 0 0 0,1 0 0 0 0,-1 0 0 0 0,1-1-1 0 0,0 1 1 0 0,-1 0 0 0 0,0 0 0 0 0,1-1-1 0 0,-1 1 1 0 0,1-1 0 0 0,-1 1 0 0 0,0 0 0 0 0,1-1-1 0 0,-1 1 1 0 0,0-1 0 0 0,-1 1 0 0 0,2-1-163 0 0,-1 0 0 0 0,1 0 1 0 0,0 0-1 0 0,-1-1 0 0 0,1 1 1 0 0,-1 0-1 0 0,1 0 0 0 0,0-1 0 0 0,-1 1 1 0 0,1 0-1 0 0,0-1 0 0 0,-1 1 1 0 0,1 0-1 0 0,0-1 0 0 0,0 1 1 0 0,-1 0-1 0 0,1-1 0 0 0,0 1 0 0 0,0-1 1 0 0,0 1-1 0 0,0 0 0 0 0,-1-1 1 0 0,1 1-1 0 0,0-1 0 0 0,0 1 1 0 0,0-1-1 0 0,0 1 0 0 0,0 0 0 0 0,0-1 1 0 0,0 1-1 0 0,0-1 0 0 0,0 1 1 0 0,0-1-1 0 0,1 0 0 0 0,-2-13 74 0 0,2 0 0 0 0,0-1 0 0 0,0 1-1 0 0,6-23 1 0 0,20-57-311 0 0,-24 88 218 0 0,10-36-77 0 0,2 1 0 0 0,2 1 0 0 0,2 0 0 0 0,1 1 0 0 0,2 1 1 0 0,2 2-1 0 0,29-36 0 0 0,-37 54 45 0 0,1 0 0 0 0,1 2 0 0 0,0 0 0 0 0,1 1 1 0 0,1 1-1 0 0,25-15 0 0 0,-36 25 4 0 0,0-1 0 0 0,1 1 0 0 0,0 1 1 0 0,-1 0-1 0 0,1 0 0 0 0,1 1 0 0 0,14-2 0 0 0,-19 4-4 0 0,1 0 0 0 0,-1 0 0 0 0,1 1-1 0 0,-1-1 1 0 0,1 2 0 0 0,-1-1 0 0 0,0 1-1 0 0,1-1 1 0 0,-1 2 0 0 0,0-1 0 0 0,0 1-1 0 0,10 6 1 0 0,-12-6 24 0 0,0-1 0 0 0,0 1 1 0 0,-1 0-1 0 0,1 0 0 0 0,-1 0 0 0 0,0 0 0 0 0,0 0 0 0 0,0 1 0 0 0,0 0 1 0 0,-1 0-1 0 0,1-1 0 0 0,-1 1 0 0 0,0 1 0 0 0,0-1 0 0 0,-1 0 0 0 0,1 0 1 0 0,0 6-1 0 0,-1-5-12 0 0,0 1 0 0 0,-1 0 1 0 0,0-1-1 0 0,0 1 0 0 0,-1 0 1 0 0,0-1-1 0 0,0 1 1 0 0,0 0-1 0 0,-1-1 0 0 0,1 0 1 0 0,-1 1-1 0 0,-3 5 0 0 0,-2 1-17 0 0,1 0 1 0 0,-2-1-1 0 0,1 0 0 0 0,-2-1 0 0 0,1 0 0 0 0,-1 0 0 0 0,-1 0 0 0 0,0-2 0 0 0,0 1 0 0 0,-1-1 0 0 0,-11 7 0 0 0,18-13 29 0 0,-1 1 0 0 0,1-1 0 0 0,-1 0-1 0 0,1-1 1 0 0,-1 1 0 0 0,0-1 0 0 0,1 1 0 0 0,-1-2 0 0 0,0 1-1 0 0,0 0 1 0 0,-8-1 0 0 0,3-1-7 0 0,0-1 0 0 0,0 0 0 0 0,0-1 0 0 0,-19-7 0 0 0,9 3-89 0 0,18 6 10 0 0,2 1 63 0 0,-1 0 1 0 0,0-1-1 0 0,0 1 1 0 0,0 0 0 0 0,0-1-1 0 0,0 1 1 0 0,-1 0-1 0 0,1 0 1 0 0,0 0 0 0 0,0 0-1 0 0,0 0 1 0 0,-1 0-1 0 0,1 2 12 0 0,0 1 0 0 0,1-1 0 0 0,-1 0 0 0 0,1 0 0 0 0,-1 0 0 0 0,1 1-1 0 0,0-1 1 0 0,0 0 0 0 0,0 1 0 0 0,0-1 0 0 0,0 0 0 0 0,1 0-1 0 0,-1 1 1 0 0,1-1 0 0 0,-1 0 0 0 0,2 3 0 0 0,15 41-9 0 0,-16-42 3 0 0,16 37 7 0 0,2 0 1 0 0,2-1 0 0 0,28 40 0 0 0,-37-63-981 0 0,1 0 0 0 0,1-1 0 0 0,23 20-1 0 0,-26-27-666 0 0,0 0 0 0 0,0-1 0 0 0,1 0-1 0 0,0-1 1 0 0,1-1 0 0 0,13 6 0 0 0,-1-2-6021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0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1 104 924 0 0,'0'-50'16094'0'0,"0"50"-15989"0"0,0 0 1 0 0,0-1-1 0 0,0 1 1 0 0,0-1 0 0 0,0 1-1 0 0,0-1 1 0 0,0 1 0 0 0,0-1-1 0 0,1 1 1 0 0,-1 0-1 0 0,0-1 1 0 0,0 1 0 0 0,0-1-1 0 0,1 1 1 0 0,-1 0 0 0 0,0-1-1 0 0,1 1 1 0 0,-1 0-1 0 0,0-1 1 0 0,1 1 0 0 0,-1 0-1 0 0,0-1 1 0 0,1 1 0 0 0,-1 0-1 0 0,1-1 1 0 0,90 7 1912 0 0,-53-2-1772 0 0,48-2 0 0 0,-75-3-299 0 0,101-8-849 0 0,-93 7-654 0 0,-1-1 1 0 0,0-1 0 0 0,0-1-1 0 0,17-7 1 0 0,-16 2-2968 0 0,-2 0-2092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1952 0 0,'-2'0'3390'0'0,"1"0"-3109"0"0,-3 0 1052 0 0,0-1 1 0 0,-1 2-1 0 0,1-1 0 0 0,0 0 0 0 0,0 1 1 0 0,0 0-1 0 0,-6 2 0 0 0,8-2-1100 0 0,1 0 0 0 0,-1 0 0 0 0,0 0-1 0 0,1 0 1 0 0,-1 1 0 0 0,1-1 0 0 0,0 1-1 0 0,-1-1 1 0 0,1 1 0 0 0,0-1 0 0 0,0 1-1 0 0,0 0 1 0 0,0 0 0 0 0,0 0 0 0 0,0-1 0 0 0,0 1-1 0 0,1 0 1 0 0,-2 4 0 0 0,-5 29 1324 0 0,-7 56 1 0 0,1 1-959 0 0,-2-26-415 0 0,-8 47-347 0 0,21-95-1107 0 0,1 0 1 0 0,0 21 0 0 0,1-34 532 0 0,1 0 0 0 0,-1-1 0 0 0,1 1 0 0 0,0 0 1 0 0,2 6-1 0 0,-2-10 180 0 0,-1 1 0 0 0,1-1-1 0 0,0 0 1 0 0,0 1 0 0 0,0-1 0 0 0,8 8-3343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1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260 173 872 0 0,'3'-7'2024'0'0,"25"-51"8703"0"0,-22 47-8625 0 0,1 0 0 0 0,16-20 0 0 0,-19 26-1901 0 0,0 0-1 0 0,1 0 1 0 0,-1 1 0 0 0,1 0-1 0 0,0 0 1 0 0,1 1-1 0 0,-1-1 1 0 0,0 1 0 0 0,1 0-1 0 0,0 0 1 0 0,0 1 0 0 0,0 0-1 0 0,0 0 1 0 0,0 0-1 0 0,0 1 1 0 0,0 0 0 0 0,1 0-1 0 0,11 0 1 0 0,-11 1-169 0 0,-1 1-1 0 0,1-1 1 0 0,0 1 0 0 0,0 1 0 0 0,-1-1 0 0 0,1 1 0 0 0,-1 0-1 0 0,0 1 1 0 0,1-1 0 0 0,-1 1 0 0 0,7 5 0 0 0,-11-7-21 0 0,1 1 1 0 0,-1 0-1 0 0,0 0 1 0 0,0 0-1 0 0,1 0 1 0 0,-1 1-1 0 0,0-1 1 0 0,-1 1-1 0 0,1-1 1 0 0,0 1-1 0 0,-1-1 1 0 0,1 1-1 0 0,-1 0 1 0 0,0 0-1 0 0,0 0 1 0 0,0 0-1 0 0,0 0 1 0 0,-1 0-1 0 0,1 0 1 0 0,-1 0-1 0 0,0 0 1 0 0,0 0-1 0 0,0 0 1 0 0,0 0-1 0 0,0 0 1 0 0,-1 0-1 0 0,1 0 1 0 0,-3 5-1 0 0,1-1 23 0 0,-1 0-1 0 0,1 0 1 0 0,-2 0-1 0 0,1 0 1 0 0,-1 0-1 0 0,0-1 0 0 0,-1 1 1 0 0,1-1-1 0 0,-9 8 1 0 0,-6 4 43 0 0,-33 24-1 0 0,28-24 21 0 0,-25 24-1 0 0,49-41-96 0 0,0 0 0 0 0,0-1-1 0 0,-1 1 1 0 0,1-1 0 0 0,0 1 0 0 0,0 0 0 0 0,0-1 0 0 0,0 1-1 0 0,0 0 1 0 0,1-1 0 0 0,-1 1 0 0 0,0-1 0 0 0,0 1 0 0 0,0 0-1 0 0,0-1 1 0 0,1 1 0 0 0,-1-1 0 0 0,0 1 0 0 0,1-1 0 0 0,-1 1-1 0 0,0-1 1 0 0,1 1 0 0 0,-1-1 0 0 0,1 1 0 0 0,-1-1 0 0 0,0 1-1 0 0,1-1 1 0 0,-1 0 0 0 0,1 1 0 0 0,0-1 0 0 0,-1 0 0 0 0,1 1-1 0 0,-1-1 1 0 0,2 0 0 0 0,15 11-28 0 0,1-1 26 0 0,0 1-1 0 0,0 1 1 0 0,-1 0 0 0 0,23 23 0 0 0,-38-34 21 0 0,0 1 1 0 0,-1-1 0 0 0,1 1-1 0 0,-1 0 1 0 0,1 0 0 0 0,-1 0-1 0 0,0 0 1 0 0,1 0 0 0 0,-1 0 0 0 0,0 0-1 0 0,0 0 1 0 0,-1 0 0 0 0,1 0-1 0 0,0 1 1 0 0,-1-1 0 0 0,1 0-1 0 0,-1 1 1 0 0,0-1 0 0 0,0 0-1 0 0,0 1 1 0 0,0-1 0 0 0,0 0 0 0 0,0 1-1 0 0,-1-1 1 0 0,1 0 0 0 0,-1 0-1 0 0,1 1 1 0 0,-1-1 0 0 0,0 0-1 0 0,0 0 1 0 0,0 0 0 0 0,0 0-1 0 0,-1 0 1 0 0,1 0 0 0 0,0 0 0 0 0,-1 0-1 0 0,0-1 1 0 0,1 1 0 0 0,-1 0-1 0 0,-2 1 1 0 0,-4 4 43 0 0,0-1 1 0 0,0 0-1 0 0,-1-1 0 0 0,1 0 1 0 0,-1 0-1 0 0,0-1 0 0 0,-17 6 1 0 0,0-3-336 0 0,-1-1 0 0 0,-1-1 0 0 0,-40 1 1 0 0,-85-4-7359 0 0,84-3 802 0 0,22 0-1629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0 2364 0 0,'-25'4'3119'0'0,"-3"0"1174"0"0,-1 1 1 0 0,-36 12 0 0 0,65-17-4253 0 0,-1 0 0 0 0,1 0 0 0 0,0 1 0 0 0,0-1 1 0 0,0 0-1 0 0,0 0 0 0 0,0 0 0 0 0,0 0 0 0 0,0 1 1 0 0,-1-1-1 0 0,1 0 0 0 0,0 0 0 0 0,0 0 0 0 0,0 0 1 0 0,0 1-1 0 0,0-1 0 0 0,0 0 0 0 0,0 0 0 0 0,0 0 0 0 0,0 1 1 0 0,0-1-1 0 0,0 0 0 0 0,0 0 0 0 0,0 0 0 0 0,0 1 1 0 0,0-1-1 0 0,0 0 0 0 0,0 0 0 0 0,0 0 0 0 0,1 0 1 0 0,-1 1-1 0 0,0-1 0 0 0,0 0 0 0 0,0 0 0 0 0,0 0 1 0 0,0 0-1 0 0,0 1 0 0 0,0-1 0 0 0,1 0 0 0 0,-1 0 0 0 0,0 0 1 0 0,0 0-1 0 0,0 0 0 0 0,0 0 0 0 0,1 0 0 0 0,-1 1 1 0 0,0-1-1 0 0,0 0 0 0 0,0 0 0 0 0,0 0 0 0 0,1 0 1 0 0,-1 0-1 0 0,11 6 619 0 0,10-1-137 0 0,0-2 0 0 0,1-1 0 0 0,26 0 0 0 0,-12 0-227 0 0,410 12 1005 0 0,-49-2-989 0 0,666 56-320 0 0,-800-49-1438 0 0,-224-17 721 0 0,4-1-1481 0 0,-17 3-2362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 1012 0 0,'-66'1'10094'0'0,"13"-1"-5306"0"0,51 1-4643 0 0,1-1 0 0 0,-1 0 1 0 0,0 0-1 0 0,0 1 0 0 0,1-1 0 0 0,-1 1 0 0 0,0 0 1 0 0,1-1-1 0 0,-1 1 0 0 0,1 0 0 0 0,-1 0 0 0 0,1 0 0 0 0,-1 0 1 0 0,1 0-1 0 0,-1 0 0 0 0,1 1 0 0 0,0-1 0 0 0,0 0 1 0 0,0 1-1 0 0,0-1 0 0 0,0 1 0 0 0,0-1 0 0 0,-1 2 0 0 0,-2 5 323 0 0,1 0 0 0 0,0-1 0 0 0,-3 13 0 0 0,3-11-188 0 0,-51 222 2238 0 0,27-106-1994 0 0,-31 179 210 0 0,52-252-2518 0 0,6-51 1491 0 0,0 0 0 0 0,0 0 0 0 0,0-1-1 0 0,0 1 1 0 0,0 0 0 0 0,0-1 0 0 0,0 1 0 0 0,1 0 0 0 0,-1-1-1 0 0,0 1 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75 2876 0 0,'27'-29'6635'0'0,"-19"19"-4320"0"0,2 0 1 0 0,-1 0-1 0 0,18-5 3766 0 0,-27 15-6009 0 0,1 0 1 0 0,-1 0-1 0 0,0 0 1 0 0,1 0-1 0 0,-1 0 1 0 0,0 0-1 0 0,1 0 1 0 0,-1 0-1 0 0,0 0 1 0 0,1 1-1 0 0,-1-1 1 0 0,0 0 0 0 0,0 0-1 0 0,1 0 1 0 0,-1 1-1 0 0,0-1 1 0 0,0 0-1 0 0,1 0 1 0 0,-1 1-1 0 0,0-1 1 0 0,0 0-1 0 0,0 0 1 0 0,1 1-1 0 0,-1-1 1 0 0,0 0-1 0 0,0 1 1 0 0,0-1 0 0 0,0 0-1 0 0,0 1 1 0 0,0-1-1 0 0,1 0 1 0 0,-1 1-1 0 0,0-1 1 0 0,0 1-1 0 0,0 17 1170 0 0,0 0 1 0 0,-1 0-1 0 0,-1-1 0 0 0,-7 31 0 0 0,-25 75-78 0 0,20-74-851 0 0,-17 49-383 0 0,-9 34 98 0 0,21-43-2983 0 0,18-82 1239 0 0,-2 13-193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3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248 106 2544 0 0,'55'-99'16402'0'0,"-54"98"-16095"0"0,2-5 542 0 0,-8 20-798 0 0,-1 0-1 0 0,0 0 1 0 0,-1-1 0 0 0,0 0-1 0 0,-1-1 1 0 0,0 1 0 0 0,-11 10 0 0 0,-2 6 16 0 0,-62 77 155 0 0,-2 4-1432 0 0,71-90-1425 0 0,-18 38 0 0 0,27-43-2079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3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33 816 0 0,'-60'-16'9083'0'0,"44"11"-5951"0"0,-35-6 1611 0 0,51 11-4702 0 0,1 1 1 0 0,-1 0-1 0 0,1 0 1 0 0,-1-1-1 0 0,1 1 0 0 0,0 0 1 0 0,0 0-1 0 0,-1-1 1 0 0,1 1-1 0 0,0-1 1 0 0,0 1-1 0 0,-1-1 1 0 0,1 1-1 0 0,0-1 1 0 0,0 1-1 0 0,0-1 1 0 0,0 0-1 0 0,1 1 1 0 0,20 6 198 0 0,-21-7-205 0 0,213 56 729 0 0,-209-55-753 0 0,30 8-63 0 0,-29-6 38 0 0,-3 0 0 0 0,-2-3 14 0 0,-1 1 0 0 0,1 0-1 0 0,-1-1 1 0 0,1 1 0 0 0,-1 0 0 0 0,0 0 0 0 0,1-1 0 0 0,-1 1 0 0 0,0 0 0 0 0,1 0 0 0 0,-1 0-1 0 0,0 0 1 0 0,0-1 0 0 0,0 1 0 0 0,0 0 0 0 0,0 0 0 0 0,0 0 0 0 0,0 0 0 0 0,0 0-1 0 0,0-1 1 0 0,0 1 0 0 0,0 0 0 0 0,0 0 0 0 0,-1 0 0 0 0,1 0 0 0 0,0-1 0 0 0,-1 1 0 0 0,1 0-1 0 0,0 0 1 0 0,-1 0 0 0 0,-1 1 0 0 0,-3 9 1 0 0,-1 0-1 0 0,0 0 1 0 0,-1-1-1 0 0,0 0 0 0 0,-1 0 1 0 0,0-1-1 0 0,0 0 0 0 0,-1 0 1 0 0,-10 7-1 0 0,0 2 0 0 0,-100 92-17 0 0,-36 35 5 0 0,148-138 51 0 0,0 0 70 0 0,1-1-1 0 0,0 1 1 0 0,0 0 0 0 0,-5 8-1 0 0,11-14-66 0 0,0-1 1 0 0,-1 1-1 0 0,1-1 0 0 0,0 1 0 0 0,0-1 0 0 0,0 1 0 0 0,0 0 0 0 0,-1-1 1 0 0,1 1-1 0 0,0 0 0 0 0,0-1 0 0 0,0 1 0 0 0,0-1 0 0 0,1 1 1 0 0,-1 0-1 0 0,0-1 0 0 0,0 1 0 0 0,0-1 0 0 0,0 1 0 0 0,1-1 1 0 0,-1 1-1 0 0,0 0 0 0 0,0-1 0 0 0,1 1 0 0 0,-1-1 0 0 0,0 1 0 0 0,1-1 1 0 0,-1 1-1 0 0,1-1 0 0 0,-1 0 0 0 0,1 1 0 0 0,-1-1 0 0 0,1 1 1 0 0,-1-1-1 0 0,1 0 0 0 0,-1 0 0 0 0,1 1 0 0 0,0-1 0 0 0,21 8 579 0 0,-5-5-477 0 0,0-1 0 0 0,0 0 0 0 0,1-2 1 0 0,19-1-1 0 0,67-10-377 0 0,-99 10 186 0 0,229-36-4019 0 0,-78 7-4916 0 0,-100 18 1643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56 2148 0 0,'-11'-27'25513'0'0,"12"26"-25482"0"0,0 0 0 0 0,1-1 0 0 0,-1 1 0 0 0,1 0 0 0 0,-1 0 1 0 0,1 0-1 0 0,-1 1 0 0 0,1-1 0 0 0,0 0 0 0 0,-1 1 0 0 0,1-1 1 0 0,0 1-1 0 0,0-1 0 0 0,-1 1 0 0 0,1 0 0 0 0,2 0 0 0 0,39-3 78 0 0,-27 3-45 0 0,49-5-373 0 0,73-4-1716 0 0,-93 10-3328 0 0,-1 3-4289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38 1184 0 0,'-90'36'19287'0'0,"129"-30"-17990"0"0,7-9-2067 0 0,-1-1 0 0 0,64-16 0 0 0,17-18-9555 0 0,-87 24 3596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4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65 2172 0 0,'5'-32'15119'0'0,"-3"16"-11966"0"0,-1 0-162 0 0,-4 15-2348 0 0,-3 9-865 0 0,-133 232 3095 0 0,82-135-2110 0 0,-14 21-192 0 0,-88 164-503 0 0,127-232 198 0 0,31-57-199 0 0,-5 10 1491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5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56 1720 0 0,'1'-2'2412'0'0,"15"-42"8617"0"0,-16 44-11002 0 0,0 0-1 0 0,0 0 1 0 0,0-1-1 0 0,0 1 1 0 0,0 0-1 0 0,1 0 1 0 0,-1-1-1 0 0,0 1 1 0 0,0 0-1 0 0,0 0 1 0 0,0-1-1 0 0,0 1 1 0 0,0 0-1 0 0,0 0 1 0 0,0-1-1 0 0,0 1 1 0 0,0 0-1 0 0,0-1 1 0 0,0 1-1 0 0,0 0 1 0 0,0 0-1 0 0,-1-1 1 0 0,1 1-1 0 0,0 0 1 0 0,0 0-1 0 0,0 0 1 0 0,0-1-1 0 0,0 1 1 0 0,0 0-1 0 0,-1 0 1 0 0,1-1-1 0 0,0 1 1 0 0,0 0-1 0 0,0 0 1 0 0,-1 0-1 0 0,1 0 1 0 0,0-1-1 0 0,0 1 1 0 0,0 0-1 0 0,-1 0 1 0 0,1 0-1 0 0,0 0 1 0 0,0 0-1 0 0,-1 0 1 0 0,1 0-1 0 0,-46 10 125 0 0,1 2 1 0 0,0 2-1 0 0,-56 26 0 0 0,16-6-64 0 0,-135 47 76 0 0,196-71-86 0 0,18-8 148 0 0,-1 1 1 0 0,1-1-1 0 0,0 0 1 0 0,-11 2-1 0 0,-1 2 1123 0 0,18-6-1333 0 0,0 0 0 0 0,0 1 0 0 0,-1-1 0 0 0,1 0 0 0 0,0 1 0 0 0,0-1 0 0 0,0 0 0 0 0,0 1 0 0 0,0-1 0 0 0,-1 0-1 0 0,1 1 1 0 0,0-1 0 0 0,0 0 0 0 0,0 1 0 0 0,0-1 0 0 0,0 0 0 0 0,0 1 0 0 0,0-1 0 0 0,0 0 0 0 0,0 1 0 0 0,0-1 0 0 0,1 0 0 0 0,-1 0 0 0 0,0 1 0 0 0,0-1 0 0 0,0 0 0 0 0,0 1 0 0 0,0-1 0 0 0,0 0 0 0 0,1 1 0 0 0,-1-1 0 0 0,0 0 0 0 0,0 0 0 0 0,1 1 0 0 0,-1-1 0 0 0,0 0 0 0 0,0 0 0 0 0,1 0 0 0 0,-1 1 0 0 0,0-1 0 0 0,0 0 0 0 0,1 0 0 0 0,-1 0 0 0 0,1 0 0 0 0,8 8-11 0 0,0 1 1 0 0,-1-1-1 0 0,0 2 1 0 0,0-1 0 0 0,-1 1-1 0 0,10 18 1 0 0,6 7 3 0 0,1 0-5 0 0,43 55 169 0 0,-56-78 174 0 0,0 0 0 0 0,1 0 0 0 0,1-1 0 0 0,23 16-1 0 0,-29-23-150 0 0,0 0 0 0 0,1 0-1 0 0,0-1 1 0 0,0 0 0 0 0,-1-1-1 0 0,2 0 1 0 0,-1 0 0 0 0,0 0 0 0 0,16 0-1 0 0,-10-2-85 0 0,0 0 0 0 0,0-1 0 0 0,0-1 0 0 0,22-5 0 0 0,-27 5-349 0 0,1-1-1 0 0,-2 0 1 0 0,13-5 0 0 0,-4-4-2788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15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6973 0 0,'0'0'12337'0'0,"-22"2"-16406"0"0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0 976 0 0,'16'2'10035'0'0,"-15"-1"-9641"0"0,1-1-1 0 0,-1 1 1 0 0,0-1 0 0 0,1 1-1 0 0,-1 0 1 0 0,0-1 0 0 0,1 1-1 0 0,-1 0 1 0 0,0 0 0 0 0,0 0-1 0 0,0 0 1 0 0,0 0 0 0 0,0 0-1 0 0,0 0 1 0 0,0 0 0 0 0,0 0-1 0 0,0 1 1 0 0,-1-1 0 0 0,1 0-1 0 0,0 0 1 0 0,-1 1 0 0 0,1 1-1 0 0,0-2 99 0 0,-1 3-378 0 0,1 0 0 0 0,0-1 0 0 0,-1 1 1 0 0,1 0-1 0 0,1-1 0 0 0,-1 1 0 0 0,0-1 0 0 0,4 7 0 0 0,-4-8-440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6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111 238 872 0 0,'-3'-1'1803'0'0,"-10"-3"261"0"0,-1 0 1 0 0,1 1-1 0 0,-1 1 0 0 0,-21-1 1 0 0,32 3-1403 0 0,-13 2 1230 0 0,18 0-1832 0 0,-1-1 0 0 0,0 0-1 0 0,1 1 1 0 0,-1-1 0 0 0,1 0 0 0 0,0 1 0 0 0,-1-1 0 0 0,1 0 0 0 0,0 0 0 0 0,0 0 0 0 0,0-1 0 0 0,0 1 0 0 0,0 0 0 0 0,0-1-1 0 0,0 1 1 0 0,0-1 0 0 0,2 1 0 0 0,43 2 436 0 0,-35-2-375 0 0,317-4 879 0 0,2-22-682 0 0,-164 12-179 0 0,372-30 5 0 0,1310-85-369 0 0,-1129 98-1590 0 0,-2 27-3537 0 0,-520 7-330 0 0,-155-4 2313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6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486 846 908 0 0,'-121'12'2639'0'0,"-229"25"3399"0"0,337-34-5360 0 0,13-3-663 0 0,0 0-1 0 0,0 0 1 0 0,0 0 0 0 0,0 1 0 0 0,-1-1 0 0 0,1 0 0 0 0,0 0 0 0 0,0 0 0 0 0,0 0 0 0 0,0 0 0 0 0,0 0 0 0 0,0 0 0 0 0,0 0-1 0 0,0 0 1 0 0,0 0 0 0 0,0 0 0 0 0,0 0 0 0 0,0 1 0 0 0,0-1 0 0 0,0 0 0 0 0,-1 0 0 0 0,1 0 0 0 0,0 0 0 0 0,0 0 0 0 0,0 0-1 0 0,0 0 1 0 0,0 0 0 0 0,0 0 0 0 0,0 1 0 0 0,0-1 0 0 0,0 0 0 0 0,0 0 0 0 0,0 0 0 0 0,0 0 0 0 0,0 0 0 0 0,0 0 0 0 0,1 0-1 0 0,-1 0 1 0 0,0 1 0 0 0,0-1 0 0 0,0 0 0 0 0,0 0 0 0 0,0 0 0 0 0,0 0 0 0 0,0 0 0 0 0,0 0 0 0 0,0 0 0 0 0,0 0 0 0 0,0 0-1 0 0,0 0 1 0 0,2 1 42 0 0,-1 0 0 0 0,1-1 0 0 0,-1 1 0 0 0,1 0 0 0 0,0-1 0 0 0,-1 0 0 0 0,1 1 0 0 0,-1-1 0 0 0,1 0 0 0 0,0 0 0 0 0,2 0 0 0 0,307-34 1182 0 0,-222 22-1086 0 0,1902-226 1561 0 0,0 35-1328 0 0,627-34-282 0 0,2 87-10 0 0,-852 118-5120 0 0,-1726 33 3086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7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0 552 820 0 0,'3'0'1091'0'0,"13"4"-217"0"0,0 0 1 0 0,1-2-1 0 0,-1 0 1 0 0,30-1 0 0 0,72-9 273 0 0,-48 3-696 0 0,910-84 1804 0 0,-758 65-2186 0 0,11 0-8 0 0,1193-109 403 0 0,-1240 119-399 0 0,1669-99 297 0 0,-408 69 378 0 0,-315 12-719 0 0,3139-12 2670 0 0,-3411 56-1956 0 0,1483 8 941 0 0,666-62-315 0 0,-1688 18-1118 0 0,983 50-66 0 0,-2227-22-272 0 0,109 3-2561 0 0,-184-7 1767 0 0,-69-5-7967 0 0,32 1 4933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8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17 293 1204 0 0,'-2'2'1316'0'0,"1"-2"-1177"0"0,0 1 0 0 0,0 0 0 0 0,0 0 0 0 0,0 0 0 0 0,0 0 0 0 0,0 0 0 0 0,0 0 0 0 0,1 0 1 0 0,-1 0-1 0 0,0 0 0 0 0,0 1 0 0 0,1-1 0 0 0,-1 0 0 0 0,1 0 0 0 0,-1 1 0 0 0,1-1 0 0 0,0 0 0 0 0,-1 1 0 0 0,1-1 0 0 0,0 0 0 0 0,0 1 0 0 0,0-1 0 0 0,0 0 0 0 0,0 1 0 0 0,0-1 0 0 0,0 0 0 0 0,1 1 0 0 0,-1-1 0 0 0,0 0 0 0 0,1 1 0 0 0,-1-1 0 0 0,1 0 0 0 0,-1 0 0 0 0,1 1 0 0 0,0-1 0 0 0,0 0 0 0 0,-1 0 0 0 0,1 0 0 0 0,0 0 0 0 0,0 0 1 0 0,0 0-1 0 0,0 0 0 0 0,0 0 0 0 0,0 0 0 0 0,0-1 0 0 0,1 1 0 0 0,-1 0 0 0 0,0-1 0 0 0,0 1 0 0 0,1-1 0 0 0,-1 1 0 0 0,3 0 0 0 0,12 5 240 0 0,1-1-1 0 0,-1 0 1 0 0,1-2 0 0 0,30 4 0 0 0,74-3 163 0 0,-94-4-405 0 0,435-13 816 0 0,4-23-517 0 0,-331 24-308 0 0,921-77 704 0 0,3772-143 887 0 0,-1794 252-1551 0 0,-3 100-220 0 0,-2708-104 43 0 0,-263-13-6 0 0,976 43-491 0 0,-353-31-2733 0 0,-434-20-2892 0 0,-198 0 1789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5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1211 911 1304 0 0,'-263'-128'8911'0'0,"196"89"-7409"0"0,-110-83-1 0 0,-103-108-793 0 0,-16-14-2380 0 0,275 228 1212 0 0,2-1-1 0 0,-21-22 1 0 0,32 29-903 0 0,0-1 0 0 0,0 1 0 0 0,-8-18-1 0 0,8 12-1652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2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88 112 0 0,'-2'0'2456'0'0,"-53"-7"9593"0"0,51 7-11424 0 0,-11 0 1711 0 0,17 0-1801 0 0,185-34 1899 0 0,-54 11-2210 0 0,-12 1-1 0 0,-118 22-215 0 0,7-2 195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2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 3492 0 0,'7'-6'22760'0'0,"-11"38"-19687"0"0,-5 47-1597 0 0,-46 429 490 0 0,41-357-1966 0 0,10-128-3252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2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86 344 0 0,'63'-78'22867'0'0,"-59"71"-20445"0"0,-25 25-1936 0 0,1 2-1 0 0,2 0 1 0 0,0 2 0 0 0,-17 26-1 0 0,-57 101-198 0 0,79-126-135 0 0,-61 121 99 0 0,63-119-219 0 0,2 0-1 0 0,1 0 1 0 0,1 1-1 0 0,-4 27 1 0 0,10-48-13 0 0,0 1 0 0 0,1-1 0 0 0,0 1 0 0 0,0-1 0 0 0,0 1 1 0 0,0 0-1 0 0,1-1 0 0 0,0 0 0 0 0,0 1 0 0 0,1-1 1 0 0,0 0-1 0 0,0 1 0 0 0,0-1 0 0 0,0 0 0 0 0,1 0 0 0 0,0-1 1 0 0,0 1-1 0 0,5 6 0 0 0,-4-7-8 0 0,1 1 1 0 0,0-1-1 0 0,0 0 0 0 0,0-1 0 0 0,1 1 1 0 0,-1-1-1 0 0,1 0 0 0 0,0-1 1 0 0,-1 1-1 0 0,1-1 0 0 0,0 0 1 0 0,1 0-1 0 0,-1-1 0 0 0,0 0 1 0 0,11 1-1 0 0,-6-2-18 0 0,-1 0 1 0 0,1 0-1 0 0,0-1 1 0 0,-1 0-1 0 0,1-1 0 0 0,-1 0 1 0 0,0-1-1 0 0,0 0 0 0 0,0-1 1 0 0,13-6-1 0 0,-16 6 10 0 0,1 0 0 0 0,-1 0 0 0 0,0-1 0 0 0,0 0 0 0 0,-1-1 0 0 0,0 1 0 0 0,0-1 0 0 0,0-1 0 0 0,0 1 0 0 0,-1-1 0 0 0,0 0 0 0 0,-1 0 0 0 0,6-10 0 0 0,-9 15-4 0 0,0 0 1 0 0,0 0-1 0 0,-1 0 1 0 0,1 1-1 0 0,0-1 1 0 0,-1 0-1 0 0,1 0 1 0 0,-1 0-1 0 0,0 0 1 0 0,0 0-1 0 0,0 0 1 0 0,0 0-1 0 0,0 0 1 0 0,0 0-1 0 0,0 0 1 0 0,-1 0-1 0 0,1 0 1 0 0,-1 0-1 0 0,1 0 1 0 0,-1 0-1 0 0,0 0 1 0 0,-1-2-1 0 0,1 2 14 0 0,-2 0-1 0 0,1-1 1 0 0,0 1-1 0 0,0 0 1 0 0,-1 0-1 0 0,1 1 0 0 0,-1-1 1 0 0,1 0-1 0 0,-1 1 1 0 0,0-1-1 0 0,1 1 1 0 0,-7-2-1 0 0,-3 0-187 0 0,0 0-1 0 0,-1 1 0 0 0,1 0 1 0 0,-1 1-1 0 0,-23 1 0 0 0,28 0-644 0 0,0 1 1 0 0,1 0-1 0 0,-1 1 0 0 0,1 0 0 0 0,-11 4 0 0 0,1 2-3765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65 2528 0 0,'-25'-65'21524'0'0,"23"168"-15719"0"0,0-51-4738 0 0,-10 53 1 0 0,-64 266-354 0 0,56-282-653 0 0,0-13-3984 0 0,50-143-16234 0 0,-18 46 13874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3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82 2768 0 0,'32'-30'5516'0'0,"19"-21"7947"0"0,-73 63-11923 0 0,-266 183 395 0 0,208-143-1869 0 0,79-50-56 0 0,-4-1 0 0 0,9 4 5 0 0,14 4 6 0 0,-16-8-22 0 0,22 12 294 0 0,-1 1 1 0 0,0 2 0 0 0,21 18-1 0 0,63 62 427 0 0,-45-38-622 0 0,-15-15 124 0 0,3 5-1893 0 0,-16-22-5656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39 3104 0 0,'-16'-8'21177'0'0,"27"11"-20591"0"0,-1-1 0 0 0,1 0 0 0 0,-1-1 0 0 0,1 0 0 0 0,12-1 0 0 0,63-5 3688 0 0,-50 3-3578 0 0,248-27-8722 0 0,-271 26 5878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12 2308 0 0,'-3'-1'3188'0'0,"-21"-8"5335"0"0,9 8-2763 0 0,12 3-5187 0 0,1 0 1 0 0,1 0-1 0 0,-1 0 0 0 0,0 0 1 0 0,0 1-1 0 0,1-1 0 0 0,-1 0 1 0 0,1 1-1 0 0,0-1 0 0 0,0 1 1 0 0,0 0-1 0 0,0-1 0 0 0,0 1 1 0 0,1 0-1 0 0,-1-1 0 0 0,1 1 0 0 0,-1 3 1 0 0,-2 59 1531 0 0,3-43-1584 0 0,-28 202 133 0 0,15-143-2309 0 0,3 0-4076 0 0,10-49 966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3:0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112 251 1536 0 0,'29'-49'24690'0'0,"-27"16"-20567"0"0,-4 26-4038 0 0,-1 1-1 0 0,0-1 1 0 0,-1 1-1 0 0,1 0 1 0 0,-1 0-1 0 0,-1 1 0 0 0,1-1 1 0 0,-1 1-1 0 0,0 0 1 0 0,0 0-1 0 0,-10-7 0 0 0,-9-7-109 0 0,-37-20-1 0 0,71 42-17 0 0,0-1 0 0 0,0 1 0 0 0,0-2 0 0 0,14 2 0 0 0,65 4 84 0 0,-83-7-44 0 0,41 2 19 0 0,0-3 0 0 0,0-1 0 0 0,-1-3 0 0 0,0-2 0 0 0,62-16 0 0 0,-95 20 486 0 0,31-10 533 0 0,-34 11-1035 0 0,-10 2 0 0 0,1 0 0 0 0,-1 1 0 0 0,0-1 0 0 0,1 0 0 0 0,-1 0 0 0 0,0 0 0 0 0,0 1 0 0 0,1-1 0 0 0,-1 0 0 0 0,0 0 0 0 0,0 0 0 0 0,1 1 0 0 0,-1-1 0 0 0,0 0 0 0 0,0 1 0 0 0,0-1 0 0 0,1 0 0 0 0,-1 0 0 0 0,0 1 0 0 0,0-1 0 0 0,0 0 0 0 0,0 1 0 0 0,0-1 0 0 0,0 0 0 0 0,0 1 0 0 0,0-1 0 0 0,0 1 0 0 0,-1 6 0 0 0,-1-1 0 0 0,0 1 0 0 0,0 0 0 0 0,-1-1 0 0 0,0 0 0 0 0,-7 12 0 0 0,0 0 0 0 0,-82 212 0 0 0,47-107 0 0 0,-25 65-5148 0 0,-21 54-7775 0 0,70-193 631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4:2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115 695 636 0 0,'-9'-15'13474'0'0,"17"7"-13114"0"0,0 0-1 0 0,0 0 1 0 0,13-8 0 0 0,-10 8-299 0 0,0-1 1 0 0,14-16-1 0 0,-2-2 23 0 0,0-1-1 0 0,25-44 0 0 0,-39 55-61 0 0,0-1 0 0 0,-1 0 0 0 0,0 0 0 0 0,-2-1 0 0 0,0 0 0 0 0,3-21 0 0 0,-9 38-22 0 0,19-134 29 0 0,-18 119-26 0 0,0 0 0 0 0,-2 1 0 0 0,0-1 0 0 0,-1 0 0 0 0,0 0 0 0 0,-6-18 0 0 0,7 31-9 0 0,0 0 0 0 0,-1 1 0 0 0,1-1 0 0 0,-1 1 0 0 0,0-1 0 0 0,1 1 0 0 0,-1-1 0 0 0,-1 1 0 0 0,1 0 0 0 0,0 0 0 0 0,-5-4 0 0 0,6 6-14 0 0,0 1 18 0 0,1 0 1 0 0,0 0-1 0 0,0-1 1 0 0,0 1 0 0 0,-1 0-1 0 0,1 0 1 0 0,0 0-1 0 0,-1 0 1 0 0,1 0-1 0 0,0 0 1 0 0,0 0-1 0 0,-1-1 1 0 0,1 1 0 0 0,0 0-1 0 0,-1 0 1 0 0,1 0-1 0 0,0 0 1 0 0,0 0-1 0 0,-1 0 1 0 0,1 1-1 0 0,0-1 1 0 0,-1 0-1 0 0,1 0 1 0 0,0 0 0 0 0,0 0-1 0 0,-1 0 1 0 0,1 0-1 0 0,0 0 1 0 0,0 1-1 0 0,-1-1 1 0 0,1 0-1 0 0,0 0 1 0 0,-1 1 0 0 0,-13 5-16 0 0,12-4 15 0 0,-5 4 5 0 0,1 0-1 0 0,0 1 0 0 0,0 0 0 0 0,1 1 0 0 0,0-1 0 0 0,0 1 0 0 0,1 0 1 0 0,0 1-1 0 0,-4 9 0 0 0,-3 14 119 0 0,-7 35 0 0 0,17-65-113 0 0,-20 103 328 0 0,-9 128 0 0 0,10-65-153 0 0,-1-2 526 0 0,-21 130 284 0 0,17-139-877 0 0,-7 36-16 0 0,13-106 90 0 0,19-86-145 0 0,-4 9 1258 0 0,4-27-1255 0 0,1 0 1 0 0,1 0 0 0 0,0 0-1 0 0,8-27 1 0 0,-2 11-28 0 0,12-52-39 0 0,4 0-1 0 0,4 2 1 0 0,4 1 0 0 0,3 1 0 0 0,78-129 0 0 0,-100 189-13 0 0,1 0 1 0 0,1 1 0 0 0,0 0-1 0 0,2 2 1 0 0,0 0 0 0 0,37-30 0 0 0,-50 46 19 0 0,0 0 0 0 0,0 0 0 0 0,0 0 0 0 0,0 1 0 0 0,0-1 0 0 0,9-1 0 0 0,-9 2 7 0 0,-2 1-3 0 0,1 0 0 0 0,2 0 4 0 0,-3 0 2 0 0,0 1 0 0 0,1-1 0 0 0,-1 0 0 0 0,0 1 0 0 0,1-1 0 0 0,-1 1 0 0 0,0 0 0 0 0,0 0 0 0 0,1 0 0 0 0,-1 0 0 0 0,0 0 0 0 0,0 0 0 0 0,0 0 0 0 0,0 1 0 0 0,-1-1 0 0 0,1 1 0 0 0,0 0 0 0 0,0-1 0 0 0,-1 1 0 0 0,1 0 0 0 0,-1 0 0 0 0,0 0 0 0 0,3 4 0 0 0,-2-1 5 0 0,0-1 0 0 0,1 1 0 0 0,-2 0 0 0 0,1 0 0 0 0,0 0 0 0 0,-1 0 0 0 0,0 0 0 0 0,0 0 0 0 0,-1 0 0 0 0,1 1 0 0 0,-1-1 0 0 0,0 0 0 0 0,0 0 0 0 0,-1 0 1 0 0,0 1-1 0 0,0-1 0 0 0,-2 6 0 0 0,0 2 29 0 0,-2 0 1 0 0,0-1-1 0 0,0 1 1 0 0,-1-1-1 0 0,-10 15 1 0 0,8-16 44 0 0,-1 0-1 0 0,0 0 1 0 0,0-1 0 0 0,-1 0 0 0 0,0-1 0 0 0,-1 0 0 0 0,0 0 0 0 0,0-1 0 0 0,-19 9 0 0 0,-14 5 149 0 0,-67 22 1 0 0,88-35-260 0 0,22-9-10 0 0,0 0 1 0 0,-1 1 0 0 0,1-1-1 0 0,0 1 1 0 0,0-1-1 0 0,0 1 1 0 0,0-1 0 0 0,-1 1-1 0 0,1-1 1 0 0,0 1-1 0 0,0 0 1 0 0,0 0 0 0 0,0-1-1 0 0,0 1 1 0 0,1 0 0 0 0,-1 0-1 0 0,0 0 1 0 0,0 0-1 0 0,1 0 1 0 0,-1 0 0 0 0,0 0-1 0 0,1 1 1 0 0,-1-1-1 0 0,0 2 1 0 0,2-1-396 0 0,-1 0 1 0 0,1 0-1 0 0,-1 0 0 0 0,1 0 0 0 0,0 0 1 0 0,-1 0-1 0 0,1 0 0 0 0,0 0 1 0 0,1 0-1 0 0,-1 0 0 0 0,0-1 0 0 0,0 1 1 0 0,3 2-1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02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322 138 488 0 0,'-12'-14'536'0'0,"1"-1"-116"0"0,0 3-128 0 0,-4-1-108 0 0,3 1-76 0 0,-5-2-240 0 0,2 4 68 0 0,-2-2-68 0 0,0 2 4 0 0,-2 2 0 0 0,-1-1 4 0 0,-2 4 24 0 0,0 2 24 0 0,-2 3 4 0 0,-1 1-48 0 0,-4 3-208 0 0,-5 3 112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2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5 140 0 0,'0'0'664'0'0,"7"-5"-632"0"0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3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1584 0 0,'1'-11'7981'0'0,"-1"-9"-1632"0"0,0 32-5901 0 0,8 184 2021 0 0,-1-44-1567 0 0,-3 173-54 0 0,-4-188-4043 0 0,0-133 3050 0 0,-1 12-2308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3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4 169 2648 0 0,'-1'-13'1735'0'0,"-1"1"-198"0"0,1 1 1 0 0,1-1-1 0 0,0 1 1 0 0,2-15-1 0 0,-1 23-1412 0 0,0 0 1 0 0,0 0-1 0 0,0-1 0 0 0,0 1 0 0 0,0 0 0 0 0,0 0 0 0 0,1 0 0 0 0,0 0 1 0 0,-1 0-1 0 0,1 1 0 0 0,0-1 0 0 0,0 0 0 0 0,1 1 0 0 0,-1-1 1 0 0,0 1-1 0 0,1 0 0 0 0,0 0 0 0 0,-1 0 0 0 0,5-2 0 0 0,3-1-64 0 0,0 1 0 0 0,0 0 0 0 0,1 1 0 0 0,0 0-1 0 0,0 0 1 0 0,0 1 0 0 0,0 0 0 0 0,0 1 0 0 0,0 1-1 0 0,0 0 1 0 0,0 0 0 0 0,1 1 0 0 0,17 3 0 0 0,-23-2-53 0 0,0-1 0 0 0,0 1 0 0 0,0 1 1 0 0,0-1-1 0 0,0 1 0 0 0,0 0 0 0 0,-1 0 1 0 0,1 0-1 0 0,-1 1 0 0 0,0 0 0 0 0,5 5 1 0 0,-6-6-1 0 0,-1 1 1 0 0,0 0 0 0 0,-1 0 0 0 0,1 0 0 0 0,-1 0 0 0 0,1 0 0 0 0,-1 1-1 0 0,-1-1 1 0 0,1 1 0 0 0,-1-1 0 0 0,1 1 0 0 0,-1 0 0 0 0,0-1 0 0 0,-1 1-1 0 0,1 0 1 0 0,-1 6 0 0 0,-1 4 7 0 0,0 1-1 0 0,-1-1 1 0 0,-1 0 0 0 0,0 1-1 0 0,-1-1 1 0 0,0-1-1 0 0,-10 22 1 0 0,-7 7 88 0 0,-28 43 1 0 0,26-47 72 0 0,-4 5 2693 0 0,26-42-2163 0 0,30-17-393 0 0,-22 12-310 0 0,1 1 0 0 0,0 0 0 0 0,0 1 1 0 0,0 0-1 0 0,1 0 0 0 0,-1 1 0 0 0,0 0 0 0 0,0 0 0 0 0,0 1 1 0 0,0 0-1 0 0,0 0 0 0 0,8 3 0 0 0,-3 0-11 0 0,-1 0 0 0 0,0 1 0 0 0,-1 0 0 0 0,1 1 0 0 0,-1 0 1 0 0,0 1-1 0 0,15 12 0 0 0,-15-10 20 0 0,0 1 1 0 0,0 1 0 0 0,-1 0-1 0 0,-1 0 1 0 0,1 1 0 0 0,9 17-1 0 0,-14-20 38 0 0,0 1 0 0 0,-1-1 0 0 0,0 1 0 0 0,0 0-1 0 0,-1 0 1 0 0,0 0 0 0 0,-1 0 0 0 0,0 0 0 0 0,0 12 0 0 0,-1-11 265 0 0,-1 0 1 0 0,-1 0 0 0 0,0-1 0 0 0,-1 1 0 0 0,0 0 0 0 0,0-1 0 0 0,-1 1 0 0 0,0-1 0 0 0,-1 0 0 0 0,0 0-1 0 0,-1 0 1 0 0,0 0 0 0 0,-1-1 0 0 0,0 0 0 0 0,-8 9 0 0 0,8-10-112 0 0,-1-1 0 0 0,0-1 0 0 0,0 0 0 0 0,-1 0 0 0 0,0 0 1 0 0,0-1-1 0 0,0 0 0 0 0,-1 0 0 0 0,1-1 0 0 0,-1 0 0 0 0,0-1 0 0 0,0 0 0 0 0,-1 0 0 0 0,1-1 0 0 0,-1 0 1 0 0,1-1-1 0 0,-11 1 0 0 0,-61-2 283 0 0,72 0-529 0 0,0-1 0 0 0,0 0 0 0 0,0-1 1 0 0,0 0-1 0 0,1 0 0 0 0,-17-7 0 0 0,23 8-130 0 0,1 0 0 0 0,-1 0 0 0 0,0 0-1 0 0,1 0 1 0 0,-1 0 0 0 0,1 0 0 0 0,-1 0-1 0 0,1-1 1 0 0,0 1 0 0 0,0 0 0 0 0,-1-1-1 0 0,1 1 1 0 0,0-1 0 0 0,0 0 0 0 0,0 1-1 0 0,1-1 1 0 0,-1 0 0 0 0,0 1 0 0 0,0-4-1 0 0,0 1-215 0 0,1 1-1 0 0,0 0 1 0 0,0 0-1 0 0,0 0 0 0 0,0 0 1 0 0,1 0-1 0 0,-1 0 0 0 0,1 0 1 0 0,0 0-1 0 0,0 0 1 0 0,1-3-1 0 0,5-7-2022 0 0,0 1 1 0 0,0 0-1 0 0,1 1 0 0 0,11-14 1 0 0,3-1-4706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3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7 400 0 0,'15'-2'12715'0'0,"12"1"-8595"0"0,-24 1-3829 0 0,0 1-45 0 0,20 1-141 0 0,-1 0 0 0 0,1-2 1 0 0,42-4-1 0 0,-25 1-3195 0 0,-2 2-3406 0 0,-22 1 293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44 1608 0 0,'-34'23'6486'0'0,"17"-10"-636"0"0,-28 14 1 0 0,48-26-5227 0 0,-2 0-607 0 0,-1-1 1 0 0,0 0-1 0 0,0 0 1 0 0,1 1-1 0 0,-1-1 1 0 0,0 0-1 0 0,1 1 1 0 0,-1-1-1 0 0,1 0 1 0 0,-1 0-1 0 0,0 0 1 0 0,1 0-1 0 0,-1 1 1 0 0,1-1-1 0 0,-1 0 1 0 0,0 0-1 0 0,1 0 1 0 0,-1 0-1 0 0,1 0 1 0 0,-1 0-1 0 0,1 0 1 0 0,-1 0-1 0 0,1 0 1 0 0,-1 0-1 0 0,0 0 1 0 0,1 0-1 0 0,73-12-838 0 0,84-26 0 0 0,-4-7-8924 0 0,-102 28 2645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4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464 194 2308 0 0,'-8'-28'5859'0'0,"-1"0"-1"0"0,-17-34 1 0 0,23 57-5649 0 0,0 0 0 0 0,0 0 1 0 0,0 0-1 0 0,-1 1 0 0 0,1-1 1 0 0,-1 1-1 0 0,0 0 0 0 0,-1 0 1 0 0,1 1-1 0 0,-1-1 0 0 0,0 1 0 0 0,1 0 1 0 0,-1 0-1 0 0,-1 1 0 0 0,1 0 1 0 0,0-1-1 0 0,-1 2 0 0 0,1-1 0 0 0,-8-1 1 0 0,3 1-209 0 0,1 0 0 0 0,-1 1 0 0 0,0 0 0 0 0,1 1 1 0 0,-1 0-1 0 0,0 1 0 0 0,1 0 0 0 0,-1 0 0 0 0,1 1 0 0 0,-13 3 1 0 0,13-1-12 0 0,0 0 1 0 0,1 0 0 0 0,-1 1 0 0 0,1 0 0 0 0,-1 0 0 0 0,1 1 0 0 0,1 0 0 0 0,-1 0 0 0 0,-12 15 0 0 0,11-9-9 0 0,0 0 0 0 0,0 0 0 0 0,2 1 0 0 0,-1 0 0 0 0,-9 26 0 0 0,5-3 21 0 0,2 0 0 0 0,1 1 0 0 0,2 0-1 0 0,-3 49 1 0 0,4 20 88 0 0,9 142 0 0 0,29 106 67 0 0,-22-252-156 0 0,110 721 1555 0 0,-55-422-3 0 0,105 823 3085 0 0,-167-1197-4624 0 0,15 119 335 0 0,49 194 0 0 0,-66-336-351 0 0,0 0 0 0 0,0 0 0 0 0,1-1 0 0 0,-1 1 0 0 0,1 0 0 0 0,0-1 0 0 0,0 0 0 0 0,0 1 0 0 0,1-1 0 0 0,-1 0 0 0 0,1 0 0 0 0,0 0 0 0 0,0 0 0 0 0,-1-1 0 0 0,2 1 0 0 0,-1-1 0 0 0,4 3 0 0 0,-1-2 0 0 0,0-1 0 0 0,0 0 0 0 0,0 0 0 0 0,0-1 0 0 0,0 0 0 0 0,1 0 0 0 0,-1 0 0 0 0,0 0 0 0 0,0-1 0 0 0,9-1 0 0 0,33-3-295 0 0,86-18 1 0 0,46-24-973 0 0,-113 28 773 0 0,272-88-6482 0 0,-122 22-3308 0 0,-112 39-469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5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40 580 0 0,'-2'-2'2744'0'0,"-25"-30"9624"0"0,18 26-10672 0 0,7 10-1615 0 0,0-1 0 0 0,0 1-1 0 0,1 0 1 0 0,-1 0 0 0 0,1 0-1 0 0,0-1 1 0 0,0 1 0 0 0,0 0-1 0 0,0 8 1 0 0,0 42 156 0 0,1-38-165 0 0,0 0-22 0 0,0-1 1 0 0,1 1-1 0 0,1 0 1 0 0,0-1-1 0 0,2 1 1 0 0,-1-1-1 0 0,2 0 1 0 0,0 0-1 0 0,0-1 1 0 0,2 1-1 0 0,0-1 0 0 0,0-1 1 0 0,18 25-1 0 0,-23-35-23 0 0,0-1-1 0 0,-1 0 0 0 0,1 0 0 0 0,0 0 1 0 0,0 0-1 0 0,1-1 0 0 0,-1 1 0 0 0,0 0 1 0 0,0-1-1 0 0,1 0 0 0 0,-1 1 0 0 0,1-1 1 0 0,-1 0-1 0 0,1 0 0 0 0,0-1 0 0 0,-1 1 1 0 0,1 0-1 0 0,0-1 0 0 0,3 0 1 0 0,-2 0-15 0 0,-1 0 0 0 0,1-1 0 0 0,-1 0 0 0 0,1 0 0 0 0,-1 0 0 0 0,1 0 1 0 0,-1-1-1 0 0,0 1 0 0 0,0-1 0 0 0,0 0 0 0 0,0 0 0 0 0,6-5 0 0 0,3-4 85 0 0,0-2-1 0 0,-1 0 1 0 0,0 0-1 0 0,15-26 0 0 0,-25 38-78 0 0,32-59 1590 0 0,-22 40-247 0 0,22-34-1 0 0,-32 53-1344 0 0,4 12 113 0 0,-3 29-14 0 0,-3 0 0 0 0,-6 55 1 0 0,0-2-55 0 0,-17 305-3826 0 0,-2-134-8605 0 0,19-212 5635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319 133 2932 0 0,'-10'-10'6834'0'0,"-15"-25"-403"0"0,19 26-5588 0 0,0 0 1 0 0,0 1 0 0 0,-1 0 0 0 0,0 0-1 0 0,0 0 1 0 0,-12-9 0 0 0,16 15-782 0 0,1 0 0 0 0,-1 0 0 0 0,0 0 0 0 0,0 0 0 0 0,0 1 0 0 0,0-1 1 0 0,0 1-1 0 0,0 0 0 0 0,0-1 0 0 0,0 2 0 0 0,0-1 0 0 0,-1 0 0 0 0,1 1 0 0 0,0-1 1 0 0,-1 1-1 0 0,1 0 0 0 0,0 0 0 0 0,-1 0 0 0 0,1 0 0 0 0,0 1 0 0 0,-1 0 0 0 0,-3 1 0 0 0,-3 3-59 0 0,0 0-1 0 0,0 0 1 0 0,1 2-1 0 0,0-1 1 0 0,0 1-1 0 0,1 0 0 0 0,0 1 1 0 0,0 0-1 0 0,0 0 1 0 0,1 1-1 0 0,1 0 0 0 0,-1 0 1 0 0,1 0-1 0 0,1 1 1 0 0,0 0-1 0 0,0 0 0 0 0,1 0 1 0 0,1 1-1 0 0,-1-1 1 0 0,2 1-1 0 0,-1 0 0 0 0,-1 22 1 0 0,4-32-1 0 0,0 1 0 0 0,0 0 0 0 0,0 0 0 0 0,0 0 0 0 0,1 0 0 0 0,-1-1 0 0 0,0 1 0 0 0,1 0 0 0 0,-1 0 0 0 0,1-1 0 0 0,0 1 0 0 0,0 0 0 0 0,-1-1 0 0 0,1 1 1 0 0,0 0-1 0 0,0-1 0 0 0,1 1 0 0 0,-1-1 0 0 0,0 0 0 0 0,0 1 0 0 0,1-1 0 0 0,1 2 0 0 0,0-2 1 0 0,-1 0-1 0 0,1 0 1 0 0,-1 0 0 0 0,1 0-1 0 0,0-1 1 0 0,0 1 0 0 0,-1-1-1 0 0,1 1 1 0 0,0-1 0 0 0,0 0-1 0 0,0 0 1 0 0,-1 0 0 0 0,5-1-1 0 0,2-1 3 0 0,0 0 0 0 0,-1 0 0 0 0,1-1 0 0 0,-1 0 0 0 0,1 0-1 0 0,-1-1 1 0 0,0 0 0 0 0,10-7 0 0 0,4-8-13 0 0,0-1 1 0 0,-1 0-1 0 0,0-2 1 0 0,-2 0-1 0 0,-1-1 1 0 0,18-31-1 0 0,-35 53 10 0 0,1-2-15 0 0,0-1 1 0 0,1 0-1 0 0,0 1 0 0 0,0-1 1 0 0,0 1-1 0 0,6-6 0 0 0,-7 11 13 0 0,-1 1 0 0 0,1-1-1 0 0,-1 0 1 0 0,1 1 0 0 0,-1-1-1 0 0,0 1 1 0 0,0-1-1 0 0,0 1 1 0 0,-1 0 0 0 0,1 0-1 0 0,-1-1 1 0 0,1 1-1 0 0,-1 4 1 0 0,1 47 67 0 0,-1-41-40 0 0,-7 239-1820 0 0,1-168-2148 0 0,-2 0-3849 0 0,4-53 54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6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0 2552 0 0,'-26'8'12123'0'0,"17"-5"-11440"0"0,1 0 0 0 0,-1 1 0 0 0,1 0 0 0 0,0 0 0 0 0,1 1 0 0 0,-1 0 0 0 0,1 1 0 0 0,0 0 0 0 0,0 0 0 0 0,-10 13 0 0 0,0 0-266 0 0,1 1-1 0 0,-22 38 1 0 0,33-50-367 0 0,0 1 0 0 0,0 1-1 0 0,1-1 1 0 0,1 1 0 0 0,-1-1 0 0 0,2 1 0 0 0,-1 0-1 0 0,-1 20 1 0 0,4-26-19 0 0,0-1-1 0 0,0 0 1 0 0,0 1 0 0 0,0-1-1 0 0,1 0 1 0 0,-1 0 0 0 0,1 1-1 0 0,0-1 1 0 0,0 0-1 0 0,0 0 1 0 0,1 0 0 0 0,-1 0-1 0 0,1 0 1 0 0,0 0 0 0 0,0 0-1 0 0,0-1 1 0 0,0 1-1 0 0,0-1 1 0 0,0 1 0 0 0,1-1-1 0 0,-1 0 1 0 0,1 0 0 0 0,-1 0-1 0 0,1 0 1 0 0,0 0-1 0 0,0-1 1 0 0,0 1 0 0 0,0-1-1 0 0,0 0 1 0 0,6 2 0 0 0,16 3 173 0 0,1-1 0 0 0,0-1 1 0 0,42 1-1 0 0,21 4 71 0 0,-86-9-261 0 0,0 0 1 0 0,0 1-1 0 0,0 0 1 0 0,0-1-1 0 0,-1 1 1 0 0,1 0-1 0 0,0 1 1 0 0,0-1-1 0 0,-1 0 1 0 0,1 1-1 0 0,-1 0 1 0 0,1-1-1 0 0,-1 1 1 0 0,0 0-1 0 0,1 0 1 0 0,2 5-1 0 0,-3-5 109 0 0,-1 0-1 0 0,0 1 0 0 0,0-1 0 0 0,0 1 1 0 0,0-1-1 0 0,0 1 0 0 0,-1-1 1 0 0,1 1-1 0 0,-1 0 0 0 0,0-1 0 0 0,0 1 1 0 0,0 0-1 0 0,0-1 0 0 0,0 1 0 0 0,-1 4 1 0 0,-1 0 84 0 0,0 0 1 0 0,0 0 0 0 0,-1 0 0 0 0,0-1-1 0 0,0 1 1 0 0,0-1 0 0 0,-1 1 0 0 0,0-1-1 0 0,-1 0 1 0 0,1-1 0 0 0,-1 1 0 0 0,-7 5-1 0 0,7-6-212 0 0,-1 0-1 0 0,0 0 0 0 0,0-1 0 0 0,-1 0 0 0 0,1 0 0 0 0,-1-1 0 0 0,0 0 1 0 0,0 0-1 0 0,0-1 0 0 0,0 0 0 0 0,-1 0 0 0 0,1 0 0 0 0,-1-1 0 0 0,1 0 1 0 0,-1-1-1 0 0,1 1 0 0 0,-1-2 0 0 0,1 1 0 0 0,-1-1 0 0 0,1 0 0 0 0,-1 0 0 0 0,1-1 1 0 0,-10-4-1 0 0,10 4-587 0 0,1-1 0 0 0,0-1 0 0 0,0 1 1 0 0,0-1-1 0 0,0 0 0 0 0,-10-9 0 0 0,11 7-577 0 0,-1 0 0 0 0,1 0 0 0 0,0-1 0 0 0,1 1 0 0 0,-1-1-1 0 0,-4-11 1 0 0,-1-7-5077 0 0,1-1-3452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1 346 2972 0 0,'0'-2'419'0'0,"1"-10"3895"0"0,1-1 0 0 0,7-24 0 0 0,-7 33-4045 0 0,-1 1 0 0 0,1-1 1 0 0,0 0-1 0 0,0 1 0 0 0,0 0 1 0 0,0-1-1 0 0,1 1 0 0 0,-1 0 1 0 0,1 0-1 0 0,0 0 0 0 0,0 0 1 0 0,0 1-1 0 0,4-4 0 0 0,28-14 57 0 0,2 0 0 0 0,0 3 1 0 0,39-13-1 0 0,42-20-1920 0 0,-42 11-1949 0 0,-26 11-2154 0 0,-6-2-2473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1013 269 2768 0 0,'-26'-47'5252'0'0,"9"19"1280"0"0,-21-49 0 0 0,34 69-5204 0 0,3 7-1258 0 0,0 1 0 0 0,1-1 0 0 0,-1 0-1 0 0,0 1 1 0 0,1-1 0 0 0,-1 0 0 0 0,1 0 0 0 0,-1 1 0 0 0,1-1 0 0 0,-1 0 0 0 0,1 0 0 0 0,0 0 0 0 0,-1 0-1 0 0,1 0 1 0 0,0 0 0 0 0,0 1 0 0 0,0-1 0 0 0,0 0 0 0 0,-1 0 0 0 0,1 0 0 0 0,0 0 0 0 0,1 0 0 0 0,-1 0 0 0 0,0 0-1 0 0,0 0 1 0 0,0 0 0 0 0,1 0 0 0 0,-1 1 0 0 0,0-1 0 0 0,1 0 0 0 0,-1 0 0 0 0,0 0 0 0 0,1 0 0 0 0,-1 1-1 0 0,1-1 1 0 0,1-1 0 0 0,7-4 20 0 0,1 0-1 0 0,0 0 1 0 0,1 1-1 0 0,-1 1 0 0 0,1 0 1 0 0,0 0-1 0 0,22-4 1 0 0,87-8 35 0 0,-104 14-99 0 0,246-13-14 0 0,-257 15-13 0 0,-1 1 1 0 0,1-1-1 0 0,-1 1 1 0 0,0 0-1 0 0,1 0 0 0 0,-1 1 1 0 0,0-1-1 0 0,0 1 0 0 0,0 0 1 0 0,0 0-1 0 0,0 0 0 0 0,0 0 1 0 0,-1 1-1 0 0,1 0 1 0 0,-1 0-1 0 0,0 0 0 0 0,0 0 1 0 0,0 0-1 0 0,0 0 0 0 0,0 1 1 0 0,-1 0-1 0 0,1-1 1 0 0,2 6-1 0 0,3 8-3 0 0,-1 0 0 0 0,0 0 0 0 0,-1 1 0 0 0,3 18 0 0 0,-8-34-2 0 0,18 78 877 0 0,11 124 0 0 0,-9 87 990 0 0,-11-129-1103 0 0,20 378 85 0 0,0 11-602 0 0,27-3 92 0 0,87 246 816 0 0,-137-761-1145 0 0,49 300-4 0 0,-46-247 0 0 0,-3 165 0 0 0,-8-230 0 0 0,-1 0 0 0 0,-1-1 0 0 0,-1 1 0 0 0,0-1 0 0 0,-13 33 0 0 0,13-42 0 0 0,-1-1 0 0 0,0 1 0 0 0,-1-1 0 0 0,0-1 0 0 0,0 1 0 0 0,-1-1 0 0 0,-1 0 0 0 0,1-1 0 0 0,-2 0 0 0 0,1 0 0 0 0,-18 13 0 0 0,4-8 0 0 0,0-1 0 0 0,0-1 0 0 0,-2-1 0 0 0,1-1 0 0 0,-1-1 0 0 0,0-1 0 0 0,-34 5 0 0 0,-178 12 0 0 0,-425 1-1976 0 0,565-20 115 0 0,-166 10-4450 0 0,85-5-1257 0 0,-21 0-5079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78 1232 0 0,'13'-56'12464'0'0,"-12"34"-7024"0"0,-13 69-5303 0 0,1 0 1 0 0,-4 56-1 0 0,3-23-44 0 0,-30 171 131 0 0,-71 444 218 0 0,23 9-51 0 0,-14 570 1378 0 0,33-449-548 0 0,-9-272 402 0 0,70-495-1327 0 0,6-33-8153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 1144 0 0,'-10'5'775'0'0,"-27"14"3185"0"0,-46 15 1 0 0,49-16-453 0 0,27-14-3069 0 0,5-3 29 0 0,5-3-432 0 0,0 1 0 0 0,0-1 0 0 0,0 1 0 0 0,0-1 0 0 0,1 1 0 0 0,-1 0 0 0 0,5 0 0 0 0,-7 0-31 0 0,54-15-45 0 0,1 2 0 0 0,69-8 0 0 0,-23 13-7718 0 0,-88 7 3492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8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7 1008 0 0,'-83'-7'8441'0'0,"81"7"-8074"0"0,-2 1-66 0 0,2-1-251 0 0,-1 1 1 0 0,0 0-1 0 0,0 0 1 0 0,0 1-1 0 0,1-1 1 0 0,-1 0-1 0 0,1 1 1 0 0,-1 0-1 0 0,1-1 1 0 0,0 1-1 0 0,-1 0 0 0 0,1 0 1 0 0,0 0-1 0 0,0 1 1 0 0,1-1-1 0 0,-1 0 1 0 0,0 1-1 0 0,-2 4 1 0 0,-12 25 80 0 0,1 0 1 0 0,2 0-1 0 0,1 2 1 0 0,1 0-1 0 0,2 0 1 0 0,-7 51-1 0 0,15-82-108 0 0,1 1 0 0 0,-1 0-1 0 0,1 0 1 0 0,0 0-1 0 0,0 0 1 0 0,0 0-1 0 0,1 0 1 0 0,-1 0-1 0 0,1 0 1 0 0,3 7-1 0 0,-4-10-15 0 0,1 0 0 0 0,-1-1 0 0 0,1 1-1 0 0,0-1 1 0 0,-1 1 0 0 0,1 0 0 0 0,0-1-1 0 0,0 1 1 0 0,0-1 0 0 0,-1 0-1 0 0,1 1 1 0 0,0-1 0 0 0,0 0 0 0 0,0 1-1 0 0,0-1 1 0 0,0 0 0 0 0,-1 0 0 0 0,1 0-1 0 0,0 0 1 0 0,0 0 0 0 0,0 0-1 0 0,0 0 1 0 0,0 0 0 0 0,1 0 0 0 0,22-4 44 0 0,46-20 47 0 0,-51 16-100 0 0,1 1 0 0 0,-1 1 0 0 0,35-5 1 0 0,-49 10 4 0 0,1 1 0 0 0,0-1 0 0 0,0 1 0 0 0,0 1 0 0 0,0-1 0 0 0,0 1 0 0 0,-1 0 0 0 0,1 0 1 0 0,0 1-1 0 0,0 0 0 0 0,-1 0 0 0 0,0 0 0 0 0,1 1 0 0 0,-1-1 0 0 0,0 1 0 0 0,0 1 0 0 0,5 3 0 0 0,-2 0 57 0 0,-2-1 0 0 0,1 1 0 0 0,-1 0 0 0 0,0 1 0 0 0,0 0 0 0 0,-1-1 0 0 0,0 2 0 0 0,-1-1 0 0 0,0 1-1 0 0,0-1 1 0 0,0 1 0 0 0,-1 0 0 0 0,-1 0 0 0 0,0 1 0 0 0,0-1 0 0 0,0 0 0 0 0,-1 1 0 0 0,-1 11 0 0 0,0-9 237 0 0,-1-1 1 0 0,0 1 0 0 0,-1-1 0 0 0,0 1 0 0 0,0-1 0 0 0,-2 0 0 0 0,1 0-1 0 0,-1-1 1 0 0,-1 1 0 0 0,0-1 0 0 0,0 0 0 0 0,-1 0 0 0 0,-1 0-1 0 0,-14 17 1 0 0,17-23-173 0 0,-1 0-1 0 0,0 0 0 0 0,0 0 1 0 0,0-1-1 0 0,-1 1 1 0 0,1-1-1 0 0,-1 0 0 0 0,0-1 1 0 0,0 0-1 0 0,0 0 1 0 0,0 0-1 0 0,0 0 0 0 0,0-1 1 0 0,-1 0-1 0 0,1 0 0 0 0,0-1 1 0 0,-1 0-1 0 0,1 0 1 0 0,0 0-1 0 0,-1-1 0 0 0,-10-2 1 0 0,-9-4-907 0 0,0 0 0 0 0,0-2 0 0 0,-39-18 1 0 0,53 21-256 0 0,2 2-2278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30 144 804 0 0,'-7'-12'3479'0'0,"4"7"-2479"0"0,-1 0 0 0 0,1 0 0 0 0,1-1 0 0 0,-1 1 0 0 0,1-1 0 0 0,-3-8 0 0 0,5 12-941 0 0,0 0-1 0 0,0 0 0 0 0,0 0 0 0 0,0 0 0 0 0,0 0 0 0 0,0 0 0 0 0,0 0 0 0 0,1 0 0 0 0,-1 0 0 0 0,1 0 1 0 0,-1 0-1 0 0,1 0 0 0 0,0 0 0 0 0,0 0 0 0 0,0 0 0 0 0,0 0 0 0 0,0 1 0 0 0,1-1 0 0 0,-1 0 0 0 0,0 1 1 0 0,1-1-1 0 0,-1 1 0 0 0,3-2 0 0 0,2-2-20 0 0,1 1-1 0 0,-1-1 1 0 0,1 2 0 0 0,0-1 0 0 0,0 1-1 0 0,1 0 1 0 0,-1 0 0 0 0,1 1 0 0 0,-1 0 0 0 0,1 0-1 0 0,0 1 1 0 0,0 0 0 0 0,-1 0 0 0 0,1 1-1 0 0,14 1 1 0 0,-14-1-39 0 0,-1 1 0 0 0,0 0 0 0 0,0 0 0 0 0,0 1 0 0 0,0 0-1 0 0,0 0 1 0 0,0 0 0 0 0,-1 1 0 0 0,1 0 0 0 0,-1 1 0 0 0,0-1 0 0 0,1 1 0 0 0,-2 0-1 0 0,1 1 1 0 0,0-1 0 0 0,-1 1 0 0 0,6 7 0 0 0,-9-9 8 0 0,0 0-1 0 0,0 0 1 0 0,0 0 0 0 0,-1 1 0 0 0,1-1-1 0 0,-1 0 1 0 0,0 1 0 0 0,0-1 0 0 0,0 1-1 0 0,0-1 1 0 0,-1 1 0 0 0,1-1 0 0 0,-1 1-1 0 0,0-1 1 0 0,-1 6 0 0 0,0-2 4 0 0,0-1 0 0 0,-1 0 0 0 0,1 0 1 0 0,-2 0-1 0 0,1 0 0 0 0,-1 0 0 0 0,0 0 0 0 0,-3 5 1 0 0,-7 7 46 0 0,0-1 0 0 0,-1 0 1 0 0,-32 27-1 0 0,-29 29 1935 0 0,74-72-1927 0 0,4 8 20 0 0,45 18-35 0 0,84 52 55 0 0,-114-67-96 0 0,-1 1 0 0 0,0 1 1 0 0,-1 1-1 0 0,-1 0 0 0 0,15 20 0 0 0,-27-33 57 0 0,-1 1 0 0 0,0 0 0 0 0,0 0 0 0 0,0 0 0 0 0,-1 0-1 0 0,1 1 1 0 0,-1-1 0 0 0,0 0 0 0 0,1 1 0 0 0,-2-1-1 0 0,1 1 1 0 0,0-1 0 0 0,-1 1 0 0 0,1-1 0 0 0,-1 1-1 0 0,0-1 1 0 0,0 1 0 0 0,-1-1 0 0 0,1 1 0 0 0,-1 0-1 0 0,1-1 1 0 0,-4 7 0 0 0,3-6 59 0 0,-1-1 1 0 0,-1 1-1 0 0,1-1 0 0 0,0 1 1 0 0,-1-1-1 0 0,0 0 1 0 0,0 0-1 0 0,0-1 0 0 0,0 1 1 0 0,0 0-1 0 0,0-1 0 0 0,-1 0 1 0 0,1 0-1 0 0,-1 0 0 0 0,0 0 1 0 0,0 0-1 0 0,1-1 0 0 0,-1 0 1 0 0,-8 2-1 0 0,-3 0 69 0 0,-1-1-1 0 0,1 0 1 0 0,-1-1 0 0 0,0-1-1 0 0,-20-2 1 0 0,-74-18 19 0 0,72 13-315 0 0,38 6-138 0 0,-1 1 0 0 0,0 0 0 0 0,0 0 0 0 0,0 0 0 0 0,0 0 0 0 0,0-1 0 0 0,0 1 0 0 0,1 0 0 0 0,-1-1 0 0 0,0 1 0 0 0,0-1 0 0 0,0 1 0 0 0,1-1 0 0 0,-1 1 0 0 0,0-1 0 0 0,0-1 0 0 0,1 2 129 0 0,-1 0-1 0 0,1-1 0 0 0,0 1 1 0 0,0 0-1 0 0,0-1 1 0 0,0 1-1 0 0,0 0 0 0 0,0-1 1 0 0,0 1-1 0 0,0 0 1 0 0,0-1-1 0 0,0 1 0 0 0,0 0 1 0 0,1-1-1 0 0,-1 1 1 0 0,0 0-1 0 0,0-1 1 0 0,0 1-1 0 0,0 0 0 0 0,0-1 1 0 0,1 1-1 0 0,-1 0 1 0 0,0-1-1 0 0,0 1 0 0 0,0 0 1 0 0,1-1-1 0 0,21-13-6180 0 0,-9 8 623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4 259 2216 0 0,'10'-7'5405'0'0,"13"-5"3533"0"0,-10 3-5715 0 0,-14 4-3131 0 0,0 0-1 0 0,-1 0 1 0 0,1 0 0 0 0,-1 0 0 0 0,0 0-1 0 0,0 0 1 0 0,-4-7 0 0 0,-10-23 266 0 0,2 0-346 0 0,13 33-17 0 0,1 2-1 0 0,0-1 5 0 0,0 1 0 0 0,-1-1 0 0 0,1 1 1 0 0,0 0-1 0 0,0-1 0 0 0,0 1 0 0 0,0-1 0 0 0,0 1 0 0 0,0 0 0 0 0,0-1 0 0 0,0 1 1 0 0,0-1-1 0 0,0 1 0 0 0,0 0 0 0 0,0-1 0 0 0,0 1 0 0 0,0-1 0 0 0,0 1 1 0 0,1 0-1 0 0,-1-1 0 0 0,0 0 0 0 0,9-2-2 0 0,0-1 1 0 0,0 1 0 0 0,0 1-1 0 0,0 0 1 0 0,1 0-1 0 0,-1 1 1 0 0,0 0 0 0 0,17 1-1 0 0,9-3 10 0 0,129-11-38 0 0,21-2 74 0 0,-183 15-41 0 0,1 1 0 0 0,-1-2-1 0 0,0 1 1 0 0,1 0 0 0 0,-1 0 0 0 0,0-1-1 0 0,0 1 1 0 0,0-1 0 0 0,0 1 0 0 0,0-1-1 0 0,0 0 1 0 0,2-3 0 0 0,1 0 48 0 0,-4 4 132 0 0,12-23 3466 0 0,-14 39-3600 0 0,-1-1 1 0 0,-1 1 0 0 0,-9 27 0 0 0,2-6 36 0 0,-96 370 32 0 0,31-134-5860 0 0,63-229 3917 0 0,-22 72-6232 0 0,20-61 936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236 113 1040 0 0,'-3'-2'1388'0'0,"-46"-28"5673"0"0,48 30-6691 0 0,-1-6 344 0 0,1 5-697 0 0,1 1-1 0 0,0-1 1 0 0,0 1 0 0 0,-1 0 0 0 0,1-1 0 0 0,0 1 0 0 0,0-1 0 0 0,-1 1 0 0 0,1-1 0 0 0,0 1 0 0 0,0-1 0 0 0,0 1 0 0 0,0-1 0 0 0,0 1 0 0 0,0-1 0 0 0,0 1 0 0 0,0-1 0 0 0,0 1 0 0 0,0-1 0 0 0,0 1 0 0 0,0-1 0 0 0,0 1 0 0 0,0-1-1 0 0,0 1 1 0 0,1 0 0 0 0,-1-1 0 0 0,0 1 0 0 0,0-1 0 0 0,1 1 0 0 0,-1-1 0 0 0,0 1 0 0 0,0 0 0 0 0,1-1 0 0 0,6-5 29 0 0,0 1 1 0 0,0 0-1 0 0,0 0 1 0 0,0 1-1 0 0,1 0 1 0 0,-1 0-1 0 0,1 1 1 0 0,0 0-1 0 0,10-3 1 0 0,-3 3-43 0 0,1-1 1 0 0,-1 2-1 0 0,0 0 1 0 0,18 0-1 0 0,-31 2 1 0 0,0 0 0 0 0,1 0 0 0 0,-1 0-1 0 0,0 0 1 0 0,1 1 0 0 0,-1-1-1 0 0,0 1 1 0 0,1-1 0 0 0,-1 1 0 0 0,0 0-1 0 0,0 0 1 0 0,0 0 0 0 0,0 0 0 0 0,0 0-1 0 0,3 3 1 0 0,-4-3-2 0 0,1 1 0 0 0,-1-1 0 0 0,0 1 0 0 0,0-1 0 0 0,0 1 0 0 0,0-1 0 0 0,-1 1 0 0 0,1 0 0 0 0,0-1 0 0 0,-1 1 0 0 0,1 0 0 0 0,-1 0 0 0 0,0-1 0 0 0,1 1 0 0 0,-1 3-1 0 0,0 1 5 0 0,-1 1 0 0 0,0-1-1 0 0,0 0 1 0 0,0 0 0 0 0,-1 0-1 0 0,0 0 1 0 0,0-1 0 0 0,0 1-1 0 0,-5 7 1 0 0,-4 3 10 0 0,0 0 0 0 0,-1-1 0 0 0,0-1 1 0 0,-28 25-1 0 0,-10 12 75 0 0,40-40-68 0 0,9-11-25 0 0,1 1 0 0 0,-1-1 0 0 0,1 0 0 0 0,-1 1 0 0 0,0-1 0 0 0,1 1 0 0 0,-1-1 0 0 0,1 1 0 0 0,0 0 0 0 0,-1-1 0 0 0,1 1 0 0 0,0-1 0 0 0,-1 1 0 0 0,1 0 0 0 0,0-1 0 0 0,-1 1 0 0 0,1 0 0 0 0,0-1 0 0 0,0 2 0 0 0,1-1 1 0 0,0 0 0 0 0,0 0 0 0 0,0 0 0 0 0,0 0 0 0 0,0 0 0 0 0,0 0 0 0 0,0 0 0 0 0,1 0 0 0 0,-1-1 0 0 0,0 1 0 0 0,1 0 0 0 0,-1-1 0 0 0,0 1 0 0 0,2-1 0 0 0,21 10 92 0 0,0 1-1 0 0,29 18 0 0 0,-45-24-85 0 0,0 1-1 0 0,0 0 1 0 0,-1 0-1 0 0,0 0 1 0 0,0 1-1 0 0,0 0 1 0 0,-1 0-1 0 0,0 0 1 0 0,-1 1 0 0 0,6 9-1 0 0,-10-14 71 0 0,0 0 0 0 0,0-1 0 0 0,-1 1 0 0 0,1 0 0 0 0,-1 0 1 0 0,1 0-1 0 0,-1 0 0 0 0,0 0 0 0 0,0 0 0 0 0,-1 0 0 0 0,1 0 0 0 0,0-1 0 0 0,-1 1 0 0 0,0 0 0 0 0,0 0 0 0 0,0 0 0 0 0,0-1 0 0 0,0 1 0 0 0,0 0 0 0 0,-1-1 1 0 0,1 1-1 0 0,-1-1 0 0 0,0 1 0 0 0,0-1 0 0 0,0 0 0 0 0,0 0 0 0 0,-4 3 0 0 0,0 1 147 0 0,-1 0 1 0 0,0 0-1 0 0,-1-1 1 0 0,1 0-1 0 0,-1 0 0 0 0,0-1 1 0 0,-16 7-1 0 0,7-6-29 0 0,0-1 0 0 0,0-1 0 0 0,0 0 1 0 0,0-2-1 0 0,-28 1 0 0 0,-85-13 150 0 0,71 5-229 0 0,42 1-281 0 0,15 3-842 0 0,2 2 936 0 0,0 0 0 0 0,0-1 0 0 0,0 1 0 0 0,0 0 0 0 0,0 0 0 0 0,0 0 0 0 0,0-1 0 0 0,0 1 0 0 0,0 0 0 0 0,0 0 0 0 0,0 0 0 0 0,0-1-1 0 0,0 1 1 0 0,0 0 0 0 0,0 0 0 0 0,0 0 0 0 0,0-1 0 0 0,1 1 0 0 0,-1 0 0 0 0,0 0 0 0 0,0 0 0 0 0,0-1-72 0 0,2-1-356 0 0,0 1-1 0 0,0-1 0 0 0,0 1 1 0 0,0 0-1 0 0,0-1 0 0 0,0 1 0 0 0,0 0 1 0 0,5-1-1 0 0,11-4-2906 0 0,3-2-1257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2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242 158 1432 0 0,'0'-15'4449'0'0,"0"8"-3630"0"0,0 0 0 0 0,1 0 1 0 0,0 0-1 0 0,1 0 0 0 0,0 0 1 0 0,3-10-1 0 0,-2 11-529 0 0,0 0-1 0 0,0-1 1 0 0,1 1-1 0 0,-1 1 1 0 0,1-1-1 0 0,9-9 1 0 0,-10 12-272 0 0,0 0 1 0 0,0 0-1 0 0,0 0 1 0 0,0 1-1 0 0,1-1 1 0 0,-1 1 0 0 0,1 0-1 0 0,0 0 1 0 0,-1 0-1 0 0,1 1 1 0 0,0-1-1 0 0,0 1 1 0 0,0 0 0 0 0,0 0-1 0 0,0 0 1 0 0,0 1-1 0 0,1-1 1 0 0,-1 1-1 0 0,0 0 1 0 0,0 0 0 0 0,0 1-1 0 0,0-1 1 0 0,0 1-1 0 0,0 0 1 0 0,0 0-1 0 0,0 0 1 0 0,7 3 0 0 0,-8-2-8 0 0,1 0 1 0 0,0-1 0 0 0,-1 1 0 0 0,1 1-1 0 0,-1-1 1 0 0,0 0 0 0 0,1 1 0 0 0,-1 0-1 0 0,-1-1 1 0 0,1 1 0 0 0,0 0 0 0 0,-1 1-1 0 0,1-1 1 0 0,-1 0 0 0 0,0 1 0 0 0,0-1-1 0 0,2 6 1 0 0,-3-4 6 0 0,1 1 0 0 0,-1-1 0 0 0,0 1-1 0 0,-1-1 1 0 0,0 1 0 0 0,1-1 0 0 0,-2 1 0 0 0,1-1 0 0 0,-1 1 0 0 0,1-1-1 0 0,-3 8 1 0 0,-4 6 45 0 0,0 0 0 0 0,-1 0-1 0 0,0 0 1 0 0,-2-1 0 0 0,-19 28 0 0 0,5-14 246 0 0,-1 0 0 0 0,-49 47 0 0 0,-69 48 1343 0 0,49-45-760 0 0,83-74-766 0 0,11-8-116 0 0,-1 0 0 0 0,0 1 0 0 0,0-1 0 0 0,0 0-1 0 0,1 1 1 0 0,-1-1 0 0 0,0 1 0 0 0,1-1 0 0 0,-1 1 0 0 0,0-1 0 0 0,1 1 0 0 0,-1 0 0 0 0,1-1-1 0 0,-1 1 1 0 0,1 0 0 0 0,-1 0 0 0 0,1-1 0 0 0,-1 1 0 0 0,1 0 0 0 0,0 0 0 0 0,-1-1 0 0 0,1 1-1 0 0,0 0 1 0 0,0 0 0 0 0,0 0 0 0 0,-1 0 0 0 0,1 0 0 0 0,0-1 0 0 0,0 1 0 0 0,0 0-1 0 0,1 0 1 0 0,-1 0 0 0 0,0 0 0 0 0,0 0 0 0 0,0-1 0 0 0,1 1 0 0 0,0 1 0 0 0,2-2 16 0 0,26-4 29 0 0,-2-1 0 0 0,40-12-1 0 0,-32 7-117 0 0,42-6 0 0 0,15 3-3847 0 0,-30 4-3345 0 0,-32 4 1822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3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315 114 1428 0 0,'6'-16'3782'0'0,"-1"0"0"0"0,6-23 0 0 0,-5 16-774 0 0,-6 22-2883 0 0,1 0 0 0 0,-1 0 0 0 0,0 1 0 0 0,0-1-1 0 0,1 0 1 0 0,-1 0 0 0 0,0 1 0 0 0,0-1 0 0 0,0 0 0 0 0,0 0 0 0 0,0 1-1 0 0,0-1 1 0 0,0 0 0 0 0,0 0 0 0 0,0 1 0 0 0,0-1 0 0 0,0 0 0 0 0,0 0-1 0 0,0 0 1 0 0,-1 1 0 0 0,1-1 0 0 0,0 0 0 0 0,-1 0 0 0 0,0 1-76 0 0,0 0 0 0 0,1 0 0 0 0,-1 0 1 0 0,0 0-1 0 0,1 0 0 0 0,-1 0 1 0 0,0 0-1 0 0,1 0 0 0 0,-1 0 0 0 0,0 1 1 0 0,1-1-1 0 0,-1 0 0 0 0,0 0 1 0 0,1 1-1 0 0,-1-1 0 0 0,1 1 0 0 0,-1-1 1 0 0,0 0-1 0 0,0 2 0 0 0,-37 33-249 0 0,31-28 495 0 0,-27 26-216 0 0,1 2 1 0 0,2 1-1 0 0,1 1 0 0 0,3 2 0 0 0,0 0 1 0 0,3 2-1 0 0,-37 84 0 0 0,58-116-68 0 0,-1 0-1 0 0,2 1 0 0 0,0-1 0 0 0,0 1 1 0 0,0 0-1 0 0,1-1 0 0 0,1 1 1 0 0,0 0-1 0 0,0 0 0 0 0,1 0 1 0 0,0-1-1 0 0,4 15 0 0 0,-4-18 0 0 0,1-1 1 0 0,0 1-1 0 0,1-1 0 0 0,-1 0 0 0 0,1 0 0 0 0,0 0 1 0 0,0 0-1 0 0,1 0 0 0 0,-1-1 0 0 0,1 1 0 0 0,0-1 1 0 0,1 0-1 0 0,-1 0 0 0 0,0-1 0 0 0,1 1 0 0 0,0-1 1 0 0,0 0-1 0 0,0 0 0 0 0,0-1 0 0 0,0 0 0 0 0,1 1 1 0 0,6 0-1 0 0,-4-1-2 0 0,1 0 1 0 0,-1-1-1 0 0,1 0 0 0 0,-1 0 1 0 0,1-1-1 0 0,-1-1 1 0 0,1 1-1 0 0,0-1 0 0 0,-1-1 1 0 0,0 1-1 0 0,1-1 1 0 0,9-4-1 0 0,-14 4-5 0 0,-1 1 1 0 0,1-1-1 0 0,0 1 0 0 0,-1-1 0 0 0,0 0 1 0 0,0 0-1 0 0,1 0 0 0 0,-1-1 1 0 0,0 1-1 0 0,-1-1 0 0 0,1 0 1 0 0,0 0-1 0 0,-1 0 0 0 0,0 0 0 0 0,1 0 1 0 0,-1 0-1 0 0,0-1 0 0 0,-1 1 1 0 0,1-1-1 0 0,-1 1 0 0 0,1-1 1 0 0,-1 0-1 0 0,0 0 0 0 0,-1 1 0 0 0,1-1 1 0 0,-1 0-1 0 0,1 0 0 0 0,-1 0 1 0 0,-1-4-1 0 0,1 4-4 0 0,-1 0 0 0 0,0 0 0 0 0,0 0 0 0 0,0 0 0 0 0,-1 1 0 0 0,0-1 0 0 0,1 0 0 0 0,-1 1 0 0 0,0-1 0 0 0,-1 1 1 0 0,1 0-1 0 0,-1 0 0 0 0,1 0 0 0 0,-1 0 0 0 0,0 0 0 0 0,0 0 0 0 0,0 1 0 0 0,0-1 0 0 0,-1 1 0 0 0,1 0 0 0 0,-1 0 0 0 0,1 0 0 0 0,-1 1 0 0 0,-5-2 0 0 0,-8-3-3 0 0,0 1 0 0 0,0 1-1 0 0,0 0 1 0 0,-20-1 0 0 0,23 4-10 0 0,1 0 27 0 0,0 1-176 0 0,-8 4-525 0 0,7-1-1155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153 127 1524 0 0,'-12'-10'5166'0'0,"11"8"-4891"0"0,0 0-1 0 0,0 0 1 0 0,-1 0-1 0 0,1 0 1 0 0,1 0 0 0 0,-1 0-1 0 0,0 0 1 0 0,0 0-1 0 0,1-1 1 0 0,0 1 0 0 0,-1 0-1 0 0,1-1 1 0 0,0 1-1 0 0,0 0 1 0 0,0 0 0 0 0,0-1-1 0 0,0 1 1 0 0,1 0-1 0 0,-1-1 1 0 0,1 1 0 0 0,0 0-1 0 0,-1 0 1 0 0,1 0-1 0 0,0 0 1 0 0,1-3 0 0 0,2 1-130 0 0,-1-1 1 0 0,1 1 0 0 0,-1-1-1 0 0,1 1 1 0 0,0 1-1 0 0,1-1 1 0 0,-1 0 0 0 0,1 1-1 0 0,8-5 1 0 0,-10 6-118 0 0,1 0 0 0 0,0 0 1 0 0,0 1-1 0 0,0-1 0 0 0,0 1 0 0 0,0 0 0 0 0,0 0 1 0 0,0 1-1 0 0,1-1 0 0 0,-1 1 0 0 0,0 0 0 0 0,0 0 0 0 0,1 0 1 0 0,-1 1-1 0 0,0-1 0 0 0,0 1 0 0 0,0 0 0 0 0,1 0 1 0 0,4 3-1 0 0,-7-3-13 0 0,1 0 0 0 0,0 1 0 0 0,0-1 0 0 0,-1 1 1 0 0,1 0-1 0 0,-1 0 0 0 0,0 0 0 0 0,1 0 0 0 0,-1 0 1 0 0,0 1-1 0 0,0-1 0 0 0,-1 1 0 0 0,1-1 0 0 0,0 1 0 0 0,-1-1 1 0 0,1 1-1 0 0,-1 0 0 0 0,0 0 0 0 0,0 0 0 0 0,0 0 1 0 0,-1 0-1 0 0,1 0 0 0 0,0 0 0 0 0,-1 0 0 0 0,0 0 0 0 0,0 0 1 0 0,0 3-1 0 0,-2 8 113 0 0,0-1 1 0 0,-1 1-1 0 0,-1-1 1 0 0,0 0 0 0 0,0 0-1 0 0,-1-1 1 0 0,-1 1-1 0 0,-12 18 1 0 0,-8 9 401 0 0,-32 40 1 0 0,-126 120 1813 0 0,183-198-2292 0 0,1-2-49 0 0,1 1 1 0 0,-1-1-1 0 0,1 1 0 0 0,-1-1 0 0 0,1 1 0 0 0,-1-1 0 0 0,1 1 1 0 0,-1-1-1 0 0,1 1 0 0 0,0-1 0 0 0,-1 1 0 0 0,1-1 0 0 0,0 0 0 0 0,-1 0 1 0 0,1 1-1 0 0,0-1 0 0 0,-1 0 0 0 0,1 0 0 0 0,0 0 0 0 0,-1 0 1 0 0,1 1-1 0 0,1-1 0 0 0,296-54 69 0 0,-59 8-55 0 0,-157 29-25 0 0,-45 10 0 0 0,-19 6-271 0 0,7-1-7148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5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98 1684 0 0,'0'0'1407'0'0,"-17"17"5979"0"0,-3-16-1405 0 0,30-5-6147 0 0,68-15 205 0 0,149-17-1 0 0,-115 21-41 0 0,76-9 151 0 0,-183 23-102 0 0,0 1 0 0 0,0-2 0 0 0,0 1 0 0 0,0-1-1 0 0,0 1 1 0 0,0-1 0 0 0,8-5 0 0 0,-12 6 5 0 0,-14 27 218 0 0,-163 333 1537 0 0,111-215-1571 0 0,64-142-234 0 0,-23 47 41 0 0,2 1-1 0 0,3 1 1 0 0,-18 71-1 0 0,35-114-283 0 0,1 0 1 0 0,0 0-1 0 0,0 13 0 0 0,1-20-20 0 0,0 1-1 0 0,0 0 1 0 0,0-1-1 0 0,0 1 1 0 0,0-1 0 0 0,1 1-1 0 0,-1 0 1 0 0,1-1 0 0 0,-1 1-1 0 0,1-1 1 0 0,0 1 0 0 0,-1-1-1 0 0,1 1 1 0 0,0-1 0 0 0,0 0-1 0 0,0 1 1 0 0,0-1 0 0 0,0 0-1 0 0,0 0 1 0 0,1 0 0 0 0,-1 1-1 0 0,3 0 1 0 0,30-1-9742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6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51 488 0 0,'-12'-4'5144'0'0,"-21"-22"2961"0"0,32 25-8014 0 0,1 1 0 0 0,0-1-1 0 0,0 1 1 0 0,0-1 0 0 0,0 0-1 0 0,-1 1 1 0 0,1-1 0 0 0,0 1-1 0 0,-1-1 1 0 0,1 1 0 0 0,0 0-1 0 0,-1-1 1 0 0,1 1 0 0 0,0-1-1 0 0,-1 1 1 0 0,1 0 0 0 0,-1-1-1 0 0,1 1 1 0 0,-1 0 0 0 0,1-1-1 0 0,-1 1 1 0 0,1 0 0 0 0,-1 0-1 0 0,0-1 1 0 0,1 1-76 0 0,0 0 0 0 0,0 0 0 0 0,1 0 0 0 0,-1 0 0 0 0,0 0 0 0 0,0 0 0 0 0,0 0 0 0 0,1 0 0 0 0,-1 0 0 0 0,0-1 0 0 0,0 1 0 0 0,0 0 0 0 0,0 0 0 0 0,0 0 0 0 0,1 0 0 0 0,-1 0 0 0 0,0-1 0 0 0,0 1 0 0 0,0 0 0 0 0,0 0 0 0 0,0 0 0 0 0,0 0 0 0 0,0-1 0 0 0,1 1 0 0 0,-1 0 0 0 0,0 0 0 0 0,0 0 0 0 0,0 0 0 0 0,0-1 0 0 0,0 1 0 0 0,0 0 0 0 0,0 0 0 0 0,0 0 0 0 0,0-1 0 0 0,0 1 0 0 0,0 0 0 0 0,0 0 0 0 0,0 0 0 0 0,0-1 0 0 0,0 1 0 0 0,-1 0 0 0 0,1 0 0 0 0,0 0 0 0 0,0 0 0 0 0,0-1 0 0 0,0 1 0 0 0,0 0 0 0 0,0 0 0 0 0,0 0 0 0 0,0 0 0 0 0,-1-1 0 0 0,1 1 0 0 0,0 0 0 0 0,0 0 0 0 0,0 0 0 0 0,0 0 0 0 0,-1 0 0 0 0,1 0 0 0 0,0 0 0 0 0,0 0 0 0 0,0 0 0 0 0,0-1 0 0 0,-1 1 0 0 0,1 0 0 0 0,0 0 0 0 0,1-1 67 0 0,3 2-13 0 0,4 0-52 0 0,0 0 0 0 0,0 0 1 0 0,1 1-1 0 0,-1 0 0 0 0,0 1 0 0 0,-1 0 0 0 0,1 0 1 0 0,0 1-1 0 0,-1 0 0 0 0,0 0 0 0 0,0 1 1 0 0,0-1-1 0 0,-1 2 0 0 0,1-1 0 0 0,8 10 1 0 0,-11-10-15 0 0,0 0 0 0 0,0 1 1 0 0,-1-1-1 0 0,1 1 1 0 0,-1-1-1 0 0,-1 1 0 0 0,1 0 1 0 0,-1 0-1 0 0,0 1 1 0 0,0-1-1 0 0,-1 0 0 0 0,1 1 1 0 0,-1-1-1 0 0,-1 1 1 0 0,1-1-1 0 0,-1 1 1 0 0,-1-1-1 0 0,1 1 0 0 0,-1-1 1 0 0,0 1-1 0 0,-2 5 1 0 0,-2 5 29 0 0,-1 0 1 0 0,-1-1-1 0 0,0 0 0 0 0,-2-1 1 0 0,1 0-1 0 0,-2 0 1 0 0,0-1-1 0 0,-15 17 1 0 0,-15 12 588 0 0,-51 42 1 0 0,47-45-66 0 0,-59 47 486 0 0,103-87-1035 0 0,0 0 0 0 0,0 0-1 0 0,-1 0 1 0 0,1 1 0 0 0,0-1 0 0 0,-1 0 0 0 0,1 0 0 0 0,0 1-1 0 0,0-1 1 0 0,-1 0 0 0 0,1 0 0 0 0,0 1 0 0 0,0-1 0 0 0,0 0-1 0 0,0 1 1 0 0,-1-1 0 0 0,1 0 0 0 0,0 0 0 0 0,0 1 0 0 0,0-1-1 0 0,0 0 1 0 0,0 1 0 0 0,0-1 0 0 0,0 1 0 0 0,0-1 0 0 0,0 0-1 0 0,0 1 1 0 0,0-1 0 0 0,0 0 0 0 0,0 1 0 0 0,0-1 0 0 0,0 1-1 0 0,12 2 85 0 0,24-8-69 0 0,-32 4 3 0 0,441-77 14 0 0,-350 64-3932 0 0,-92 13 2610 0 0,6 2-873 0 0,-3-1 1226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6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72 2104 0 0,'-28'-61'15906'0'0,"21"53"-13725"0"0,7 8-2166 0 0,0-1-1 0 0,0 1 1 0 0,0 0-1 0 0,0 0 1 0 0,0 0-1 0 0,0 0 1 0 0,-1 0-1 0 0,1-1 1 0 0,0 1-1 0 0,0 0 0 0 0,0 0 1 0 0,0 0-1 0 0,-1 0 1 0 0,1 0-1 0 0,0 0 1 0 0,0 0-1 0 0,0 0 1 0 0,0 0-1 0 0,-1 0 1 0 0,1 0-1 0 0,0 0 1 0 0,0 0-1 0 0,0 0 1 0 0,-1 0-1 0 0,1 0 1 0 0,0 0-1 0 0,0 0 1 0 0,0 0-1 0 0,0 0 1 0 0,-1 0-1 0 0,1 0 1 0 0,0 0-1 0 0,0 0 1 0 0,0 0-1 0 0,0 0 0 0 0,-1 0 1 0 0,1 1-1 0 0,-5 8 285 0 0,0 21-50 0 0,4-17-100 0 0,-66 269 1252 0 0,15-75-1099 0 0,47-186-417 0 0,3-14-360 0 0,0 0 0 0 0,0 0 0 0 0,1 0-1 0 0,0 1 1 0 0,0-1 0 0 0,1 0 0 0 0,-1 1 0 0 0,3 13 0 0 0,-2-20 166 0 0,1-1-1 0 0,-1 1 1 0 0,0 0 0 0 0,1 0 0 0 0,-1 0 0 0 0,1 0 0 0 0,-1-1-1 0 0,1 1 1 0 0,-1 0 0 0 0,5 3-1855 0 0,-4-3 1855 0 0,0-1 0 0 0,0 0-1 0 0,0 1 1 0 0,0-1 0 0 0,0 0 0 0 0,0 1 0 0 0,-1-1 0 0 0,1 0-1 0 0,0 0 1 0 0,0 0 0 0 0,0 0 0 0 0,0 0 0 0 0,0 0 0 0 0,0 0-1 0 0,0 0 1 0 0,1-1 0 0 0,14-1-5525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91 2624 0 0,'29'-65'16435'0'0,"-28"59"-14294"0"0,-3 12-1637 0 0,-13 23-363 0 0,1 1 0 0 0,2 0 0 0 0,1 0 0 0 0,1 1 0 0 0,2 1 0 0 0,1-1 0 0 0,-4 54 0 0 0,10-77-112 0 0,1 0-1 0 0,0-1 0 0 0,1 1 1 0 0,0 0-1 0 0,0-1 1 0 0,1 1-1 0 0,0 0 1 0 0,0-1-1 0 0,0 0 1 0 0,1 0-1 0 0,1 0 1 0 0,3 8-1 0 0,-5-12 15 0 0,1 0 1 0 0,-1 0-1 0 0,0-1 0 0 0,1 1 0 0 0,0 0 0 0 0,-1-1 1 0 0,1 0-1 0 0,0 0 0 0 0,0 0 0 0 0,0 0 0 0 0,1 0 1 0 0,-1-1-1 0 0,0 1 0 0 0,1-1 0 0 0,-1 0 1 0 0,1 0-1 0 0,-1 0 0 0 0,1 0 0 0 0,-1-1 0 0 0,1 1 1 0 0,0-1-1 0 0,-1 0 0 0 0,1 0 0 0 0,0 0 1 0 0,-1-1-1 0 0,1 1 0 0 0,4-2 0 0 0,0-1-5 0 0,1 1 1 0 0,-1-1-1 0 0,1-1 0 0 0,-1 1 0 0 0,0-1 0 0 0,0-1 1 0 0,-1 1-1 0 0,0-1 0 0 0,1-1 0 0 0,-1 0 1 0 0,-1 0-1 0 0,1 0 0 0 0,-1 0 0 0 0,-1-1 0 0 0,1 0 1 0 0,-1 0-1 0 0,0-1 0 0 0,0 0 0 0 0,-1 0 0 0 0,0 0 1 0 0,-1 0-1 0 0,0 0 0 0 0,0-1 0 0 0,-1 1 0 0 0,0-1 1 0 0,0 0-1 0 0,-1 0 0 0 0,0 0 0 0 0,0 0 1 0 0,-1 0-1 0 0,-1 1 0 0 0,1-1 0 0 0,-1 0 0 0 0,-1 0 1 0 0,0 0-1 0 0,0 0 0 0 0,-1 1 0 0 0,0 0 0 0 0,0-1 1 0 0,-1 1-1 0 0,-4-8 0 0 0,0 4-111 0 0,-1 0 0 0 0,0 1 0 0 0,-1 0 0 0 0,0 1 0 0 0,0 0 0 0 0,-13-9 0 0 0,-39-26-3240 0 0,22 17-1615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2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20 1204 0 0,'22'-18'14047'0'0,"-22"18"-13968"0"0,0 0-1 0 0,0-1 0 0 0,1 1 1 0 0,-1 0-1 0 0,0 0 0 0 0,0 0 1 0 0,0 0-1 0 0,1 0 0 0 0,-1 0 1 0 0,0 0-1 0 0,0 0 0 0 0,1-1 1 0 0,-1 1-1 0 0,0 0 1 0 0,1 0-1 0 0,-1 0 0 0 0,0 0 1 0 0,0 0-1 0 0,1 0 0 0 0,-1 0 1 0 0,0 1-1 0 0,0-1 0 0 0,1 0 1 0 0,-1 0-1 0 0,0 0 0 0 0,0 0 1 0 0,1 0-1 0 0,-1 0 0 0 0,0 0 1 0 0,0 0-1 0 0,0 1 0 0 0,1-1 1 0 0,-1 0-1 0 0,0 1 0 0 0,4 11 769 0 0,-4 24-1326 0 0,0-25 766 0 0,-7 147 735 0 0,-29 165 1 0 0,14-155-770 0 0,-41 351 276 0 0,-36 324 59 0 0,-95 912-90 0 0,146-1112-260 0 0,49-622-370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1 984 0 0,'0'0'4453'0'0,"-3"0"-3640"0"0,-5 0 338 0 0,6 0-695 0 0,0 0-1 0 0,-1 0 1 0 0,1 0-1 0 0,0 0 1 0 0,0 1-1 0 0,0-1 1 0 0,0 1 0 0 0,0-1-1 0 0,-7 4 3374 0 0,9 0-3285 0 0,0-4-504 0 0,0 0 1 0 0,0 0 0 0 0,0 1 0 0 0,0-1-1 0 0,0 0 1 0 0,0 1 0 0 0,0-1-1 0 0,0 0 1 0 0,0 0 0 0 0,0 1 0 0 0,0-1-1 0 0,0 0 1 0 0,0 0 0 0 0,0 1-1 0 0,0-1 1 0 0,1 0 0 0 0,-1 0-1 0 0,0 1 1 0 0,0-1 0 0 0,0 0 0 0 0,0 0-1 0 0,0 1 1 0 0,1-1 0 0 0,-1 0-1 0 0,0 0 1 0 0,0 0 0 0 0,0 1-1 0 0,1-1 1 0 0,-1 0 0 0 0,7 0 595 0 0,4 0-2285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81 1272 0 0,'0'0'2531'0'0,"-26"-7"6089"0"0,21 5-8070 0 0,7 0-228 0 0,14-5-147 0 0,26-5-195 0 0,191-30-12 0 0,-186 37-3192 0 0,64 2-1 0 0,-82 3-1340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1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0 232 0 0,'-135'103'9896'0'0,"135"-103"-9841"0"0,-1 1 0 0 0,0-1 0 0 0,1 0 0 0 0,-1 1 0 0 0,0-1 0 0 0,1 1 0 0 0,-1-1 0 0 0,1 1 0 0 0,-1 0 0 0 0,1-1 0 0 0,-1 1 0 0 0,1-1 0 0 0,-1 1 0 0 0,1 0 0 0 0,0-1 0 0 0,-1 1 0 0 0,1 0 0 0 0,-1 1 0 0 0,2-2-43 0 0,-1 1 0 0 0,0-1 0 0 0,0 0 0 0 0,1 0-1 0 0,-1 1 1 0 0,0-1 0 0 0,1 0 0 0 0,-1 0 0 0 0,0 0 0 0 0,1 1 0 0 0,-1-1 0 0 0,0 0 0 0 0,1 0 0 0 0,-1 0 0 0 0,1 0 0 0 0,-1 0 0 0 0,0 0-1 0 0,1 0 1 0 0,-1 0 0 0 0,1 0 0 0 0,-1 0 0 0 0,0 0 0 0 0,1 0 0 0 0,0 0 0 0 0,30-4 79 0 0,180-42-1097 0 0,-66 18-3512 0 0,-63 14 884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5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31 252 0 0,'0'0'2088'0'0,"-7"-8"-456"0"0,4-2-796 0 0,-4 1-344 0 0,19 6-2384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3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77 1352 0 0,'0'0'3095'0'0,"-3"0"-2286"0"0,1 0-994 0 0,-19-5 7030 0 0,34 1-6897 0 0,84-20 442 0 0,-55 12-574 0 0,0 2 0 0 0,1 2 0 0 0,72-5 0 0 0,-71 17-5686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4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0 904 0 0,'-4'0'1672'0'0,"-4"0"-806"0"0,-1 1 0 0 0,1 0 0 0 0,0 0 0 0 0,-1 1 0 0 0,1 0 0 0 0,-13 5 0 0 0,14-3-664 0 0,-1 1 1 0 0,1 0-1 0 0,0 0 0 0 0,0 1 0 0 0,0 0 0 0 0,1 0 1 0 0,0 0-1 0 0,0 1 0 0 0,1 0 0 0 0,-1 0 1 0 0,2 1-1 0 0,-1-1 0 0 0,-3 10 0 0 0,-4 11 6 0 0,0 1 0 0 0,-9 42 0 0 0,15-48-69 0 0,3-14 37 0 0,1 0 0 0 0,1 0 0 0 0,-1 1 0 0 0,1 14 1 0 0,2-23-160 0 0,-1-1 0 0 0,0 1 0 0 0,1-1 0 0 0,-1 1 0 0 0,1-1 0 0 0,-1 1 0 0 0,1-1 0 0 0,-1 1 0 0 0,1-1 0 0 0,-1 0 0 0 0,1 1 0 0 0,0-1 0 0 0,-1 0 0 0 0,1 1 0 0 0,-1-1 0 0 0,1 0 0 0 0,0 0 0 0 0,-1 0 0 0 0,1 0 0 0 0,0 1 0 0 0,-1-1 0 0 0,1 0 0 0 0,0 0 0 0 0,-1 0 0 0 0,1 0 0 0 0,0-1 0 0 0,-1 1 0 0 0,1 0 0 0 0,0 0 0 0 0,-1 0 0 0 0,1 0 0 0 0,0-1 0 0 0,-1 1 0 0 0,2-1 0 0 0,22-5 180 0 0,5-6-56 0 0,-5 2-94 0 0,0 1-1 0 0,0 1 1 0 0,1 1 0 0 0,41-6-1 0 0,-60 13-33 0 0,0-1 0 0 0,1 1 0 0 0,-1 0-1 0 0,0 1 1 0 0,0-1 0 0 0,1 1 0 0 0,-1 0-1 0 0,0 1 1 0 0,0-1 0 0 0,0 1 0 0 0,0 1-1 0 0,0-1 1 0 0,-1 1 0 0 0,1 0 0 0 0,-1 0-1 0 0,1 1 1 0 0,-1-1 0 0 0,0 1 0 0 0,-1 0-1 0 0,1 1 1 0 0,-1-1 0 0 0,1 1 0 0 0,-1 0-1 0 0,3 6 1 0 0,-4-7 85 0 0,0 1 1 0 0,-1 0-1 0 0,1 0 0 0 0,-1 0 0 0 0,-1 0 0 0 0,1 0 1 0 0,-1 0-1 0 0,0 0 0 0 0,0 0 0 0 0,0 1 1 0 0,-1 10-1 0 0,0-7 51 0 0,-1 0-1 0 0,0 1 1 0 0,-1-1 0 0 0,0 0 0 0 0,-1 0-1 0 0,-4 12 1 0 0,-2-3 146 0 0,0 1-1 0 0,-1-2 1 0 0,-1 1-1 0 0,0-1 1 0 0,-22 24-1 0 0,21-28-19 0 0,0-1 0 0 0,0 0 0 0 0,-2-1 1 0 0,1 0-1 0 0,-1-1 0 0 0,-1 0 0 0 0,0-2 0 0 0,-31 15 0 0 0,38-20-207 0 0,1-1 0 0 0,-1 1-1 0 0,0-1 1 0 0,0-1 0 0 0,0 1-1 0 0,0-1 1 0 0,-1-1 0 0 0,1 0-1 0 0,0 0 1 0 0,0 0-1 0 0,0-1 1 0 0,0 0 0 0 0,0-1-1 0 0,0 0 1 0 0,0 0 0 0 0,0 0-1 0 0,0-1 1 0 0,1-1 0 0 0,-1 1-1 0 0,-11-9 1 0 0,9 6-345 0 0,0-1 0 0 0,1-1 1 0 0,0 1-1 0 0,0-1 0 0 0,-14-18 0 0 0,23 25 128 0 0,0 1 0 0 0,-1-1-1 0 0,1 0 1 0 0,0 0 0 0 0,0 0 0 0 0,-1 0-1 0 0,1 0 1 0 0,0 0 0 0 0,0 0 0 0 0,0 0-1 0 0,0 0 1 0 0,0 0 0 0 0,0 0 0 0 0,0 1-1 0 0,1-1 1 0 0,-1 0 0 0 0,0 0 0 0 0,1 0-1 0 0,-1 0 1 0 0,0 0 0 0 0,1 0 0 0 0,-1 1-1 0 0,1-1 1 0 0,-1 0 0 0 0,1 0 0 0 0,-1 1-1 0 0,1-1 1 0 0,0 0 0 0 0,-1 1 0 0 0,2-2-1 0 0,22-17-7281 0 0,-6 10 1072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4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788 82 2804 0 0,'-1'-4'354'0'0,"0"-7"1518"0"0,-2 0 0 0 0,1 0 0 0 0,-1 0 0 0 0,-1 0 0 0 0,-5-11 1 0 0,8 22-1792 0 0,-1 0 0 0 0,1 0 1 0 0,0 1-1 0 0,0-1 0 0 0,0 1 0 0 0,0-1 1 0 0,-1 1-1 0 0,1-1 0 0 0,0 1 1 0 0,0 0-1 0 0,-2 1 23 0 0,-8 9 239 0 0,0-1 0 0 0,1 2-1 0 0,0 0 1 0 0,1 0 0 0 0,0 0 0 0 0,1 1 0 0 0,-10 20 0 0 0,1-3 83 0 0,-322 619 2984 0 0,254-451-3030 0 0,-82 289 1 0 0,166-484-382 0 0,-16 58 68 0 0,-14 89-1 0 0,28-132-56 0 0,2 0 0 0 0,0 0 0 0 0,0 0 0 0 0,2 0 0 0 0,1 0 0 0 0,0 0 0 0 0,1-1-1 0 0,0 1 1 0 0,13 32 0 0 0,-11-40-128 0 0,0 0 0 0 0,1 0 0 0 0,0 0 0 0 0,1-1 0 0 0,0 0-1 0 0,0 0 1 0 0,1-1 0 0 0,0 0 0 0 0,1 0 0 0 0,0-1 0 0 0,0 0 0 0 0,0-1 0 0 0,1 0 0 0 0,0 0-1 0 0,0-1 1 0 0,13 5 0 0 0,8 1-1805 0 0,1-1 0 0 0,0-1 0 0 0,1-2 0 0 0,40 4 0 0 0,5-4-7010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6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44 1860 0 0,'-8'-1'724'0'0,"7"1"-434"0"0,-1 0 0 0 0,0 0 0 0 0,1 0 0 0 0,-1 0 0 0 0,1-1-1 0 0,-1 1 1 0 0,1 0 0 0 0,-1-1 0 0 0,1 0 0 0 0,-1 1 0 0 0,1-1 0 0 0,-1 0 0 0 0,1 1-1 0 0,0-1 1 0 0,-1 0 0 0 0,1 0 0 0 0,0 0 0 0 0,0 0 0 0 0,0 0 0 0 0,0-1 0 0 0,-2-1-1 0 0,3 2 257 0 0,3-4 139 0 0,-3 4-665 0 0,0 1 0 0 0,0 0 0 0 0,0-1 0 0 0,0 1 0 0 0,0 0 0 0 0,0-1 0 0 0,0 1 0 0 0,1 0 0 0 0,-1-1 0 0 0,0 1-1 0 0,0 0 1 0 0,0-1 0 0 0,0 1 0 0 0,1 0 0 0 0,-1-1 0 0 0,0 1 0 0 0,0 0 0 0 0,1 0 0 0 0,-1-1 0 0 0,0 1 0 0 0,0 0 0 0 0,1 0 0 0 0,-1 0 0 0 0,0-1-1 0 0,1 1 1 0 0,0 0 0 0 0,4-3 42 0 0,0 1 0 0 0,0 1 0 0 0,1-1-1 0 0,-1 0 1 0 0,1 1 0 0 0,0 0 0 0 0,-1 1-1 0 0,1-1 1 0 0,0 1 0 0 0,-1 0 0 0 0,1 1-1 0 0,0-1 1 0 0,-1 1 0 0 0,1 0 0 0 0,-1 0-1 0 0,1 1 1 0 0,-1 0 0 0 0,1 0 0 0 0,-1 0-1 0 0,0 0 1 0 0,6 5 0 0 0,-4-3-51 0 0,0 0-1 0 0,1 1 1 0 0,-2 0 0 0 0,1 0 0 0 0,-1 1 0 0 0,1-1-1 0 0,-1 1 1 0 0,-1 1 0 0 0,1-1 0 0 0,-1 1-1 0 0,-1 0 1 0 0,1 1 0 0 0,6 13 0 0 0,-9-13 1 0 0,-1-1 1 0 0,1 0-1 0 0,-1 0 0 0 0,0 1 1 0 0,-1-1-1 0 0,0 1 0 0 0,0-1 1 0 0,0 0-1 0 0,-1 1 1 0 0,0-1-1 0 0,-1 0 0 0 0,0 1 1 0 0,0-1-1 0 0,0 0 0 0 0,-1 0 1 0 0,-5 8-1 0 0,-1 4 13 0 0,-2-2 0 0 0,0 0 0 0 0,-1 0 0 0 0,-24 25 0 0 0,6-13 93 0 0,-2-2 1 0 0,-1-2-1 0 0,-67 40 1 0 0,80-53 73 0 0,20-11-189 0 0,-1-1 1 0 0,0 0 0 0 0,0 1 0 0 0,1-1-1 0 0,-1 1 1 0 0,0-1 0 0 0,1 1 0 0 0,-1-1 0 0 0,0 1-1 0 0,1-1 1 0 0,-1 1 0 0 0,1-1 0 0 0,-1 1 0 0 0,1 0-1 0 0,-1-1 1 0 0,1 1 0 0 0,0 0 0 0 0,-1 0-1 0 0,1-1 1 0 0,0 1 0 0 0,0 0 0 0 0,-1 0 0 0 0,1-1-1 0 0,0 1 1 0 0,0 0 0 0 0,0 1 0 0 0,0-1-2 0 0,1 1 1 0 0,-1-1-1 0 0,1 0 0 0 0,0 0 1 0 0,-1 0-1 0 0,1-1 1 0 0,0 1-1 0 0,0 0 0 0 0,0 0 1 0 0,-1 0-1 0 0,1-1 0 0 0,0 1 1 0 0,0 0-1 0 0,0-1 1 0 0,0 1-1 0 0,2 0 0 0 0,6 3 9 0 0,0 0-1 0 0,1-1 0 0 0,11 3 0 0 0,-18-5-1 0 0,29 6-129 0 0,0-1 0 0 0,1-2 1 0 0,0-1-1 0 0,0-2 0 0 0,48-3 0 0 0,-40-2-3040 0 0,80-19 0 0 0,-79 11-830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6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74 652 0 0,'0'-4'691'0'0,"-6"-32"4117"0"0,5 34-4552 0 0,1 0 0 0 0,-1 0 0 0 0,0 0 0 0 0,0 0 0 0 0,0 0 0 0 0,0 0 0 0 0,0 1 0 0 0,0-1 0 0 0,0 0 0 0 0,0 1 0 0 0,-1-1 0 0 0,1 1 0 0 0,-1-1 0 0 0,1 1 0 0 0,-3-2 0 0 0,2 3-109 0 0,0-1 0 0 0,0 0 0 0 0,-1 0 0 0 0,1 1 0 0 0,0-1 0 0 0,-1 1 0 0 0,1 0 1 0 0,-1 0-1 0 0,1 0 0 0 0,0 0 0 0 0,-1 0 0 0 0,1 0 0 0 0,0 1 0 0 0,-1-1 0 0 0,1 1 0 0 0,0-1 0 0 0,-4 3 0 0 0,-37 17 1328 0 0,40-18-1344 0 0,-22 14 158 0 0,2 0 0 0 0,0 2 0 0 0,0 0-1 0 0,2 2 1 0 0,0 0 0 0 0,2 1 0 0 0,0 1 0 0 0,1 1 0 0 0,1 1-1 0 0,2 0 1 0 0,0 1 0 0 0,1 0 0 0 0,-11 32 0 0 0,23-50-261 0 0,-1 1 1 0 0,1 0 0 0 0,0-1-1 0 0,1 1 1 0 0,0 0 0 0 0,0 0-1 0 0,1 0 1 0 0,0 0 0 0 0,1 10-1 0 0,0-14-14 0 0,0 0 0 0 0,0-1 0 0 0,0 1 0 0 0,0 0 0 0 0,0-1 0 0 0,1 0 0 0 0,-1 1 0 0 0,1-1 0 0 0,0 0 0 0 0,0 0 0 0 0,0 0 0 0 0,1 0 0 0 0,-1 0 0 0 0,1 0 0 0 0,-1-1 0 0 0,1 1 0 0 0,0-1 0 0 0,0 0 0 0 0,0 0 0 0 0,1 0 0 0 0,5 3 0 0 0,-1-2 7 0 0,0 0 0 0 0,0 0 0 0 0,1-1 1 0 0,-1 0-1 0 0,1-1 0 0 0,-1 0 0 0 0,1 0 1 0 0,0-1-1 0 0,-1 0 0 0 0,1-1 0 0 0,0 1 1 0 0,-1-2-1 0 0,1 1 0 0 0,15-6 0 0 0,-17 5-6 0 0,0-1-1 0 0,0 0 1 0 0,0 0 0 0 0,0-1-1 0 0,0 0 1 0 0,-1 0-1 0 0,1-1 1 0 0,-1 0-1 0 0,-1 0 1 0 0,1 0-1 0 0,-1-1 1 0 0,1 0 0 0 0,-2 0-1 0 0,1 0 1 0 0,-1 0-1 0 0,7-14 1 0 0,-10 20-14 0 0,-1-1-1 0 0,1 0 1 0 0,-1 1 0 0 0,1-1-1 0 0,-1 0 1 0 0,0 0 0 0 0,1 1-1 0 0,-1-1 1 0 0,0 0 0 0 0,1 0 0 0 0,-1 0-1 0 0,0 1 1 0 0,0-1 0 0 0,0 0-1 0 0,0 0 1 0 0,0 0 0 0 0,0 0 0 0 0,0 1-1 0 0,0-1 1 0 0,0 0 0 0 0,0 0-1 0 0,0 0 1 0 0,-1 1 0 0 0,1-1 0 0 0,0 0-1 0 0,-1 0 1 0 0,1 0 0 0 0,0 1-1 0 0,-1-1 1 0 0,1 0 0 0 0,-1 0-1 0 0,-2 0 1 0 0,1-1 0 0 0,0 1 0 0 0,0 0-1 0 0,0 0 1 0 0,-1 0 0 0 0,1 0-1 0 0,-1 0 1 0 0,1 1 0 0 0,0-1 0 0 0,-1 1-1 0 0,1 0 1 0 0,-1 0 0 0 0,1 0-1 0 0,-1 0 1 0 0,1 0 0 0 0,-1 0 0 0 0,1 0-1 0 0,-1 1 1 0 0,1-1 0 0 0,-1 1-1 0 0,1 0 1 0 0,-1 0 0 0 0,-1 1 0 0 0,-3 0-1 0 0,-1 1-152 0 0,-1 0 0 0 0,1 0 0 0 0,0 1 1 0 0,0 0-1 0 0,0 0 0 0 0,1 1 0 0 0,-1 0 0 0 0,1 0 1 0 0,0 1-1 0 0,1 0 0 0 0,-1 0 0 0 0,1 1 1 0 0,1-1-1 0 0,-7 10 0 0 0,12-15 38 0 0,-1-1 0 0 0,1 1 1 0 0,-1 0-1 0 0,1-1 0 0 0,0 1 0 0 0,0 0 1 0 0,-1 0-1 0 0,1-1 0 0 0,0 1 0 0 0,0 0 0 0 0,0 0 1 0 0,0 0-1 0 0,0-1 0 0 0,0 1 0 0 0,0 0 1 0 0,0 0-1 0 0,0 0 0 0 0,0-1 0 0 0,0 1 1 0 0,1 0-1 0 0,-1 0 0 0 0,0-1 0 0 0,0 1 0 0 0,1 0 1 0 0,-1-1-1 0 0,1 1 0 0 0,-1 0 0 0 0,0-1 1 0 0,1 1-1 0 0,0 0 0 0 0,-1-1 0 0 0,1 1 1 0 0,-1-1-1 0 0,1 1 0 0 0,-1-1 0 0 0,2 1 1 0 0,0 0-397 0 0,0 0 0 0 0,1 0 1 0 0,-1 0-1 0 0,0 0 1 0 0,1 0-1 0 0,-1-1 0 0 0,1 1 1 0 0,-1-1-1 0 0,1 0 1 0 0,2 0-1 0 0,12-1-4738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7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76 924 0 0,'7'-8'1981'0'0,"-5"6"-1449"0"0,-1 0 1 0 0,1 0 0 0 0,-1 1-1 0 0,1-1 1 0 0,-1 0-1 0 0,0 0 1 0 0,0 0 0 0 0,0-1-1 0 0,0 1 1 0 0,0 0 0 0 0,0 0-1 0 0,0-1 1 0 0,0-2 0 0 0,-1 4-478 0 0,0 1 1 0 0,0 0 0 0 0,-1-1 0 0 0,1 1-1 0 0,0 0 1 0 0,0-1 0 0 0,0 1 0 0 0,0 0 0 0 0,-1 0-1 0 0,1-1 1 0 0,0 1 0 0 0,0 0 0 0 0,0 0-1 0 0,-1-1 1 0 0,1 1 0 0 0,0 0 0 0 0,0 0-1 0 0,-1-1 1 0 0,1 1 0 0 0,0 0 0 0 0,-1 0 0 0 0,1 0-1 0 0,0 0 1 0 0,-1 0 0 0 0,1 0 0 0 0,0 0-1 0 0,-1-1 1 0 0,1 1 0 0 0,0 0 0 0 0,-1 0-1 0 0,1 0 1 0 0,0 0 0 0 0,-1 0 0 0 0,1 0 0 0 0,0 1-1 0 0,-1-1 1 0 0,1 0 0 0 0,0 0 0 0 0,-1 0-1 0 0,1 0 1 0 0,0 0 0 0 0,0 0 0 0 0,-1 1-1 0 0,1-1 1 0 0,0 0 0 0 0,-1 0 0 0 0,1 0 0 0 0,0 1-1 0 0,-18 8 976 0 0,6 1-678 0 0,0 1 1 0 0,0 0 0 0 0,1 0 0 0 0,1 1-1 0 0,0 1 1 0 0,-11 18 0 0 0,5-6-106 0 0,2 1 0 0 0,-16 43 0 0 0,23-52-171 0 0,1 1 1 0 0,1 0 0 0 0,1 0-1 0 0,-2 25 1 0 0,5-37-38 0 0,0 0 0 0 0,1 1 0 0 0,0-1 0 0 0,0 0 0 0 0,1 0 1 0 0,-1 1-1 0 0,1-1 0 0 0,1 0 0 0 0,-1 0 0 0 0,1 0 0 0 0,0 0 0 0 0,1-1 0 0 0,-1 1 1 0 0,1 0-1 0 0,0-1 0 0 0,7 9 0 0 0,-7-11-2 0 0,0-1 1 0 0,-1 0-1 0 0,1 0 0 0 0,0 0 1 0 0,1 0-1 0 0,-1 0 1 0 0,0-1-1 0 0,1 1 0 0 0,-1-1 1 0 0,1 0-1 0 0,-1 0 0 0 0,1 0 1 0 0,-1-1-1 0 0,1 1 0 0 0,0-1 1 0 0,-1 0-1 0 0,1 0 0 0 0,-1 0 1 0 0,1 0-1 0 0,0-1 1 0 0,-1 1-1 0 0,1-1 0 0 0,6-2 1 0 0,0-1 17 0 0,0 1 0 0 0,0-1 0 0 0,-1-1 0 0 0,0 0 1 0 0,0 0-1 0 0,0 0 0 0 0,9-9 0 0 0,-3 1 10 0 0,-1-1 1 0 0,0 0-1 0 0,-2-1 0 0 0,1-1 0 0 0,-2 0 0 0 0,0-1 1 0 0,12-24-1 0 0,-17 28 44 0 0,0-1 1 0 0,0 1 0 0 0,-1-1-1 0 0,-1-1 1 0 0,-1 1-1 0 0,0-1 1 0 0,0 0 0 0 0,-2 1-1 0 0,0-1 1 0 0,-1-22-1 0 0,-1 31-79 0 0,0-1 0 0 0,-1 1-1 0 0,0-1 1 0 0,0 1 0 0 0,-1 0-1 0 0,0-1 1 0 0,0 1 0 0 0,0 1-1 0 0,0-1 1 0 0,-1 0 0 0 0,0 1-1 0 0,0 0 1 0 0,-1 0 0 0 0,0 0-1 0 0,1 0 1 0 0,-2 1 0 0 0,1 0-1 0 0,-7-5 1 0 0,8 6-101 0 0,-1 1 0 0 0,1-1 0 0 0,-1 1 0 0 0,1 0-1 0 0,-1 0 1 0 0,0 0 0 0 0,0 0 0 0 0,0 1 0 0 0,0 0 0 0 0,0 0 0 0 0,0 1-1 0 0,-1-1 1 0 0,1 1 0 0 0,0 0 0 0 0,0 0 0 0 0,0 1 0 0 0,0 0 0 0 0,0 0-1 0 0,0 0 1 0 0,0 0 0 0 0,0 1 0 0 0,0 0 0 0 0,0 0 0 0 0,-5 3 0 0 0,8-4-172 0 0,0 1 0 0 0,-1 0 0 0 0,1-1 0 0 0,0 1 0 0 0,0 0 0 0 0,0 0 0 0 0,1 0 0 0 0,-1 1 0 0 0,0-1 0 0 0,1 0 0 0 0,0 1 0 0 0,-1-1 0 0 0,1 1 0 0 0,0-1 0 0 0,0 1 0 0 0,0 3 0 0 0,0-3-535 0 0,1 0 0 0 0,-1 0 0 0 0,1-1 0 0 0,0 1 0 0 0,0 0 0 0 0,0 0 0 0 0,0 0 0 0 0,1 0 0 0 0,1 5 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1740 0 0,'14'3'22754'0'0,"6"-6"-22248"0"0,1-1 0 0 0,31-11 0 0 0,-2 0-376 0 0,45-9-404 0 0,26-7-3000 0 0,-1-2-5137 0 0,-91 24 3662 0 0,-2-2-2281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7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59 1656 0 0,'14'-51'14703'0'0,"-14"43"-13376"0"0,-2 24-1204 0 0,0-1 1 0 0,-1 0 0 0 0,0 0-1 0 0,-8 18 1 0 0,-4 22 50 0 0,12-43-128 0 0,1 0 0 0 0,0 0 0 0 0,0 0 0 0 0,2 0 0 0 0,-1 1 0 0 0,1-1 0 0 0,1 0 0 0 0,4 21 0 0 0,-5-31-26 0 0,1 1 0 0 0,0-1 0 0 0,-1 0 0 0 0,1 0-1 0 0,0 0 1 0 0,0 0 0 0 0,0-1 0 0 0,0 1 0 0 0,1 0-1 0 0,-1 0 1 0 0,0-1 0 0 0,1 1 0 0 0,-1 0 0 0 0,1-1-1 0 0,0 0 1 0 0,-1 1 0 0 0,1-1 0 0 0,0 0 0 0 0,2 2-1 0 0,-1-2-3 0 0,0-1-1 0 0,0 1 1 0 0,0 0-1 0 0,0-1 1 0 0,0 1-1 0 0,1-1 1 0 0,-1 0-1 0 0,0 0 1 0 0,0 0-1 0 0,0 0 1 0 0,0-1 0 0 0,3 0-1 0 0,3-2 3 0 0,0 1 1 0 0,-1-1-1 0 0,1-1 0 0 0,-1 0 1 0 0,0 0-1 0 0,0 0 0 0 0,-1-1 1 0 0,9-7-1 0 0,6-9 88 0 0,-1 0 0 0 0,22-29 0 0 0,15-16 1955 0 0,-55 63-1892 0 0,11-11 213 0 0,-8 13-231 0 0,-4 11 20 0 0,-9 35 149 0 0,-3 0 0 0 0,-1-1 0 0 0,-22 55 0 0 0,1-2-106 0 0,29-86-302 0 0,-36 132 383 0 0,26-72-2228 0 0,9 1-3982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8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368 132 2796 0 0,'-30'-122'12947'0'0,"30"122"-12903"0"0,1 0 0 0 0,-1 1 1 0 0,0-1-1 0 0,0 0 0 0 0,1 0 0 0 0,-1 0 1 0 0,0 1-1 0 0,0-1 0 0 0,1 0 1 0 0,-1 0-1 0 0,0 0 0 0 0,1 0 0 0 0,-1 0 1 0 0,0 0-1 0 0,0 0 0 0 0,1 0 1 0 0,-1 0-1 0 0,0 0 0 0 0,1 0 0 0 0,-1 0 1 0 0,0 0-1 0 0,1 0 0 0 0,-1 0 1 0 0,0 0-1 0 0,1 0 0 0 0,-1 0 0 0 0,0 0 1 0 0,0 0-1 0 0,1 0 0 0 0,-1-1 1 0 0,0 1-1 0 0,0 0 0 0 0,1 0 0 0 0,-1 0 1 0 0,0 0-1 0 0,0-1 0 0 0,1 1 1 0 0,-1 0-1 0 0,0 0 0 0 0,0-1 0 0 0,0 1 1 0 0,1 0-1 0 0,-1 0 0 0 0,0-1 1 0 0,0 1-1 0 0,0 0 0 0 0,0-1 0 0 0,0 1 1 0 0,0 0-1 0 0,0 0 0 0 0,1-1 1 0 0,-1 1-1 0 0,0 0 0 0 0,0-1 0 0 0,0 1 1 0 0,0 0-1 0 0,0-1 0 0 0,-1 1 1 0 0,1 0-1 0 0,0-1 0 0 0,0 1 0 0 0,0 0 1 0 0,0 0-1 0 0,0-1 0 0 0,0 1 1 0 0,0 0-1 0 0,0 0 0 0 0,-1-1 0 0 0,1 1 1 0 0,20 16 1069 0 0,-1 6-782 0 0,-1 1 0 0 0,-1 1-1 0 0,-1 1 1 0 0,-1 0 0 0 0,-1 2 0 0 0,-2-1-1 0 0,10 30 1 0 0,-9-18-149 0 0,-3 1 0 0 0,-1 1 0 0 0,-2-1 1 0 0,3 66-1 0 0,-9-34-107 0 0,-4 0 0 0 0,-2 0 1 0 0,-4 0-1 0 0,-3-1 1 0 0,-32 105-1 0 0,24-111-126 0 0,-3 0 0 0 0,-2-2 0 0 0,-3-1 0 0 0,-48 75 1 0 0,45-89-1145 0 0,-2-2 0 0 0,-1-1 0 0 0,-44 42 0 0 0,54-64-2821 0 0,-38 29 1 0 0,18-20-4513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2220 0 0,'16'18'10316'0'0,"7"13"726"0"0,-19-31-10897 0 0,301-12 266 0 0,-259 7-858 0 0,-43 5 39 0 0,3-2-1582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292 107 2036 0 0,'-4'-16'6036'0'0,"1"8"-4364"0"0,1 3-285 0 0,0-1 1 0 0,0-1 0 0 0,1 1 0 0 0,-2-8 0 0 0,3 13-1267 0 0,0-1 0 0 0,0 1 1 0 0,0-1-1 0 0,0 1 1 0 0,0-1-1 0 0,1 1 0 0 0,-1-1 1 0 0,0 1-1 0 0,0-1 1 0 0,1 1-1 0 0,-1-1 0 0 0,1 1 1 0 0,0-1-1 0 0,-1 1 1 0 0,1 0-1 0 0,0-1 1 0 0,0 1-1 0 0,0 0 0 0 0,0 0 1 0 0,0 0-1 0 0,0 0 1 0 0,0 0-1 0 0,0 0 0 0 0,2-2 1 0 0,0 2-99 0 0,0-1 1 0 0,0 1 0 0 0,0 0-1 0 0,0 0 1 0 0,0 0 0 0 0,0 0-1 0 0,0 1 1 0 0,1-1 0 0 0,-1 1-1 0 0,0 0 1 0 0,0-1 0 0 0,1 1-1 0 0,-1 1 1 0 0,0-1 0 0 0,0 1-1 0 0,1-1 1 0 0,-1 1 0 0 0,0 0-1 0 0,0 0 1 0 0,0 0 0 0 0,0 0-1 0 0,0 1 1 0 0,0-1 0 0 0,0 1-1 0 0,-1 0 1 0 0,1 0 0 0 0,2 2-1 0 0,-1-1-12 0 0,0 1-1 0 0,0 0 1 0 0,0 0-1 0 0,-1 0 1 0 0,0 0-1 0 0,1 0 1 0 0,-1 1-1 0 0,-1-1 1 0 0,1 1 0 0 0,-1 0-1 0 0,0 0 1 0 0,0 0-1 0 0,0 0 1 0 0,-1 0-1 0 0,1 0 1 0 0,0 9-1 0 0,-2-4 10 0 0,0-1 0 0 0,-1 0 0 0 0,0 0 0 0 0,0 0 0 0 0,-1 0 0 0 0,0 0 0 0 0,-1 0 0 0 0,-6 14 0 0 0,2-7 37 0 0,-2 0 0 0 0,0-1 0 0 0,-16 21 0 0 0,2 4 1123 0 0,22-38-917 0 0,20-2-202 0 0,-9 0-56 0 0,0 1-1 0 0,-1 1 1 0 0,1 0-1 0 0,-1 0 1 0 0,1 1 0 0 0,-1 0-1 0 0,0 0 1 0 0,0 1-1 0 0,14 9 1 0 0,-10-5-6 0 0,1 1 1 0 0,-2 0 0 0 0,1 1-1 0 0,-1 1 1 0 0,14 15 0 0 0,-23-22 29 0 0,0 0 1 0 0,0 0 0 0 0,0 0-1 0 0,0 0 1 0 0,-1 0-1 0 0,1 1 1 0 0,-1-1 0 0 0,0 1-1 0 0,-1-1 1 0 0,1 1-1 0 0,-1 0 1 0 0,0 0 0 0 0,0 0-1 0 0,0-1 1 0 0,-1 1-1 0 0,0 0 1 0 0,0 0 0 0 0,0 0-1 0 0,0 0 1 0 0,-2 6-1 0 0,0-3 76 0 0,0-1-1 0 0,-1 0 0 0 0,0-1 1 0 0,0 1-1 0 0,-1 0 0 0 0,0-1 0 0 0,0 0 1 0 0,0 0-1 0 0,-1 0 0 0 0,0 0 1 0 0,0-1-1 0 0,-11 9 0 0 0,0-1 11 0 0,-1-2 1 0 0,0 0-1 0 0,0-1 0 0 0,-1 0 0 0 0,0-1 1 0 0,-1-2-1 0 0,-23 7 0 0 0,15-6-25 0 0,0-2-1 0 0,-1-1 1 0 0,1-1-1 0 0,-47 0 1 0 0,62-3-227 0 0,0-2 1 0 0,0 0-1 0 0,1 0 1 0 0,-1-2-1 0 0,1 1 1 0 0,-1-1 0 0 0,1-1-1 0 0,-13-5 1 0 0,20 7-211 0 0,1 1 0 0 0,0-1 0 0 0,-1 0 0 0 0,1 0 1 0 0,0-1-1 0 0,0 1 0 0 0,0-1 0 0 0,0 1 0 0 0,1-1 0 0 0,-1 0 1 0 0,1 0-1 0 0,-1 0 0 0 0,1-1 0 0 0,0 1 0 0 0,0 0 1 0 0,1-1-1 0 0,-1 1 0 0 0,1-1 0 0 0,0 0 0 0 0,-1 1 0 0 0,2-1 1 0 0,-1 0-1 0 0,0 0 0 0 0,1 0 0 0 0,0 1 0 0 0,0-1 1 0 0,0 0-1 0 0,1-6 0 0 0,6-21-4545 0 0,7-7-2388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39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931 105 2364 0 0,'-1'-9'1805'0'0,"-1"0"-1"0"0,0-1 1 0 0,-1 1-1 0 0,0 0 1 0 0,-1 1-1 0 0,-5-12 1 0 0,-7-5 1223 0 0,15 24-2992 0 0,0 1 0 0 0,1-1 0 0 0,-1 1 0 0 0,0-1 0 0 0,1 1 0 0 0,-1-1-1 0 0,0 1 1 0 0,1 0 0 0 0,-1 0 0 0 0,0-1 0 0 0,0 1 0 0 0,0 0 0 0 0,1 0 0 0 0,-1 0 0 0 0,0 0 0 0 0,0 0 0 0 0,1 0 0 0 0,-1 0 0 0 0,0 0 0 0 0,0 0 0 0 0,0 0 0 0 0,1 0 0 0 0,-1 1 0 0 0,0-1 0 0 0,0 0 0 0 0,-1 1 0 0 0,-17 9 335 0 0,0 5-162 0 0,0 1-1 0 0,2 1 0 0 0,0 1 0 0 0,1 0 0 0 0,1 1 1 0 0,-15 22-1 0 0,12-15-61 0 0,-105 155 771 0 0,-187 369 0 0 0,147-170-504 0 0,136-300-331 0 0,4 1 0 0 0,-24 159 1 0 0,44-214-79 0 0,1-1 1 0 0,2 1 0 0 0,0-1-1 0 0,1 1 1 0 0,2-1 0 0 0,1 0-1 0 0,1 0 1 0 0,1 0-1 0 0,14 38 1 0 0,-14-49-279 0 0,0 1-1 0 0,2-1 1 0 0,0-1-1 0 0,0 1 1 0 0,1-1-1 0 0,1-1 1 0 0,0 0-1 0 0,1 0 1 0 0,0-1-1 0 0,1 0 1 0 0,0-1-1 0 0,1 0 1 0 0,0-1-1 0 0,0-1 1 0 0,1 0-1 0 0,23 10 1 0 0,50 12-3674 0 0,-25-16-1719 0 0,-14-7-1195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273 172 1340 0 0,'-6'-7'992'0'0,"1"0"-1"0"0,0-1 1 0 0,0 1 0 0 0,1-1-1 0 0,0 0 1 0 0,1-1 0 0 0,-1 1-1 0 0,2-1 1 0 0,-3-11 0 0 0,4 18-927 0 0,1-1 0 0 0,-1 0 0 0 0,1 1 1 0 0,0-1-1 0 0,0 0 0 0 0,0 1 0 0 0,0-1 1 0 0,1 0-1 0 0,-1 1 0 0 0,1-1 0 0 0,0 0 1 0 0,-1 1-1 0 0,1-1 0 0 0,0 1 0 0 0,1-1 0 0 0,-1 1 1 0 0,0 0-1 0 0,1-1 0 0 0,-1 1 0 0 0,1 0 1 0 0,0 0-1 0 0,0 0 0 0 0,-1 0 0 0 0,1 0 1 0 0,1 1-1 0 0,-1-1 0 0 0,0 1 0 0 0,0-1 1 0 0,1 1-1 0 0,-1 0 0 0 0,0-1 0 0 0,1 1 0 0 0,-1 1 1 0 0,6-2-1 0 0,-2 0-51 0 0,1 1 0 0 0,-1-1 0 0 0,1 2 1 0 0,0-1-1 0 0,-1 1 0 0 0,1 0 0 0 0,-1 0 0 0 0,1 1 1 0 0,0 0-1 0 0,-1 0 0 0 0,0 1 0 0 0,1-1 0 0 0,-1 2 0 0 0,0-1 1 0 0,0 0-1 0 0,0 1 0 0 0,0 0 0 0 0,0 1 0 0 0,9 6 1 0 0,-11-6-3 0 0,0-1 1 0 0,0 1 0 0 0,0 0 0 0 0,-1 0-1 0 0,1 0 1 0 0,-1 0 0 0 0,0 0-1 0 0,0 1 1 0 0,-1 0 0 0 0,1-1 0 0 0,-1 1-1 0 0,0 0 1 0 0,0 0 0 0 0,-1 0 0 0 0,0 0-1 0 0,0 1 1 0 0,0-1 0 0 0,0 0 0 0 0,-1 0-1 0 0,1 1 1 0 0,-2-1 0 0 0,1 0-1 0 0,0 1 1 0 0,-3 7 0 0 0,-1 2 18 0 0,-1 0 0 0 0,-1-1 1 0 0,0 0-1 0 0,-1 0 0 0 0,-1-1 0 0 0,0 0 1 0 0,-16 20-1 0 0,-76 76 1142 0 0,99-108-1090 0 0,-2 2 13 0 0,3-3-93 0 0,0 0 1 0 0,0 0-1 0 0,-1 0 1 0 0,1 0 0 0 0,0 0-1 0 0,0 0 1 0 0,0 0-1 0 0,0 1 1 0 0,-1-1-1 0 0,1 0 1 0 0,0 0 0 0 0,0 0-1 0 0,0 0 1 0 0,0 0-1 0 0,0 0 1 0 0,0 1-1 0 0,-1-1 1 0 0,1 0-1 0 0,0 0 1 0 0,0 0 0 0 0,0 0-1 0 0,0 1 1 0 0,0-1-1 0 0,0 0 1 0 0,0 0-1 0 0,0 0 1 0 0,0 1-1 0 0,0-1 1 0 0,0 0 0 0 0,0 0-1 0 0,0 0 1 0 0,0 0-1 0 0,0 1 1 0 0,0-1-1 0 0,0 0 1 0 0,0 0-1 0 0,1 1-2 0 0,-1 0-1 0 0,1 0 0 0 0,0 0 1 0 0,-1 0-1 0 0,1 0 0 0 0,0 0 1 0 0,0 0-1 0 0,0-1 0 0 0,0 1 1 0 0,0 0-1 0 0,0-1 0 0 0,0 1 1 0 0,0-1-1 0 0,0 1 0 0 0,0-1 1 0 0,0 1-1 0 0,0-1 0 0 0,0 0 1 0 0,3 1-1 0 0,7 3 8 0 0,-2 3 5 0 0,0 0 0 0 0,0 1 0 0 0,-1 1-1 0 0,0-1 1 0 0,-1 1 0 0 0,1 1 0 0 0,-2-1 0 0 0,1 1-1 0 0,-1 1 1 0 0,7 17 0 0 0,-10-21 126 0 0,-1 0 0 0 0,0 1-1 0 0,0 0 1 0 0,-1-1 0 0 0,1 1 0 0 0,-2 0 0 0 0,1-1 0 0 0,-1 1 0 0 0,0 0-1 0 0,-1 0 1 0 0,0-1 0 0 0,0 1 0 0 0,-1 0 0 0 0,1-1 0 0 0,-2 0 0 0 0,1 1-1 0 0,-6 9 1 0 0,3-7 50 0 0,-1 0-1 0 0,-1-1 1 0 0,0 0-1 0 0,0 0 1 0 0,0 0-1 0 0,-1-1 1 0 0,-1-1-1 0 0,1 1 1 0 0,-1-1-1 0 0,0-1 1 0 0,-1 1-1 0 0,0-2 1 0 0,0 1-1 0 0,0-1 1 0 0,0-1-1 0 0,-1 0 1 0 0,-12 3-1 0 0,13-4-164 0 0,0-1 1 0 0,0 0-1 0 0,0-1 0 0 0,-1 0 0 0 0,1 0 1 0 0,0-1-1 0 0,0-1 0 0 0,-1 1 0 0 0,1-2 1 0 0,0 0-1 0 0,0 0 0 0 0,0 0 0 0 0,1-1 1 0 0,-1-1-1 0 0,0 0 0 0 0,1 0 0 0 0,0-1 1 0 0,0 0-1 0 0,-10-8 0 0 0,17 12-178 0 0,0 0-1 0 0,0-1 1 0 0,0 0-1 0 0,0 1 1 0 0,1-1-1 0 0,-1 0 1 0 0,0 0-1 0 0,1 0 1 0 0,-1 0-1 0 0,1 0 1 0 0,0 0-1 0 0,0 0 1 0 0,0-1-1 0 0,0 1 1 0 0,0 0-1 0 0,0-1 1 0 0,1 1-1 0 0,-1 0 1 0 0,1-1-1 0 0,0 1 1 0 0,-1-1-1 0 0,1 1 1 0 0,0-1-1 0 0,1-2 1 0 0,0 1-295 0 0,0-1 0 0 0,1 1 1 0 0,0 0-1 0 0,0 0 1 0 0,0 0-1 0 0,0 0 0 0 0,1 1 1 0 0,-1-1-1 0 0,1 0 1 0 0,0 1-1 0 0,0 0 0 0 0,6-6 1 0 0,14-9-3684 0 0,4-3-2046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55 60 0 0,'23'-44'11339'0'0,"-23"44"-11236"0"0,1-1-1 0 0,-1 1 1 0 0,0 0-1 0 0,-1-1 1 0 0,1 1 0 0 0,0-1-1 0 0,0 1 1 0 0,0-1-1 0 0,0 1 1 0 0,0 0-1 0 0,0-1 1 0 0,0 1 0 0 0,-1-1-1 0 0,1 1 1 0 0,0 0-1 0 0,0-1 1 0 0,0 1 0 0 0,-1 0-1 0 0,1-1 1 0 0,0 1-1 0 0,-1 0 1 0 0,1-1-1 0 0,0 1 1 0 0,-1 0 0 0 0,1-1-1 0 0,0 1 1 0 0,-2 0-1 0 0,-4 4 103 0 0,-1 0-1 0 0,0 1 0 0 0,1 0 1 0 0,0 0-1 0 0,0 0 0 0 0,0 1 0 0 0,1 0 1 0 0,0 0-1 0 0,0 1 0 0 0,0-1 1 0 0,1 1-1 0 0,-4 8 0 0 0,-8 16 159 0 0,-16 45 1 0 0,25-59-306 0 0,2 1 1 0 0,0 0 0 0 0,1 0-1 0 0,1 0 1 0 0,0 0 0 0 0,2 1-1 0 0,0-1 1 0 0,3 34 0 0 0,-1-43-31 0 0,0 0 0 0 0,1 0 1 0 0,1 0-1 0 0,-1 0 0 0 0,2 0 0 0 0,-1-1 1 0 0,1 1-1 0 0,7 10 0 0 0,-8-13-5 0 0,2-1 0 0 0,-1 1 0 0 0,0-1 1 0 0,1-1-1 0 0,0 1 0 0 0,0 0 0 0 0,1-1 0 0 0,-1 0 0 0 0,1-1 1 0 0,0 1-1 0 0,0-1 0 0 0,9 4 0 0 0,-8-5 0 0 0,0 0-1 0 0,0 0 1 0 0,0-1 0 0 0,0 0 0 0 0,0-1-1 0 0,0 1 1 0 0,1-1 0 0 0,-1-1-1 0 0,0 1 1 0 0,0-1 0 0 0,0 0 0 0 0,0-1-1 0 0,0 0 1 0 0,0 0 0 0 0,0 0 0 0 0,-1-1-1 0 0,1 0 1 0 0,-1-1 0 0 0,0 1-1 0 0,6-5 1 0 0,-1 0 26 0 0,0 0 1 0 0,-1 0-1 0 0,0-1 1 0 0,-1 0-1 0 0,0-1 0 0 0,0 0 1 0 0,-1 0-1 0 0,-1-1 0 0 0,0 0 1 0 0,6-12-1 0 0,-7 12 46 0 0,-1-1 1 0 0,-1-1-1 0 0,0 1 0 0 0,-1-1 0 0 0,0 1 0 0 0,-1-1 1 0 0,0 0-1 0 0,-1 0 0 0 0,0 0 0 0 0,-1 0 0 0 0,-1 0 0 0 0,-4-23 1 0 0,4 28-74 0 0,-1-1 0 0 0,-1 1-1 0 0,0 0 1 0 0,0 0 0 0 0,0 1 0 0 0,-1-1 0 0 0,0 1 0 0 0,-1-1 0 0 0,0 1 0 0 0,0 0 0 0 0,0 1 0 0 0,-1-1 0 0 0,0 1 0 0 0,0 1 0 0 0,0-1 0 0 0,-1 1 0 0 0,0 0 0 0 0,0 0-1 0 0,0 1 1 0 0,-12-6 0 0 0,13 7-171 0 0,1 1-1 0 0,-1-1 0 0 0,0 1 0 0 0,0 0 0 0 0,0 1 1 0 0,0-1-1 0 0,0 1 0 0 0,0 0 0 0 0,0 1 1 0 0,-1-1-1 0 0,1 1 0 0 0,0 1 0 0 0,0-1 1 0 0,0 1-1 0 0,-7 1 0 0 0,12-1-10 0 0,0-1 0 0 0,0 0 1 0 0,0 1-1 0 0,0-1 0 0 0,1 1 0 0 0,-1 0 0 0 0,0-1 0 0 0,0 1 1 0 0,0 0-1 0 0,1-1 0 0 0,-1 1 0 0 0,0 0 0 0 0,1 0 0 0 0,-1 0 1 0 0,1-1-1 0 0,-1 1 0 0 0,1 0 0 0 0,-1 0 0 0 0,1 0 0 0 0,-1 0 1 0 0,1 0-1 0 0,0 0 0 0 0,0 0 0 0 0,-1 0 0 0 0,1 0 0 0 0,0 0 1 0 0,0 0-1 0 0,0 0 0 0 0,1 2 0 0 0,-1-1-403 0 0,0 0 0 0 0,0 0 0 0 0,1 0 0 0 0,-1 0 0 0 0,1 0 0 0 0,-1-1 0 0 0,1 1 0 0 0,0 0 0 0 0,0 0 0 0 0,0-1 0 0 0,2 4 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2656 0 0,'-15'15'13828'0'0,"13"-11"-12546"0"0,132-14-467 0 0,-51 10-12015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1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77 644 0 0,'1'-26'6796'0'0,"-2"-25"4376"0"0,-5 59-10882 0 0,-29 89 453 0 0,9-20-303 0 0,-43 77 54 0 0,-6 16-752 0 0,52-102-3002 0 0,15-21-5360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74 2904 0 0,'5'-16'6982'0'0,"5"-35"1169"0"0,-11 45-6936 0 0,-46 129 202 0 0,41-104-1368 0 0,1 0 0 0 0,0 0 0 0 0,2 1 0 0 0,-2 35 1 0 0,5-52-28 0 0,0 1 0 0 0,0-1 1 0 0,0 1-1 0 0,1-1 0 0 0,-1 1 1 0 0,1-1-1 0 0,0 0 0 0 0,0 1 1 0 0,0-1-1 0 0,1 0 0 0 0,-1 0 1 0 0,1 0-1 0 0,0 0 0 0 0,3 4 1 0 0,-3-5-9 0 0,-1 0 0 0 0,1 0 0 0 0,1-1 0 0 0,-1 1 0 0 0,0-1 1 0 0,0 1-1 0 0,1-1 0 0 0,-1 0 0 0 0,1 0 0 0 0,-1 0 0 0 0,1 0 0 0 0,-1 0 0 0 0,1 0 0 0 0,-1-1 1 0 0,1 0-1 0 0,0 1 0 0 0,-1-1 0 0 0,4 0 0 0 0,1-1-5 0 0,-1 0 0 0 0,1 0 0 0 0,0 0 0 0 0,-1-1-1 0 0,0 0 1 0 0,1 0 0 0 0,-1-1 0 0 0,0 0 0 0 0,0 0 0 0 0,0 0 0 0 0,0-1 0 0 0,-1 0 0 0 0,0 0-1 0 0,1 0 1 0 0,3-5 0 0 0,6-6 6 0 0,0-1-1 0 0,-2 0 0 0 0,16-25 0 0 0,23-35 131 0 0,-51 74-170 0 0,-1 2 24 0 0,1 0 9 0 0,-1 1 0 0 0,1-1 0 0 0,-1 0-1 0 0,1 1 1 0 0,-1-1 0 0 0,1 1 0 0 0,-1-1 0 0 0,1 0 0 0 0,-1 1 0 0 0,0-1 0 0 0,1 1-1 0 0,-1-1 1 0 0,1 1 0 0 0,-1-1 0 0 0,0 1 0 0 0,0 0 0 0 0,1-1 0 0 0,-1 1 0 0 0,0-1 0 0 0,0 1-1 0 0,0 0 1 0 0,0-1 0 0 0,0 1 0 0 0,0-1 0 0 0,0 1 0 0 0,0 1 0 0 0,0 19 418 0 0,0-18-351 0 0,-10 78 1178 0 0,-3 0 0 0 0,-24 82 0 0 0,26-119-1066 0 0,-1 6-279 0 0,-12 49-1239 0 0,11-34-9737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89 198 1244 0 0,'-1'-48'4585'0'0,"0"13"-629"0"0,1 0 1 0 0,6-37-1 0 0,-6 71-3902 0 0,1 1 1 0 0,-1 0-1 0 0,0-1 1 0 0,0 1-1 0 0,0-1 1 0 0,0 1-1 0 0,0 0 1 0 0,1-1-1 0 0,-1 1 1 0 0,0 0 0 0 0,0-1-1 0 0,1 1 1 0 0,-1 0-1 0 0,0 0 1 0 0,0-1-1 0 0,1 1 1 0 0,-1 0-1 0 0,0 0 1 0 0,1-1-1 0 0,-1 1 1 0 0,1 0 0 0 0,-1 0-1 0 0,0 0 1 0 0,1 0-1 0 0,-1-1 1 0 0,0 1-1 0 0,1 0 1 0 0,-1 0-1 0 0,1 0 1 0 0,-1 0-1 0 0,0 0 1 0 0,1 0-1 0 0,-1 0 1 0 0,1 0 0 0 0,-1 0-1 0 0,0 0 1 0 0,1 0-1 0 0,-1 1 1 0 0,1-1-1 0 0,0 0 1 0 0,13 6 570 0 0,-14-6-619 0 0,9 6 262 0 0,0-1 0 0 0,-1 1 1 0 0,0 1-1 0 0,0 0 1 0 0,-1 0-1 0 0,8 10 0 0 0,36 50 526 0 0,-44-57-678 0 0,16 27 46 0 0,-1 1 0 0 0,-2 1 0 0 0,-2 1 0 0 0,-2 0 0 0 0,-1 1-1 0 0,-2 1 1 0 0,-2 0 0 0 0,-2 1 0 0 0,-1 0 0 0 0,2 84 0 0 0,-9-58-114 0 0,-3-1 1 0 0,-3 1-1 0 0,-3-1 1 0 0,-3-1-1 0 0,-3 0 1 0 0,-28 82 0 0 0,19-85-619 0 0,-3-1 1 0 0,-67 119 0 0 0,62-134-2953 0 0,-70 86 0 0 0,74-105-2049 0 0,1-3-3176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16 166 1116 0 0,'-16'-32'19521'0'0,"17"31"-19446"0"0,-1 0-1 0 0,0 1 1 0 0,0-1 0 0 0,0 0 0 0 0,0 1-1 0 0,1-1 1 0 0,-1 0 0 0 0,0 1 0 0 0,0-1 0 0 0,1 1-1 0 0,-1-1 1 0 0,1 0 0 0 0,-1 1 0 0 0,0-1-1 0 0,1 1 1 0 0,-1-1 0 0 0,1 1 0 0 0,-1 0-1 0 0,1-1 1 0 0,-1 1 0 0 0,1-1 0 0 0,0 1-1 0 0,-1 0 1 0 0,1 0 0 0 0,1-1 0 0 0,21-10 133 0 0,1 2 0 0 0,0 1 1 0 0,32-8-1 0 0,79-9-175 0 0,-83 16-100 0 0,23 0-1031 0 0,21-5-3170 0 0,-82 11 886 0 0,0-1 1 0 0,17-7 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17 1052 0 0,'-53'-16'10608'0'0,"51"16"-9956"0"0,-12 3 1376 0 0,11 0-1658 0 0,1 1 0 0 0,0 0 0 0 0,0 1 0 0 0,0-1-1 0 0,0 0 1 0 0,1 0 0 0 0,-1 1 0 0 0,0 7 0 0 0,-4 45 360 0 0,2-20-394 0 0,-7 34-70 0 0,-1 0-181 0 0,3 0 1 0 0,1 94-1 0 0,8-162-235 0 0,5 60-1486 0 0,3-32-1080 0 0,-6-28 1839 0 0,-1 0 1 0 0,1 0 0 0 0,0 0 0 0 0,-1 0 0 0 0,2 0 0 0 0,2 4-1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1 300 612 0 0,'71'-49'15729'0'0,"-69"48"-15206"0"0,0 0-1 0 0,0 0 0 0 0,1-1 1 0 0,-1 1-1 0 0,0 0 0 0 0,0-1 1 0 0,-1 0-1 0 0,1 1 0 0 0,0-1 0 0 0,0 0 1 0 0,-1 0-1 0 0,1 0 0 0 0,1-4 1 0 0,-2 5-361 0 0,-14-31 411 0 0,-6-4-502 0 0,18 35-79 0 0,1 0-109 0 0,0 1 97 0 0,0-1 0 0 0,0 1 0 0 0,-1-1 0 0 0,1 1 0 0 0,0-1 0 0 0,0 1 0 0 0,0-1 0 0 0,0 1 0 0 0,0 0-1 0 0,0-1 1 0 0,0 1 0 0 0,0-1 0 0 0,0 1 0 0 0,0-1 0 0 0,0 1 0 0 0,1-1 0 0 0,-1 1 0 0 0,0-1 0 0 0,0 1-1 0 0,0-1 1 0 0,0 1 0 0 0,1 0 0 0 0,-1-1 0 0 0,0 1 0 0 0,1 0 0 0 0,-1-1 0 0 0,0 1 0 0 0,1-1-1 0 0,-1 1 1 0 0,0 0 0 0 0,1 0 0 0 0,-1-1 0 0 0,0 1 0 0 0,1 0 0 0 0,-1 0 0 0 0,1-1 0 0 0,-1 1 0 0 0,1 0-1 0 0,-1 0 1 0 0,0 0 0 0 0,2 0 0 0 0,23-6-148 0 0,-19 5 75 0 0,48-8-278 0 0,-6 1-25 0 0,0-2 0 0 0,91-32 0 0 0,-129 37 446 0 0,-1 0 1 0 0,0 0-1 0 0,0 0 0 0 0,16-14 0 0 0,-4 3 1756 0 0,-10 9-629 0 0,-10 6-954 0 0,0 3-210 0 0,-1 3 2 0 0,0-1 0 0 0,1 0 0 0 0,-1 0-1 0 0,-1 0 1 0 0,1 0 0 0 0,-1 0 0 0 0,1 0 0 0 0,-3 6 0 0 0,-13 39 14 0 0,9-29 7 0 0,-40 123-199 0 0,-72 243-1551 0 0,115-371 949 0 0,-13 61-2914 0 0,15-67 1485 0 0,1 0 0 0 0,1 1 0 0 0,0 11 0 0 0,4-2-5645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1004 85 2240 0 0,'4'-78'12154'0'0,"-4"78"-12133"0"0,0 0-1 0 0,0-1 1 0 0,0 1-1 0 0,0 0 1 0 0,0 0 0 0 0,0-1-1 0 0,0 1 1 0 0,0 0-1 0 0,0 0 1 0 0,0 0 0 0 0,0-1-1 0 0,0 1 1 0 0,0 0 0 0 0,0 0-1 0 0,0 0 1 0 0,-1-1-1 0 0,1 1 1 0 0,0 0 0 0 0,0 0-1 0 0,0 0 1 0 0,0-1-1 0 0,0 1 1 0 0,0 0 0 0 0,-1 0-1 0 0,1 0 1 0 0,0 0-1 0 0,0-1 1 0 0,0 1 0 0 0,-1 0-1 0 0,1 0 1 0 0,0 0-1 0 0,0 0 1 0 0,0 0 0 0 0,-1 0-1 0 0,1 0 1 0 0,0 0 0 0 0,0 0-1 0 0,0 0 1 0 0,-1 0-1 0 0,1 0 1 0 0,0 0 0 0 0,0 0-1 0 0,-1 0 1 0 0,1 0-1 0 0,0 0 1 0 0,0 0 0 0 0,0 0-1 0 0,-1 0 1 0 0,1 0-1 0 0,0 0 1 0 0,0 0 0 0 0,0 0-1 0 0,-1 0 1 0 0,-10 7 246 0 0,-20 19 340 0 0,1 1 0 0 0,-38 46 0 0 0,-45 69 410 0 0,99-124-903 0 0,-350 515 1859 0 0,293-410-1680 0 0,6 3 0 0 0,-76 206 1 0 0,117-266-191 0 0,4 0 0 0 0,-21 122 1 0 0,38-162-82 0 0,1 0 0 0 0,1 1 0 0 0,1-1 0 0 0,6 35 1 0 0,-4-45-54 0 0,1-1 0 0 0,1 1 0 0 0,1-1 0 0 0,0 0 0 0 0,1 0 1 0 0,1 0-1 0 0,0-1 0 0 0,10 15 0 0 0,-10-19-273 0 0,1 0-1 0 0,0-1 1 0 0,0 0-1 0 0,1 0 1 0 0,0-1 0 0 0,1 0-1 0 0,0 0 1 0 0,0-1-1 0 0,16 8 1 0 0,-12-8-1267 0 0,-1-1-1 0 0,1-1 0 0 0,0 0 1 0 0,19 3-1 0 0,12-1-6844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5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51 1452 0 0,'6'-9'3142'0'0,"5"-5"348"0"0,-5 4-817 0 0,-5 9-2473 0 0,-1 1 1 0 0,1 0-1 0 0,-1-1 1 0 0,1 1-1 0 0,-1-1 1 0 0,1 0-1 0 0,-1 1 0 0 0,1-1 1 0 0,-1 1-1 0 0,0-1 1 0 0,1 1-1 0 0,-1-1 0 0 0,0 0 1 0 0,0 1-1 0 0,1-1 1 0 0,-1 0-1 0 0,0 1 1 0 0,0-1-1 0 0,0 0 0 0 0,0 0 1 0 0,0 1-1 0 0,0-1 1 0 0,0-1-1 0 0,-1 2-143 0 0,1 0 1 0 0,-1-1-1 0 0,1 1 0 0 0,-1 0 1 0 0,0 0-1 0 0,1 0 0 0 0,-1-1 0 0 0,0 1 1 0 0,1 0-1 0 0,-1 0 0 0 0,1 0 1 0 0,-1 0-1 0 0,0 0 0 0 0,1 0 0 0 0,-1 0 1 0 0,0 1-1 0 0,1-1 0 0 0,-1 0 1 0 0,0 1-1 0 0,-38 15-71 0 0,3 7 123 0 0,2 2 0 0 0,1 2 0 0 0,-35 35 0 0 0,-82 100 555 0 0,122-131-458 0 0,-37 43 226 0 0,-64 95 0 0 0,107-136-355 0 0,1 1 0 0 0,2 2-1 0 0,1 0 1 0 0,2 1 0 0 0,-19 65 0 0 0,31-88-48 0 0,2 0 1 0 0,-1 0-1 0 0,1 0 1 0 0,1 0-1 0 0,1 0 1 0 0,0 0-1 0 0,1 0 1 0 0,4 25-1 0 0,-4-33 1 0 0,0-1 0 0 0,1 0 0 0 0,0 1 0 0 0,0-1 0 0 0,0 0 0 0 0,1 0 0 0 0,-1-1 0 0 0,1 1 0 0 0,0 0 0 0 0,1-1 0 0 0,-1 1 0 0 0,1-1 0 0 0,0 0 0 0 0,0-1 0 0 0,0 1 0 0 0,0 0 0 0 0,1-1 0 0 0,-1 0 0 0 0,1 0 0 0 0,0-1 0 0 0,0 1 0 0 0,0-1 0 0 0,0 0 0 0 0,10 2 0 0 0,-2-2 27 0 0,-1 0 1 0 0,1-1-1 0 0,0 0 1 0 0,-1-1-1 0 0,1 0 1 0 0,0-1-1 0 0,0-1 1 0 0,-1 0-1 0 0,1-1 1 0 0,-1 0-1 0 0,0-1 1 0 0,0 0-1 0 0,0-1 1 0 0,12-7-1 0 0,-14 7 63 0 0,1-1 0 0 0,-1-1-1 0 0,0 0 1 0 0,0 0 0 0 0,-1-1-1 0 0,0 0 1 0 0,0-1 0 0 0,-1 0-1 0 0,0 0 1 0 0,0-1 0 0 0,-1 0-1 0 0,-1 0 1 0 0,1-1-1 0 0,7-19 1 0 0,-12 24-43 0 0,1-1 0 0 0,-2 1 0 0 0,1-1 0 0 0,-1 0-1 0 0,0 1 1 0 0,0-1 0 0 0,-1 0 0 0 0,0 0 0 0 0,0 1 0 0 0,-1-1 0 0 0,0 0 0 0 0,0 0-1 0 0,0 1 1 0 0,-4-9 0 0 0,3 10-55 0 0,0-1 1 0 0,-1 1-1 0 0,0 0 0 0 0,0 0 0 0 0,0 0 1 0 0,-1 1-1 0 0,1-1 0 0 0,-1 1 0 0 0,0 0 0 0 0,-1 0 1 0 0,1 0-1 0 0,-1 1 0 0 0,0 0 0 0 0,1-1 0 0 0,-1 2 1 0 0,-11-6-1 0 0,-1 2-39 0 0,-1 0-1 0 0,0 1 1 0 0,-1 1 0 0 0,1 1 0 0 0,-1 0-1 0 0,-27 0 1 0 0,42 3-198 0 0,1 1-1 0 0,-1-1 1 0 0,0 0 0 0 0,0 1-1 0 0,0 0 1 0 0,0 0-1 0 0,1 0 1 0 0,-5 3-1 0 0,7-4 9 0 0,-1 1 0 0 0,1-1 0 0 0,0 1 0 0 0,0 0 0 0 0,0-1 0 0 0,0 1-1 0 0,0 0 1 0 0,0 0 0 0 0,0 0 0 0 0,0 0 0 0 0,0 0 0 0 0,0 0 0 0 0,0 0-1 0 0,1 0 1 0 0,-1 0 0 0 0,0 1 0 0 0,1-1 0 0 0,-1 0 0 0 0,1 0 0 0 0,-1 1-1 0 0,1-1 1 0 0,0 0 0 0 0,-1 1 0 0 0,1 1 0 0 0,1-2 38 0 0,-1 0 1 0 0,1 0-1 0 0,0-1 0 0 0,-1 1 0 0 0,1 0 1 0 0,0 0-1 0 0,0 0 0 0 0,0-1 1 0 0,-1 1-1 0 0,1 0 0 0 0,0-1 0 0 0,0 1 1 0 0,0-1-1 0 0,0 1 0 0 0,0-1 1 0 0,2 1-1 0 0,23 7-6288 0 0,-9-6 891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1440 0 0,'0'0'29254'0'0,"3"0"-29263"0"0,396-30 179 0 0,-365 29-130 0 0,-31 1-66 0 0,13-2 157 0 0,1 1-3291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6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155 127 744 0 0,'0'0'2029'0'0,"-16"-25"6280"0"0,15 23-8105 0 0,1 0 0 0 0,-1-1 0 0 0,0 1 0 0 0,1 0 0 0 0,-1-1 0 0 0,1 1 0 0 0,0 0 0 0 0,0-1 0 0 0,0 1 0 0 0,0 0 0 0 0,0-1 0 0 0,0 1 0 0 0,0 0 0 0 0,1-1 0 0 0,-1 1 0 0 0,1 0 1 0 0,0 0-1 0 0,0-1 0 0 0,2-3 0 0 0,-1 3-114 0 0,1 0 0 0 0,-1 0 0 0 0,1 0 0 0 0,0 0 1 0 0,0 0-1 0 0,0 1 0 0 0,0-1 0 0 0,0 1 1 0 0,0 0-1 0 0,1 0 0 0 0,3-2 0 0 0,1 1-85 0 0,-1-1-1 0 0,1 2 0 0 0,-1-1 0 0 0,1 1 0 0 0,0 1 0 0 0,0-1 0 0 0,0 1 0 0 0,0 1 0 0 0,0-1 1 0 0,0 1-1 0 0,13 2 0 0 0,-16-1-4 0 0,0 0 0 0 0,0 1 0 0 0,0 0 0 0 0,0 0 0 0 0,-1 0 0 0 0,1 0 0 0 0,0 0 0 0 0,-1 1 0 0 0,0 0 0 0 0,0 0-1 0 0,1 0 1 0 0,-2 1 0 0 0,1 0 0 0 0,0-1 0 0 0,4 8 0 0 0,-4-5 3 0 0,0 0 1 0 0,-1 1-1 0 0,0 0 0 0 0,0 0 0 0 0,0 0 0 0 0,-1 0 0 0 0,0 0 0 0 0,-1 0 0 0 0,2 15 1 0 0,-2-6 11 0 0,-1 0 1 0 0,-1 1-1 0 0,0-1 1 0 0,-1 0-1 0 0,-1-1 1 0 0,-1 1-1 0 0,0 0 1 0 0,-1-1-1 0 0,-9 21 1 0 0,2-13 9 0 0,0-1 0 0 0,-2 0 0 0 0,-1-1 0 0 0,0 0 0 0 0,-33 32 0 0 0,-101 77 1334 0 0,108-96-406 0 0,-9 7 707 0 0,49-40-1346 0 0,2-1-305 0 0,-1 1 0 0 0,1-1 0 0 0,0 0 1 0 0,0 1-1 0 0,-1-1 0 0 0,1 0 1 0 0,0 1-1 0 0,0-1 0 0 0,0 0 0 0 0,0 0 1 0 0,-1 0-1 0 0,1 0 0 0 0,0 0 1 0 0,0 0-1 0 0,0 0 0 0 0,0 0 0 0 0,-1 0 1 0 0,3-1-1 0 0,15-1 27 0 0,-17 2-36 0 0,191-37-2656 0 0,-9-23-7659 0 0,-135 40 4561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62 2548 0 0,'0'-59'13828'0'0,"-1"58"-13783"0"0,1 1 1 0 0,0 0-1 0 0,-1 0 0 0 0,1-1 0 0 0,-1 1 0 0 0,1 0 1 0 0,-1 0-1 0 0,1 0 0 0 0,-1 0 0 0 0,1 0 1 0 0,-1 0-1 0 0,1 0 0 0 0,-1 0 0 0 0,1 0 0 0 0,-1 0 1 0 0,1 0-1 0 0,-1 0 0 0 0,1 0 0 0 0,-1 0 0 0 0,1 0 1 0 0,-1 0-1 0 0,1 0 0 0 0,-1 1 0 0 0,1-1 1 0 0,-1 0-1 0 0,1 0 0 0 0,-1 1 0 0 0,0-1 0 0 0,-17 8 373 0 0,18-8-391 0 0,-21 15 309 0 0,0 0 1 0 0,1 1-1 0 0,1 1 1 0 0,-32 37 0 0 0,31-33-170 0 0,-10 13 42 0 0,1 1 0 0 0,-37 58 1 0 0,51-68-159 0 0,1 1 0 0 0,1 0 0 0 0,1 1 0 0 0,2 0 0 0 0,-8 29 1 0 0,16-49-31 0 0,0 1 0 0 0,1-1 1 0 0,0 1-1 0 0,1 0 1 0 0,-1-1-1 0 0,1 1 1 0 0,1 0-1 0 0,0 0 0 0 0,0-1 1 0 0,0 1-1 0 0,1-1 1 0 0,0 1-1 0 0,0-1 1 0 0,1 0-1 0 0,0 1 0 0 0,0-1 1 0 0,1-1-1 0 0,0 1 1 0 0,0-1-1 0 0,0 1 0 0 0,1-1 1 0 0,0 0-1 0 0,1-1 1 0 0,-1 1-1 0 0,1-1 1 0 0,0 0-1 0 0,0 0 0 0 0,0-1 1 0 0,1 0-1 0 0,0 0 1 0 0,-1-1-1 0 0,1 1 1 0 0,1-2-1 0 0,-1 1 0 0 0,0-1 1 0 0,1 0-1 0 0,10 2 1 0 0,-9-3-1 0 0,0 0 0 0 0,1-1 0 0 0,-1 0 0 0 0,1 0 1 0 0,-1-1-1 0 0,0 0 0 0 0,1-1 0 0 0,-1 1 0 0 0,0-2 0 0 0,0 0 1 0 0,13-5-1 0 0,-16 5-11 0 0,0-1 0 0 0,0 1 1 0 0,0-1-1 0 0,0 0 1 0 0,-1 0-1 0 0,1-1 0 0 0,-1 0 1 0 0,0 0-1 0 0,-1 0 0 0 0,1-1 1 0 0,-1 1-1 0 0,0-1 1 0 0,0 0-1 0 0,-1 0 0 0 0,6-13 1 0 0,-8 15-12 0 0,0 1-1 0 0,0 0 1 0 0,0-1 0 0 0,0 1 0 0 0,-1 0 0 0 0,1-1 0 0 0,-1 1-1 0 0,0-1 1 0 0,0 1 0 0 0,0-1 0 0 0,0 1 0 0 0,-1-1 0 0 0,0 1-1 0 0,1-1 1 0 0,-1 1 0 0 0,0 0 0 0 0,-3-7 0 0 0,1 6 9 0 0,0-1 1 0 0,0 1-1 0 0,-1 0 1 0 0,1 0-1 0 0,-1 0 1 0 0,0 0-1 0 0,0 0 1 0 0,0 1-1 0 0,0 0 1 0 0,-8-5-1 0 0,-1 2-138 0 0,1 0 0 0 0,-1 0 0 0 0,-1 1 0 0 0,1 1-1 0 0,-1 0 1 0 0,1 1 0 0 0,-24-2 0 0 0,34 5-161 0 0,0 0-1 0 0,0 0 1 0 0,0 0-1 0 0,0 1 1 0 0,0-1-1 0 0,0 1 1 0 0,0 0-1 0 0,-4 1 1 0 0,3 0-206 0 0,3-2 339 0 0,1 1 0 0 0,-1-1-1 0 0,0 1 1 0 0,1-1 0 0 0,-1 0-1 0 0,1 1 1 0 0,-1-1-1 0 0,1 1 1 0 0,-1-1 0 0 0,1 1-1 0 0,0 0 1 0 0,-1-1 0 0 0,1 1-1 0 0,0-1 1 0 0,-1 1 0 0 0,1 0-1 0 0,0-1 1 0 0,0 1 0 0 0,-1 0-1 0 0,1-1 1 0 0,0 1-1 0 0,0 0 1 0 0,0-1 0 0 0,0 1-1 0 0,0 1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48 2956 0 0,'0'-2'2593'0'0,"-13"-43"9618"0"0,27 73-9474 0 0,134 306 105 0 0,-144-326-3169 0 0,31 68-2309 0 0,-11-41-1027 0 0,-20-30 2168 0 0,0-1 0 0 0,1 1 0 0 0,-1-1 1 0 0,8 5-1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7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76 1796 0 0,'-2'-4'892'0'0,"-1"-5"747"0"0,0 2 1 0 0,-1-1 0 0 0,-1 0 0 0 0,-8-11-1 0 0,12 17-1425 0 0,-1 0 0 0 0,0 1-1 0 0,0-1 1 0 0,1 1-1 0 0,-1-1 1 0 0,0 1 0 0 0,0-1-1 0 0,-1 1 1 0 0,1 0 0 0 0,0 0-1 0 0,0 0 1 0 0,-1 0 0 0 0,1 0-1 0 0,0 1 1 0 0,-1-1 0 0 0,1 1-1 0 0,-1 0 1 0 0,1-1-1 0 0,-1 1 1 0 0,-4 1 0 0 0,-1 0 18 0 0,0 0 0 0 0,0 1 0 0 0,0 0 0 0 0,1 1 0 0 0,-1 0 1 0 0,1 0-1 0 0,-14 7 0 0 0,-45 36 518 0 0,49-34-593 0 0,-22 18-10 0 0,1 1 0 0 0,2 2-1 0 0,2 2 1 0 0,1 1 0 0 0,-54 76 0 0 0,87-112-157 0 0,-37 62-1215 0 0,23-28-1433 0 0,13-30 1676 0 0,0 0 1 0 0,0 0-1 0 0,1 1 0 0 0,-1-1 1 0 0,1 0-1 0 0,0 5 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8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67 309 3136 0 0,'13'-21'7285'0'0,"-7"13"-4342"0"0,-1-1 0 0 0,0 0 0 0 0,6-14 0 0 0,-10 19-2703 0 0,0 0-1 0 0,0 1 1 0 0,0-1-1 0 0,-1 0 1 0 0,1 0-1 0 0,-1 0 1 0 0,0 0-1 0 0,0 0 0 0 0,0 0 1 0 0,-1 1-1 0 0,0-1 1 0 0,-1-7-1 0 0,-5-7-111 0 0,0 2-1 0 0,-1-1 1 0 0,0 1 0 0 0,-2 0-1 0 0,-19-25 1 0 0,-9-15-358 0 0,38 54 94 0 0,3 3-484 0 0,51 13 432 0 0,-21-5 97 0 0,0-2-1 0 0,62 7 0 0 0,-85-13 82 0 0,37-2 9 0 0,-22-2 619 0 0,37-11 0 0 0,-60 13-424 0 0,26 0 345 0 0,-25 1-504 0 0,-2 15 51 0 0,-2-6 78 0 0,0-1 0 0 0,-1 0 0 0 0,0 0 0 0 0,0 0 0 0 0,0 0-1 0 0,-1 0 1 0 0,-6 11 0 0 0,-3 10 192 0 0,-49 117 520 0 0,1-4-646 0 0,31-65-329 0 0,-25 72-237 0 0,47-122-2265 0 0,-7 48 0 0 0,14-72 2271 0 0,-1-1 0 0 0,1 0 0 0 0,0 0 0 0 0,1 1 0 0 0,-1-1 0 0 0,0 0 0 0 0,1 1 0 0 0,-1-1 0 0 0,1 0 0 0 0,-1 0 0 0 0,3 3 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48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1009 116 3132 0 0,'-21'-71'8255'0'0,"7"26"-2944"0"0,14 47-5081 0 0,1 1 1 0 0,-1-1-1 0 0,1 0 1 0 0,-1 0-1 0 0,1 0 1 0 0,0 0-1 0 0,0 0 1 0 0,0 0-1 0 0,2 2 1 0 0,3 7 369 0 0,24 62 398 0 0,-4 1-1 0 0,-4 1 1 0 0,-2 0 0 0 0,-4 2-1 0 0,11 135 1 0 0,-24-145-884 0 0,-3 1-1 0 0,-3 0 1 0 0,-2-1 0 0 0,-4 0 0 0 0,-3 0-1 0 0,-39 127 1 0 0,20-113-384 0 0,-3-2 1 0 0,-3 0-1 0 0,-4-3 1 0 0,-3-1-1 0 0,-4-3 0 0 0,-93 110 1 0 0,68-100-2192 0 0,-120 104 0 0 0,102-111-2433 0 0,-117 75-1 0 0,97-79-2488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2 268 0 0,'-17'-2'10808'0'0,"25"6"-10227"0"0,-6-3-557 0 0,-1 0-1 0 0,0-1 1 0 0,0 1 0 0 0,0 0 0 0 0,0-1 0 0 0,0 1-1 0 0,1-1 1 0 0,-1 0 0 0 0,0 1 0 0 0,1-1 0 0 0,-1 0 0 0 0,3 1-1 0 0,60-3 239 0 0,23 0-1118 0 0,-34 5-4967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1812 0 0,'-48'46'7155'0'0,"48"-46"-7124"0"0,0 1-1 0 0,-1-1 0 0 0,1 0 1 0 0,0 1-1 0 0,0-1 0 0 0,0 1 0 0 0,-1-1 1 0 0,1 1-1 0 0,0-1 0 0 0,0 1 1 0 0,0-1-1 0 0,0 1 0 0 0,0-1 0 0 0,0 1 1 0 0,0-1-1 0 0,0 1 0 0 0,0-1 0 0 0,0 0 1 0 0,1 1-1 0 0,-1-1 0 0 0,0 1 1 0 0,0-1-1 0 0,0 1 0 0 0,0-1 0 0 0,1 1 1 0 0,-1-1-1 0 0,0 0 0 0 0,1 1 0 0 0,-1-1 1 0 0,0 1-1 0 0,0-1 0 0 0,1 0 1 0 0,-1 0-1 0 0,1 1 0 0 0,-1-1 0 0 0,0 0 1 0 0,1 1-1 0 0,-1-1 0 0 0,1 0 0 0 0,-1 0 1 0 0,1 0-1 0 0,-1 1 0 0 0,0-1 1 0 0,1 0-1 0 0,-1 0 0 0 0,1 0 0 0 0,-1 0 1 0 0,1 0-1 0 0,-1 0 0 0 0,1 0 0 0 0,-1 0 1 0 0,1 0-1 0 0,0 0 0 0 0,26-1-201 0 0,1 0 1 0 0,-1-2-1 0 0,0-1 0 0 0,52-15 0 0 0,-50 12-1098 0 0,3-1-1370 0 0,1 0-797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73 1868 0 0,'4'-16'4615'0'0,"-3"10"-3482"0"0,0 1 0 0 0,0-1 0 0 0,-1 0 0 0 0,1 0 0 0 0,-2-10 0 0 0,1 14-557 0 0,0-4 73 0 0,0 6-623 0 0,0 0 1 0 0,0 0-1 0 0,0 0 1 0 0,0 0-1 0 0,0 0 1 0 0,0 0 0 0 0,-1 0-1 0 0,1 0 1 0 0,0 0-1 0 0,0 0 1 0 0,0 0-1 0 0,0 0 1 0 0,0 0-1 0 0,0 0 1 0 0,0 0-1 0 0,0 0 1 0 0,0 0-1 0 0,0 0 1 0 0,-1-1 212 0 0,1 1-213 0 0,0 0 1 0 0,0 0-1 0 0,0 0 1 0 0,0 0-1 0 0,0 0 1 0 0,0 0-1 0 0,0 0 1 0 0,0 0-1 0 0,0-1 1 0 0,0 1 0 0 0,0 0-1 0 0,0 0 1 0 0,0 0-1 0 0,0 0 1 0 0,0 0-1 0 0,0 0 1 0 0,0 0-1 0 0,0 0 1 0 0,0 0-1 0 0,0 0 1 0 0,0 0-1 0 0,0-1 1 0 0,0 1-1 0 0,0 0 1 0 0,0 0 0 0 0,0 0-1 0 0,0 0 1 0 0,0 0-1 0 0,0 0 1 0 0,0 0 52 0 0,0 0-52 0 0,-9 17 300 0 0,1 1 0 0 0,1 0 1 0 0,1 0-1 0 0,-8 35 0 0 0,-2 6 236 0 0,-233 577 1881 0 0,244-624-2605 0 0,-13 36-1873 0 0,13-16-2298 0 0,5-32 4225 0 0,0 0 0 0 0,0 1 0 0 0,0-1-1 0 0,1 1 1 0 0,-1-1 0 0 0,0 1 0 0 0,0-1 0 0 0,1 0-1 0 0,-1 1 1 0 0,0-1 0 0 0,1 0 0 0 0,-1 1-1 0 0,0-1 1 0 0,1 0 0 0 0,-1 1 0 0 0,0-1 0 0 0,1 0-1 0 0,-1 0 1 0 0,1 1 0 0 0,-1-1 0 0 0,1 0-1 0 0,-1 0 1 0 0,0 0 0 0 0,2 1 0 0 0,24-5-9076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208 148 1444 0 0,'6'-13'2663'0'0,"0"-1"0"0"0,-1 0-1 0 0,0 0 1 0 0,-1 0 0 0 0,3-24-1 0 0,-6 36-2589 0 0,0 0 0 0 0,-1 0 0 0 0,1 0 0 0 0,0 0 0 0 0,0 0 0 0 0,0 0-1 0 0,1 0 1 0 0,-1 0 0 0 0,0 0 0 0 0,1 1 0 0 0,-1-1 0 0 0,1 0 0 0 0,0 1 0 0 0,-1 0 0 0 0,1-1-1 0 0,0 1 1 0 0,0 0 0 0 0,0 0 0 0 0,0 0 0 0 0,0 0 0 0 0,0 0 0 0 0,0 0 0 0 0,0 1-1 0 0,1-1 1 0 0,-1 1 0 0 0,4-1 0 0 0,1 0-54 0 0,1 0 0 0 0,-1 1 0 0 0,1 0 0 0 0,0 0 0 0 0,-1 0 0 0 0,13 3-1 0 0,-12-1-7 0 0,0 0-1 0 0,0 0 0 0 0,-1 1 1 0 0,1 0-1 0 0,-1 1 0 0 0,0 0 0 0 0,0 0 1 0 0,0 0-1 0 0,-1 1 0 0 0,1-1 1 0 0,6 8-1 0 0,-10-8-7 0 0,0-1 0 0 0,1 1 0 0 0,-2 0-1 0 0,1 0 1 0 0,0 1 0 0 0,-1-1 0 0 0,0 1 0 0 0,0-1 0 0 0,0 1 0 0 0,0 0 0 0 0,-1 0 0 0 0,0 0 0 0 0,0-1-1 0 0,0 1 1 0 0,0 0 0 0 0,-1 0 0 0 0,0 0 0 0 0,0 0 0 0 0,-1 7 0 0 0,-1 1 8 0 0,-1 1 0 0 0,0 0 0 0 0,-1-1 0 0 0,-1 1 0 0 0,0-1 0 0 0,0 0 1 0 0,-13 20-1 0 0,6-15-3 0 0,0-1 1 0 0,-2 0 0 0 0,0 0 0 0 0,-22 19 0 0 0,-12 4 19 0 0,-1-2 0 0 0,-80 45 1 0 0,109-71-15 0 0,-16 9 5 0 0,21-13 79 0 0,1 0 0 0 0,-18 13 0 0 0,31-19 79 0 0,36-4 154 0 0,70-13-1 0 0,-32 3-232 0 0,-34 7-63 0 0,140-15 41 0 0,-176 19-113 0 0,0 1-98 0 0,12 0-160 0 0,-11 0-177 0 0,7 2-620 0 0,4-1-3554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96 1160 0 0,'8'-10'2481'0'0,"-1"-2"1"0"0,0 1-1 0 0,-1-1 0 0 0,0 0 1 0 0,6-19-1 0 0,-12 30-1971 0 0,-3-2 69 0 0,3 2-568 0 0,-1 1 1 0 0,1 0-1 0 0,0 0 0 0 0,0 0 0 0 0,0-1 0 0 0,0 1 0 0 0,0 0 1 0 0,0 0-1 0 0,-1 0 0 0 0,1 0 0 0 0,0-1 0 0 0,0 1 0 0 0,0 0 1 0 0,0 0-1 0 0,-1 0 0 0 0,1 0 0 0 0,0 0 0 0 0,0 0 0 0 0,0-1 1 0 0,-1 1-1 0 0,1 0 0 0 0,0 0 0 0 0,0 0 0 0 0,-1 0 1 0 0,1 0-1 0 0,0 0 0 0 0,0 0 0 0 0,0 0 0 0 0,-1 0 0 0 0,1 0 1 0 0,0 0-1 0 0,0 0 0 0 0,-1 0 0 0 0,1 0 0 0 0,0 0 0 0 0,0 1 1 0 0,0-1-1 0 0,-1 0 0 0 0,-15 8 221 0 0,0 1 1 0 0,1 0-1 0 0,-26 22 1 0 0,-42 42 42 0 0,53-45-183 0 0,13-13-54 0 0,1 1 0 0 0,0 1 0 0 0,1 0 0 0 0,-23 35 0 0 0,37-50-24 0 0,0-1 1 0 0,0 1-1 0 0,0 0 0 0 0,1 0 1 0 0,-1 0-1 0 0,1-1 0 0 0,-1 1 1 0 0,1 0-1 0 0,0 0 1 0 0,-1 0-1 0 0,1 0 0 0 0,0 2 1 0 0,1-3-11 0 0,-1 0 1 0 0,0 0-1 0 0,0 0 1 0 0,0 0 0 0 0,1-1-1 0 0,-1 1 1 0 0,0 0-1 0 0,1 0 1 0 0,-1 0-1 0 0,1-1 1 0 0,-1 1-1 0 0,1 0 1 0 0,-1-1-1 0 0,1 1 1 0 0,-1 0 0 0 0,1-1-1 0 0,0 1 1 0 0,-1 0-1 0 0,1-1 1 0 0,0 1-1 0 0,0-1 1 0 0,-1 0-1 0 0,1 1 1 0 0,0-1 0 0 0,0 1-1 0 0,0-1 1 0 0,-1 0-1 0 0,1 0 1 0 0,0 0-1 0 0,1 1 1 0 0,68 8 61 0 0,-32-5-58 0 0,74 19 0 0 0,-101-20 9 0 0,0 1 1 0 0,-1 0-1 0 0,1 0 1 0 0,-1 1-1 0 0,0 1 1 0 0,0 0-1 0 0,-1 0 0 0 0,1 1 1 0 0,-1 0-1 0 0,-1 0 1 0 0,10 11-1 0 0,-15-14 58 0 0,0-1 1 0 0,0 1-1 0 0,-1-1 0 0 0,0 1 1 0 0,1 0-1 0 0,-1 0 0 0 0,-1 0 1 0 0,1 0-1 0 0,0 1 0 0 0,-1-1 1 0 0,0 0-1 0 0,0 1 0 0 0,-1-1 1 0 0,1 0-1 0 0,-1 1 0 0 0,0 5 1 0 0,0-4 37 0 0,-1 0 0 0 0,-1-1 0 0 0,1 1 0 0 0,-1 0 0 0 0,0-1 1 0 0,0 1-1 0 0,0-1 0 0 0,-1 0 0 0 0,0 1 0 0 0,0-1 0 0 0,-4 5 1 0 0,0-2 89 0 0,-1 1 1 0 0,1-1-1 0 0,-1-1 1 0 0,-1 1-1 0 0,1-1 1 0 0,-1-1-1 0 0,-1 0 1 0 0,1 0-1 0 0,-1-1 1 0 0,0 0 0 0 0,0 0-1 0 0,-17 4 1 0 0,18-7-31 0 0,0 0 1 0 0,0-1 0 0 0,0 0 0 0 0,0 0-1 0 0,-1-1 1 0 0,1-1 0 0 0,0 1 0 0 0,-1-1-1 0 0,1-1 1 0 0,-9-2 0 0 0,15 3-151 0 0,1 0 1 0 0,-1 0-1 0 0,0 0 1 0 0,1 0-1 0 0,-1 0 1 0 0,1 0-1 0 0,0-1 1 0 0,-1 0 0 0 0,1 1-1 0 0,0-1 1 0 0,0 0-1 0 0,0 0 1 0 0,0 0-1 0 0,0 0 1 0 0,0 0-1 0 0,1 0 1 0 0,-1-1-1 0 0,1 1 1 0 0,-1-1-1 0 0,1 1 1 0 0,0-1-1 0 0,0 1 1 0 0,0-1-1 0 0,0 0 1 0 0,1 0-1 0 0,-1 1 1 0 0,1-1-1 0 0,0 0 1 0 0,-1 0 0 0 0,1 1-1 0 0,1-1 1 0 0,-1 0-1 0 0,0 0 1 0 0,1 0-1 0 0,-1 1 1 0 0,2-5-1 0 0,2-6-14 0 0,0 1 0 0 0,1-1 1 0 0,0 1-1 0 0,1 1 0 0 0,14-21 0 0 0,44-54-29 0 0,-38 54 18 0 0,25-31 4 0 0,-20 25 2 0 0,-1 0 1 0 0,37-64-1 0 0,-64 96-12 0 0,-1 1-1 0 0,1-1 1 0 0,-1 1 0 0 0,0-1-1 0 0,-1 0 1 0 0,1 1 0 0 0,-1-1-1 0 0,0 0 1 0 0,0-9 0 0 0,-1 13 4 0 0,0 0 0 0 0,-1 0 0 0 0,1 0 0 0 0,0-1 0 0 0,-1 1 0 0 0,1 0 0 0 0,-1 0 0 0 0,0 0 0 0 0,1 0 0 0 0,-1 0 0 0 0,0 0 0 0 0,0 0 1 0 0,-1 0-1 0 0,1 0 0 0 0,0 1 0 0 0,-1-1 0 0 0,1 0 0 0 0,-1 1 0 0 0,1-1 0 0 0,-1 1 0 0 0,0 0 0 0 0,1-1 0 0 0,-1 1 0 0 0,0 0 1 0 0,0 0-1 0 0,0 0 0 0 0,0 0 0 0 0,-3 0 0 0 0,0-1-125 0 0,-1 1-1 0 0,0 1 1 0 0,0-1 0 0 0,0 1 0 0 0,0 0-1 0 0,0 0 1 0 0,0 0 0 0 0,1 1 0 0 0,-1 0-1 0 0,0 0 1 0 0,0 1 0 0 0,1 0 0 0 0,-1 0-1 0 0,-8 4 1 0 0,7-3-298 0 0,0 1-1 0 0,1-1 1 0 0,0 1 0 0 0,0 1-1 0 0,0-1 1 0 0,0 1-1 0 0,0 0 1 0 0,1 0 0 0 0,0 0-1 0 0,0 1 1 0 0,-5 9 0 0 0,8-12 68 0 0,0 1 0 0 0,0 0 1 0 0,1 0-1 0 0,-1 0 0 0 0,1 0 0 0 0,0 0 1 0 0,0 0-1 0 0,1 0 0 0 0,-1 0 1 0 0,1 0-1 0 0,0 0 0 0 0,0 0 1 0 0,0 0-1 0 0,2 8 0 0 0,-1-8-355 0 0,0-1 0 0 0,0 1 0 0 0,0 0-1 0 0,1-1 1 0 0,0 1 0 0 0,0-1-1 0 0,0 0 1 0 0,0 1 0 0 0,0-1 0 0 0,3 3-1 0 0,7 6-4172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83 1896 0 0,'3'-20'5583'0'0,"-3"20"-5482"0"0,0-1 0 0 0,0 1 0 0 0,0 0 0 0 0,0-1 0 0 0,0 1 0 0 0,0 0 0 0 0,0-1 1 0 0,-1 1-1 0 0,1 0 0 0 0,0 0 0 0 0,0-1 0 0 0,0 1 0 0 0,-1 0 0 0 0,1-1 0 0 0,0 1 0 0 0,0 0 0 0 0,-1 0 0 0 0,1 0 0 0 0,0-1 0 0 0,0 1 0 0 0,-1 0 0 0 0,1 0 0 0 0,0 0 0 0 0,-1 0 0 0 0,1 0 0 0 0,0-1 1 0 0,-1 1-1 0 0,1 0 0 0 0,-1 0 0 0 0,-1 0 63 0 0,0 1 0 0 0,-1-1 0 0 0,1 1 0 0 0,0 0 1 0 0,0-1-1 0 0,0 1 0 0 0,0 0 0 0 0,0 0 0 0 0,0 0 1 0 0,0 0-1 0 0,0 1 0 0 0,-3 2 0 0 0,-5 4 158 0 0,1 1-1 0 0,0 0 0 0 0,0 1 1 0 0,1 0-1 0 0,0 1 1 0 0,-12 21-1 0 0,5-6 231 0 0,-19 55 0 0 0,29-68-448 0 0,1 0 0 0 0,1 1-1 0 0,0-1 1 0 0,1 1 0 0 0,0-1-1 0 0,1 1 1 0 0,1 0 0 0 0,0-1-1 0 0,3 23 1 0 0,-2-31-30 0 0,0 0 0 0 0,0 0 1 0 0,0 0-1 0 0,1-1 0 0 0,0 1 1 0 0,0 0-1 0 0,0-1 0 0 0,0 1 0 0 0,1-1 1 0 0,0 1-1 0 0,0-1 0 0 0,0 0 0 0 0,0 0 1 0 0,0-1-1 0 0,1 1 0 0 0,0-1 1 0 0,0 1-1 0 0,0-1 0 0 0,0 0 0 0 0,0-1 1 0 0,1 1-1 0 0,-1-1 0 0 0,1 0 0 0 0,0 0 1 0 0,-1 0-1 0 0,1-1 0 0 0,0 1 0 0 0,8 0 1 0 0,1-1 68 0 0,-1 0 1 0 0,1-1 0 0 0,-1-1-1 0 0,0 0 1 0 0,1-1-1 0 0,-1 0 1 0 0,0-1 0 0 0,0 0-1 0 0,0-1 1 0 0,-1-1 0 0 0,1 0-1 0 0,-1-1 1 0 0,0 0-1 0 0,0-1 1 0 0,-1 0 0 0 0,0 0-1 0 0,19-18 1 0 0,-19 15-80 0 0,0-1-1 0 0,-1 1 1 0 0,0-2 0 0 0,-1 1-1 0 0,-1-1 1 0 0,1-1 0 0 0,-2 1-1 0 0,0-1 1 0 0,0-1 0 0 0,-1 1-1 0 0,-1-1 1 0 0,0 0 0 0 0,-1 0-1 0 0,-1-1 1 0 0,0 1 0 0 0,0-16-1 0 0,-3 21-50 0 0,0 1 0 0 0,-1 0 0 0 0,0-1 0 0 0,-1 1 0 0 0,0 0 0 0 0,0 0 0 0 0,-1 0-1 0 0,0 0 1 0 0,0 1 0 0 0,-1-1 0 0 0,0 1 0 0 0,0-1 0 0 0,0 2 0 0 0,-1-1 0 0 0,0 0-1 0 0,-1 1 1 0 0,0 0 0 0 0,0 0 0 0 0,0 0 0 0 0,-11-7 0 0 0,8 7-16 0 0,0 0-1 0 0,-1 0 1 0 0,1 1 0 0 0,-1 0-1 0 0,0 1 1 0 0,-1 0 0 0 0,1 1-1 0 0,0 0 1 0 0,-1 0 0 0 0,0 1-1 0 0,0 1 1 0 0,1 0 0 0 0,-1 0-1 0 0,0 1 1 0 0,-16 2 0 0 0,20-1-77 0 0,-1 1 1 0 0,0 1-1 0 0,1-1 0 0 0,-1 1 1 0 0,1 1-1 0 0,0-1 0 0 0,0 1 1 0 0,0 1-1 0 0,1-1 0 0 0,0 1 1 0 0,-1 0-1 0 0,2 0 0 0 0,-9 10 1 0 0,11-12-264 0 0,0 0 1 0 0,0 0-1 0 0,1 1 1 0 0,0-1-1 0 0,-1 1 1 0 0,1-1-1 0 0,1 1 0 0 0,-1 0 1 0 0,0 0-1 0 0,1 0 1 0 0,0 0-1 0 0,0 0 1 0 0,0 0-1 0 0,0 0 1 0 0,1 0-1 0 0,0 0 0 0 0,0 0 1 0 0,0 1-1 0 0,0-1 1 0 0,0 0-1 0 0,1 0 1 0 0,0 0-1 0 0,0 0 1 0 0,0 0-1 0 0,0 0 1 0 0,1 0-1 0 0,2 4 0 0 0,4 3-3664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3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68 0 0,'-95'29'17593'0'0,"94"-29"-17445"0"0,0 0-1 0 0,0 1 1 0 0,0-1-1 0 0,-1 0 1 0 0,1 1 0 0 0,0-1-1 0 0,0 0 1 0 0,0 1 0 0 0,0-1-1 0 0,0 1 1 0 0,0-1 0 0 0,-1 2-1 0 0,-3 1 1632 0 0,51-1-1514 0 0,86-6 0 0 0,-53-1-209 0 0,-58 4-51 0 0,149-8 250 0 0,-167 9-219 0 0,16-1 64 0 0,18-3 40 0 0,-34 4-197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33 110 1096 0 0,'-3'-85'11020'0'0,"1"60"-7183"0"0,-2 50-3789 0 0,-6 30 108 0 0,3 1-1 0 0,3 0 1 0 0,2 68 0 0 0,2-120-128 0 0,1 0 1 0 0,-1 0 0 0 0,1 0 0 0 0,0-1 0 0 0,0 1 0 0 0,1 0 0 0 0,1 3 0 0 0,-2-5-13 0 0,-1-1 1 0 0,1 1 0 0 0,0-1 0 0 0,0 0-1 0 0,0 0 1 0 0,0 1 0 0 0,0-1 0 0 0,0 0-1 0 0,1 0 1 0 0,-1 0 0 0 0,0 0-1 0 0,0 0 1 0 0,1-1 0 0 0,-1 1 0 0 0,1 0-1 0 0,-1-1 1 0 0,1 1 0 0 0,-1 0 0 0 0,1-1-1 0 0,-1 0 1 0 0,1 1 0 0 0,1-1 0 0 0,5 0-3 0 0,0 0 1 0 0,1-1-1 0 0,-1 1 1 0 0,0-2 0 0 0,0 1-1 0 0,-1-1 1 0 0,1-1 0 0 0,0 1-1 0 0,-1-1 1 0 0,1 0-1 0 0,-1-1 1 0 0,0 0 0 0 0,0 0-1 0 0,0-1 1 0 0,-1 1-1 0 0,11-11 1 0 0,6-7 425 0 0,-2-2 0 0 0,-1 0 0 0 0,18-27 0 0 0,-15 19 1079 0 0,1-8-39 0 0,-23 38-1418 0 0,6 15 56 0 0,-9 41-12 0 0,-17 104 0 0 0,-27 56 54 0 0,21-103-298 0 0,24-107-373 0 0,1 0 1 0 0,-1 0-1 0 0,1 0 1 0 0,-1 1-1 0 0,1-1 1 0 0,1 0-1 0 0,-1 1 1 0 0,1-1-1 0 0,1 8 1 0 0,-2-12 372 0 0,1 1 0 0 0,-1-1 0 0 0,0 0 1 0 0,1 1-1 0 0,-1-1 0 0 0,0 0 0 0 0,1 1 1 0 0,-1-1-1 0 0,1 0 0 0 0,-1 0 0 0 0,0 0 1 0 0,1 1-1 0 0,-1-1 0 0 0,1 0 1 0 0,-1 0-1 0 0,0 0 0 0 0,1 0 0 0 0,-1 0 1 0 0,1 0-1 0 0,-1 0 0 0 0,1 0 0 0 0,-1 0 1 0 0,1 0-1 0 0,-1 0 0 0 0,1 0 0 0 0,26-9-11432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98 1944 0 0,'93'-90'16414'0'0,"-91"88"-16038"0"0,2-1 41 0 0,-4 3-405 0 0,0 0 1 0 0,0 0 0 0 0,0 0 0 0 0,0 0-1 0 0,0 0 1 0 0,0 0 0 0 0,-1 0 0 0 0,1 0-1 0 0,0 0 1 0 0,0 0 0 0 0,0-1 0 0 0,0 1-1 0 0,0 0 1 0 0,0 0 0 0 0,0 0-1 0 0,0 0 1 0 0,0 0 0 0 0,0 0 0 0 0,0 0-1 0 0,0 0 1 0 0,0 0 0 0 0,0 0 0 0 0,0 0-1 0 0,0 0 1 0 0,0 0 0 0 0,0 0-1 0 0,0 0 1 0 0,0 0 0 0 0,0 0 0 0 0,0-1-1 0 0,0 1 1 0 0,0 0 0 0 0,0 0 0 0 0,0 0-1 0 0,0 0 1 0 0,0 0 0 0 0,0 0 0 0 0,0 0-1 0 0,0 0 1 0 0,0 0 0 0 0,0 0-1 0 0,0 0 1 0 0,0 0 0 0 0,0 0 0 0 0,0 0-1 0 0,0-1 1 0 0,-16 6 65 0 0,-1 1 1 0 0,1 0-1 0 0,1 2 0 0 0,-20 10 0 0 0,-61 45-16 0 0,58-37-46 0 0,32-22-19 0 0,0 1 0 0 0,1-1 0 0 0,0 2-1 0 0,0-1 1 0 0,-4 6 0 0 0,8-9 5 0 0,0 0-1 0 0,0 0 1 0 0,0 0-1 0 0,0-1 1 0 0,1 1-1 0 0,-1 0 1 0 0,0 1-1 0 0,1-1 1 0 0,0 0-1 0 0,0 0 1 0 0,-1 0-1 0 0,1 0 1 0 0,0 0-1 0 0,1 0 1 0 0,-1 0-1 0 0,0 0 1 0 0,1 0-1 0 0,-1 0 1 0 0,1 0-1 0 0,-1 0 1 0 0,1 0-1 0 0,0 0 1 0 0,0 0-1 0 0,0 0 1 0 0,0 0-1 0 0,0-1 1 0 0,3 4-1 0 0,7 7 9 0 0,1 0 0 0 0,0 0 0 0 0,0-1-1 0 0,2-1 1 0 0,-1 0 0 0 0,28 14 0 0 0,18 14-12 0 0,-35-20-3 0 0,41 38 0 0 0,-59-50 66 0 0,0 1 0 0 0,0 0-1 0 0,0 0 1 0 0,-1 1 0 0 0,0 0-1 0 0,-1-1 1 0 0,1 2 0 0 0,-2-1-1 0 0,1 0 1 0 0,3 14 0 0 0,-6-18 64 0 0,-1 0 0 0 0,1 0 0 0 0,-1-1 0 0 0,0 1-1 0 0,0 0 1 0 0,0 0 0 0 0,-1 0 0 0 0,1 0 0 0 0,-1 0 0 0 0,0 0 0 0 0,0 0 0 0 0,0-1 0 0 0,-1 1-1 0 0,1 0 1 0 0,-1-1 0 0 0,0 1 0 0 0,0-1 0 0 0,0 0 0 0 0,0 1 0 0 0,-1-1 0 0 0,1 0 0 0 0,-1-1 0 0 0,0 1-1 0 0,0 0 1 0 0,0-1 0 0 0,0 1 0 0 0,-4 1 0 0 0,-1 1 104 0 0,-1 0 1 0 0,1-1-1 0 0,-1 0 1 0 0,0 0-1 0 0,0-1 0 0 0,0 0 1 0 0,-1-1-1 0 0,1 0 1 0 0,-19 2-1 0 0,11-3 49 0 0,0-1-1 0 0,-24-4 1 0 0,35 4-193 0 0,0-1 0 0 0,-1-1 0 0 0,1 1 0 0 0,0-1 0 0 0,0-1 0 0 0,0 1 0 0 0,0-1 1 0 0,1 0-1 0 0,-10-5 0 0 0,14 7-69 0 0,0 0 1 0 0,0 0-1 0 0,0-1 1 0 0,0 1-1 0 0,0 0 1 0 0,0 0 0 0 0,0 0-1 0 0,0-1 1 0 0,0 1-1 0 0,0 0 1 0 0,1-1-1 0 0,-1 1 1 0 0,1-1 0 0 0,-1 1-1 0 0,1-1 1 0 0,-1 1-1 0 0,1-1 1 0 0,0 1-1 0 0,0-3 1 0 0,0 1-1 0 0,0-1 0 0 0,1 1 1 0 0,-1 0-1 0 0,1 0 0 0 0,0-1 0 0 0,0 1 0 0 0,0 0 0 0 0,3-5 1 0 0,3-4 9 0 0,0 2-1 0 0,1-1 1 0 0,13-14 0 0 0,-21 25-25 0 0,164-156 41 0 0,-113 113 21 0 0,88-99 1 0 0,-136 138-64 0 0,0 0 1 0 0,0-1-1 0 0,0 1 1 0 0,0-1 0 0 0,-1 1-1 0 0,0-1 1 0 0,0 0-1 0 0,0 0 1 0 0,-1 0-1 0 0,2-8 1 0 0,-3 11-5 0 0,0 0 0 0 0,1-1 0 0 0,-1 1 0 0 0,-1 0 0 0 0,1 0-1 0 0,0-1 1 0 0,0 1 0 0 0,-1 0 0 0 0,1 0 0 0 0,-1 0 0 0 0,0-1 0 0 0,0 1 0 0 0,0 0 0 0 0,0 0-1 0 0,0 0 1 0 0,0 0 0 0 0,0 0 0 0 0,-1 1 0 0 0,1-1 0 0 0,-1 0 0 0 0,1 1 0 0 0,-1-1 0 0 0,0 1-1 0 0,0-1 1 0 0,1 1 0 0 0,-1 0 0 0 0,-2-1 0 0 0,-8-4-158 0 0,-1 1 1 0 0,1 0-1 0 0,-1 1 0 0 0,0 1 0 0 0,0 0 1 0 0,0 0-1 0 0,0 2 0 0 0,-21-1 1 0 0,-107 8-3352 0 0,139-6 3441 0 0,-30 3-2053 0 0,-43 10 1 0 0,24 3-1773 0 0,3 8-3454 0 0,34-14 1210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70 2784 0 0,'-3'1'2312'0'0,"-55"6"14237"0"0,108-19-16135 0 0,1 3 0 0 0,78-4 0 0 0,-67 7-290 0 0,199-13 44 0 0,-1 1 262 0 0,-257 18-390 0 0,-13 0-1394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51 1320 0 0,'-88'-47'14413'0'0,"86"46"-13943"0"0,0 0-99 0 0,1 1-315 0 0,0 0 0 0 0,1 0 0 0 0,-1-1 0 0 0,1 1-1 0 0,-1 0 1 0 0,0 0 0 0 0,1 0 0 0 0,-1 0 0 0 0,0 0 0 0 0,1 0 0 0 0,-1 0-1 0 0,0 0 1 0 0,1 0 0 0 0,-1 0 0 0 0,0 0 0 0 0,1 0 0 0 0,-1 1 0 0 0,0-1-1 0 0,1 0 1 0 0,-1 0 0 0 0,0 1 0 0 0,1-1 0 0 0,-1 0 0 0 0,1 1 0 0 0,-1 0-1 0 0,-1 0 64 0 0,1 1 0 0 0,0-1 0 0 0,0 0-1 0 0,1 1 1 0 0,-1-1 0 0 0,0 1 0 0 0,0-1-1 0 0,1 1 1 0 0,-1 0 0 0 0,0 2 0 0 0,-1 8 579 0 0,0 0 0 0 0,0 20 0 0 0,1-10 51 0 0,-11 60 1030 0 0,-29 100 0 0 0,-37 76-1238 0 0,62-208-442 0 0,9-27-265 0 0,-10 33-1959 0 0,12-19-3488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13 113 2380 0 0,'6'-31'7246'0'0,"0"-4"-479"0"0,3 16-5157 0 0,-7 16-1531 0 0,0 1-1 0 0,0 0 1 0 0,0 0-1 0 0,1 0 1 0 0,-1 1-1 0 0,1-1 1 0 0,-1 0-1 0 0,1 1 1 0 0,0 0-1 0 0,0-1 1 0 0,0 1-1 0 0,-1 1 1 0 0,1-1 0 0 0,0 0-1 0 0,4 0 1 0 0,46-2 209 0 0,-48 3-254 0 0,9 0 5 0 0,0 1 0 0 0,0 1-1 0 0,0 0 1 0 0,0 1-1 0 0,16 5 1 0 0,-24-6-11 0 0,1 0 0 0 0,-1 0 0 0 0,-1 1 1 0 0,1 0-1 0 0,0 0 0 0 0,-1 1 0 0 0,1-1 0 0 0,-1 1 1 0 0,0 0-1 0 0,0 1 0 0 0,-1-1 0 0 0,1 1 0 0 0,5 7 1 0 0,-8-8 65 0 0,-1 0 1 0 0,1-1 0 0 0,-1 1 0 0 0,0 0 0 0 0,0 0-1 0 0,-1 0 1 0 0,1 0 0 0 0,-1 0 0 0 0,1 0 0 0 0,-1 0 0 0 0,-1 0-1 0 0,1-1 1 0 0,0 1 0 0 0,-1 0 0 0 0,0 0 0 0 0,0 0 0 0 0,0 0-1 0 0,0 0 1 0 0,-1-1 0 0 0,1 1 0 0 0,-1-1 0 0 0,0 1-1 0 0,-4 4 1 0 0,-2 5 247 0 0,-1-1 0 0 0,-1 1 0 0 0,0-2 0 0 0,-18 18 0 0 0,-35 24 682 0 0,-97 64 0 0 0,143-102-920 0 0,14-7-20 0 0,3-7-77 0 0,0-1-1 0 0,1 1 1 0 0,-1-1-1 0 0,0 0 1 0 0,1 1 0 0 0,-1-1-1 0 0,1 0 1 0 0,-1 1-1 0 0,0-1 1 0 0,1 0-1 0 0,-1 0 1 0 0,1 1-1 0 0,-1-1 1 0 0,1 0-1 0 0,-1 0 1 0 0,1 0-1 0 0,-1 0 1 0 0,1 0-1 0 0,-1 0 1 0 0,1 0 0 0 0,-1 0-1 0 0,1 0 1 0 0,0 0-1 0 0,36 1 58 0 0,0-1 0 0 0,0-3 0 0 0,52-9 0 0 0,112-32 15 0 0,-107 20 2 0 0,-68 17-1413 0 0,-8-1-5278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195 119 1920 0 0,'-8'-4'1221'0'0,"0"1"-1"0"0,1-1 1 0 0,0-1 0 0 0,0 1-1 0 0,0-1 1 0 0,0 0 0 0 0,1-1-1 0 0,-1 0 1 0 0,2 0 0 0 0,-8-9-1 0 0,12 14-1171 0 0,1 0 0 0 0,-1 0 0 0 0,1 0 0 0 0,0-1 0 0 0,-1 1 0 0 0,1 0 0 0 0,0 0 0 0 0,0 0 0 0 0,0-1 0 0 0,0 1 0 0 0,0 0 0 0 0,0 0 0 0 0,0 0 0 0 0,0-1 0 0 0,1 1 0 0 0,-1 0 0 0 0,0 0 0 0 0,1 0 0 0 0,-1 0 0 0 0,1-1 0 0 0,-1 1 0 0 0,1 0 0 0 0,0 0 0 0 0,-1 0 0 0 0,1 0 0 0 0,0 0 0 0 0,0 1 0 0 0,0-1-1 0 0,0 0 1 0 0,-1 0 0 0 0,1 0 0 0 0,0 1 0 0 0,0-1 0 0 0,1 0 0 0 0,-1 1 0 0 0,2-1 0 0 0,2-2-8 0 0,0 0-1 0 0,0 1 1 0 0,0 0 0 0 0,0 0-1 0 0,1 1 1 0 0,7-2 0 0 0,-5 2-27 0 0,1 1 0 0 0,-1 0 1 0 0,1 0-1 0 0,-1 1 1 0 0,0 0-1 0 0,0 0 0 0 0,1 1 1 0 0,-1 0-1 0 0,0 1 1 0 0,0-1-1 0 0,-1 2 0 0 0,1-1 1 0 0,-1 1-1 0 0,11 7 1 0 0,-15-9-8 0 0,0 1 1 0 0,1-1 0 0 0,-2 1 0 0 0,1 0 0 0 0,0 0 0 0 0,0 0 0 0 0,-1 0 0 0 0,0 0 0 0 0,1 0 0 0 0,-1 1 0 0 0,-1-1 0 0 0,1 1 0 0 0,0 0 0 0 0,-1-1 0 0 0,0 1 0 0 0,0 0 0 0 0,0 0 0 0 0,0 0 0 0 0,0 0 0 0 0,-1 0 0 0 0,0 0 0 0 0,0 0 0 0 0,0 0 0 0 0,0-1 0 0 0,-1 1 0 0 0,1 0 0 0 0,-1 0-1 0 0,0 0 1 0 0,0 0 0 0 0,-1 0 0 0 0,1-1 0 0 0,-3 6 0 0 0,0-2 28 0 0,0 0 0 0 0,-1 0 0 0 0,1 0 0 0 0,-2 0 0 0 0,1-1-1 0 0,-1 0 1 0 0,-9 9 0 0 0,-5 1 169 0 0,-24 15-1 0 0,14-11 98 0 0,29-19-294 0 0,0 0 1 0 0,-1 0-1 0 0,1 0 1 0 0,-1 0 0 0 0,1 0-1 0 0,0 0 1 0 0,0 0-1 0 0,-1 0 1 0 0,1 1-1 0 0,0-1 1 0 0,0 0-1 0 0,0 1 1 0 0,1-1 0 0 0,-2 3-1 0 0,2-3-7 0 0,0 0 0 0 0,0 0-1 0 0,1 0 1 0 0,-1 0 0 0 0,1 0 0 0 0,-1 0 0 0 0,1 0-1 0 0,-1 0 1 0 0,1 0 0 0 0,-1 0 0 0 0,1 0-1 0 0,0-1 1 0 0,-1 1 0 0 0,1 0 0 0 0,0 0-1 0 0,0-1 1 0 0,0 1 0 0 0,-1 0 0 0 0,1-1 0 0 0,0 1-1 0 0,2 0 1 0 0,60 40 63 0 0,-43-29 48 0 0,1 1 0 0 0,-2 0 0 0 0,0 2 0 0 0,-1 0 0 0 0,0 1 0 0 0,20 24-1 0 0,-37-39-19 0 0,0 0-1 0 0,-1 0 0 0 0,1 0 0 0 0,-1 0 0 0 0,1 0 0 0 0,0 0 1 0 0,-1 0-1 0 0,0 1 0 0 0,1-1 0 0 0,-1 0 0 0 0,0 0 0 0 0,1 1 1 0 0,-1-1-1 0 0,0 0 0 0 0,0 0 0 0 0,0 1 0 0 0,0-1 0 0 0,0 0 1 0 0,-1 0-1 0 0,1 1 0 0 0,-1 1 0 0 0,0-1 47 0 0,0 0-1 0 0,0 0 1 0 0,0 0 0 0 0,0 0 0 0 0,-1 0-1 0 0,1 0 1 0 0,-1 0 0 0 0,0 0 0 0 0,1 0-1 0 0,-4 2 1 0 0,-1 0 106 0 0,0 0 0 0 0,-1 0 0 0 0,1 0 0 0 0,-1-1 0 0 0,1 0 1 0 0,-11 3-1 0 0,-5-1 10 0 0,-1 0 0 0 0,0-2 1 0 0,0-1-1 0 0,-29 0 0 0 0,6-3 91 0 0,-52-9-1 0 0,95 10-486 0 0,-1-1 1 0 0,1 1-1 0 0,-1-1 1 0 0,1 0 0 0 0,0 0-1 0 0,-1 0 1 0 0,1-1-1 0 0,0 1 1 0 0,0-1-1 0 0,0 1 1 0 0,-5-4 0 0 0,8 4 28 0 0,-1 1 1 0 0,1-1 0 0 0,0 1-1 0 0,-1-1 1 0 0,1 0 0 0 0,-1 1-1 0 0,1-1 1 0 0,0 1 0 0 0,0-1-1 0 0,-1 0 1 0 0,1 1 0 0 0,0-1-1 0 0,0 0 1 0 0,0 1 0 0 0,0-1-1 0 0,0 0 1 0 0,0 1 0 0 0,0-1-1 0 0,0 0 1 0 0,0 1 0 0 0,0-2-1 0 0,1 0-135 0 0,-1 0 0 0 0,1 0 0 0 0,0 1 1 0 0,0-1-1 0 0,0 0 0 0 0,0 1 0 0 0,0-1 0 0 0,0 1 0 0 0,0-1 0 0 0,1 1 0 0 0,1-2 0 0 0,11-9-3878 0 0,27-16 0 0 0,-26 18 1015 0 0,10-7-3080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7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77 3052 0 0,'-3'-26'11967'0'0,"2"25"-11804"0"0,1 0 0 0 0,0-1 0 0 0,0 1 0 0 0,0 0 0 0 0,0 0-1 0 0,0-1 1 0 0,0 1 0 0 0,0 0 0 0 0,0-1 0 0 0,0 1 0 0 0,1 0-1 0 0,-1-1 1 0 0,1 1 0 0 0,-1 0 0 0 0,1 0 0 0 0,-1 0 0 0 0,1-1-1 0 0,0 1 1 0 0,-1 0 0 0 0,1 0 0 0 0,0 0 0 0 0,0 0 0 0 0,0 0-1 0 0,0 0 1 0 0,2-1 0 0 0,4-1-58 0 0,1 0-1 0 0,-1 0 0 0 0,1 1 1 0 0,0-1-1 0 0,0 2 1 0 0,0-1-1 0 0,0 1 0 0 0,0 1 1 0 0,1-1-1 0 0,-1 1 1 0 0,12 2-1 0 0,-7 0-75 0 0,0-1-1 0 0,-1 2 1 0 0,1 0 0 0 0,-1 1-1 0 0,0 0 1 0 0,19 9 0 0 0,-26-10-17 0 0,1 0 1 0 0,-1 0 0 0 0,0 0 0 0 0,-1 1 0 0 0,1-1 0 0 0,0 1 0 0 0,-1 1 0 0 0,0-1 0 0 0,0 1 0 0 0,0-1 0 0 0,-1 1 0 0 0,6 9 0 0 0,-8-10 31 0 0,1 1 1 0 0,-1-1 0 0 0,1 0-1 0 0,-1 1 1 0 0,-1-1-1 0 0,1 1 1 0 0,-1-1 0 0 0,1 1-1 0 0,-1-1 1 0 0,0 1 0 0 0,-1 0-1 0 0,1-1 1 0 0,-1 1-1 0 0,0-1 1 0 0,0 1 0 0 0,-1-1-1 0 0,-1 6 1 0 0,-3 3 182 0 0,-1-1 0 0 0,0 1 0 0 0,0-1 1 0 0,-1 0-1 0 0,-1-1 0 0 0,0 0 0 0 0,-1 0 0 0 0,-11 9 0 0 0,-96 73 1755 0 0,70-57-1296 0 0,34-28-478 0 0,11-6-172 0 0,-1-1 1 0 0,1 0-1 0 0,0 1 1 0 0,0 0-1 0 0,0-1 0 0 0,0 1 1 0 0,0 0-1 0 0,0 0 0 0 0,0 0 1 0 0,0 0-1 0 0,-1 4 0 0 0,3-6-31 0 0,0 1-1 0 0,0-1 0 0 0,-1 0 1 0 0,1 1-1 0 0,0-1 0 0 0,1 0 1 0 0,-1 1-1 0 0,0-1 0 0 0,0 0 1 0 0,0 1-1 0 0,0-1 0 0 0,0 0 0 0 0,0 0 1 0 0,0 1-1 0 0,0-1 0 0 0,0 0 1 0 0,1 1-1 0 0,-1-1 0 0 0,0 0 1 0 0,0 0-1 0 0,0 1 0 0 0,1-1 0 0 0,-1 0 1 0 0,0 0-1 0 0,0 0 0 0 0,1 1 1 0 0,-1-1-1 0 0,0 0 0 0 0,0 0 1 0 0,1 0-1 0 0,-1 0 0 0 0,0 1 1 0 0,0-1-1 0 0,1 0 0 0 0,-1 0 0 0 0,1 0 1 0 0,10 3 53 0 0,42 3 14 0 0,0-2 0 0 0,87-5 1 0 0,-75-1-70 0 0,-38 1-111 0 0,287-2 283 0 0,-104 9-3792 0 0,-206-6 3020 0 0,1 1 0 0 0,0-1 0 0 0,0 1 0 0 0,-1 0 0 0 0,1 0 1 0 0,-1 1-1 0 0,7 2 0 0 0,-9-2-185 0 0,-2-2 670 0 0,0 1 1 0 0,0-1-1 0 0,0 0 0 0 0,0 1 1 0 0,0-1-1 0 0,0 0 0 0 0,1 0 0 0 0,-1 1 1 0 0,0-1-1 0 0,0 0 0 0 0,0 1 0 0 0,0-1 1 0 0,0 0-1 0 0,0 1 0 0 0,0-1 1 0 0,-1 0-1 0 0,1 1 0 0 0,0-1 0 0 0,0 0 1 0 0,0 1-1 0 0,0-1 0 0 0,0 0 1 0 0,0 1-1 0 0,-1-1 0 0 0,1 0 0 0 0,0 0 1 0 0,0 1-1 0 0,-1-1 0 0 0,-6 9-2569 0 0,-7-1-1467 0 0,-5 0-1744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41 4 0 0,'0'0'8431'0'0,"-21"10"-2141"0"0,21-10-6279 0 0,0 0-1 0 0,0 1 0 0 0,-1-1 0 0 0,1 0 0 0 0,0 1 1 0 0,0-1-1 0 0,0 1 0 0 0,0-1 0 0 0,-1 0 0 0 0,1 1 0 0 0,0-1 1 0 0,0 0-1 0 0,0 1 0 0 0,0-1 0 0 0,0 1 0 0 0,0-1 1 0 0,0 1-1 0 0,0-1 0 0 0,0 0 0 0 0,0 1 0 0 0,0-1 1 0 0,1 1-1 0 0,-1-1 0 0 0,0 0 0 0 0,0 1 0 0 0,0-1 1 0 0,0 0-1 0 0,1 1 0 0 0,-1-1 0 0 0,0 0 0 0 0,0 1 1 0 0,0-1-1 0 0,1 0 0 0 0,-1 1 0 0 0,0-1 0 0 0,1 0 1 0 0,-1 0-1 0 0,0 1 0 0 0,1-1 0 0 0,-1 0 0 0 0,0 0 1 0 0,1 0-1 0 0,-1 0 0 0 0,1 1 0 0 0,-1-1 0 0 0,0 0 1 0 0,1 0-1 0 0,-1 0 0 0 0,1 0 0 0 0,-1 0 0 0 0,0 0 0 0 0,1 0 1 0 0,-1 0-1 0 0,1 0 0 0 0,-1 0 0 0 0,0 0 0 0 0,2 0 1 0 0,27-2 56 0 0,-25 1-36 0 0,153-27 145 0 0,40-3-5523 0 0,-176 29 2083 0 0,-1 0-1312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59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79 344 0 0,'-110'83'12062'0'0,"120"-81"-11375"0"0,-10-1-668 0 0,1-1 0 0 0,0 0-1 0 0,0 1 1 0 0,0-1-1 0 0,0 0 1 0 0,0 0-1 0 0,0 0 1 0 0,-1 0 0 0 0,1 0-1 0 0,0 0 1 0 0,0 0-1 0 0,0 0 1 0 0,0 0-1 0 0,0 0 1 0 0,0 0 0 0 0,1-1-1 0 0,340-92-155 0 0,-112 36-7006 0 0,-176 43 3418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61 2176 0 0,'-18'-53'9088'0'0,"18"52"-8580"0"0,-6-3 550 0 0,4 2-594 0 0,-3 7-354 0 0,2 0 35 0 0,0 0 0 0 0,1 0-1 0 0,0 0 1 0 0,0 0 0 0 0,0 1 0 0 0,0-1 0 0 0,-1 10 0 0 0,-3 11 135 0 0,0-8-147 0 0,-145 420 1009 0 0,106-311-947 0 0,11-30-4544 0 0,33-84-887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2144 0 0,'5'-11'2656'0'0,"2"2"0"0"0,-1-1 0 0 0,16-16 0 0 0,-18 24-2486 0 0,-1 0 0 0 0,1 0 0 0 0,0 1 0 0 0,0 0-1 0 0,-1-1 1 0 0,1 1 0 0 0,0 1 0 0 0,0-1 0 0 0,0 1 0 0 0,0-1 0 0 0,0 1 0 0 0,0 0 0 0 0,4 1 0 0 0,-1-1-101 0 0,-1 1 0 0 0,0 0 1 0 0,1 0-1 0 0,-1 1 0 0 0,1 0 1 0 0,-1 0-1 0 0,0 0 0 0 0,0 1 1 0 0,0 0-1 0 0,-1 0 0 0 0,1 0 1 0 0,-1 1-1 0 0,1 0 0 0 0,-1 0 1 0 0,0 0-1 0 0,-1 1 0 0 0,1 0 1 0 0,-1 0-1 0 0,0 0 1 0 0,0 0-1 0 0,0 0 0 0 0,-1 1 1 0 0,0 0-1 0 0,0 0 0 0 0,0-1 1 0 0,-1 2-1 0 0,0-1 0 0 0,0 0 1 0 0,0 0-1 0 0,-1 1 0 0 0,0-1 1 0 0,0 1-1 0 0,-1-1 0 0 0,0 1 1 0 0,0-1-1 0 0,-2 11 0 0 0,-1-3 183 0 0,-1 0-1 0 0,-1 0 0 0 0,0-1 1 0 0,-1 1-1 0 0,0-1 0 0 0,-1-1 1 0 0,-1 1-1 0 0,-17 21 1 0 0,-9 7 632 0 0,-41 38 1 0 0,63-68-737 0 0,-31 36 449 0 0,42-46-528 0 0,3 0-20 0 0,3 0-52 0 0,0 0 1 0 0,0 0 0 0 0,0-1-1 0 0,0 0 1 0 0,0 0 0 0 0,0 0 0 0 0,0 0-1 0 0,-1-1 1 0 0,8-1 0 0 0,54-15-894 0 0,-44 11 266 0 0,118-36-3865 0 0,-48 7-2346 0 0,-38 10-477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1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49 328 0 0,'1'-4'1379'0'0,"4"-21"4826"0"0,-4 24-6086 0 0,-1 0-1 0 0,0 1 0 0 0,0-1 1 0 0,0 0-1 0 0,0 1 1 0 0,0-1-1 0 0,0 0 1 0 0,0 1-1 0 0,-1-1 1 0 0,1 0-1 0 0,0 1 1 0 0,0-1-1 0 0,0 0 1 0 0,-1 1-1 0 0,1-1 1 0 0,0 1-1 0 0,-1-1 0 0 0,1 0 1 0 0,0 1-1 0 0,-1-1 1 0 0,1 1-1 0 0,-1-1 1 0 0,1 1-1 0 0,-1-1 1 0 0,1 1-1 0 0,-1 0 1 0 0,1-1-1 0 0,-1 1 1 0 0,1 0-1 0 0,-1-1 1 0 0,0 1-1 0 0,1 0 0 0 0,-1-1 1 0 0,0 1-1 0 0,-8-1 263 0 0,1 1 0 0 0,0 0-1 0 0,0 1 1 0 0,-1-1 0 0 0,1 2-1 0 0,0-1 1 0 0,0 1 0 0 0,0 0-1 0 0,0 1 1 0 0,0 0 0 0 0,-11 6 0 0 0,-14 7 458 0 0,-36 27 0 0 0,61-39-726 0 0,-6 6 10 0 0,-1 0 1 0 0,2 0 0 0 0,-1 1-1 0 0,2 1 1 0 0,-1 0 0 0 0,-19 27-1 0 0,29-36-105 0 0,0 2 0 0 0,0-1 0 0 0,1 0-1 0 0,-1 0 1 0 0,1 1 0 0 0,0-1 0 0 0,1 1-1 0 0,-1 0 1 0 0,1 0 0 0 0,0-1 0 0 0,0 1-1 0 0,0 0 1 0 0,1 0 0 0 0,0 0 0 0 0,0 0-1 0 0,0 0 1 0 0,1 0 0 0 0,-1 0 0 0 0,1 0 0 0 0,0 0-1 0 0,0-1 1 0 0,1 1 0 0 0,0 0 0 0 0,0-1-1 0 0,0 1 1 0 0,0-1 0 0 0,0 0 0 0 0,5 6-1 0 0,6 5 9 0 0,1 0-1 0 0,1 0 0 0 0,0-1 0 0 0,1-1 1 0 0,0-1-1 0 0,1 0 0 0 0,19 9 0 0 0,-12-7-14 0 0,-2 1 0 0 0,0 1-1 0 0,25 24 1 0 0,-45-39 35 0 0,-1 0-1 0 0,0 0 1 0 0,0 0 0 0 0,1 1-1 0 0,-1-1 1 0 0,0 0-1 0 0,0 1 1 0 0,-1-1 0 0 0,1 1-1 0 0,0-1 1 0 0,0 1-1 0 0,-1-1 1 0 0,1 1 0 0 0,-1 0-1 0 0,1-1 1 0 0,-1 1-1 0 0,0 0 1 0 0,1-1-1 0 0,-1 1 1 0 0,0 0 0 0 0,0 0-1 0 0,0-1 1 0 0,-1 1-1 0 0,1 0 1 0 0,-1 2 0 0 0,0-1 56 0 0,-1-1 0 0 0,1 0 0 0 0,0 0 1 0 0,-1 0-1 0 0,0 0 0 0 0,1 0 1 0 0,-1-1-1 0 0,0 1 0 0 0,0 0 0 0 0,0-1 1 0 0,0 1-1 0 0,0-1 0 0 0,-1 0 0 0 0,1 0 1 0 0,0 0-1 0 0,-1 0 0 0 0,-3 1 0 0 0,-4 1 74 0 0,0-1 0 0 0,0 0 0 0 0,0 0 0 0 0,-1-1-1 0 0,1 0 1 0 0,0-1 0 0 0,-1-1 0 0 0,1 1-1 0 0,0-1 1 0 0,-1-1 0 0 0,1 0 0 0 0,0-1-1 0 0,0 0 1 0 0,0 0 0 0 0,-18-10 0 0 0,27 13-162 0 0,-1-2 1 0 0,0 1 0 0 0,1 0 0 0 0,-1 0-1 0 0,0-1 1 0 0,1 1 0 0 0,0 0 0 0 0,-1-1 0 0 0,1 0-1 0 0,0 1 1 0 0,0-1 0 0 0,0 0 0 0 0,0 1-1 0 0,0-1 1 0 0,0 0 0 0 0,1 0 0 0 0,-1 0-1 0 0,0 0 1 0 0,0-2 0 0 0,1 0-7 0 0,0 1 0 0 0,0 0 0 0 0,1-1 0 0 0,-1 1 1 0 0,1 0-1 0 0,-1-1 0 0 0,1 1 0 0 0,0 0 0 0 0,0 0 0 0 0,3-6 0 0 0,3-4-4 0 0,1 0-1 0 0,1 1 0 0 0,0 0 1 0 0,12-12-1 0 0,-19 21 6 0 0,147-148-135 0 0,25-29-98 0 0,-170 175 218 0 0,0 0 0 0 0,-1 0 1 0 0,0 0-1 0 0,0-1 1 0 0,0 1-1 0 0,0-1 0 0 0,-1 0 1 0 0,2-8-1 0 0,-4 12 0 0 0,0 1 0 0 0,0-1 0 0 0,0 1 0 0 0,0-1 0 0 0,0 1 0 0 0,0-1 0 0 0,-1 1 0 0 0,1-1 0 0 0,0 1-1 0 0,-1 0 1 0 0,0-1 0 0 0,1 1 0 0 0,-1-1 0 0 0,0 1 0 0 0,1 0 0 0 0,-1 0 0 0 0,0 0 0 0 0,0-1 0 0 0,0 1 0 0 0,0 0 0 0 0,0 0 0 0 0,0 0 0 0 0,-1 0 0 0 0,1 0 0 0 0,0 1 0 0 0,0-1 0 0 0,-1 0 0 0 0,1 1-1 0 0,0-1 1 0 0,-1 0 0 0 0,-1 1 0 0 0,-2-2-10 0 0,0 0-1 0 0,0 1 0 0 0,0 0 1 0 0,0 0-1 0 0,-1 0 1 0 0,1 0-1 0 0,-6 1 0 0 0,-8 3-165 0 0,0 0-1 0 0,1 1 1 0 0,-1 1-1 0 0,1 1 1 0 0,1 0-1 0 0,-1 1 1 0 0,1 1-1 0 0,0 1 0 0 0,-31 21 1 0 0,36-21-425 0 0,1 0 1 0 0,-1 1-1 0 0,1 0 1 0 0,-16 20-1 0 0,24-26 270 0 0,-1 1-1 0 0,1-1 0 0 0,0 1 0 0 0,0 0 1 0 0,0 0-1 0 0,1 0 0 0 0,-1 0 0 0 0,1 1 0 0 0,1-1 1 0 0,-1 1-1 0 0,1-1 0 0 0,0 1 0 0 0,0-1 1 0 0,0 1-1 0 0,1 7 0 0 0,0-10-124 0 0,1 0 0 0 0,0 0 0 0 0,-1 0 0 0 0,1 0 0 0 0,1 0 0 0 0,-1-1-1 0 0,0 1 1 0 0,1 0 0 0 0,-1 0 0 0 0,1-1 0 0 0,0 1 0 0 0,-1-1 0 0 0,1 0 0 0 0,0 1 0 0 0,4 2 0 0 0,7 7-5043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1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84 1636 0 0,'1'5'14381'0'0,"-14"9"-14229"0"0,-3 7 220 0 0,1 0 0 0 0,1 1 0 0 0,1 1-1 0 0,1 0 1 0 0,1 0 0 0 0,1 1-1 0 0,1 1 1 0 0,1 0 0 0 0,-9 50-1 0 0,17-70-315 0 0,-1-1-1 0 0,1 0 1 0 0,-1 0-1 0 0,1 0 1 0 0,0 1-1 0 0,1-1 1 0 0,-1 0-1 0 0,1 0 1 0 0,0 1-1 0 0,0-1 1 0 0,0 0-1 0 0,0 0 1 0 0,1 0-1 0 0,3 7 1 0 0,-3-9-12 0 0,0 1 1 0 0,0-1-1 0 0,0 0 1 0 0,1 0 0 0 0,-1 0-1 0 0,0 0 1 0 0,1 0 0 0 0,-1 0-1 0 0,1-1 1 0 0,0 0 0 0 0,0 1-1 0 0,-1-1 1 0 0,1 0 0 0 0,0 0-1 0 0,0 0 1 0 0,0-1-1 0 0,0 1 1 0 0,0-1 0 0 0,0 1-1 0 0,0-1 1 0 0,5-1 0 0 0,4 1-2 0 0,0-2 1 0 0,0 0 0 0 0,0 0 0 0 0,0-1 0 0 0,0 0-1 0 0,0-1 1 0 0,-1-1 0 0 0,0 0 0 0 0,0 0-1 0 0,0-1 1 0 0,0 0 0 0 0,11-10 0 0 0,1-2 11 0 0,0-2 1 0 0,-1 0 0 0 0,36-43 0 0 0,-38 37-2 0 0,23-35 1 0 0,-37 52-30 0 0,-1 0 1 0 0,0-1-1 0 0,-1 0 0 0 0,0 1 0 0 0,0-2 1 0 0,-1 1-1 0 0,3-20 0 0 0,-5 26-24 0 0,-1 0 0 0 0,0 0 0 0 0,0 0 0 0 0,0 0 0 0 0,0 0 0 0 0,-1 0 0 0 0,1 0 0 0 0,-1 0 0 0 0,0 0 0 0 0,0 0 0 0 0,-1 1 0 0 0,1-1 0 0 0,-1 0 0 0 0,0 1 0 0 0,0-1 0 0 0,0 1 0 0 0,0 0 0 0 0,-3-4 0 0 0,1 4 14 0 0,0-1 0 0 0,-1 0 0 0 0,1 1 0 0 0,-1 0 0 0 0,0 0 0 0 0,0 0 0 0 0,0 0 0 0 0,0 1 0 0 0,-1 0 0 0 0,1 0 0 0 0,-9-1 0 0 0,1 0-357 0 0,0 1 0 0 0,-1 1 0 0 0,1 0 0 0 0,-1 1 0 0 0,1 0-1 0 0,-1 1 1 0 0,1 0 0 0 0,0 1 0 0 0,-26 8 0 0 0,29-6-648 0 0,1 0 0 0 0,0 0 0 0 0,-13 8 0 0 0,-8 11-5763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56 1864 0 0,'-66'7'13386'0'0,"63"-6"-12303"0"0,-16 2 1817 0 0,14-3-1142 0 0,19-3-1571 0 0,150-19-91 0 0,-59 9-3387 0 0,-2-6-5544 0 0,-65 9 2091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2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28 3028 0 0,'12'-28'20043'0'0,"-10"39"-16784"0"0,-4 23-2312 0 0,2-27-121 0 0,-7 67 572 0 0,-22 93-1 0 0,11-71-1140 0 0,8-40-761 0 0,-6 36-3615 0 0,11-30-4665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54 105 644 0 0,'3'-6'1127'0'0,"-1"0"0"0"0,1 1 0 0 0,0 0 0 0 0,0 0 0 0 0,1 0 0 0 0,0 0 0 0 0,-1 0 0 0 0,2 1 0 0 0,7-8 0 0 0,-5 7-521 0 0,0 0 0 0 0,0 0 0 0 0,0 1 0 0 0,0 0 0 0 0,1 0 0 0 0,14-4 0 0 0,-14 5-493 0 0,1 1 1 0 0,-1 0 0 0 0,1 0-1 0 0,0 1 1 0 0,0 0 0 0 0,0 1-1 0 0,-1 0 1 0 0,1 0 0 0 0,0 1-1 0 0,0 0 1 0 0,0 1-1 0 0,-1-1 1 0 0,1 2 0 0 0,14 5-1 0 0,-21-7-66 0 0,1 0 0 0 0,-1 0 0 0 0,1 1 0 0 0,-1-1 1 0 0,1 1-1 0 0,-1-1 0 0 0,0 1 0 0 0,0 0 0 0 0,0 0 0 0 0,0 0 0 0 0,0 0 0 0 0,0 1 0 0 0,0-1 0 0 0,-1 0 0 0 0,1 1 0 0 0,-1-1 0 0 0,0 1 0 0 0,2 4 0 0 0,-2-4 57 0 0,-1 1-1 0 0,1 0 1 0 0,-1-1-1 0 0,0 1 1 0 0,0-1-1 0 0,-1 1 1 0 0,1 0-1 0 0,-1-1 1 0 0,1 1-1 0 0,-1-1 1 0 0,0 1-1 0 0,-3 5 1 0 0,-3 4 185 0 0,0 0 1 0 0,0 0 0 0 0,-2-1 0 0 0,1 0-1 0 0,-2-1 1 0 0,-10 11 0 0 0,-51 47 1328 0 0,-121 92 0 0 0,192-161-1609 0 0,-1 0 0 0 0,1 1-1 0 0,-1-1 1 0 0,1 0 0 0 0,-1 0 0 0 0,1 1-1 0 0,0-1 1 0 0,-1 0 0 0 0,1 1-1 0 0,0-1 1 0 0,-1 0 0 0 0,1 1 0 0 0,0-1-1 0 0,-1 1 1 0 0,1-1 0 0 0,0 1-1 0 0,0-1 1 0 0,-1 1 0 0 0,1-1 0 0 0,0 0-1 0 0,0 1 1 0 0,0-1 0 0 0,0 1-1 0 0,0-1 1 0 0,0 1 0 0 0,0-1 0 0 0,0 1-1 0 0,0-1 1 0 0,0 2 0 0 0,0-1 4 0 0,1-1 1 0 0,0 1 0 0 0,-1 0-1 0 0,1-1 1 0 0,-1 1 0 0 0,1-1-1 0 0,0 1 1 0 0,0-1 0 0 0,-1 1-1 0 0,1-1 1 0 0,0 0 0 0 0,0 1-1 0 0,-1-1 1 0 0,1 0 0 0 0,1 1-1 0 0,28 4 177 0 0,23-6-1864 0 0,0-3 0 0 0,0-2 0 0 0,0-2 0 0 0,70-21 0 0 0,-6-5-6369 0 0,-59 13 826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282 139 2508 0 0,'1'-5'1312'0'0,"-1"1"0"0"0,1-1-1 0 0,-1 1 1 0 0,0-1 0 0 0,0 0-1 0 0,0 1 1 0 0,-1-1 0 0 0,1 1 0 0 0,-4-10-1 0 0,4 13-1128 0 0,-1-1-1 0 0,0 0 1 0 0,0 1 0 0 0,0-1-1 0 0,0 1 1 0 0,0-1 0 0 0,-1 1-1 0 0,1-1 1 0 0,0 1-1 0 0,-1 0 1 0 0,1-1 0 0 0,-1 1-1 0 0,1 0 1 0 0,-1 0 0 0 0,0 0-1 0 0,1 0 1 0 0,-1 1-1 0 0,0-1 1 0 0,0 0 0 0 0,0 1-1 0 0,1-1 1 0 0,-1 1-1 0 0,0 0 1 0 0,0-1 0 0 0,0 1-1 0 0,0 0 1 0 0,-3 1 0 0 0,-6-1-41 0 0,-1 1 0 0 0,1 1 0 0 0,0 0 0 0 0,1 0 0 0 0,-1 1 0 0 0,0 1 0 0 0,1 0 0 0 0,0 0 0 0 0,-1 1 0 0 0,2 0 0 0 0,-1 1 1 0 0,-10 8-1 0 0,15-10-121 0 0,1-1 1 0 0,0 1-1 0 0,0 0 1 0 0,0 1-1 0 0,0-1 0 0 0,0 1 1 0 0,1 0-1 0 0,0 0 1 0 0,0 0-1 0 0,1 0 1 0 0,-4 7-1 0 0,5-8-1 0 0,0 1 0 0 0,0-1 0 0 0,0 1 0 0 0,1-1 0 0 0,0 1 0 0 0,0 0 0 0 0,0-1 0 0 0,0 1 0 0 0,0-1 0 0 0,1 1-1 0 0,0-1 1 0 0,0 1 0 0 0,0-1 0 0 0,1 1 0 0 0,3 7 0 0 0,0-3 5 0 0,0-1-1 0 0,0 0 1 0 0,0 0-1 0 0,1-1 1 0 0,0 1 0 0 0,1-1-1 0 0,9 7 1 0 0,56 41 48 0 0,-13-12-58 0 0,-41-30-10 0 0,-15-11-2 0 0,0 0-1 0 0,1 0 1 0 0,-1 0 0 0 0,0 0-1 0 0,0 1 1 0 0,-1-1 0 0 0,1 1-1 0 0,0 0 1 0 0,-1 0 0 0 0,0 0-1 0 0,1 0 1 0 0,-1 0 0 0 0,2 4-1 0 0,-4-5 10 0 0,0 0 0 0 0,0 0 0 0 0,0 0 0 0 0,0 0 0 0 0,0 0 0 0 0,-1 0 0 0 0,1 0 0 0 0,-1 0-1 0 0,1 0 1 0 0,-1 0 0 0 0,0 0 0 0 0,1 0 0 0 0,-1 0 0 0 0,0-1 0 0 0,0 1 0 0 0,0 0-1 0 0,-1-1 1 0 0,1 1 0 0 0,0-1 0 0 0,-1 1 0 0 0,1-1 0 0 0,-1 1 0 0 0,1-1 0 0 0,-1 0 0 0 0,1 0-1 0 0,-3 1 1 0 0,-6 4 68 0 0,1-1-1 0 0,-1 0 0 0 0,-16 5 1 0 0,17-7 11 0 0,-7 3 324 0 0,-1-1 1 0 0,0 0-1 0 0,-23 2 1 0 0,33-6-246 0 0,0 0 0 0 0,0 0 0 0 0,0-1 1 0 0,0 0-1 0 0,0-1 0 0 0,0 1 0 0 0,0-1 1 0 0,0 0-1 0 0,0-1 0 0 0,-11-4 0 0 0,16 5-150 0 0,1 1 1 0 0,-1-1-1 0 0,1 0 0 0 0,-1 0 1 0 0,1 0-1 0 0,-1 0 0 0 0,1 0 0 0 0,0 0 1 0 0,0-1-1 0 0,0 1 0 0 0,0 0 1 0 0,0 0-1 0 0,0-1 0 0 0,0 1 0 0 0,0-1 1 0 0,0 1-1 0 0,0-1 0 0 0,1 0 1 0 0,-1 1-1 0 0,1-1 0 0 0,-1-3 0 0 0,1 2-7 0 0,0 0 0 0 0,0-1 0 0 0,0 1 0 0 0,1 0 0 0 0,-1 0 0 0 0,1 0-1 0 0,0 0 1 0 0,0-1 0 0 0,0 1 0 0 0,3-5 0 0 0,3-4-13 0 0,0 1-1 0 0,1 0 1 0 0,0 0 0 0 0,14-14 0 0 0,128-107-105 0 0,-109 100 39 0 0,-1-3-1 0 0,-2-1 1 0 0,43-52-1 0 0,-79 87 55 0 0,-1-1 0 0 0,1 0-1 0 0,-1 0 1 0 0,0 0 0 0 0,1 0 0 0 0,-1 0-1 0 0,0 0 1 0 0,-1 0 0 0 0,1 0 0 0 0,0 0-1 0 0,0-1 1 0 0,-1 1 0 0 0,0 0 0 0 0,1 0-1 0 0,-1-1 1 0 0,0 1 0 0 0,0 0-1 0 0,0-1 1 0 0,0 1 0 0 0,-1 0 0 0 0,1 0-1 0 0,0-1 1 0 0,-1 1 0 0 0,0 0 0 0 0,-1-4-1 0 0,0 3-4 0 0,0 1 0 0 0,0-1 0 0 0,0 1-1 0 0,-1-1 1 0 0,1 1 0 0 0,-1 0 0 0 0,1 0-1 0 0,-1 0 1 0 0,0 0 0 0 0,0 0 0 0 0,1 1-1 0 0,-1-1 1 0 0,-1 1 0 0 0,1 0 0 0 0,0 0-1 0 0,0 0 1 0 0,-6-1 0 0 0,-3 0-235 0 0,0 1 0 0 0,1 0 1 0 0,-1 1-1 0 0,0 0 0 0 0,0 0 0 0 0,1 2 0 0 0,-1-1 1 0 0,0 2-1 0 0,-12 3 0 0 0,14-3-418 0 0,-1 1-1 0 0,1 0 1 0 0,0 1 0 0 0,0 0-1 0 0,0 1 1 0 0,1 0-1 0 0,-1 0 1 0 0,1 1 0 0 0,-13 14-1 0 0,18-17 38 0 0,1 0 0 0 0,-1 0 0 0 0,1 1 0 0 0,1 0 0 0 0,-4 6 0 0 0,-1 13-5652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225 144 2720 0 0,'2'-4'1357'0'0,"0"1"0"0"0,0-1 1 0 0,-1 0-1 0 0,1-1 0 0 0,-1 1 0 0 0,0 0 0 0 0,0 0 0 0 0,0 0 0 0 0,0-7 0 0 0,-1 9-634 0 0,-3 2-131 0 0,-1 1-477 0 0,0 0 0 0 0,0 1 0 0 0,0-1 0 0 0,0 1-1 0 0,0 0 1 0 0,1 0 0 0 0,-1 0 0 0 0,0 0 0 0 0,1 1 0 0 0,0-1 0 0 0,-1 1-1 0 0,1 0 1 0 0,0 0 0 0 0,1 0 0 0 0,-6 6 0 0 0,-4 9 83 0 0,-20 35 0 0 0,23-36-69 0 0,1-2-61 0 0,1 0 0 0 0,0 0-1 0 0,1 1 1 0 0,1 0 0 0 0,0 0-1 0 0,2 0 1 0 0,-3 19 0 0 0,5-28 28 0 0,1 0 1 0 0,0 0-1 0 0,0 0 0 0 0,1 0 1 0 0,0 1-1 0 0,0-1 1 0 0,0 0-1 0 0,4 10 0 0 0,-3-13 20 0 0,0 0 0 0 0,0-1-1 0 0,0 1 1 0 0,0 0-1 0 0,0-1 1 0 0,1 0 0 0 0,0 1-1 0 0,-1-1 1 0 0,1 0-1 0 0,1 0 1 0 0,-1-1 0 0 0,0 1-1 0 0,1-1 1 0 0,-1 1 0 0 0,6 2-1 0 0,-4-3-6 0 0,0 0-1 0 0,1 0 1 0 0,0 0-1 0 0,-1 0 1 0 0,1-1 0 0 0,0 0-1 0 0,0 0 1 0 0,-1 0-1 0 0,1-1 1 0 0,0 0-1 0 0,0 0 1 0 0,0-1 0 0 0,8-1-1 0 0,-6 0-29 0 0,0 0 0 0 0,0-1 0 0 0,0 0 0 0 0,0 0 0 0 0,-1-1 0 0 0,1 0 0 0 0,-1 0 0 0 0,12-10 0 0 0,-10 6-47 0 0,0 1-1 0 0,-1-2 0 0 0,0 1 0 0 0,0-1 0 0 0,-1 0 0 0 0,0-1 0 0 0,-1 0 0 0 0,0 0 0 0 0,-1 0 1 0 0,0-1-1 0 0,0 1 0 0 0,-1-1 0 0 0,5-19 0 0 0,-8 22-52 0 0,0 1 0 0 0,-1 0 1 0 0,0-1-1 0 0,0 1 0 0 0,0-1 0 0 0,-1 1 0 0 0,0-1 1 0 0,0 1-1 0 0,-1 0 0 0 0,0 0 0 0 0,-1-1 0 0 0,-5-11 0 0 0,2 9 33 0 0,0 0 0 0 0,0 0-1 0 0,-1 0 1 0 0,-1 1-1 0 0,0 0 1 0 0,0 0-1 0 0,-13-10 1 0 0,-1 2-365 0 0,-1 2 0 0 0,-1 0 0 0 0,0 1 0 0 0,0 2 0 0 0,-1 0 0 0 0,-34-10 0 0 0,49 19-380 0 0,0 0 0 0 0,-1 0 0 0 0,-15 0 0 0 0,23 2 187 0 0,0 1 0 0 0,-1 0 0 0 0,1 0 0 0 0,0 0 0 0 0,-1 0 0 0 0,1 1 0 0 0,0-1 0 0 0,-1 1 0 0 0,1 0-1 0 0,0 0 1 0 0,0 0 0 0 0,0 0 0 0 0,0 1 0 0 0,-4 2 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32 754 756 0 0,'3'-16'8636'0'0,"-14"62"-7513"0"0,-6 77 1 0 0,12-79-859 0 0,4-43-190 0 0,1 0-1 0 0,0-1 1 0 0,0 1 0 0 0,0 0 0 0 0,0 0-1 0 0,0 1 1 0 0,0-1 0 0 0,0 0 0 0 0,0 0-1 0 0,0 0 1 0 0,0 0 0 0 0,0-1 0 0 0,1 1-1 0 0,-1 0 1 0 0,0 0 0 0 0,1 0 0 0 0,-1 0 0 0 0,1 0-1 0 0,-1 0 1 0 0,2 1 0 0 0,-1-1-48 0 0,-1-1 0 0 0,1 0 0 0 0,0 0 0 0 0,-1 1 1 0 0,1-1-1 0 0,0 0 0 0 0,0 0 0 0 0,-1 0 0 0 0,1 0 0 0 0,0 0 1 0 0,0 0-1 0 0,0 0 0 0 0,-1 0 0 0 0,1 0 0 0 0,0 0 0 0 0,0 0 1 0 0,-1 0-1 0 0,1-1 0 0 0,0 1 0 0 0,1-1 0 0 0,6-3-24 0 0,0 0 0 0 0,0-1 0 0 0,12-10 0 0 0,-11 8 166 0 0,46-33-76 0 0,-2-2 1 0 0,-2-3-1 0 0,66-74 1 0 0,115-170 83 0 0,10-67-225 0 0,-237 347 22 0 0,1 1-1 0 0,0 0 1 0 0,10-11-1 0 0,-14 17 26 0 0,1 6 13 0 0,-2-4-12 0 0,-1 0 0 0 0,0 0 1 0 0,0 0-1 0 0,1 0 1 0 0,-1 0-1 0 0,0 0 1 0 0,0 0-1 0 0,1 1 1 0 0,-1-1-1 0 0,0 0 0 0 0,0 0 1 0 0,0 0-1 0 0,1 0 1 0 0,-1 1-1 0 0,0-1 1 0 0,0 0-1 0 0,0 0 1 0 0,0 0-1 0 0,1 1 0 0 0,-1-1 1 0 0,0 0-1 0 0,0 0 1 0 0,0 1-1 0 0,0-1 1 0 0,0 0-1 0 0,0 0 0 0 0,0 1 1 0 0,0-1-1 0 0,0 0 1 0 0,0 0-1 0 0,0 1 1 0 0,0-1-1 0 0,0 0 1 0 0,0 1-1 0 0,0-1 0 0 0,0 0 1 0 0,0 1-1 0 0,-46 255-25 0 0,14-109-8 0 0,-58 352 131 0 0,61-324 1547 0 0,28-172-612 0 0,0-5-1002 0 0,0 1 0 0 0,0-1 0 0 0,1 1 0 0 0,-1-1 0 0 0,0 0 0 0 0,1 1 0 0 0,-1-1 1 0 0,1 0-1 0 0,0 0 0 0 0,-1 0 0 0 0,1 1 0 0 0,0-1 0 0 0,0-2 0 0 0,0 3-26 0 0,-8-76 107 0 0,-35-143 0 0 0,34 186-106 0 0,-2 2 0 0 0,-1-1-1 0 0,-2 2 1 0 0,0-1 0 0 0,-3 2-1 0 0,-33-49 1 0 0,45 72-18 0 0,-1 0 0 0 0,0 0-1 0 0,-1 0 1 0 0,1 1 0 0 0,-1 0 0 0 0,0 0-1 0 0,-14-7 1 0 0,18 11 5 0 0,-1 0 0 0 0,0 0-1 0 0,1 1 1 0 0,-1 0 0 0 0,0 0 0 0 0,0 0 0 0 0,0 0-1 0 0,0 0 1 0 0,0 1 0 0 0,0 0 0 0 0,0 0-1 0 0,0 0 1 0 0,0 0 0 0 0,0 1 0 0 0,0-1-1 0 0,0 1 1 0 0,0 0 0 0 0,0 0 0 0 0,-6 4-1 0 0,0 0-7 0 0,0 0 1 0 0,0 1-1 0 0,0 0 0 0 0,1 1 0 0 0,0 0 0 0 0,-13 13 1 0 0,18-16 8 0 0,0 1 0 0 0,0-1 0 0 0,0 0 1 0 0,1 1-1 0 0,0 0 0 0 0,0 0 1 0 0,0 0-1 0 0,1 0 0 0 0,0 0 0 0 0,0 0 1 0 0,0 1-1 0 0,0-1 0 0 0,1 1 0 0 0,0 0 1 0 0,0 6-1 0 0,1-10 4 0 0,0-1 1 0 0,0 1-1 0 0,0-1 0 0 0,0 1 1 0 0,1-1-1 0 0,-1 1 0 0 0,1-1 1 0 0,-1 1-1 0 0,1-1 0 0 0,-1 0 1 0 0,1 1-1 0 0,0-1 0 0 0,0 0 1 0 0,0 0-1 0 0,-1 1 0 0 0,1-1 1 0 0,0 0-1 0 0,1 0 0 0 0,0 1 1 0 0,1 0-64 0 0,0 0 1 0 0,1 0-1 0 0,-1 0 1 0 0,0-1 0 0 0,1 1-1 0 0,-1-1 1 0 0,7 2 0 0 0,3-1-431 0 0,-1 0-1 0 0,1-1 1 0 0,22 0 0 0 0,8-3-1621 0 0,1-2 0 0 0,-1-2 0 0 0,54-15 1 0 0,-44 5-2122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15 139 1296 0 0,'-13'-28'14984'0'0,"11"19"-13008"0"0,43 1 323 0 0,119-19-1107 0 0,89-16-784 0 0,-171 28-96 0 0,-75 15-294 0 0,13-8-142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51 2500 0 0,'9'-11'2517'0'0,"32"-29"9934"0"0,-44 51-11487 0 0,-41 146 3303 0 0,-21 78-2820 0 0,50-177-1313 0 0,-32 108-2221 0 0,41-151 432 0 0,-2 5-1681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495 416 1320 0 0,'2'-2'1512'0'0,"5"-8"-201"0"0,0 0 0 0 0,0 0 0 0 0,-1 0 1 0 0,0 0-1 0 0,-1-1 0 0 0,5-12 0 0 0,-9 21-1270 0 0,-1 1 0 0 0,1 0-1 0 0,0-1 1 0 0,-1 1 0 0 0,1-1-1 0 0,-1 1 1 0 0,0-1-1 0 0,1 1 1 0 0,-1-1 0 0 0,0 1-1 0 0,0-1 1 0 0,0 1 0 0 0,0-1-1 0 0,0 1 1 0 0,0-1-1 0 0,0 1 1 0 0,-1-1 0 0 0,1 1-1 0 0,0-1 1 0 0,-1 1 0 0 0,1-1-1 0 0,-1 1 1 0 0,0 0 0 0 0,1-1-1 0 0,-1 1 1 0 0,0 0-1 0 0,0 0 1 0 0,0-1 0 0 0,0 1-1 0 0,0 0 1 0 0,0 0 0 0 0,0 0-1 0 0,0 0 1 0 0,-1 0-1 0 0,1 0 1 0 0,0 1 0 0 0,-1-1-1 0 0,1 0 1 0 0,0 1 0 0 0,-1-1-1 0 0,1 1 1 0 0,-1-1-1 0 0,1 1 1 0 0,-1-1 0 0 0,1 1-1 0 0,-3 0 1 0 0,-4-1-24 0 0,-1 1-1 0 0,1-1 1 0 0,0 2 0 0 0,0-1 0 0 0,0 1-1 0 0,0 0 1 0 0,-10 4 0 0 0,-5 2 14 0 0,1 2 0 0 0,0 0 0 0 0,0 2 0 0 0,2 0 0 0 0,-1 2 0 0 0,-21 16 0 0 0,5 1 52 0 0,1 1-1 0 0,-35 39 1 0 0,47-44-10 0 0,-26 38 0 0 0,43-54-61 0 0,0 0 1 0 0,1 0-1 0 0,0 1 0 0 0,1-1 0 0 0,0 2 1 0 0,1-1-1 0 0,-5 20 0 0 0,9-29-4 0 0,-1 0 0 0 0,1 0 0 0 0,0 0 0 0 0,0 0 0 0 0,0 0-1 0 0,0 0 1 0 0,0 0 0 0 0,0 0 0 0 0,0 0 0 0 0,1 0 0 0 0,-1 0 0 0 0,1 0-1 0 0,-1 0 1 0 0,1 0 0 0 0,0 0 0 0 0,0 0 0 0 0,0 0 0 0 0,0 0 0 0 0,0 0 0 0 0,3 2-1 0 0,-2-2 3 0 0,0 0-1 0 0,1-1 0 0 0,-1 1 0 0 0,0 0 1 0 0,1-1-1 0 0,0 0 0 0 0,-1 0 0 0 0,1 0 1 0 0,0 0-1 0 0,0 0 0 0 0,0-1 0 0 0,-1 1 1 0 0,5 0-1 0 0,6-1 7 0 0,1 0 0 0 0,-1 0 1 0 0,1-2-1 0 0,-1 1 0 0 0,15-5 0 0 0,0-1-216 0 0,-1-1 1 0 0,0-1-1 0 0,-1-1 0 0 0,0-1 0 0 0,-1-1 0 0 0,0-2 0 0 0,39-28 0 0 0,-34 18-180 0 0,-2-1 1 0 0,0-2-1 0 0,-1 0 0 0 0,-2-2 0 0 0,25-37 1 0 0,1-9 300 0 0,-5-2-1 0 0,56-122 1 0 0,-90 171 631 0 0,12-26 581 0 0,-24 54-1122 0 0,0 0 1 0 0,0 0-1 0 0,0-1 0 0 0,0 1 0 0 0,0 0 0 0 0,0 0 1 0 0,0 0-1 0 0,0 0 0 0 0,0 0 0 0 0,0-1 0 0 0,0 1 0 0 0,0 0 1 0 0,0 0-1 0 0,1 0 0 0 0,-1 0 0 0 0,0-1 0 0 0,0 1 1 0 0,0 0-1 0 0,0 0 0 0 0,0 0 0 0 0,0 0 0 0 0,0 0 1 0 0,0 0-1 0 0,0 0 0 0 0,0-1 0 0 0,1 1 0 0 0,-1 0 1 0 0,0 0-1 0 0,0 0 0 0 0,0 0 0 0 0,0 0 0 0 0,0 0 1 0 0,0 0-1 0 0,1 0 0 0 0,-1 0 0 0 0,0 0 0 0 0,0 0 1 0 0,0 0-1 0 0,0 0 0 0 0,0 0 0 0 0,1 0 0 0 0,-1-1 1 0 0,0 1-1 0 0,0 1 0 0 0,0-1 0 0 0,0 0 0 0 0,0 0 0 0 0,1 0 1 0 0,-1 0-1 0 0,0 0 0 0 0,0 0 0 0 0,0 0 0 0 0,0 0 1 0 0,0 0-1 0 0,1 0 0 0 0,-1 0 0 0 0,0 0 0 0 0,0 0 1 0 0,0 0-1 0 0,0 0 0 0 0,0 1 0 0 0,1 13 391 0 0,-5 18 116 0 0,-113 371 1871 0 0,60-222-1984 0 0,51-161-516 0 0,1 0 0 0 0,-5 38-1 0 0,9-51-371 0 0,1 1 0 0 0,0-1-1 0 0,1 0 1 0 0,2 15 0 0 0,-3-19-112 0 0,1 1 1 0 0,1-1 0 0 0,-1 1-1 0 0,0-1 1 0 0,1 0-1 0 0,0 0 1 0 0,-1 1-1 0 0,1-1 1 0 0,0 0-1 0 0,5 5 1 0 0,6 3-4846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0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48 1596 0 0,'13'-14'9618'0'0,"-9"17"-8862"0"0,-4-2-671 0 0,0 0 0 0 0,0 0 0 0 0,0 0 0 0 0,0 0 0 0 0,-1 0 0 0 0,1 0 0 0 0,0 0 0 0 0,-1 1 0 0 0,1-1 0 0 0,-1 0 0 0 0,1 0 0 0 0,-2 1 0 0 0,-9 25 881 0 0,2 0-1 0 0,-12 55 0 0 0,19-71-896 0 0,1 0 0 0 0,0 0 0 0 0,0 0 0 0 0,1 1 0 0 0,1-1 0 0 0,0 0-1 0 0,0 0 1 0 0,1 0 0 0 0,0 0 0 0 0,7 16 0 0 0,-8-23-48 0 0,1 0-1 0 0,0 0 1 0 0,0-1 0 0 0,0 1-1 0 0,1-1 1 0 0,-1 1 0 0 0,1-1-1 0 0,0 0 1 0 0,-1 0 0 0 0,2 0-1 0 0,-1-1 1 0 0,0 1 0 0 0,0-1-1 0 0,1 1 1 0 0,3 1 0 0 0,-1-2 9 0 0,0 1 0 0 0,0-1 0 0 0,0 0 0 0 0,1-1 0 0 0,-1 0 0 0 0,0 0 0 0 0,1 0 1 0 0,-1-1-1 0 0,8 0 0 0 0,-3 0 29 0 0,0-1 0 0 0,0-1 0 0 0,0 0 1 0 0,0-1-1 0 0,0 0 0 0 0,-1 0 0 0 0,1-1 1 0 0,-1-1-1 0 0,0 1 0 0 0,0-2 0 0 0,10-7 1 0 0,-13 7-44 0 0,0 0 1 0 0,0-1-1 0 0,-1 0 1 0 0,0-1 0 0 0,0 1-1 0 0,-1-1 1 0 0,0 0-1 0 0,0-1 1 0 0,-1 1 0 0 0,0-1-1 0 0,0 0 1 0 0,-1 0-1 0 0,0 0 1 0 0,-1 0 0 0 0,0 0-1 0 0,-1-1 1 0 0,0 1 0 0 0,0-1-1 0 0,-1 1 1 0 0,0-1-1 0 0,-1-10 1 0 0,0 13-23 0 0,0 0 0 0 0,0 0 0 0 0,0 1 0 0 0,-1-1 0 0 0,0 0-1 0 0,0 1 1 0 0,-1-1 0 0 0,1 1 0 0 0,-2 0 0 0 0,1 0 0 0 0,-1 0 0 0 0,1 0 0 0 0,-1 1 0 0 0,-1 0 0 0 0,1-1 0 0 0,-1 1-1 0 0,0 1 1 0 0,0-1 0 0 0,-1 1 0 0 0,1 0 0 0 0,-1 0 0 0 0,0 1 0 0 0,0-1 0 0 0,0 1 0 0 0,-1 1 0 0 0,1-1 0 0 0,0 1 0 0 0,-1 0-1 0 0,-10-1 1 0 0,-20 2-1884 0 0,18 7-800 0 0,18-5 2225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0 152 1764 0 0,'41'23'7870'0'0,"2"0"-2881"0"0,-36-21-4734 0 0,0 0 0 0 0,-1-1-1 0 0,1 0 1 0 0,0 0 0 0 0,0-1-1 0 0,0 0 1 0 0,0 0 0 0 0,0 0-1 0 0,7-2 1 0 0,-3 0-108 0 0,1-1 0 0 0,-1 1 0 0 0,0-2 1 0 0,16-6-1 0 0,-20 6-112 0 0,0 0 0 0 0,-1 0 0 0 0,1-1 0 0 0,-1 0 1 0 0,0 0-1 0 0,0-1 0 0 0,-1 1 0 0 0,1-1 0 0 0,-1 0 1 0 0,5-9-1 0 0,-7 11-29 0 0,0-1-1 0 0,0 0 1 0 0,-1 1 0 0 0,0-1-1 0 0,0-1 1 0 0,0 1 0 0 0,0 0 0 0 0,-1 0-1 0 0,0-1 1 0 0,0 1 0 0 0,0 0-1 0 0,0-1 1 0 0,-1 1 0 0 0,0-1 0 0 0,-1-6-1 0 0,1 10-7 0 0,-1 1 0 0 0,1 0 0 0 0,0-1 0 0 0,0 1 0 0 0,-1 0-1 0 0,1 0 1 0 0,-1-1 0 0 0,1 1 0 0 0,-1 0 0 0 0,0 0 0 0 0,1 0 0 0 0,-1 0-1 0 0,0 0 1 0 0,0 0 0 0 0,0 0 0 0 0,0 0 0 0 0,0 0 0 0 0,0 0-1 0 0,0 0 1 0 0,0 1 0 0 0,0-1 0 0 0,0 0 0 0 0,-2 0 0 0 0,1 1-1 0 0,0-1 0 0 0,-1 1 1 0 0,1 0-1 0 0,0 0 0 0 0,0 0 1 0 0,0 0-1 0 0,-1 0 0 0 0,1 0 0 0 0,0 1 1 0 0,0-1-1 0 0,0 1 0 0 0,-4 1 1 0 0,-3 1-6 0 0,0 2 1 0 0,0-1-1 0 0,1 1 1 0 0,-1 1-1 0 0,-7 6 1 0 0,-5 5-4 0 0,1 2-1 0 0,1 0 1 0 0,0 1-1 0 0,-25 37 1 0 0,33-41 11 0 0,2-1 1 0 0,0 1 0 0 0,0 1-1 0 0,2-1 1 0 0,0 2-1 0 0,1-1 1 0 0,-7 34-1 0 0,12-47 5 0 0,0 0-1 0 0,1 1 0 0 0,-1-1 1 0 0,1 0-1 0 0,0 0 0 0 0,1 0 1 0 0,-1 1-1 0 0,1-1 0 0 0,-1 0 1 0 0,1 0-1 0 0,1 0 0 0 0,-1 0 1 0 0,0 0-1 0 0,4 6 0 0 0,-3-7 5 0 0,0-1 0 0 0,0 1 0 0 0,1-1 0 0 0,-1 0 0 0 0,0 1 0 0 0,1-1 0 0 0,0 0-1 0 0,-1-1 1 0 0,1 1 0 0 0,0 0 0 0 0,0-1 0 0 0,0 0 0 0 0,0 1 0 0 0,0-1 0 0 0,0 0-1 0 0,0-1 1 0 0,0 1 0 0 0,0-1 0 0 0,6 1 0 0 0,8 0 13 0 0,0-1 0 0 0,0-1 0 0 0,0-1 1 0 0,0 0-1 0 0,0-1 0 0 0,-1-1 0 0 0,1-1 0 0 0,-1 0 0 0 0,16-8 0 0 0,22-12 16 0 0,63-41-1 0 0,-33 18-68 0 0,-41 24 26 0 0,56-28-24 0 0,-89 47 23 0 0,0 1 0 0 0,1 0 0 0 0,0 1 1 0 0,-1 0-1 0 0,1 1 0 0 0,0 0 0 0 0,15-1 1 0 0,-18 4 12 0 0,0 0 0 0 0,0 0 0 0 0,0 0 0 0 0,-1 1 1 0 0,1 0-1 0 0,-1 0 0 0 0,1 1 0 0 0,-1 0 0 0 0,0 0 0 0 0,0 1 1 0 0,0 0-1 0 0,0 0 0 0 0,0 1 0 0 0,-1 0 0 0 0,0 0 0 0 0,11 12 1 0 0,-8-6 30 0 0,1 0 0 0 0,-2 1 0 0 0,1 1 0 0 0,-2-1 0 0 0,0 1 0 0 0,0 1 0 0 0,9 27 0 0 0,-14-34-5 0 0,0 0 0 0 0,-1 0 0 0 0,1 0 0 0 0,-1 1-1 0 0,-1-1 1 0 0,0 0 0 0 0,0 0 0 0 0,0 1 0 0 0,-1-1-1 0 0,0 0 1 0 0,0 0 0 0 0,-1 0 0 0 0,-3 10 0 0 0,2-9 2 0 0,-1 1 1 0 0,-1 0 0 0 0,0-1 0 0 0,0 1 0 0 0,0-1 0 0 0,-1-1 0 0 0,0 1 0 0 0,-1-1-1 0 0,-9 8 1 0 0,5-6-5 0 0,0 0-1 0 0,0-1 0 0 0,-1 0 0 0 0,-1-1 0 0 0,1 0 0 0 0,-1-1 0 0 0,0-1 1 0 0,0 0-1 0 0,-1-1 0 0 0,1 0 0 0 0,-1-1 0 0 0,0 0 0 0 0,-27 1 1 0 0,29-5-324 0 0,1 1 1 0 0,-1-1 0 0 0,-17-4-1 0 0,-1-8-2731 0 0,28 12 2347 0 0,0 0 0 0 0,0-1 0 0 0,0 1 1 0 0,0-1-1 0 0,0 0 0 0 0,0 0 1 0 0,1 0-1 0 0,-1 1 0 0 0,0-1 0 0 0,0-3 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3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334 173 1904 0 0,'-26'-9'7406'0'0,"24"9"-7282"0"0,-18-4 1930 0 0,20 4-2002 0 0,0 0 0 0 0,-1 0 0 0 0,1 0 0 0 0,0 0 0 0 0,-1 0 0 0 0,1 0 0 0 0,0 0 0 0 0,-1 0 0 0 0,1 0 0 0 0,0 0 0 0 0,-1 0 0 0 0,1 0 0 0 0,0 0 0 0 0,-1 0 0 0 0,1 1 0 0 0,0-1 1 0 0,-1 0-1 0 0,1 0 0 0 0,0 0 0 0 0,0 0 0 0 0,-1 1 0 0 0,1-1 0 0 0,0 0 0 0 0,0 0 0 0 0,-1 1 0 0 0,1-1 0 0 0,0 0 0 0 0,0 0 0 0 0,0 1 0 0 0,-1-1 0 0 0,1 0 0 0 0,0 1 0 0 0,0-1 0 0 0,0 0 0 0 0,0 1 0 0 0,0-1 0 0 0,0 0 0 0 0,0 1 0 0 0,0-1 0 0 0,0 0 0 0 0,0 1 0 0 0,0-1 0 0 0,0 0 0 0 0,0 1 0 0 0,0-1 0 0 0,0 0 0 0 0,0 1 0 0 0,0-1 0 0 0,0 0 0 0 0,0 1 0 0 0,0-1 0 0 0,1 1 0 0 0,-1 0 266 0 0,56 2 1038 0 0,-50-3-1317 0 0,1-1 0 0 0,-1-1 1 0 0,0 1-1 0 0,0-1 0 0 0,0 0 0 0 0,0 0 1 0 0,-1-1-1 0 0,1 1 0 0 0,-1-1 0 0 0,1-1 1 0 0,-1 1-1 0 0,0-1 0 0 0,0 0 0 0 0,5-5 1 0 0,-8 7-34 0 0,0-1 0 0 0,0 0 0 0 0,0 1 0 0 0,0-1 1 0 0,0 0-1 0 0,-1 0 0 0 0,1 0 0 0 0,-1 0 0 0 0,0 0 0 0 0,0 0 0 0 0,0 0 1 0 0,0-1-1 0 0,0 1 0 0 0,-1 0 0 0 0,0-1 0 0 0,1 1 0 0 0,-1 0 0 0 0,-1-1 1 0 0,1 1-1 0 0,0 0 0 0 0,-1 0 0 0 0,1-1 0 0 0,-1 1 0 0 0,0 0 0 0 0,0 0 1 0 0,-1 0-1 0 0,1 0 0 0 0,0 0 0 0 0,-4-4 0 0 0,4 4-4 0 0,-1 0 0 0 0,0 1 0 0 0,1-1 0 0 0,-1 1 0 0 0,-1 0-1 0 0,1-1 1 0 0,0 1 0 0 0,0 0 0 0 0,-1 0 0 0 0,1 1 0 0 0,-1-1 0 0 0,0 0 0 0 0,1 1-1 0 0,-1 0 1 0 0,0-1 0 0 0,-6 0 0 0 0,4 1-5 0 0,0 0 1 0 0,0 1-1 0 0,0-1 0 0 0,0 1 0 0 0,0 0 1 0 0,0 1-1 0 0,0-1 0 0 0,0 1 1 0 0,-8 2-1 0 0,-1 2-6 0 0,0 0 1 0 0,0 1 0 0 0,1 1-1 0 0,0 0 1 0 0,0 1 0 0 0,-12 9-1 0 0,-3 4 78 0 0,2 1 0 0 0,-47 51 0 0 0,60-57-23 0 0,0 0 0 0 0,1 0 0 0 0,1 1-1 0 0,1 1 1 0 0,0 0 0 0 0,-10 28 0 0 0,19-43-31 0 0,-1 1 0 0 0,1 0 1 0 0,1-1-1 0 0,-1 1 0 0 0,0 0 0 0 0,1 0 0 0 0,0-1 0 0 0,-1 1 0 0 0,2 0 0 0 0,-1 0 0 0 0,0 0 0 0 0,1 0 0 0 0,0-1 1 0 0,-1 1-1 0 0,2 0 0 0 0,-1-1 0 0 0,0 1 0 0 0,3 4 0 0 0,-1-3 16 0 0,1 0 0 0 0,0 0 0 0 0,0-1 1 0 0,0 0-1 0 0,0 1 0 0 0,0-2 0 0 0,1 1 0 0 0,0 0 0 0 0,0-1 0 0 0,9 5 1 0 0,4 0-191 0 0,-1-1 0 0 0,1 0 0 0 0,0-2 0 0 0,1 0 0 0 0,-1-1 0 0 0,29 2 0 0 0,-27-5-869 0 0,0 0 1 0 0,0-1 0 0 0,30-5-1 0 0,-35 2-916 0 0,0 0 1 0 0,25-9-1 0 0,-11-1-2394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53 740 0 0,'9'-15'4006'0'0,"-8"12"-3781"0"0,0 1 1 0 0,-1 0-1 0 0,1 0 0 0 0,0 0 1 0 0,1 0-1 0 0,-1 0 0 0 0,0 0 1 0 0,0 1-1 0 0,1-1 0 0 0,-1 0 0 0 0,1 1 1 0 0,0-1-1 0 0,-1 1 0 0 0,1-1 1 0 0,0 1-1 0 0,0 0 0 0 0,0 0 1 0 0,0 0-1 0 0,0 0 0 0 0,0 0 0 0 0,0 0 1 0 0,0 0-1 0 0,0 1 0 0 0,1-1 1 0 0,-1 1-1 0 0,0 0 0 0 0,0-1 1 0 0,1 1-1 0 0,-1 0 0 0 0,0 0 0 0 0,4 1 1 0 0,6 0 20 0 0,0 1 0 0 0,0 0-1 0 0,0 1 1 0 0,0 0 0 0 0,0 1 0 0 0,-1 0 0 0 0,1 1 0 0 0,-1 0 0 0 0,18 13 0 0 0,-20-13-185 0 0,-1 1 0 0 0,0 0 0 0 0,-1 0-1 0 0,1 1 1 0 0,-1 0 0 0 0,-1 0 0 0 0,1 0 0 0 0,-1 1 0 0 0,-1 0 0 0 0,1 1 0 0 0,-1-1 0 0 0,5 13 0 0 0,-9-16 26 0 0,1-1 0 0 0,-1 1 0 0 0,0 0 0 0 0,0-1 0 0 0,-1 1-1 0 0,1 0 1 0 0,-1 0 0 0 0,0-1 0 0 0,0 1 0 0 0,-1 0 0 0 0,0 0 0 0 0,0-1 0 0 0,-2 9 0 0 0,0-5 34 0 0,0-1 0 0 0,0 0-1 0 0,-1 0 1 0 0,0-1 0 0 0,-1 1-1 0 0,1-1 1 0 0,-11 11 0 0 0,3-5 61 0 0,-1 0 1 0 0,-1-1-1 0 0,0-1 1 0 0,0 0 0 0 0,-1-1-1 0 0,-30 14 1 0 0,-38 12 1419 0 0,80-34-1428 0 0,-9-7 165 0 0,24-4-344 0 0,0 0 0 0 0,0 0 0 0 0,0 1 0 0 0,1 1 0 0 0,1 0 0 0 0,0 0-1 0 0,16-5 1 0 0,2-3-70 0 0,166-77-367 0 0,94-50-1 0 0,-287 139 422 0 0,1 1 0 0 0,-1-1 0 0 0,0 0 0 0 0,0 0 0 0 0,-1-1 0 0 0,1 0 0 0 0,5-7 0 0 0,-9 10-13 0 0,-1 2 31 0 0,0-1-1 0 0,0 1 1 0 0,0-1 0 0 0,0 1 0 0 0,0-1-1 0 0,-1 1 1 0 0,1-1 0 0 0,0 1 0 0 0,0 0-1 0 0,0-1 1 0 0,-1 1 0 0 0,1-1 0 0 0,0 1 0 0 0,-1 0-1 0 0,1-1 1 0 0,0 1 0 0 0,-1 0 0 0 0,1-1-1 0 0,0 1 1 0 0,-1 0 0 0 0,1-1 0 0 0,-1 1-1 0 0,1 0 1 0 0,-1 0 0 0 0,1 0 0 0 0,0-1 0 0 0,-1 1-1 0 0,1 0 1 0 0,-1 0 0 0 0,1 0 0 0 0,-1 0-1 0 0,1 0 1 0 0,-1 0 0 0 0,1 0 0 0 0,-1 0 0 0 0,1 0-1 0 0,-1 0 1 0 0,1 0 0 0 0,-1 0 0 0 0,-22 5-50 0 0,8 2 45 0 0,1 0-1 0 0,0 1 0 0 0,1 0 0 0 0,0 1 0 0 0,0 0 0 0 0,1 1 1 0 0,0 1-1 0 0,1 0 0 0 0,0 0 0 0 0,1 1 0 0 0,-13 19 0 0 0,19-24 12 0 0,-1 1 0 0 0,1-1-1 0 0,0 1 1 0 0,1 0-1 0 0,0 0 1 0 0,0 0 0 0 0,0 0-1 0 0,1 1 1 0 0,1-1-1 0 0,-2 16 1 0 0,3-19 7 0 0,0 0 0 0 0,0 0 0 0 0,1 0 0 0 0,0 0 0 0 0,0 0 0 0 0,0-1 0 0 0,0 1 0 0 0,1 0-1 0 0,0-1 1 0 0,0 1 0 0 0,0-1 0 0 0,0 1 0 0 0,1-1 0 0 0,0 0 0 0 0,0 0 0 0 0,0 0 0 0 0,0 0 0 0 0,1-1 0 0 0,-1 1 0 0 0,6 2 0 0 0,1 2-6 0 0,1-2 0 0 0,1 1 1 0 0,-1-1-1 0 0,1-1 0 0 0,0 0 1 0 0,1-1-1 0 0,-1-1 0 0 0,1 1 1 0 0,0-2-1 0 0,-1 0 0 0 0,1 0 1 0 0,0-1-1 0 0,0-1 0 0 0,0 0 1 0 0,0-1-1 0 0,22-4 0 0 0,-13 1-366 0 0,-1-1-1 0 0,-1 0 0 0 0,1-2 0 0 0,-1-1 0 0 0,0 0 1 0 0,0-1-1 0 0,-1-1 0 0 0,-1-1 0 0 0,25-18 0 0 0,-30 17 39 0 0,1 0 0 0 0,-1-1 0 0 0,21-29 0 0 0,-27 34 283 0 0,-1-2 0 0 0,0 1 0 0 0,-1-1 0 0 0,0 1 0 0 0,0-2 0 0 0,-1 1 0 0 0,4-17 0 0 0,-7 24 88 0 0,-1 1-1 0 0,1 0 0 0 0,-1-1 1 0 0,1 1-1 0 0,-1 0 0 0 0,0-1 1 0 0,0 1-1 0 0,0 0 0 0 0,-1-1 1 0 0,1 1-1 0 0,0 0 0 0 0,-1-1 1 0 0,-1-2-1 0 0,2 4 133 0 0,-2 1-69 0 0,1 0 0 0 0,-1 1 1 0 0,1 0-1 0 0,-1-1 0 0 0,1 1 1 0 0,-1 0-1 0 0,1-1 0 0 0,0 1 1 0 0,0 0-1 0 0,-1 0 1 0 0,1 0-1 0 0,0 0 0 0 0,0 0 1 0 0,0 1-1 0 0,0-1 0 0 0,0 0 1 0 0,-1 3-1 0 0,-16 26 838 0 0,16-26-853 0 0,-11 20 349 0 0,2 1 0 0 0,-14 38 0 0 0,22-51-365 0 0,0 0-1 0 0,0 0 1 0 0,1 1 0 0 0,1-1 0 0 0,0 1 0 0 0,0-1 0 0 0,3 22 0 0 0,-1-31-60 0 0,-1 0 0 0 0,1 0 0 0 0,-1 0 1 0 0,1 0-1 0 0,0 0 0 0 0,0 0 1 0 0,1 0-1 0 0,-1 0 0 0 0,0 0 1 0 0,1-1-1 0 0,0 1 0 0 0,0-1 0 0 0,0 1 1 0 0,0-1-1 0 0,0 0 0 0 0,0 0 1 0 0,0 0-1 0 0,4 3 0 0 0,-2-3-36 0 0,0 0 0 0 0,1 0-1 0 0,-1 0 1 0 0,0 0 0 0 0,1-1-1 0 0,0 0 1 0 0,-1 0 0 0 0,1 0-1 0 0,0 0 1 0 0,9-1 0 0 0,-4 0-569 0 0,0-1 1 0 0,1 0-1 0 0,-1 0 1 0 0,16-5-1 0 0,-17 3-983 0 0,0 0 0 0 0,0-1 0 0 0,0 0 0 0 0,9-5 0 0 0,6-8-5601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68 2108 0 0,'-51'-62'9764'0'0,"49"60"-9460"0"0,2 1-276 0 0,0 1 0 0 0,0 0 0 0 0,-1 0 0 0 0,1-1 0 0 0,0 1 0 0 0,-1 0 0 0 0,1 0 0 0 0,0-1 0 0 0,-1 1 0 0 0,1 0 0 0 0,0 0 0 0 0,-1 0 1 0 0,1 0-1 0 0,-1-1 0 0 0,1 1 0 0 0,0 0 0 0 0,-1 0 0 0 0,1 0 0 0 0,-1 0 0 0 0,1 0 0 0 0,0 0 0 0 0,-1 0 0 0 0,1 0 0 0 0,-1 0 0 0 0,-1 2-119 0 0,1 0 0 0 0,0 0-1 0 0,0 0 1 0 0,0 0 0 0 0,0 0-1 0 0,0 0 1 0 0,1 0 0 0 0,-1 0 0 0 0,1 0-1 0 0,-1 1 1 0 0,1-1 0 0 0,0 0-1 0 0,0 0 1 0 0,0 0 0 0 0,0 1 0 0 0,1 2-1 0 0,9 39-5265 0 0,-10-44 5236 0 0,5 14-3322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7 1260 0 0,'4'0'2478'0'0,"17"0"4902"0"0,0-6-713 0 0,-35 6-6805 0 0,1 2 223 0 0,-1 0 1 0 0,1 1-1 0 0,0 0 0 0 0,0 1 0 0 0,0 1 1 0 0,1 0-1 0 0,-21 11 0 0 0,27-13-79 0 0,1 0-1 0 0,0 1 0 0 0,0-1 1 0 0,0 1-1 0 0,0 0 0 0 0,1 0 1 0 0,-1 0-1 0 0,1 1 0 0 0,0-1 1 0 0,0 1-1 0 0,1 0 0 0 0,-1 0 1 0 0,1 1-1 0 0,0-1 1 0 0,1 1-1 0 0,-1-1 0 0 0,1 1 1 0 0,1 0-1 0 0,-3 11 0 0 0,4-12-1 0 0,0-1-1 0 0,0 1 1 0 0,1-1 0 0 0,-1 1-1 0 0,1-1 1 0 0,1 1-1 0 0,-1-1 1 0 0,1 1 0 0 0,-1-1-1 0 0,1 0 1 0 0,0 0-1 0 0,4 6 1 0 0,6 7 7 0 0,20 24 0 0 0,-14-21-2 0 0,10 16-17 0 0,-26-35 14 0 0,-1 0 1 0 0,0 1 0 0 0,0-1 0 0 0,0 0 0 0 0,0 1-1 0 0,-1-1 1 0 0,1 1 0 0 0,0 0 0 0 0,-1-1-1 0 0,1 1 1 0 0,-1-1 0 0 0,1 1 0 0 0,-1 0-1 0 0,0 3 1 0 0,0-4 12 0 0,0-1 0 0 0,0 1-1 0 0,0 0 1 0 0,-1 0 0 0 0,1 0-1 0 0,0 0 1 0 0,-1 0 0 0 0,1 0 0 0 0,0 0-1 0 0,-1-1 1 0 0,0 1 0 0 0,1 0 0 0 0,-1 0-1 0 0,1-1 1 0 0,-1 1 0 0 0,0 0-1 0 0,1-1 1 0 0,-2 2 0 0 0,-2 0 75 0 0,1 0-1 0 0,-1-1 1 0 0,0 1 0 0 0,0-1-1 0 0,0 1 1 0 0,0-1 0 0 0,-6 1-1 0 0,-5 0 132 0 0,0 0-1 0 0,-1-1 1 0 0,-29-2-1 0 0,38 0-191 0 0,-1 1 0 0 0,0-1-1 0 0,0-1 1 0 0,1 0 0 0 0,-1 0 0 0 0,1-1 0 0 0,-1 1-1 0 0,1-1 1 0 0,-10-7 0 0 0,16 10-131 0 0,0-1 0 0 0,0 0 0 0 0,0 0 0 0 0,0 1 0 0 0,0-1 0 0 0,0 0 1 0 0,1 0-1 0 0,-1 0 0 0 0,0 0 0 0 0,1 0 0 0 0,-1 0 0 0 0,1 0 0 0 0,-1 0 0 0 0,1 0 0 0 0,0 0 0 0 0,-1-1 0 0 0,1 1 0 0 0,0 0 1 0 0,0 0-1 0 0,0 0 0 0 0,0 0 0 0 0,-1-1 0 0 0,2 1 0 0 0,-1 0 0 0 0,0 0 0 0 0,0 0 0 0 0,0 0 0 0 0,1 0 0 0 0,-1-1 0 0 0,0 1 1 0 0,1 0-1 0 0,-1 0 0 0 0,1 0 0 0 0,-1 0 0 0 0,1 0 0 0 0,0 0 0 0 0,1-1 0 0 0,3-5-1092 0 0,0 0 0 0 0,1 1-1 0 0,0-1 1 0 0,7-5 0 0 0,-6 6-1071 0 0,13-12-4340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93 1292 0 0,'4'-12'2647'0'0,"0"-1"-1"0"0,-1 0 1 0 0,-1 0-1 0 0,2-18 1 0 0,-4 29-2421 0 0,-1-6 1994 0 0,-5 10-1122 0 0,4-1-1233 0 0,-3 2 365 0 0,1 1-1 0 0,0-1 1 0 0,0 1-1 0 0,0 1 1 0 0,0-1-1 0 0,1 0 1 0 0,-1 1-1 0 0,1 0 1 0 0,-3 7 0 0 0,-2 0 141 0 0,-24 41 1316 0 0,-44 98 0 0 0,-10 64 377 0 0,38-91-1081 0 0,37-97-813 0 0,-35 96 84 0 0,38-100-179 0 0,2 1-1 0 0,1 0 1 0 0,-4 32 0 0 0,9-54-59 0 0,0 0 0 0 0,0 0 1 0 0,0 0-1 0 0,0 0 0 0 0,0 0 1 0 0,1-1-1 0 0,-1 1 1 0 0,1 0-1 0 0,-1 0 0 0 0,1 0 1 0 0,-1 0-1 0 0,1-1 0 0 0,0 1 1 0 0,0 0-1 0 0,0-1 0 0 0,0 1 1 0 0,0 0-1 0 0,0-1 1 0 0,3 3-1 0 0,-2-2-35 0 0,1 0 0 0 0,0-1 0 0 0,-1 1 0 0 0,1 0 0 0 0,0-1 0 0 0,0 0 0 0 0,0 1 0 0 0,1-1 0 0 0,-1 0 1 0 0,5 0-1 0 0,3 1-358 0 0,0-1 0 0 0,0-1-1 0 0,0 0 1 0 0,0 0 0 0 0,-1-1 0 0 0,12-3 0 0 0,0 0-1388 0 0,-1-2-1 0 0,0 0 1 0 0,33-15-1 0 0,-38 13-1114 0 0,0-1 0 0 0,23-16 0 0 0,-6 1-4238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66 2336 0 0,'-39'-10'4895'0'0,"27"7"-2787"0"0,0 0 0 0 0,0-1-1 0 0,-18-8 1 0 0,55 1-736 0 0,19 3-1132 0 0,0 2 1 0 0,0 2 0 0 0,73 3 0 0 0,-42 1-732 0 0,-21-1-731 0 0,34 0-5363 0 0,-47-1-710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97 5477 0 0,'-19'-19'3752'0'0,"2"0"-1192"0"0,-5 4-988 0 0,5 2-1032 0 0,-2 4-980 0 0,1 1-984 0 0,-1 1-2344 0 0,-3 0-2097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3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1348 0 0,'0'0'1028'0'0,"5"8"164"0"0,-1 1-544 0 0,-1 1-344 0 0,2 0-232 0 0,-3-2-1696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32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38 816 0 0,'5'-4'482'0'0,"0"0"181"0"0,1 0 0 0 0,-1 1 0 0 0,1-1 0 0 0,8-2 0 0 0,-12 5-468 0 0,18-11-1765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3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48 0 0,'0'0'2218'0'0,"10"-27"2115"0"0,-4 21-4191 0 0,-1 0 1 0 0,1 1 0 0 0,1 0-1 0 0,8-6 1 0 0,-13 10-130 0 0,0 0 3 0 0,0-1 0 0 0,0 1 0 0 0,1 0 0 0 0,-1 0 0 0 0,0 1 0 0 0,0-1 1 0 0,1 0-1 0 0,-1 1 0 0 0,0 0 0 0 0,1-1 0 0 0,-1 1 0 0 0,1 0 0 0 0,-1 0 1 0 0,3 1-1 0 0,10 2 61 0 0,-1 0 0 0 0,0 2 0 0 0,1-1 0 0 0,13 8 1 0 0,34 11 12 0 0,-41-19-86 0 0,0 0-1 0 0,1-2 1 0 0,0-1 0 0 0,-1 0 0 0 0,23-3 0 0 0,-24 0-1182 0 0,-1-1 0 0 0,38-9 0 0 0,-28 1-950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73 228 0 0,'27'-27'18865'0'0,"-27"26"-18822"0"0,1 1-1 0 0,0-1 1 0 0,0 1-1 0 0,-1-1 1 0 0,1 1-1 0 0,0-1 1 0 0,0 1-1 0 0,0 0 1 0 0,-1-1 0 0 0,1 1-1 0 0,0 0 1 0 0,0-1-1 0 0,0 1 1 0 0,0 0-1 0 0,0 0 1 0 0,0 0-1 0 0,-1 0 1 0 0,1 0 0 0 0,1 0-1 0 0,8-2 103 0 0,119-28-356 0 0,-76 23-6819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2196 0 0,'-14'14'4708'0'0,"-19"23"-1"0"0,0 1 2516 0 0,37-35-6584 0 0,-3-3-625 0 0,-1 1 1 0 0,0-1 0 0 0,0 0 0 0 0,0 1 0 0 0,0-1-1 0 0,0 0 1 0 0,1 0 0 0 0,-1 1 0 0 0,0-1 0 0 0,0 0-1 0 0,0 0 1 0 0,1 0 0 0 0,-1 1 0 0 0,0-1 0 0 0,0 0 0 0 0,1 0-1 0 0,-1 0 1 0 0,0 0 0 0 0,0 1 0 0 0,1-1 0 0 0,-1 0-1 0 0,0 0 1 0 0,1 0 0 0 0,-1 0 0 0 0,0 0 0 0 0,0 0-1 0 0,1 0 1 0 0,-1 0 0 0 0,0 0 0 0 0,1 0 0 0 0,0 0-1 0 0,27-2 57 0 0,1-2 0 0 0,-1-1 0 0 0,55-17 0 0 0,-38 9-1347 0 0,102-34-8002 0 0,-93 23 2006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0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72 408 0 0,'0'-3'1347'0'0,"0"-57"8018"0"0,-3 51-6605 0 0,0 15-2567 0 0,0 0 1 0 0,1 0-1 0 0,0 1 1 0 0,0-1-1 0 0,0 1 0 0 0,0-1 1 0 0,1 1-1 0 0,-1 12 1 0 0,-1 8 69 0 0,-8 24 45 0 0,-115 672 1189 0 0,122-694-1492 0 0,-5 50-768 0 0,9-70 27 0 0,0 0 0 0 0,0 1 0 0 0,1-1 1 0 0,0 0-1 0 0,1 0 0 0 0,3 10 0 0 0,-5-18 512 0 0,0-1-1 0 0,0 1 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1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73 167 616 0 0,'19'-39'13394'0'0,"-16"64"-10968"0"0,-58 341 1120 0 0,33-229-3253 0 0,12-71-30 0 0,9-63-103 0 0,-2-16-105 0 0,2 11-57 0 0,0 0 1 0 0,1 1-1 0 0,-1-1 0 0 0,1 0 1 0 0,0 0-1 0 0,0 0 1 0 0,-1 1-1 0 0,1-1 1 0 0,1-3-1 0 0,3-43 9 0 0,33-242-8 0 0,-28 240-26 0 0,3 0 1 0 0,1 1-1 0 0,35-81 1 0 0,-46 124 14 0 0,1 1 0 0 0,-1-1 1 0 0,1 1-1 0 0,0 0 1 0 0,1 0-1 0 0,-1 0 0 0 0,1 0 1 0 0,0 0-1 0 0,0 1 1 0 0,0-1-1 0 0,1 1 0 0 0,9-6 1 0 0,-13 9 9 0 0,1 0 1 0 0,0 1-1 0 0,0 0 0 0 0,0-1 1 0 0,-1 1-1 0 0,1 0 0 0 0,0 0 1 0 0,0-1-1 0 0,0 2 1 0 0,0-1-1 0 0,0 0 0 0 0,-1 0 1 0 0,1 0-1 0 0,0 1 0 0 0,0-1 1 0 0,0 1-1 0 0,-1 0 0 0 0,1-1 1 0 0,0 1-1 0 0,-1 0 1 0 0,1 0-1 0 0,0 0 0 0 0,-1 0 1 0 0,1 0-1 0 0,-1 1 0 0 0,0-1 1 0 0,2 2-1 0 0,2 2 7 0 0,0 1-1 0 0,0 0 0 0 0,-1 0 1 0 0,0 0-1 0 0,5 8 1 0 0,-2 3 126 0 0,1 1 0 0 0,-2 0 0 0 0,-1 0 0 0 0,0 1 0 0 0,-1-1 0 0 0,2 26 0 0 0,0 114 350 0 0,-6-129-659 0 0,2 163 845 0 0,5-64-3894 0 0,-5-119 1959 0 0,0 1-988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61 173 732 0 0,'-47'-28'13215'0'0,"46"28"-13098"0"0,1 0 0 0 0,-1 0 1 0 0,1 0-1 0 0,-1 0 0 0 0,0 0 0 0 0,1 0 0 0 0,-1 0 0 0 0,1 0 0 0 0,-1 0 0 0 0,1 0 0 0 0,-1 0 0 0 0,1-1 1 0 0,-1 1-1 0 0,0 0 0 0 0,1 0 0 0 0,-1-1 0 0 0,1 1 0 0 0,-1 0 0 0 0,1 0 0 0 0,-1-1 0 0 0,1 1 1 0 0,0-1-1 0 0,-1 1 0 0 0,0-1 0 0 0,1 0-53 0 0,0 1 1 0 0,0-1 0 0 0,0 1 0 0 0,0-1-1 0 0,0 0 1 0 0,0 1 0 0 0,1-1-1 0 0,-1 1 1 0 0,0-1 0 0 0,0 1-1 0 0,0-1 1 0 0,1 1 0 0 0,-1-1-1 0 0,0 1 1 0 0,1-1 0 0 0,-1 1-1 0 0,0-1 1 0 0,1 1 0 0 0,0-1-1 0 0,2-2 39 0 0,0 0 0 0 0,0 0 0 0 0,1 0 0 0 0,-1 1 0 0 0,7-4 0 0 0,113-52-1609 0 0,-41 19-7322 0 0,-57 27 2780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8:1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40 3256 0 0,'-1'-2'2607'0'0,"-18"-35"12303"0"0,12 70-12102 0 0,-11 546 285 0 0,14-455-4765 0 0,4-97-1689 0 0,5 28-1 0 0,-5-52 2369 0 0,2 8-304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430 304 424 0 0,'0'0'1871'0'0,"-5"-21"5217"0"0,3 16-6366 0 0,0-1 0 0 0,0 0 1 0 0,1 0-1 0 0,0 0 0 0 0,0-1 0 0 0,0-6 1 0 0,1-6-193 0 0,1 1 0 0 0,4-24 1 0 0,-3 27-549 0 0,0 1 0 0 0,-1-1 0 0 0,0 1 0 0 0,-1-1 0 0 0,-3-18 0 0 0,-5 3 26 0 0,7 29-16 0 0,1 0 0 0 0,-1-1 0 0 0,0 1 0 0 0,0 0 0 0 0,0 0 1 0 0,0 0-1 0 0,0 0 0 0 0,0 0 0 0 0,0 0 0 0 0,0 0 0 0 0,-1 0 0 0 0,1 0 0 0 0,0 1 1 0 0,0-1-1 0 0,-1 0 0 0 0,1 1 0 0 0,0-1 0 0 0,-3 0 0 0 0,3 1 7 0 0,0 0 0 0 0,-1 0-1 0 0,1 0 1 0 0,0 0 0 0 0,0 0-1 0 0,0 0 1 0 0,0 0 0 0 0,0 1 0 0 0,0-1-1 0 0,0 0 1 0 0,0 1 0 0 0,0-1-1 0 0,0 1 1 0 0,0-1 0 0 0,0 1 0 0 0,0 0-1 0 0,-1 0 1 0 0,-1 1-1 0 0,-4 2 2 0 0,0 0 1 0 0,0 1 0 0 0,0 0-1 0 0,0 0 1 0 0,1 1-1 0 0,0-1 1 0 0,-6 9 0 0 0,-34 48 27 0 0,41-55-21 0 0,-17 25 30 0 0,1 2 0 0 0,1 0 0 0 0,2 0 0 0 0,-19 55 0 0 0,32-74-32 0 0,1 0-1 0 0,1 1 0 0 0,0 0 0 0 0,1-1 1 0 0,0 30-1 0 0,2-34-5 0 0,1 0-1 0 0,1 0 1 0 0,0 0 0 0 0,0-1 0 0 0,1 1-1 0 0,0-1 1 0 0,1 1 0 0 0,0-1 0 0 0,8 14-1 0 0,0-7-17 0 0,0 0 0 0 0,28 29-1 0 0,-27-33 23 0 0,-1 1 0 0 0,0 1 1 0 0,-1-1-1 0 0,11 22 0 0 0,-20-32 44 0 0,0-1 1 0 0,-1 1 0 0 0,0-1-1 0 0,0 1 1 0 0,0-1 0 0 0,0 1-1 0 0,-1 0 1 0 0,0-1 0 0 0,1 1-1 0 0,-1 0 1 0 0,0-1-1 0 0,-1 1 1 0 0,1 0 0 0 0,-2 6-1 0 0,0-4 109 0 0,0-1-1 0 0,0 1 1 0 0,-1-1-1 0 0,0 1 1 0 0,0-1-1 0 0,0 0 1 0 0,0 0-1 0 0,-7 7 1 0 0,3-5 16 0 0,0 0 0 0 0,0 0 0 0 0,-1-1 0 0 0,1 0 0 0 0,-1 0 0 0 0,-1-1 0 0 0,1 0 0 0 0,-1-1 0 0 0,0 0 0 0 0,0 0 0 0 0,-10 2 0 0 0,7-4-152 0 0,0 0 1 0 0,0-1-1 0 0,-1-1 1 0 0,1 0 0 0 0,0-1-1 0 0,0 0 1 0 0,0-1-1 0 0,0 0 1 0 0,-17-6 0 0 0,28 8-131 0 0,-1 0 1 0 0,1-1 0 0 0,0 1 0 0 0,0-1-1 0 0,0 1 1 0 0,0-1 0 0 0,0 1 0 0 0,0-1-1 0 0,0 0 1 0 0,1 1 0 0 0,-1-1 0 0 0,0 0 0 0 0,0 0-1 0 0,0 1 1 0 0,1-1 0 0 0,-1 0 0 0 0,0 0-1 0 0,1 0 1 0 0,-1 0 0 0 0,1 0 0 0 0,-1 0-1 0 0,1 0 1 0 0,-1 0 0 0 0,1 0 0 0 0,0 0 0 0 0,0-1-1 0 0,-1 1 1 0 0,1 0 0 0 0,0 0 0 0 0,0 0-1 0 0,0 0 1 0 0,0 0 0 0 0,0 0 0 0 0,1 0 0 0 0,-1-1-1 0 0,0 1 1 0 0,0 0 0 0 0,1 0 0 0 0,-1 0-1 0 0,1 0 1 0 0,-1 0 0 0 0,1 0 0 0 0,0-1-1 0 0,3-7-1643 0 0,0 1 0 0 0,1 0 0 0 0,11-14-1 0 0,-12 17 194 0 0,6-11-2991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1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0 450 268 0 0,'29'-53'17738'0'0,"-32"77"-17220"0"0,0 6-69 0 0,0 55 0 0 0,3-77-431 0 0,1-1 0 0 0,-1 1 0 0 0,2 0-1 0 0,-1 0 1 0 0,1-1 0 0 0,0 1 0 0 0,1-1-1 0 0,0 0 1 0 0,0 1 0 0 0,1-1 0 0 0,-1-1-1 0 0,8 10 1 0 0,-9-14-10 0 0,0 1 0 0 0,0-1 0 0 0,0 0 0 0 0,1-1 0 0 0,-1 1 0 0 0,1 0 0 0 0,-1-1 0 0 0,1 1 0 0 0,-1-1 0 0 0,1 0 0 0 0,0 0 1 0 0,0 0-1 0 0,0 0 0 0 0,0 0 0 0 0,0-1 0 0 0,0 1 0 0 0,0-1 0 0 0,0 0 0 0 0,0 0 0 0 0,0 0 0 0 0,0 0 0 0 0,0 0 0 0 0,0-1 0 0 0,0 1 0 0 0,-1-1 0 0 0,1 0 0 0 0,4-1 0 0 0,2-2 0 0 0,1 0-1 0 0,-1 0 1 0 0,0-1-1 0 0,-1-1 1 0 0,1 1 0 0 0,14-13-1 0 0,-12 7-3 0 0,0-1 0 0 0,0 1 0 0 0,-1-2 0 0 0,-1 1-1 0 0,0-1 1 0 0,-1-1 0 0 0,0 0 0 0 0,-1 0 0 0 0,0 0 0 0 0,7-26 0 0 0,-11 30-4 0 0,-1 1 0 0 0,1-1 1 0 0,-2 0-1 0 0,1 0 0 0 0,-1 0 1 0 0,-1 0-1 0 0,0 0 0 0 0,0 0 1 0 0,-1 0-1 0 0,0 0 1 0 0,-1 1-1 0 0,0-1 0 0 0,-1 0 1 0 0,0 1-1 0 0,0-1 0 0 0,-1 1 1 0 0,0 0-1 0 0,-6-9 0 0 0,8 15 4 0 0,-1 0-1 0 0,0 0 1 0 0,0 0-1 0 0,0 0 1 0 0,0 0-1 0 0,0 0 1 0 0,0 1-1 0 0,-1 0 1 0 0,0-1-1 0 0,1 1 1 0 0,-1 0-1 0 0,0 1 1 0 0,0-1-1 0 0,0 1 1 0 0,0 0-1 0 0,0 0 1 0 0,0 0-1 0 0,0 0 1 0 0,0 1-1 0 0,-1 0 1 0 0,1 0-1 0 0,0 0 1 0 0,0 0-1 0 0,0 0 1 0 0,0 1-1 0 0,-1 0 1 0 0,1 0-1 0 0,-7 3 1 0 0,5-3-190 0 0,1 1-1 0 0,0 1 1 0 0,0-1 0 0 0,0 0 0 0 0,0 1 0 0 0,1 0 0 0 0,-1 0 0 0 0,1 1 0 0 0,-1-1 0 0 0,1 1 0 0 0,0 0 0 0 0,1 0 0 0 0,-1 0 0 0 0,1 1 0 0 0,-1-1 0 0 0,1 1-1 0 0,1 0 1 0 0,-1 0 0 0 0,1 0 0 0 0,0 0 0 0 0,-2 7 0 0 0,3-11 70 0 0,1 0-1 0 0,0 0 1 0 0,0 0 0 0 0,-1 0-1 0 0,1 1 1 0 0,0-1 0 0 0,0 0-1 0 0,0 0 1 0 0,1 0-1 0 0,-1 0 1 0 0,0 1 0 0 0,0-1-1 0 0,1 0 1 0 0,-1 0 0 0 0,0 0-1 0 0,1 0 1 0 0,-1 0 0 0 0,1 0-1 0 0,-1 0 1 0 0,1 0-1 0 0,0 0 1 0 0,-1 0 0 0 0,1 0-1 0 0,0 0 1 0 0,0 0 0 0 0,0-1-1 0 0,0 1 1 0 0,0 0 0 0 0,0 0-1 0 0,0-1 1 0 0,0 1-1 0 0,0-1 1 0 0,0 1 0 0 0,0-1-1 0 0,0 1 1 0 0,2-1 0 0 0,0 1-90 0 0,1 0 1 0 0,0-1 0 0 0,0 1 0 0 0,0-1 0 0 0,-1 0-1 0 0,1-1 1 0 0,0 1 0 0 0,0 0 0 0 0,-1-1 0 0 0,6-1 0 0 0,13-5-245 0 0,-1-2 0 0 0,-1 0 1 0 0,1 0-1 0 0,-1-2 1 0 0,-1-1-1 0 0,0 0 1 0 0,-1-2-1 0 0,0 0 0 0 0,18-19 1 0 0,-18 14 845 0 0,0 0-1 0 0,26-40 1 0 0,-30 36 1481 0 0,-1 0 0 0 0,21-45 2352 0 0,-34 84-3241 0 0,-6 30-262 0 0,5-41-418 0 0,-8 72 623 0 0,-1 80 0 0 0,10-128-883 0 0,1 0 0 0 0,2 0 1 0 0,0 0-1 0 0,2 0 0 0 0,2 0 0 0 0,9 27 1 0 0,-14-50-40 0 0,0 0 1 0 0,1 0 0 0 0,0-1-1 0 0,0 1 1 0 0,0-1-1 0 0,1 0 1 0 0,-1 0 0 0 0,1 0-1 0 0,1 0 1 0 0,-1-1 0 0 0,1 0-1 0 0,-1 0 1 0 0,11 7-1 0 0,-12-10-34 0 0,0 1-1 0 0,0-1 0 0 0,0 0 0 0 0,0 0 1 0 0,0 0-1 0 0,0 0 0 0 0,1-1 1 0 0,-1 1-1 0 0,0-1 0 0 0,0 0 0 0 0,1 0 1 0 0,-1 0-1 0 0,0 0 0 0 0,0-1 0 0 0,1 1 1 0 0,-1-1-1 0 0,0 0 0 0 0,0 0 1 0 0,0 0-1 0 0,0 0 0 0 0,0-1 0 0 0,0 1 1 0 0,0-1-1 0 0,0 0 0 0 0,0 1 0 0 0,-1-1 1 0 0,1-1-1 0 0,2-2 0 0 0,4-4-83 0 0,0-1 0 0 0,0 0 0 0 0,-1 0 0 0 0,-1-1 0 0 0,1 0 0 0 0,-2-1 0 0 0,0 0 0 0 0,0 0 0 0 0,4-14 0 0 0,3-12-114 0 0,13-68-1 0 0,-23 88 229 0 0,7-25 41 0 0,-10 41 27 0 0,0 15 133 0 0,1 17 53 0 0,7 53 1 0 0,-6-71-243 0 0,0 0 0 0 0,1-1 0 0 0,1 1 0 0 0,0-1 0 0 0,0 0 0 0 0,1 0 0 0 0,10 17 0 0 0,-13-25-10 0 0,-1-1 0 0 0,1 1 0 0 0,0-1-1 0 0,0 1 1 0 0,0-1 0 0 0,0 0 0 0 0,0 0-1 0 0,0 0 1 0 0,1 0 0 0 0,-1 0 0 0 0,1 0 0 0 0,-1-1-1 0 0,1 1 1 0 0,0-1 0 0 0,0 0 0 0 0,-1 0-1 0 0,1 0 1 0 0,0 0 0 0 0,0 0 0 0 0,0-1 0 0 0,0 1-1 0 0,0-1 1 0 0,0 0 0 0 0,0 0 0 0 0,0 0-1 0 0,0 0 1 0 0,0 0 0 0 0,0-1 0 0 0,0 1 0 0 0,0-1-1 0 0,0 0 1 0 0,0 0 0 0 0,0 0 0 0 0,0 0-1 0 0,0-1 1 0 0,2-1 0 0 0,3-2-27 0 0,-1 0-1 0 0,0-1 1 0 0,0 0-1 0 0,0 0 1 0 0,-1 0 0 0 0,0-1-1 0 0,0 0 1 0 0,0 0 0 0 0,-1-1-1 0 0,8-14 1 0 0,-4 1-22 0 0,-1-1-1 0 0,-1 1 1 0 0,-1-2-1 0 0,-1 1 1 0 0,-1 0 0 0 0,-1-1-1 0 0,0 0 1 0 0,-2-38 0 0 0,-4 49 77 0 0,-1 17 16 0 0,-5 20 35 0 0,7-5-31 0 0,0 0 1 0 0,1 0-1 0 0,2 28 0 0 0,0-37-51 0 0,0 0 1 0 0,1-1-1 0 0,0 1 1 0 0,1-1-1 0 0,0 0 1 0 0,1 0-1 0 0,0 0 0 0 0,6 10 1 0 0,-9-18-108 0 0,1 0 0 0 0,-1 1 0 0 0,1-1 0 0 0,0 0 0 0 0,0 0 0 0 0,0-1 1 0 0,0 1-1 0 0,1 0 0 0 0,-1-1 0 0 0,0 1 0 0 0,1-1 0 0 0,-1 0 0 0 0,1 0 0 0 0,-1 0 0 0 0,1 0 0 0 0,-1 0 0 0 0,1 0 0 0 0,0-1 1 0 0,0 1-1 0 0,-1-1 0 0 0,1 0 0 0 0,0 0 0 0 0,-1 0 0 0 0,1 0 0 0 0,0 0 0 0 0,0-1 0 0 0,-1 1 0 0 0,1-1 0 0 0,0 0 0 0 0,4-1 1 0 0,2-2-463 0 0,0 1 0 0 0,1-2 0 0 0,-1 1 1 0 0,-1-1-1 0 0,1 0 0 0 0,-1-1 1 0 0,10-8-1 0 0,-8 5-795 0 0,0 0 0 0 0,13-19 0 0 0,-3 0-1685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20 298 1716 0 0,'4'-42'2442'0'0,"-3"-1"0"0"0,-1 1 0 0 0,-2-1 0 0 0,-11-61 0 0 0,11 95-2195 0 0,0-5 1346 0 0,-1 23-433 0 0,1 188 2552 0 0,23 97-3090 0 0,-20-283-568 0 0,-1-10-57 0 0,13 107 39 0 0,-10-92-907 0 0,1 0-1 0 0,0 0 1 0 0,1 0 0 0 0,10 22-1 0 0,-14-37 605 0 0,-1 1-1 0 0,1-1 1 0 0,0 0-1 0 0,-1 1 1 0 0,1-1-1 0 0,0 0 1 0 0,0 0-1 0 0,0 0 1 0 0,0 0-1 0 0,0 0 1 0 0,0 0-1 0 0,0 0 1 0 0,1 0-1 0 0,-1-1 1 0 0,0 1-1 0 0,0 0 1 0 0,1-1-1 0 0,-1 1 0 0 0,0-1 1 0 0,1 1-1 0 0,-1-1 1 0 0,0 1-1 0 0,1-1 1 0 0,-1 0-1 0 0,1 0 1 0 0,-1 0-1 0 0,0 0 1 0 0,1 0-1 0 0,-1 0 1 0 0,1 0-1 0 0,-1 0 1 0 0,1-1-1 0 0,-1 1 1 0 0,0 0-1 0 0,1-1 1 0 0,-1 0-1 0 0,0 1 1 0 0,2-2-1 0 0,11-5-3885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2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1124 0 0,'17'-130'17652'0'0,"-21"174"-16768"0"0,2 1 0 0 0,5 71 0 0 0,-1-93-1434 0 0,4 40-2066 0 0,-5-57 2124 0 0,0-1-1 0 0,0 0 1 0 0,1 0 0 0 0,-1 0-1 0 0,1 0 1 0 0,0 0 0 0 0,1-1-1 0 0,-1 1 1 0 0,4 4 0 0 0,-5-8 168 0 0,0 0 0 0 0,0 0-1 0 0,0 0 1 0 0,0 0 0 0 0,0 0 0 0 0,0 0 0 0 0,0 0 0 0 0,0-1 0 0 0,1 1 0 0 0,-1-1 0 0 0,0 1 0 0 0,0-1 0 0 0,1 1 0 0 0,-1-1 0 0 0,0 1 0 0 0,1-1 0 0 0,-1 0 0 0 0,1 0 0 0 0,-1 0 0 0 0,0 0 0 0 0,3 0 0 0 0,14-3-3482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1560 0 0,'22'-68'12508'0'0,"-13"79"-10825"0"0,-2 15-16 0 0,5 35 0 0 0,-7-30-1145 0 0,11 34 0 0 0,-14-57-477 0 0,1 0-1 0 0,0 0 1 0 0,1 0 0 0 0,0-1 0 0 0,0 1-1 0 0,1-1 1 0 0,-1 0 0 0 0,13 13 0 0 0,-14-18-33 0 0,0 1 1 0 0,0-1 0 0 0,0 0-1 0 0,1 0 1 0 0,-1 0-1 0 0,1 0 1 0 0,0-1-1 0 0,-1 1 1 0 0,1-1-1 0 0,0 0 1 0 0,0 0-1 0 0,0 0 1 0 0,0-1 0 0 0,0 0-1 0 0,0 1 1 0 0,0-1-1 0 0,0-1 1 0 0,0 1-1 0 0,0 0 1 0 0,0-1-1 0 0,-1 0 1 0 0,5-1-1 0 0,2-1 0 0 0,-1 0-1 0 0,1-1 0 0 0,-1 0 0 0 0,0 0 0 0 0,0-1 0 0 0,-1 0 0 0 0,14-11 0 0 0,-14 10-7 0 0,-1-1 0 0 0,0 0-1 0 0,-1 0 1 0 0,0 0 0 0 0,0-1-1 0 0,0 0 1 0 0,-1 0 0 0 0,0-1-1 0 0,-1 1 1 0 0,0-1 0 0 0,0 0-1 0 0,-1-1 1 0 0,0 1 0 0 0,2-16 0 0 0,-4 19-5 0 0,0 0 0 0 0,-1 0 0 0 0,0 0 1 0 0,0 0-1 0 0,0-1 0 0 0,-1 1 1 0 0,0 0-1 0 0,0 0 0 0 0,-1 0 1 0 0,1 0-1 0 0,-1 0 0 0 0,-1 1 1 0 0,1-1-1 0 0,-1 0 0 0 0,0 1 0 0 0,0 0 1 0 0,-1 0-1 0 0,1 0 0 0 0,-1 0 1 0 0,0 0-1 0 0,-1 1 0 0 0,1 0 1 0 0,-10-8-1 0 0,7 8-4 0 0,1 1 1 0 0,-1-1-1 0 0,1 1 0 0 0,-1 0 0 0 0,0 1 1 0 0,0 0-1 0 0,0 0 0 0 0,-1 0 1 0 0,1 1-1 0 0,0 0 0 0 0,-1 0 1 0 0,1 1-1 0 0,-1 0 0 0 0,1 0 1 0 0,0 1-1 0 0,-1 0 0 0 0,1 1 1 0 0,0-1-1 0 0,-13 5 0 0 0,12-3 0 0 0,-1 1-1 0 0,0-1 0 0 0,1 2 1 0 0,0-1-1 0 0,0 1 1 0 0,0 0-1 0 0,1 1 0 0 0,0-1 1 0 0,0 1-1 0 0,0 1 1 0 0,0 0-1 0 0,1 0 0 0 0,1 0 1 0 0,-1 0-1 0 0,-6 13 1 0 0,11-18 4 0 0,0 0 0 0 0,0 0 0 0 0,0 0 0 0 0,0 0 0 0 0,0 0 0 0 0,1 0 0 0 0,-1 0 0 0 0,1 0 0 0 0,0 0 0 0 0,-1 1 0 0 0,1-1 0 0 0,0 0 0 0 0,0 0 0 0 0,0 0 1 0 0,1 0-1 0 0,-1 1 0 0 0,0-1 0 0 0,1 0 0 0 0,0 0 0 0 0,-1 0 0 0 0,1 0 0 0 0,0 0 0 0 0,0 0 0 0 0,0 0 0 0 0,0 0 0 0 0,2 1 0 0 0,-2-1-1 0 0,0-1 0 0 0,1 0 0 0 0,-1 0-1 0 0,1 0 1 0 0,0 0 0 0 0,-1-1 0 0 0,1 1-1 0 0,0 0 1 0 0,-1-1 0 0 0,1 1 0 0 0,0-1 0 0 0,0 1-1 0 0,-1-1 1 0 0,1 0 0 0 0,0 0 0 0 0,0 0-1 0 0,1 0 1 0 0,31-4-218 0 0,-31 4 197 0 0,13-4-120 0 0,0 0-1 0 0,-1-1 1 0 0,1 0 0 0 0,-1-2 0 0 0,24-13-1 0 0,70-51-516 0 0,-48 30 423 0 0,-38 26 158 0 0,-8 4 7 0 0,0 2 0 0 0,0 0-1 0 0,1 1 1 0 0,31-12 0 0 0,-45 19 74 0 0,0 1-1 0 0,0-1 1 0 0,1 1-1 0 0,-1 0 1 0 0,0 0-1 0 0,0 0 1 0 0,0 0-1 0 0,1 1 1 0 0,-1-1-1 0 0,0 0 1 0 0,0 1 0 0 0,0 0-1 0 0,0-1 1 0 0,0 1-1 0 0,0 0 1 0 0,0 0-1 0 0,0 0 1 0 0,0 1-1 0 0,0-1 1 0 0,0 0-1 0 0,-1 1 1 0 0,1-1-1 0 0,-1 1 1 0 0,1-1 0 0 0,-1 1-1 0 0,1 0 1 0 0,-1-1-1 0 0,0 1 1 0 0,0 0-1 0 0,2 4 1 0 0,2 3 135 0 0,-1 2 0 0 0,1-1-1 0 0,-2 1 1 0 0,4 14 0 0 0,-2 1 185 0 0,-2 1 1 0 0,0-1-1 0 0,-2 1 1 0 0,-2 27-1 0 0,0-14 620 0 0,1-37-643 0 0,3 4 400 0 0,57-178-61 0 0,-56 162-630 0 0,39-81 5 0 0,-37 78-29 0 0,1 1-1 0 0,1 0 1 0 0,0 0 0 0 0,1 0-1 0 0,13-12 1 0 0,-21 22 14 0 0,1-1 0 0 0,-1 1 0 0 0,1-1 1 0 0,-1 1-1 0 0,1 0 0 0 0,0 0 0 0 0,0-1 0 0 0,-1 1 0 0 0,1 1 0 0 0,0-1 1 0 0,0 0-1 0 0,0 0 0 0 0,0 1 0 0 0,0-1 0 0 0,0 1 0 0 0,0 0 0 0 0,0-1 0 0 0,0 1 1 0 0,1 0-1 0 0,-1 0 0 0 0,3 1 0 0 0,-2 0 4 0 0,-1 0 0 0 0,0 0 0 0 0,1 0 0 0 0,-1 1 0 0 0,0-1 0 0 0,0 0 0 0 0,0 1-1 0 0,0 0 1 0 0,0 0 0 0 0,-1-1 0 0 0,1 1 0 0 0,0 0 0 0 0,-1 0 0 0 0,1 1 0 0 0,0 1 0 0 0,5 9-20 0 0,-1 0 0 0 0,-1 1 0 0 0,0 0 1 0 0,5 25-1 0 0,-8-30 10 0 0,10 46-33 0 0,29 79 0 0 0,-41-133 41 0 0,1 0 0 0 0,-1 0 0 0 0,1 0 0 0 0,-1 0 0 0 0,1 0 0 0 0,-1-1 0 0 0,1 1 0 0 0,0 0 0 0 0,0-1 0 0 0,-1 1 0 0 0,1 0 0 0 0,0-1 0 0 0,0 1 0 0 0,0-1 0 0 0,-1 1 0 0 0,1-1 0 0 0,0 1 0 0 0,0-1 0 0 0,0 0-1 0 0,0 1 1 0 0,0-1 0 0 0,0 0 0 0 0,0 0 0 0 0,0 0 0 0 0,0 1 0 0 0,0-1 0 0 0,0 0 0 0 0,0 0 0 0 0,0-1 0 0 0,0 1 0 0 0,0 0 0 0 0,2-1 0 0 0,0 0-163 0 0,0 1 0 0 0,0-1 1 0 0,0-1-1 0 0,0 1 0 0 0,0 0 0 0 0,0-1 0 0 0,0 0 0 0 0,2-2 0 0 0,-1 1-600 0 0,0-1 0 0 0,0 0 0 0 0,-1 0-1 0 0,1 0 1 0 0,4-9 0 0 0,4-14-6511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3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1968 0 0,'-174'23'13389'0'0,"172"-22"-13059"0"0,-1-1-481 0 0,-3 1-267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3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66 784 0 0,'-70'34'11810'0'0,"122"-49"-10906"0"0,105-31-2317 0 0,-53 19-3826 0 0,-59 15 797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3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1255 720 0 0,'-53'-8'20505'0'0,"54"6"-20486"0"0,0 0 0 0 0,1 0 1 0 0,-1 0-1 0 0,1 0 0 0 0,-1 1 1 0 0,1-1-1 0 0,0 0 0 0 0,-1 1 1 0 0,1 0-1 0 0,0-1 0 0 0,0 1 1 0 0,0 0-1 0 0,0 0 0 0 0,0 0 1 0 0,5-1-1 0 0,-2-1 10 0 0,284-128 195 0 0,9 17-210 0 0,-246 95-12 0 0,1850-591-310 0 0,-534 292-4067 0 0,-1249 294 2194 0 0,-117 23 1404 0 0,8 0-687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5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16 428 304 0 0,'0'0'1079'0'0,"-6"8"2289"0"0,-3 1-228 0 0,18-24-100 0 0,5-8-2841 0 0,11-27-182 0 0,58-109 3 0 0,-66 130-21 0 0,1 1 0 0 0,2 1 0 0 0,30-32 1 0 0,-45 54-1 0 0,0-1 0 0 0,1 1 0 0 0,0 0 0 0 0,0 1 0 0 0,1-1 0 0 0,-1 1 0 0 0,1 0 0 0 0,0 1 0 0 0,0 0 0 0 0,10-4 0 0 0,-12 6 3 0 0,1 0-1 0 0,-1 0 1 0 0,1 1 0 0 0,-1-1 0 0 0,1 1-1 0 0,-1 0 1 0 0,1 0 0 0 0,0 1 0 0 0,-1 0-1 0 0,1 0 1 0 0,-1 0 0 0 0,0 1 0 0 0,1 0-1 0 0,8 4 1 0 0,2 2 87 0 0,-1 0 0 0 0,0 2 0 0 0,-1 0 0 0 0,0 0-1 0 0,0 1 1 0 0,-1 1 0 0 0,-1 0 0 0 0,0 1 0 0 0,20 27 0 0 0,-25-28-257 0 0,1 1 0 0 0,-1-1 0 0 0,-1 1 1 0 0,-1 0-1 0 0,6 18 0 0 0,-8-20-693 0 0,0 0 0 0 0,-1 1 0 0 0,-1-1 0 0 0,0 1 0 0 0,0-1 0 0 0,-3 23 0 0 0,-1-18-1769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75 652 0 0,'-40'-73'9965'0'0,"39"71"-9400"0"0,0 3-548 0 0,1-1 1 0 0,-1 0-1 0 0,1 1 1 0 0,-1-1-1 0 0,1 0 1 0 0,-1 1-1 0 0,1-1 1 0 0,-1 1-1 0 0,1-1 1 0 0,-1 1-1 0 0,1-1 1 0 0,-1 1-1 0 0,1-1 1 0 0,0 1-1 0 0,-1-1 1 0 0,1 1-1 0 0,0 0 1 0 0,-1-1-1 0 0,1 1 1 0 0,0 0-1 0 0,0-1 1 0 0,-1 2-1 0 0,-4 18 127 0 0,5-16-77 0 0,-104 596 140 0 0,99-568-446 0 0,-27 138-5695 0 0,20-134 2509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6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34 357 272 0 0,'-14'-5'5876'0'0,"13"4"-5815"0"0,0 1 1 0 0,0 0-1 0 0,1 1 0 0 0,-1-1 1 0 0,0 0-1 0 0,0 0 0 0 0,1 0 1 0 0,-1 0-1 0 0,0 0 0 0 0,1 1 1 0 0,-1-1-1 0 0,0 0 0 0 0,0 1 1 0 0,1-1-1 0 0,-1 1 0 0 0,1-1 1 0 0,-1 0-1 0 0,0 1 0 0 0,1 0 1 0 0,-1-1-1 0 0,1 1 0 0 0,-1-1 1 0 0,1 1-1 0 0,-1 0 0 0 0,0 1 19 0 0,1 0 0 0 0,-1-1-1 0 0,1 1 1 0 0,0 0-1 0 0,-1-1 1 0 0,1 1-1 0 0,0 0 1 0 0,0 0-1 0 0,0-1 1 0 0,1 1 0 0 0,-1 0-1 0 0,0 0 1 0 0,0-1-1 0 0,2 3 1 0 0,-1 1-13 0 0,1-1 0 0 0,0 1 0 0 0,1-1 0 0 0,-1 1 0 0 0,1-1 0 0 0,0 0 0 0 0,0 1 0 0 0,0-2 0 0 0,1 1 0 0 0,-1 0 0 0 0,1-1-1 0 0,0 1 1 0 0,0-1 0 0 0,0 0 0 0 0,1-1 0 0 0,-1 1 0 0 0,1-1 0 0 0,5 3 0 0 0,4 1 8 0 0,1 0-1 0 0,0-2 0 0 0,0 0 1 0 0,28 5-1 0 0,-20-7-63 0 0,0 0 0 0 0,1-1 0 0 0,-1-1 0 0 0,0-2 0 0 0,1 0 0 0 0,-1-1 0 0 0,0-1 0 0 0,0-2 0 0 0,24-8 0 0 0,-32 8-63 0 0,-1 0-1 0 0,1-1 1 0 0,-2 0-1 0 0,1-1 1 0 0,-1-1 0 0 0,0 0-1 0 0,-1-1 1 0 0,0 0-1 0 0,0 0 1 0 0,-1-2-1 0 0,-1 1 1 0 0,0-1-1 0 0,-1-1 1 0 0,12-19-1 0 0,-9 5 42 0 0,0 0-1 0 0,-2-1 0 0 0,-2 0 1 0 0,0 0-1 0 0,-2-1 0 0 0,3-31 0 0 0,4-14 833 0 0,-34 186 76 0 0,4 0-1 0 0,-1 117 1 0 0,18-228-889 0 0,0-1-1 0 0,0 0 1 0 0,0 1 0 0 0,0-1-1 0 0,0 1 1 0 0,0-1 0 0 0,0 1-1 0 0,0-1 1 0 0,0 0-1 0 0,0 1 1 0 0,0-1 0 0 0,0 1-1 0 0,0-1 1 0 0,0 0 0 0 0,0 1-1 0 0,0-1 1 0 0,0 1-1 0 0,0-1 1 0 0,1 0 0 0 0,-1 1-1 0 0,0-1 1 0 0,0 1 0 0 0,1-1-1 0 0,-1 0 1 0 0,0 1-1 0 0,0-1 1 0 0,1 0 0 0 0,-1 0-1 0 0,0 1 1 0 0,1-1 0 0 0,-1 0-1 0 0,0 0 1 0 0,1 1-1 0 0,0-1 1 0 0,10-9-2 0 0,10-25-68 0 0,-4 1 13 0 0,5-14-11 0 0,3 0 0 0 0,1 2 0 0 0,54-71 0 0 0,-76 113 61 0 0,-1-1 0 0 0,1 1 0 0 0,0 0 0 0 0,0 0 0 0 0,0 0 0 0 0,0 0 0 0 0,0 1 0 0 0,0 0 0 0 0,1 0 0 0 0,5-2 1 0 0,-8 4-3 0 0,0-1 0 0 0,0 1 0 0 0,0 0 1 0 0,0 0-1 0 0,0 0 0 0 0,0 0 0 0 0,0 1 1 0 0,0-1-1 0 0,0 0 0 0 0,0 1 1 0 0,0-1-1 0 0,0 1 0 0 0,-1 0 0 0 0,1 0 1 0 0,0 0-1 0 0,0 0 0 0 0,-1 0 0 0 0,1 0 1 0 0,0 0-1 0 0,-1 0 0 0 0,3 3 0 0 0,0 0 12 0 0,0 0-1 0 0,-1 0 0 0 0,1 0 0 0 0,-1 0 0 0 0,0 1 0 0 0,4 6 0 0 0,-1 5 43 0 0,-1 0-1 0 0,-1 1 0 0 0,0-1 1 0 0,2 22-1 0 0,-3-15-162 0 0,13 42-1 0 0,-14-59-305 0 0,0 0 0 0 0,0 0-1 0 0,1-1 1 0 0,0 1-1 0 0,0-1 1 0 0,0 1-1 0 0,1-1 1 0 0,0-1 0 0 0,0 1-1 0 0,0 0 1 0 0,8 6-1 0 0,0-3-2212 0 0,0-2-641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7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2 348 444 0 0,'-1'-24'3136'0'0,"1"14"-1772"0"0,-1 0 0 0 0,2 1 0 0 0,-1-1 0 0 0,1 1 0 0 0,1-1 0 0 0,2-10 1 0 0,-3 18-1071 0 0,16 13 578 0 0,3 12-318 0 0,-2 1 0 0 0,-1 0 1 0 0,-1 1-1 0 0,25 53 0 0 0,4 4-173 0 0,-30-56-268 0 0,-10-15-20 0 0,2 1 1 0 0,0-1 0 0 0,0 0-1 0 0,1-1 1 0 0,18 19 0 0 0,-25-28-85 0 0,0 0 1 0 0,0 0-1 0 0,0-1 1 0 0,0 1-1 0 0,0-1 1 0 0,0 1-1 0 0,0 0 1 0 0,0-1-1 0 0,0 0 1 0 0,0 1-1 0 0,1-1 1 0 0,-1 0-1 0 0,0 0 1 0 0,0 1-1 0 0,0-1 1 0 0,0 0-1 0 0,1 0 1 0 0,-1 0-1 0 0,0 0 1 0 0,0-1-1 0 0,0 1 1 0 0,1 0-1 0 0,0-1 1 0 0,0 0-4 0 0,0 0 0 0 0,1 0 1 0 0,-1-1-1 0 0,-1 1 1 0 0,1-1-1 0 0,0 1 1 0 0,0-1-1 0 0,0 0 0 0 0,-1 1 1 0 0,1-1-1 0 0,0-2 1 0 0,4-5-7 0 0,-1-1 0 0 0,0 0 0 0 0,0 1 0 0 0,3-13 0 0 0,15-48-29 0 0,45-113-117 0 0,-68 182 145 0 0,1-1-2 0 0,0-1 1 0 0,0 1-1 0 0,0 0 0 0 0,1-1 0 0 0,-1 1 1 0 0,1 0-1 0 0,-1 0 0 0 0,1 0 0 0 0,-1 0 1 0 0,1 1-1 0 0,0-1 0 0 0,0 0 0 0 0,0 1 1 0 0,0-1-1 0 0,3-1 0 0 0,7-2-1 0 0,-11 4 4 0 0,0 1 0 0 0,0-1-1 0 0,-1 1 1 0 0,1-1 0 0 0,0 1 0 0 0,0-1 0 0 0,0 1 0 0 0,0 0 0 0 0,-1 0 0 0 0,1 0 0 0 0,0-1 0 0 0,0 1 0 0 0,0 0-1 0 0,0 0 1 0 0,0 0 0 0 0,2 0 0 0 0,5 1-4 0 0,99 15 12 0 0,-85-12-5 0 0,0-1 0 0 0,37 1 0 0 0,-44-4 5 0 0,6 1-4 0 0,-1-2 0 0 0,31-4 0 0 0,-47 4-9 0 0,1 0 1 0 0,0 0 0 0 0,-1 0-1 0 0,1 0 1 0 0,-1-1-1 0 0,1 0 1 0 0,-1 0 0 0 0,0 0-1 0 0,0-1 1 0 0,0 1-1 0 0,0-1 1 0 0,0 0 0 0 0,-1 0-1 0 0,1 0 1 0 0,-1-1-1 0 0,5-4 1 0 0,-7 5-1 0 0,1 1 0 0 0,-1-1 0 0 0,0 0 0 0 0,0 1 0 0 0,0-1 0 0 0,0 0 0 0 0,0 0 0 0 0,-1 0 0 0 0,1 0 0 0 0,-1 0-1 0 0,0 1 1 0 0,0-1 0 0 0,0 0 0 0 0,0 0 0 0 0,0 0 0 0 0,-1 0 0 0 0,1 0 0 0 0,-1 0 0 0 0,0 0 0 0 0,0 1 0 0 0,0-1 0 0 0,0 0 0 0 0,0 0 0 0 0,-4-4 0 0 0,4 5-2 0 0,0 0 0 0 0,-1 0 0 0 0,0 0 1 0 0,1 0-1 0 0,-1 0 0 0 0,0 1 0 0 0,0-1 1 0 0,0 0-1 0 0,0 1 0 0 0,0 0 0 0 0,-1-1 0 0 0,1 1 1 0 0,0 0-1 0 0,-1 0 0 0 0,1 0 0 0 0,0 0 1 0 0,-1 1-1 0 0,1-1 0 0 0,-1 1 0 0 0,0-1 1 0 0,1 1-1 0 0,-1 0 0 0 0,1 0 0 0 0,-1 0 0 0 0,1 1 1 0 0,-1-1-1 0 0,1 0 0 0 0,-5 2 0 0 0,-2 2 0 0 0,0 0-1 0 0,1 0 0 0 0,-1 1 1 0 0,1 0-1 0 0,0 1 1 0 0,0 0-1 0 0,1 0 0 0 0,-1 1 1 0 0,1 0-1 0 0,1 0 0 0 0,-1 0 1 0 0,-6 12-1 0 0,1-1 17 0 0,0 1 1 0 0,1 0-1 0 0,2 0 0 0 0,-12 31 1 0 0,14-29 7 0 0,0 2 1 0 0,2-1 0 0 0,0 1-1 0 0,-2 41 1 0 0,7-54-5 0 0,0 0 1 0 0,0 0-1 0 0,1 0 0 0 0,1 0 1 0 0,5 18-1 0 0,-6-22-3 0 0,1-1 0 0 0,1 0 0 0 0,-1 0-1 0 0,1-1 1 0 0,0 1 0 0 0,0 0 0 0 0,0-1-1 0 0,0 0 1 0 0,1 1 0 0 0,0-1 0 0 0,7 5 0 0 0,-5-4-5 0 0,1-2-1 0 0,0 1 1 0 0,0-1 0 0 0,0 0 0 0 0,0 0 0 0 0,0-1 0 0 0,1 0 0 0 0,-1 0 0 0 0,1 0 0 0 0,-1-1 0 0 0,1-1-1 0 0,11 1 1 0 0,3-2 12 0 0,1 0-1 0 0,44-9 1 0 0,-46 5-123 0 0,0-1 0 0 0,-1-1 0 0 0,0-1 0 0 0,0-1 0 0 0,0 0-1 0 0,-1-1 1 0 0,-1-2 0 0 0,1 0 0 0 0,-2 0 0 0 0,27-26 0 0 0,-30 24 12 0 0,-1 0 1 0 0,0 0-1 0 0,-1-1 0 0 0,0-1 1 0 0,-2 0-1 0 0,0-1 0 0 0,-1 0 1 0 0,0 0-1 0 0,-1-1 0 0 0,-1 0 0 0 0,-1-1 1 0 0,4-22-1 0 0,-6 24 66 0 0,-1 0 0 0 0,-1-1 0 0 0,-1 0 0 0 0,-1 1 0 0 0,0-1 0 0 0,-1 0 0 0 0,-1 0 0 0 0,0 1 0 0 0,-2 0 0 0 0,0-1-1 0 0,-10-26 1 0 0,9 31 18 0 0,4 11 3 0 0,0-1 1 0 0,1 0 0 0 0,-2 0-1 0 0,1 1 1 0 0,0-1-1 0 0,0 0 1 0 0,-1 1 0 0 0,1 0-1 0 0,-1-1 1 0 0,0 1-1 0 0,0 0 1 0 0,0 0 0 0 0,0 0-1 0 0,-3-3 1 0 0,4 5 5 0 0,0 0 0 0 0,1 0 1 0 0,-1 0-1 0 0,0-1 0 0 0,0 1 1 0 0,1 0-1 0 0,-1 0 1 0 0,0 0-1 0 0,0 0 0 0 0,1 0 1 0 0,-1 1-1 0 0,0-1 0 0 0,0 0 1 0 0,1 0-1 0 0,-1 0 0 0 0,0 1 1 0 0,0-1-1 0 0,1 0 0 0 0,-1 1 1 0 0,0-1-1 0 0,1 0 0 0 0,-1 1 1 0 0,1-1-1 0 0,-1 1 1 0 0,0-1-1 0 0,1 1 0 0 0,-1-1 1 0 0,1 1-1 0 0,-1 0 0 0 0,0 1 1 0 0,-11 19 8 0 0,10-17-7 0 0,1 0-1 0 0,0 1 1 0 0,0-1-1 0 0,0 0 1 0 0,0 1-1 0 0,1-1 0 0 0,0 0 1 0 0,0 1-1 0 0,0-1 1 0 0,0 1-1 0 0,1-1 1 0 0,-1 0-1 0 0,1 1 0 0 0,1-1 1 0 0,1 6-1 0 0,0-4 5 0 0,0 0 0 0 0,0 0 0 0 0,1-1-1 0 0,0 1 1 0 0,0-1 0 0 0,0 0 0 0 0,0-1 0 0 0,1 1-1 0 0,8 6 1 0 0,-1-2 2 0 0,1-1 0 0 0,0-1 0 0 0,0 1-1 0 0,1-2 1 0 0,0 0 0 0 0,0-1 0 0 0,0 0 0 0 0,20 3-1 0 0,0-1-123 0 0,-1-2 0 0 0,1-2-1 0 0,0 0 1 0 0,0-3-1 0 0,0-1 1 0 0,0-1-1 0 0,0-2 1 0 0,45-11 0 0 0,-73 14 97 0 0,0-1 0 0 0,-1 0 0 0 0,1 0 1 0 0,-1-1-1 0 0,1 1 0 0 0,-1-1 0 0 0,0 0 1 0 0,0-1-1 0 0,-1 1 0 0 0,6-5 0 0 0,-10 7 19 0 0,0 0 0 0 0,1 1-1 0 0,-1-1 1 0 0,0 0 0 0 0,1 1-1 0 0,-1-1 1 0 0,0 1 0 0 0,0-1-1 0 0,0 0 1 0 0,0 0 0 0 0,1 1-1 0 0,-1-1 1 0 0,0 0 0 0 0,0 1-1 0 0,0-1 1 0 0,0 0 0 0 0,-1 1-1 0 0,1-1 1 0 0,0-1 0 0 0,0 1 1 0 0,0 1 0 0 0,-1-1 1 0 0,1 1-1 0 0,0-1 1 0 0,0 0-1 0 0,-1 1 1 0 0,1-1-1 0 0,0 1 0 0 0,-1-1 1 0 0,1 1-1 0 0,0-1 1 0 0,-1 1-1 0 0,1-1 1 0 0,-1 1-1 0 0,1-1 0 0 0,-1 1 1 0 0,1-1-1 0 0,-1 1 1 0 0,1 0-1 0 0,-1-1 1 0 0,0 1-1 0 0,1 0 0 0 0,-1-1 1 0 0,1 1-1 0 0,-1 0 1 0 0,0 0-1 0 0,1 0 0 0 0,-1 0 1 0 0,0 0-1 0 0,1 0 1 0 0,-1 0-1 0 0,0 0 1 0 0,1 0-1 0 0,-2 0 0 0 0,-18 5 18 0 0,19-5-16 0 0,-9 5 19 0 0,0 0 0 0 0,0 1 0 0 0,1 0 0 0 0,0 0 0 0 0,0 1 0 0 0,0 0 0 0 0,1 0 0 0 0,-13 16 0 0 0,0 2 297 0 0,-29 48-1 0 0,29-38-86 0 0,1 1 0 0 0,-18 45 1 0 0,31-62-152 0 0,0 0 0 0 0,2 0 1 0 0,0 0-1 0 0,1 1 1 0 0,0 0-1 0 0,0 30 0 0 0,4-46-59 0 0,0 0-1 0 0,0 0 0 0 0,1 0 0 0 0,-1 0 1 0 0,1 0-1 0 0,0 0 0 0 0,0 0 0 0 0,0 0 0 0 0,0 0 1 0 0,1 0-1 0 0,-1 0 0 0 0,1-1 0 0 0,0 1 1 0 0,1 0-1 0 0,-1-1 0 0 0,0 0 0 0 0,4 4 0 0 0,-2-4-7 0 0,-1-1 0 0 0,1 1 1 0 0,0-1-1 0 0,0 1 0 0 0,1-1 0 0 0,-1 0 0 0 0,0-1 0 0 0,1 1 0 0 0,-1-1 0 0 0,1 0 0 0 0,-1 0 0 0 0,1 0 0 0 0,0-1 0 0 0,7 1 0 0 0,9-2-20 0 0,-1 0-1 0 0,0-1 1 0 0,0-1-1 0 0,0 0 1 0 0,-1-2 0 0 0,1-1-1 0 0,-1 0 1 0 0,18-9 0 0 0,-3-1-22 0 0,-1-1 1 0 0,0-2-1 0 0,41-31 1 0 0,-39 23-16 0 0,-1-2-1 0 0,-1-1 1 0 0,39-46-1 0 0,-59 61 116 0 0,-1 0 0 0 0,-1-1 0 0 0,-1-1 0 0 0,0 0-1 0 0,-1 0 1 0 0,-1-1 0 0 0,0 0 0 0 0,-2 0 0 0 0,0 0-1 0 0,4-24 1 0 0,-8 35 35 0 0,-2-1 0 0 0,1 1 0 0 0,-1-1 0 0 0,0 1 0 0 0,0-1 0 0 0,-1 1 0 0 0,0 0-1 0 0,0-1 1 0 0,-1 1 0 0 0,0 0 0 0 0,-4-10 0 0 0,5 15-64 0 0,-2 2-12 0 0,2 0-27 0 0,0 0-1 0 0,0 1 1 0 0,0-1-1 0 0,-1 0 1 0 0,1 1-1 0 0,0-1 1 0 0,0 1-1 0 0,0-1 1 0 0,0 1-1 0 0,0-1 1 0 0,0 1-1 0 0,0 0 1 0 0,0 0-1 0 0,0-1 1 0 0,1 1-1 0 0,-1 0 1 0 0,0 0-1 0 0,0 0 1 0 0,1 0-1 0 0,-1 0 1 0 0,0 0-1 0 0,1 0 1 0 0,-1 0-1 0 0,1 0 1 0 0,-1 0-1 0 0,1 0 1 0 0,0 1-1 0 0,-1-1 1 0 0,1 0 0 0 0,0 2-1 0 0,-1 3 5 0 0,1 0-1 0 0,0 0 1 0 0,0 0 0 0 0,1 0-1 0 0,-1 0 1 0 0,1 0 0 0 0,0 0-1 0 0,1 0 1 0 0,0-1 0 0 0,0 1-1 0 0,0 0 1 0 0,4 7-1 0 0,5 7 14 0 0,25 34 0 0 0,-35-52-19 0 0,31 41 21 0 0,-14-20-4 0 0,-1 1 0 0 0,-1 1 0 0 0,15 31 0 0 0,-29-53-15 0 0,-1 1 0 0 0,0-1 1 0 0,0 1-1 0 0,0-1 0 0 0,0 1 0 0 0,0 0 0 0 0,-1-1 0 0 0,1 1 0 0 0,-1 0 0 0 0,0-1 0 0 0,0 1 0 0 0,0 0 0 0 0,-1-1 0 0 0,1 1 0 0 0,-1 0 0 0 0,0-1 0 0 0,-2 6 0 0 0,0-4 46 0 0,1-1-1 0 0,-1 1 1 0 0,0-1 0 0 0,0 0-1 0 0,0 0 1 0 0,-1 0-1 0 0,1-1 1 0 0,-1 1 0 0 0,0-1-1 0 0,0 0 1 0 0,-6 4 0 0 0,-4 1 227 0 0,0-1 0 0 0,0-1 0 0 0,-1 0 1 0 0,1-1-1 0 0,-1-1 0 0 0,-1 0 0 0 0,-20 2 1 0 0,12-4 532 0 0,-38-1 0 0 0,30-2-278 0 0,32 1-527 0 0,0 0-1 0 0,0 0 1 0 0,0 0 0 0 0,-1 0-1 0 0,1 0 1 0 0,0 0 0 0 0,0 0-1 0 0,0 0 1 0 0,-1 0 0 0 0,1-1-1 0 0,0 1 1 0 0,0 0 0 0 0,0 0-1 0 0,0 0 1 0 0,0 0-1 0 0,-1-1 1 0 0,1 1 0 0 0,0 0-1 0 0,0 0 1 0 0,0 0 0 0 0,0 0-1 0 0,0-1 1 0 0,0 1 0 0 0,0 0-1 0 0,0 0 1 0 0,0 0 0 0 0,0-1-1 0 0,0 1 1 0 0,0 0-1 0 0,0 0 1 0 0,0 0 0 0 0,0-1-1 0 0,0 1 1 0 0,0 0 0 0 0,0 0-1 0 0,0 0 1 0 0,0-1 0 0 0,0 1-1 0 0,0 0 1 0 0,0 0 0 0 0,0 0-1 0 0,0-1 1 0 0,0 1-1 0 0,1 0 1 0 0,4-10 118 0 0,14-3-71 0 0,0 0 0 0 0,1 2 0 0 0,1 0-1 0 0,24-9 1 0 0,10-5-42 0 0,196-114 99 0 0,-223 120-100 0 0,0-1 1 0 0,-2-1 0 0 0,0-1-1 0 0,-2-1 1 0 0,0-1-1 0 0,30-40 1 0 0,-46 52-24 0 0,-1 0 0 0 0,0 0 1 0 0,7-17-1 0 0,-12 26 3 0 0,-1 0 1 0 0,0 1-1 0 0,0-1 1 0 0,0 0-1 0 0,0 0 0 0 0,0 0 1 0 0,-1 0-1 0 0,1 0 0 0 0,-1 0 1 0 0,0 0-1 0 0,0 0 1 0 0,0-1-1 0 0,0 1 0 0 0,-1 0 1 0 0,1 0-1 0 0,-1 0 0 0 0,0 0 1 0 0,0 0-1 0 0,0 1 0 0 0,0-1 1 0 0,-2-3-1 0 0,2 5 8 0 0,1 1 0 0 0,-1-1 0 0 0,0 0 0 0 0,0 1 0 0 0,0-1 0 0 0,0 1-1 0 0,0-1 1 0 0,-1 1 0 0 0,1 0 0 0 0,0-1 0 0 0,0 1 0 0 0,0 0 0 0 0,0 0 0 0 0,0 0-1 0 0,0 0 1 0 0,0 0 0 0 0,-1 0 0 0 0,1 0 0 0 0,0 0 0 0 0,0 0 0 0 0,0 0 0 0 0,0 1 0 0 0,-2 0-1 0 0,-25 9-37 0 0,18-4 32 0 0,0 0 1 0 0,0 0-1 0 0,1 1 0 0 0,0 0 1 0 0,0 1-1 0 0,1 0 0 0 0,0 0 1 0 0,-7 11-1 0 0,-2 2 9 0 0,2 2 0 0 0,-17 31-1 0 0,25-39-5 0 0,0 0 0 0 0,1 0 0 0 0,0 1 0 0 0,1 0 0 0 0,1 0 0 0 0,1 0 0 0 0,0 0-1 0 0,1 1 1 0 0,1-1 0 0 0,1 32 0 0 0,1-40-12 0 0,-1 0 1 0 0,2 1-1 0 0,-1-1 0 0 0,1 0 0 0 0,1 0 0 0 0,-1 0 0 0 0,1 0 1 0 0,1 0-1 0 0,-1-1 0 0 0,1 1 0 0 0,1-1 0 0 0,-1 0 1 0 0,1 0-1 0 0,0-1 0 0 0,1 1 0 0 0,0-1 0 0 0,0 0 1 0 0,0-1-1 0 0,1 1 0 0 0,-1-1 0 0 0,1-1 0 0 0,15 8 0 0 0,-9-6-443 0 0,1-1-1 0 0,-1-1 0 0 0,1 0 0 0 0,0-1 0 0 0,0 0 1 0 0,0-1-1 0 0,0-1 0 0 0,17 0 0 0 0,-11-2-2673 0 0,-1-1-1 0 0,38-7 0 0 0,-23-1-4437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18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1140 0 0,'37'-54'8593'0'0,"-37"53"-8556"0"0,1 1 1 0 0,0-1-1 0 0,-1 1 1 0 0,1 0-1 0 0,0-1 0 0 0,-1 1 1 0 0,1 0-1 0 0,0 0 1 0 0,-1 0-1 0 0,1-1 0 0 0,0 1 1 0 0,0 0-1 0 0,-1 0 1 0 0,1 0-1 0 0,0 0 0 0 0,0 0 1 0 0,0 0-1 0 0,-1 0 1 0 0,1 1-1 0 0,0-1 0 0 0,-1 0 1 0 0,1 0-1 0 0,0 1 1 0 0,0-1-1 0 0,-1 0 0 0 0,1 1 1 0 0,0-1-1 0 0,-1 0 1 0 0,1 1-1 0 0,-1-1 0 0 0,2 2 1 0 0,-2-2-46 0 0,4 4 41 0 0,-1 0 0 0 0,0 0 0 0 0,0 0 0 0 0,0 0 1 0 0,0 1-1 0 0,0-1 0 0 0,-1 1 0 0 0,0 0 0 0 0,0 0 0 0 0,0 0 0 0 0,1 7 0 0 0,3 5 28 0 0,3 11 22 0 0,-2 0-1 0 0,0 0 0 0 0,-2 0 0 0 0,-1 1 0 0 0,-2 0 0 0 0,0 0 0 0 0,-2-1 0 0 0,-1 1 1 0 0,-1 0-1 0 0,-8 31 0 0 0,5-37 323 0 0,2-11 1076 0 0,1 1 0 0 0,-3 24 0 0 0,0-68-778 0 0,9 6-669 0 0,0 1 0 0 0,2-1 1 0 0,1 1-1 0 0,0 1 0 0 0,2-1 0 0 0,1 1 1 0 0,19-34-1 0 0,-20 42-49 0 0,0 0 0 0 0,0 0 0 0 0,2 1 0 0 0,0 0 0 0 0,0 0 0 0 0,2 1 0 0 0,19-16 0 0 0,-28 25 9 0 0,0 1 1 0 0,1 0-1 0 0,-1 1 0 0 0,1-1 1 0 0,-1 1-1 0 0,1 0 1 0 0,0 0-1 0 0,-1 0 1 0 0,1 0-1 0 0,0 1 1 0 0,0 0-1 0 0,0 0 1 0 0,0 1-1 0 0,1-1 0 0 0,-1 1 1 0 0,0 0-1 0 0,0 0 1 0 0,0 1-1 0 0,0 0 1 0 0,0-1-1 0 0,0 2 1 0 0,0-1-1 0 0,0 1 1 0 0,0-1-1 0 0,0 1 0 0 0,-1 1 1 0 0,1-1-1 0 0,-1 1 1 0 0,8 5-1 0 0,-3 0 13 0 0,0 1 0 0 0,0 0 0 0 0,-1 0 0 0 0,0 1-1 0 0,-1 0 1 0 0,0 0 0 0 0,0 1 0 0 0,-1 0 0 0 0,-1 0 0 0 0,0 0 0 0 0,0 1-1 0 0,-1 0 1 0 0,-1 0 0 0 0,0 0 0 0 0,0 0 0 0 0,-1 0 0 0 0,-1 1-1 0 0,0-1 1 0 0,-1 0 0 0 0,0 1 0 0 0,-1-1 0 0 0,-3 16 0 0 0,1-11 37 0 0,3-13-19 0 0,0 0 1 0 0,-1 0 0 0 0,0 0 0 0 0,0 0 0 0 0,0-1 0 0 0,-1 1-1 0 0,-2 5 1 0 0,3-8 30 0 0,1-1-54 0 0,-1 0-1 0 0,1 0 0 0 0,-1 0 0 0 0,1 0 1 0 0,-1 0-1 0 0,1-1 0 0 0,-1 1 0 0 0,1 0 1 0 0,-1-1-1 0 0,1 1 0 0 0,0 0 1 0 0,-1-1-1 0 0,1 1 0 0 0,-1 0 0 0 0,1-1 1 0 0,0 1-1 0 0,-1-1 0 0 0,1 1 0 0 0,0 0 1 0 0,-1-1-1 0 0,1 1 0 0 0,0-1 0 0 0,0 1 1 0 0,-1-1-1 0 0,1 0 0 0 0,0 1 1 0 0,0-1-1 0 0,0 1 0 0 0,0-1 0 0 0,0 0 1 0 0,-1-21-5 0 0,1 19 0 0 0,1-19-11 0 0,1 0 1 0 0,1 0 0 0 0,2 1-1 0 0,0 0 1 0 0,1 0 0 0 0,1 0-1 0 0,0 0 1 0 0,2 1 0 0 0,1 0-1 0 0,0 1 1 0 0,1 0 0 0 0,2 1-1 0 0,-1 0 1 0 0,2 1 0 0 0,0 0-1 0 0,2 1 1 0 0,-1 1 0 0 0,2 1-1 0 0,35-25 1 0 0,-46 35-2 0 0,1 0-1 0 0,0 0 1 0 0,0 1 0 0 0,0 0 0 0 0,0 1-1 0 0,1-1 1 0 0,-1 1 0 0 0,0 1 0 0 0,1-1-1 0 0,13 1 1 0 0,-17 1 24 0 0,-1 0-1 0 0,1 0 1 0 0,-1 1-1 0 0,0-1 1 0 0,1 1 0 0 0,-1 0-1 0 0,0 0 1 0 0,1 1-1 0 0,-1-1 1 0 0,0 1 0 0 0,0-1-1 0 0,0 1 1 0 0,0 0-1 0 0,0 0 1 0 0,0 0-1 0 0,-1 1 1 0 0,1-1 0 0 0,-1 1-1 0 0,0-1 1 0 0,1 1-1 0 0,-1 0 1 0 0,0 0 0 0 0,0 0-1 0 0,-1 0 1 0 0,3 5-1 0 0,0 3 18 0 0,0-1 0 0 0,-1 1 0 0 0,0-1 0 0 0,-1 1 0 0 0,0 0 0 0 0,-1 0 0 0 0,1 15 0 0 0,-3 8-194 0 0,-5 35 0 0 0,2-37-1781 0 0,1 47 0 0 0,4-70 1292 0 0,-1-1 1 0 0,1 0 0 0 0,1 0-1 0 0,2 8 1 0 0,-3-13 91 0 0,0 0 0 0 0,0 0 0 0 0,0 0 0 0 0,1 0 0 0 0,-1-1 0 0 0,1 1 0 0 0,0-1 0 0 0,3 5 0 0 0,5 2-2746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255 763 1008 0 0,'9'-14'2042'0'0,"-1"0"0"0"0,8-21 0 0 0,-14 30-1588 0 0,0 0-1 0 0,0 0 1 0 0,-1 0-1 0 0,0-1 1 0 0,0 1-1 0 0,0 0 0 0 0,0-1 1 0 0,-1 1-1 0 0,0 0 1 0 0,-1-11-1 0 0,1 15-405 0 0,-1 0 0 0 0,1 0 0 0 0,0 0 0 0 0,0 0 0 0 0,0 0 0 0 0,-1 0 0 0 0,1 0 0 0 0,0 0 0 0 0,-1 1 0 0 0,1-1 0 0 0,-1 0-1 0 0,1 0 1 0 0,-1 0 0 0 0,0 0 0 0 0,1 1 0 0 0,-1-1 0 0 0,0 0 0 0 0,1 1 0 0 0,-1-1 0 0 0,0 0 0 0 0,0 1 0 0 0,0-1 0 0 0,1 1-1 0 0,-1-1 1 0 0,-2 1 0 0 0,2-1-13 0 0,-1 1-1 0 0,0 0 1 0 0,1 0-1 0 0,-1 0 1 0 0,0 1-1 0 0,1-1 1 0 0,-1 0-1 0 0,0 1 1 0 0,1-1-1 0 0,-1 1 1 0 0,0-1-1 0 0,1 1 1 0 0,-3 1-1 0 0,-5 4 12 0 0,0 0 0 0 0,0 1-1 0 0,-12 11 1 0 0,18-15 20 0 0,-22 21-2 0 0,1 1 0 0 0,1 0 0 0 0,-30 46-1 0 0,41-52-75 0 0,0 1-1 0 0,1 0 0 0 0,1 1 1 0 0,1 1-1 0 0,1-1 0 0 0,-7 28 1 0 0,14-42 22 0 0,0 0-1 0 0,0 0 1 0 0,1 0 0 0 0,0 0 0 0 0,0-1 0 0 0,0 1 0 0 0,1 0 0 0 0,0 0 0 0 0,2 7 0 0 0,-2-11-3 0 0,-1-1 1 0 0,1 0 0 0 0,0 0 0 0 0,0 0-1 0 0,0 1 1 0 0,0-1 0 0 0,0 0 0 0 0,0 0 0 0 0,1 0-1 0 0,-1 0 1 0 0,1-1 0 0 0,-1 1 0 0 0,1 0 0 0 0,0-1-1 0 0,0 1 1 0 0,0-1 0 0 0,-1 1 0 0 0,1-1-1 0 0,1 0 1 0 0,-1 0 0 0 0,0 0 0 0 0,0 0 0 0 0,0 0-1 0 0,0-1 1 0 0,1 1 0 0 0,-1-1 0 0 0,0 1 0 0 0,1-1-1 0 0,-1 0 1 0 0,0 0 0 0 0,5 0 0 0 0,0-1 3 0 0,0 0 0 0 0,0-1 0 0 0,0 0 0 0 0,0 0 0 0 0,0-1 0 0 0,0 0 0 0 0,0 0 0 0 0,-1 0 0 0 0,0-1 0 0 0,1 0 0 0 0,-2 0-1 0 0,1-1 1 0 0,0 0 0 0 0,-1 0 0 0 0,0 0 0 0 0,0 0 0 0 0,0-1 0 0 0,-1 0 0 0 0,1 0 0 0 0,5-12 0 0 0,5-10-9 0 0,-1-1 0 0 0,-1-1-1 0 0,8-30 1 0 0,21-95 397 0 0,-34 124-53 0 0,-8 29-259 0 0,1 5-99 0 0,0 12 37 0 0,-1 1-1 0 0,-1-1 1 0 0,0 0-1 0 0,-1 1 1 0 0,-5 16 0 0 0,1 9 20 0 0,-2 8-65 0 0,3 1-1 0 0,2 0 1 0 0,2 0-1 0 0,8 69 1 0 0,-6-112 50 0 0,1 1 0 0 0,-1 0 0 0 0,2 0 0 0 0,-1-1 1 0 0,1 1-1 0 0,0-1 0 0 0,7 13 0 0 0,-8-17-15 0 0,-1-1-1 0 0,1 1 1 0 0,0-1-1 0 0,0 0 1 0 0,1 0-1 0 0,-1 1 1 0 0,0-2-1 0 0,1 1 1 0 0,-1 0-1 0 0,1 0 1 0 0,0-1-1 0 0,0 1 1 0 0,-1-1-1 0 0,1 0 1 0 0,0 0-1 0 0,0 0 1 0 0,0 0 0 0 0,0-1-1 0 0,0 1 1 0 0,0-1-1 0 0,0 0 1 0 0,6 0-1 0 0,1 0-8 0 0,0-1-1 0 0,0-1 1 0 0,-1 0-1 0 0,1 0 1 0 0,-1-1-1 0 0,0 0 1 0 0,0-1-1 0 0,0 0 1 0 0,12-7-1 0 0,-8 3-65 0 0,0-1 1 0 0,-1-1-1 0 0,0 0 0 0 0,0 0 0 0 0,13-17 1 0 0,-4-1-244 0 0,0 0 1 0 0,-2-1-1 0 0,-2-1 1 0 0,23-50-1 0 0,-15 18 92 0 0,-3-2 0 0 0,-3 0 0 0 0,-2 0 0 0 0,-4-2 0 0 0,-2 0 0 0 0,-3 0 0 0 0,-3-1 0 0 0,-4-89-1 0 0,-8 85 1035 0 0,-23-109-1 0 0,28 172-776 0 0,2 7-45 0 0,0 1 0 0 0,0 0 0 0 0,0-1 0 0 0,0 1 0 0 0,0 0 0 0 0,0-1 1 0 0,-1 1-1 0 0,1 0 0 0 0,0 0 0 0 0,0-1 0 0 0,0 1 0 0 0,-1 0 0 0 0,1 0 1 0 0,0-1-1 0 0,0 1 0 0 0,0 0 0 0 0,-1 0 0 0 0,1 0 0 0 0,0 0 0 0 0,-1-1 1 0 0,1 1-1 0 0,0 0 0 0 0,0 0 0 0 0,-1 0 0 0 0,1 0 0 0 0,0 0 0 0 0,-1 0 1 0 0,1 0-1 0 0,0 0 0 0 0,-1 0 0 0 0,1 0 0 0 0,0 0 0 0 0,0 0 0 0 0,-1 0 1 0 0,1 0-1 0 0,0 0 0 0 0,-1 0 0 0 0,1 0 0 0 0,0 0 0 0 0,-1 0 0 0 0,1 0 1 0 0,0 0-1 0 0,0 1 0 0 0,-1-1 0 0 0,1 0 0 0 0,0 0 0 0 0,0 0 0 0 0,-1 0 1 0 0,1 1-1 0 0,0-1 0 0 0,0 0 0 0 0,-1 1 0 0 0,-10 9 1 0 0,6-4-21 0 0,1 1 0 0 0,0 0 0 0 0,0 0 0 0 0,1 0 0 0 0,0 1 0 0 0,0-1 0 0 0,-2 9-1 0 0,-10 58-73 0 0,10-51 93 0 0,-26 182 258 0 0,-7 239 0 0 0,34-374-196 0 0,2 0 0 0 0,4 0-1 0 0,15 100 1 0 0,-16-163-33 0 0,1-1 0 0 0,-1 0 0 0 0,1 1-1 0 0,0-1 1 0 0,1 0 0 0 0,-1 0 0 0 0,1 0 0 0 0,1-1 0 0 0,-1 1-1 0 0,6 7 1 0 0,-7-11-21 0 0,0-1 0 0 0,0 1-1 0 0,0 0 1 0 0,0-1 0 0 0,0 0-1 0 0,1 1 1 0 0,-1-1 0 0 0,0 0-1 0 0,1 0 1 0 0,-1 0 0 0 0,0 0-1 0 0,1-1 1 0 0,-1 1 0 0 0,1 0-1 0 0,0-1 1 0 0,-1 0 0 0 0,1 0-1 0 0,-1 0 1 0 0,1 0 0 0 0,-1 0-1 0 0,1 0 1 0 0,0-1 0 0 0,-1 1-1 0 0,1-1 1 0 0,-1 0 0 0 0,0 0-1 0 0,1 0 1 0 0,-1 0 0 0 0,3-1-1 0 0,8-5 15 0 0,0-1-1 0 0,0 0 1 0 0,-1-1-1 0 0,0 0 1 0 0,0-1-1 0 0,-1 0 1 0 0,13-16-1 0 0,3-7 36 0 0,30-47-1 0 0,-39 52 24 0 0,-1-1 1 0 0,-2 0-1 0 0,0-1 0 0 0,-2-1 0 0 0,-2 0 0 0 0,-1 0 1 0 0,-1-1-1 0 0,-2-1 0 0 0,-1 1 0 0 0,-1-1 1 0 0,0-47-1 0 0,-5 63 142 0 0,-1 0 0 0 0,0 0 0 0 0,-5-20 1 0 0,6 35-155 0 0,-3 2-100 0 0,2 0 32 0 0,0 1 1 0 0,0-1 0 0 0,0 0-1 0 0,1 0 1 0 0,-1 1 0 0 0,0-1 0 0 0,0 0-1 0 0,0 1 1 0 0,1-1 0 0 0,-1 1-1 0 0,0-1 1 0 0,0 1 0 0 0,1-1 0 0 0,-1 1-1 0 0,0-1 1 0 0,1 1 0 0 0,-1 0-1 0 0,1 0 1 0 0,-1-1 0 0 0,1 1-1 0 0,-1 0 1 0 0,1 0 0 0 0,-1-1 0 0 0,1 1-1 0 0,0 0 1 0 0,-1 0 0 0 0,1 0-1 0 0,0 0 1 0 0,0 1 0 0 0,0 1 0 0 0,0-1 0 0 0,0 1 0 0 0,1 0 0 0 0,-1-1 0 0 0,1 1 0 0 0,-1 0 0 0 0,1-1 0 0 0,0 1 0 0 0,0-1 0 0 0,2 4 0 0 0,1 2 0 0 0,1 0 1 0 0,0-1-1 0 0,0 1 1 0 0,1-1-1 0 0,10 11 1 0 0,-5-10 0 0 0,0-1 0 0 0,0 1 0 0 0,1-2-1 0 0,0 0 1 0 0,0 0 0 0 0,0-1 0 0 0,1 0 0 0 0,0-1 0 0 0,-1-1 0 0 0,2 0 0 0 0,-1-1-1 0 0,0 0 1 0 0,0-1 0 0 0,1 0 0 0 0,22-3 0 0 0,-31 1-21 0 0,-1 0 1 0 0,1-1-1 0 0,0 0 0 0 0,-1 1 1 0 0,0-2-1 0 0,1 1 1 0 0,-1 0-1 0 0,0-1 0 0 0,0 0 1 0 0,-1 0-1 0 0,1 0 0 0 0,0 0 1 0 0,-1-1-1 0 0,0 1 0 0 0,0-1 1 0 0,0 0-1 0 0,2-4 1 0 0,-3 4 95 0 0,0 0 1 0 0,-1 0 0 0 0,1 0-1 0 0,-1 0 1 0 0,-1 0 0 0 0,1 0-1 0 0,0-8 1 0 0,0 3 18 0 0,-1 7-27 0 0,-2 4-66 0 0,0-1 5 0 0,-1 1 0 0 0,1 0 1 0 0,0-1-1 0 0,0 1 0 0 0,0 0 1 0 0,0 1-1 0 0,0-1 0 0 0,1 0 1 0 0,-1 0-1 0 0,1 1 0 0 0,-1-1 0 0 0,-1 5 1 0 0,-1 0 23 0 0,-15 27-9 0 0,1 1-1 0 0,2 2 1 0 0,1-1 0 0 0,2 2-1 0 0,-9 40 1 0 0,14-46-15 0 0,-6 52 1 0 0,13-73-21 0 0,1 0 0 0 0,-1 0 0 0 0,2 0 1 0 0,-1 0-1 0 0,2 0 0 0 0,-1 0 0 0 0,2 0 0 0 0,4 16 1 0 0,-6-25 9 0 0,0 1 1 0 0,0-1 0 0 0,0 1-1 0 0,1-1 1 0 0,-1 0 0 0 0,0 0-1 0 0,1 0 1 0 0,0 0 0 0 0,-1 0-1 0 0,1 0 1 0 0,0 0 0 0 0,0 0-1 0 0,0-1 1 0 0,0 1 0 0 0,0-1-1 0 0,1 1 1 0 0,-1-1 0 0 0,0 0-1 0 0,1 0 1 0 0,2 1 0 0 0,-1-1-62 0 0,1-1-1 0 0,-1 1 1 0 0,0-1 0 0 0,1 0 0 0 0,-1 0 0 0 0,0 0-1 0 0,0-1 1 0 0,1 1 0 0 0,-1-1 0 0 0,0 0 0 0 0,5-3-1 0 0,7-2-323 0 0,-1-1-1 0 0,0-1 0 0 0,-1 0 1 0 0,0-1-1 0 0,15-12 0 0 0,-13 7 177 0 0,-1 0 0 0 0,0 0-1 0 0,-1-1 1 0 0,-1-1-1 0 0,-1 0 1 0 0,0-1-1 0 0,-1 0 1 0 0,0-1-1 0 0,8-22 1 0 0,-5 7 1161 0 0,-2-2 1 0 0,-1 0-1 0 0,-2 0 0 0 0,7-46 0 0 0,-8 40 342 0 0,-6 36-997 0 0,-3 28-249 0 0,-5 38-138 0 0,2 0-1 0 0,3 1 1 0 0,11 105 0 0 0,-9-162-314 0 0,0 0 1 0 0,0 0-1 0 0,0-1 0 0 0,1 1 1 0 0,0 0-1 0 0,0-1 1 0 0,0 0-1 0 0,5 7 1 0 0,-6-9-350 0 0,1 0 0 0 0,0 1 0 0 0,0-1 0 0 0,0 0 0 0 0,0 0 0 0 0,0-1 0 0 0,1 1 0 0 0,-1 0 0 0 0,5 2 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1308 0 0,'-1'-25'5389'0'0,"1"-19"3782"0"0,6 19-6069 0 0,-6 24-2842 0 0,17 15 281 0 0,7 13-342 0 0,-1 0 0 0 0,35 59 1 0 0,0 1 37 0 0,-26-41-1354 0 0,-13-18-1524 0 0,24 29-1 0 0,-37-51 2085 0 0,-1 0 0 0 0,1 0 0 0 0,1-1 0 0 0,-1 0 0 0 0,0 0 0 0 0,1 0 0 0 0,0-1 0 0 0,1 1 0 0 0,13 4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75 2708 0 0,'-32'-75'16644'0'0,"9"83"-15590"0"0,2 10-868 0 0,1 1 0 0 0,0 0 0 0 0,2 2 0 0 0,-18 24 0 0 0,2-3-91 0 0,-26 34 54 0 0,-58 96 0 0 0,51-59-6932 0 0,65-110 5967 0 0,0 1-383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196 190 168 0 0,'-67'-80'10310'0'0,"13"16"-4720"0"0,17 24-6597 0 0,30 34-1077 0 0,-23 7-8489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1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48 2664 0 0,'-71'40'8653'0'0,"69"-39"-8186"0"0,18-1 101 0 0,-9 1-473 0 0,147-20 610 0 0,-50 4-573 0 0,196-14-1640 0 0,-99 11-3501 0 0,-98 10 646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3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38 899 2104 0 0,'-4'-3'996'0'0,"0"0"0"0"0,1 0 1 0 0,-1 0-1 0 0,1 0 0 0 0,0-1 0 0 0,0 0 0 0 0,0 1 0 0 0,-3-7 0 0 0,5 8-888 0 0,0 1 0 0 0,1-1 0 0 0,-1 1-1 0 0,1-1 1 0 0,-1 0 0 0 0,1 1 0 0 0,0-1-1 0 0,-1 1 1 0 0,1-1 0 0 0,0 0 0 0 0,0 1-1 0 0,0-1 1 0 0,1 0 0 0 0,-1 1 0 0 0,0-1-1 0 0,0 0 1 0 0,1 1 0 0 0,-1-1-1 0 0,1 1 1 0 0,0-1 0 0 0,-1 0 0 0 0,1 1-1 0 0,0 0 1 0 0,0-1 0 0 0,2-2 0 0 0,-2 3-93 0 0,1 1 1 0 0,0-1 0 0 0,-1 0-1 0 0,1 1 1 0 0,0-1 0 0 0,-1 1-1 0 0,1-1 1 0 0,0 1-1 0 0,0 0 1 0 0,0 0 0 0 0,-1 0-1 0 0,1 0 1 0 0,0 0 0 0 0,0 0-1 0 0,0 0 1 0 0,-1 1 0 0 0,1-1-1 0 0,0 1 1 0 0,0-1 0 0 0,1 2-1 0 0,3 1-4 0 0,0 0-1 0 0,-1 1 0 0 0,1-1 0 0 0,-1 2 0 0 0,1-1 1 0 0,-2 0-1 0 0,1 1 0 0 0,0 0 0 0 0,-1 0 0 0 0,0 1 1 0 0,0-1-1 0 0,0 1 0 0 0,-1 0 0 0 0,0-1 0 0 0,0 2 1 0 0,0-1-1 0 0,-1 0 0 0 0,2 9 0 0 0,-1-4 68 0 0,-1-1 0 0 0,0 1 0 0 0,-1 0 0 0 0,0 0 0 0 0,-1 0 0 0 0,0 1 0 0 0,-1-1 0 0 0,0 0 0 0 0,-1 0 0 0 0,-5 19 0 0 0,-7 13 3206 0 0,13-41-2912 0 0,-11-14 338 0 0,9 4-664 0 0,1 0-1 0 0,0 0 1 0 0,1-1-1 0 0,0 1 1 0 0,0-1-1 0 0,1 1 1 0 0,0-1-1 0 0,0 1 1 0 0,1-1-1 0 0,3-15 1 0 0,1 5-41 0 0,0 1 0 0 0,1-1 0 0 0,14-28 0 0 0,-16 38-18 0 0,1 0-1 0 0,0 1 1 0 0,0-1 0 0 0,1 1-1 0 0,0 1 1 0 0,0-1 0 0 0,1 1-1 0 0,0 0 1 0 0,0 1 0 0 0,1-1-1 0 0,0 1 1 0 0,0 1 0 0 0,13-7-1 0 0,-15 9 1 0 0,1 0-1 0 0,-1 1 1 0 0,1 0 0 0 0,-1 1-1 0 0,1-1 1 0 0,0 1-1 0 0,-1 0 1 0 0,1 1-1 0 0,0 0 1 0 0,0 0-1 0 0,0 0 1 0 0,-1 1-1 0 0,1 0 1 0 0,0 0-1 0 0,-1 1 1 0 0,1-1-1 0 0,-1 1 1 0 0,1 1-1 0 0,-1 0 1 0 0,7 4-1 0 0,-3-2 13 0 0,-1 0-1 0 0,0 1 1 0 0,-1 1-1 0 0,1 0 0 0 0,-1 0 1 0 0,-1 0-1 0 0,1 1 0 0 0,-1 0 1 0 0,-1 1-1 0 0,1-1 1 0 0,9 19-1 0 0,-13-21 8 0 0,-1 0 0 0 0,1 1 1 0 0,-1-1-1 0 0,0 1 0 0 0,-1-1 0 0 0,1 1 0 0 0,-1 0 0 0 0,-1 0 1 0 0,1 0-1 0 0,-1-1 0 0 0,0 1 0 0 0,-1 0 0 0 0,1 0 0 0 0,-1 0 1 0 0,-1-1-1 0 0,0 1 0 0 0,1 0 0 0 0,-2-1 0 0 0,-4 11 0 0 0,5-14-3 0 0,1 0 14 0 0,0 0-1 0 0,-1 0 1 0 0,1 0 0 0 0,-1 0 0 0 0,0-1-1 0 0,0 1 1 0 0,0 0 0 0 0,0-1 0 0 0,0 0-1 0 0,0 1 1 0 0,-1-1 0 0 0,-4 3 0 0 0,7-5-17 0 0,-1 0 0 0 0,1 0 0 0 0,-1 0 1 0 0,1 0-1 0 0,-1 1 0 0 0,0-1 0 0 0,1 0 1 0 0,-1 0-1 0 0,1-1 0 0 0,-1 1 0 0 0,1 0 1 0 0,-1 0-1 0 0,1 0 0 0 0,-1 0 0 0 0,1 0 1 0 0,-1 0-1 0 0,1-1 0 0 0,-1 1 1 0 0,1 0-1 0 0,-1 0 0 0 0,1-1 0 0 0,-1 1 1 0 0,1 0-1 0 0,0-1 0 0 0,-1 1 0 0 0,1-1 1 0 0,0 1-1 0 0,-1 0 0 0 0,1-1 0 0 0,0 1 1 0 0,-1-1-1 0 0,1 1 0 0 0,0-1 0 0 0,0 1 1 0 0,0-1-1 0 0,-1 1 0 0 0,1-1 1 0 0,0 1-1 0 0,0-1 0 0 0,0 1 0 0 0,0-2 1 0 0,-5-21-52 0 0,5 14 39 0 0,0 0-1 0 0,1 1 1 0 0,0-1-1 0 0,0 0 1 0 0,1 1-1 0 0,1-1 1 0 0,-1 1 0 0 0,1-1-1 0 0,1 1 1 0 0,-1 0-1 0 0,1 0 1 0 0,9-12-1 0 0,-2 4-7 0 0,0 2 0 0 0,1 0 0 0 0,0 0-1 0 0,1 1 1 0 0,15-12 0 0 0,-16 15-18 0 0,0 2 0 0 0,1-1 0 0 0,0 2-1 0 0,0-1 1 0 0,1 2 0 0 0,-1 0 0 0 0,2 1 0 0 0,26-7 0 0 0,-38 11 32 0 0,-1 1-1 0 0,1-1 1 0 0,0 1-1 0 0,0 0 1 0 0,0 0-1 0 0,-1 0 1 0 0,1 0 0 0 0,0 1-1 0 0,0-1 1 0 0,0 1-1 0 0,-1 0 1 0 0,1-1-1 0 0,0 1 1 0 0,-1 0-1 0 0,1 1 1 0 0,0-1 0 0 0,-1 0-1 0 0,0 1 1 0 0,1 0-1 0 0,-1-1 1 0 0,0 1-1 0 0,0 0 1 0 0,0 0 0 0 0,0 0-1 0 0,0 0 1 0 0,0 1-1 0 0,-1-1 1 0 0,1 0-1 0 0,-1 1 1 0 0,1-1-1 0 0,-1 1 1 0 0,1 2 0 0 0,2 5 13 0 0,0 1 0 0 0,-1-1 0 0 0,0 1 0 0 0,-1 0 0 0 0,0 0 0 0 0,0 18 0 0 0,-4 54 23 0 0,1-60-24 0 0,0 0 1 0 0,1 0-1 0 0,2 1 0 0 0,4 28 1 0 0,-5-50-5 0 0,-1 0 0 0 0,1 0 1 0 0,-1-1-1 0 0,1 1 0 0 0,0 0 1 0 0,-1-1-1 0 0,1 1 0 0 0,0-1 1 0 0,0 1-1 0 0,0-1 1 0 0,0 1-1 0 0,0-1 0 0 0,1 0 1 0 0,-1 0-1 0 0,0 1 0 0 0,1-1 1 0 0,-1 0-1 0 0,1 0 0 0 0,-1 0 1 0 0,3 1-1 0 0,-1-1 2 0 0,1 0 1 0 0,-1 0-1 0 0,0-1 0 0 0,1 1 0 0 0,-1-1 1 0 0,0 0-1 0 0,1 1 0 0 0,-1-2 1 0 0,0 1-1 0 0,5-1 0 0 0,4-1 6 0 0,0-1-1 0 0,0-1 0 0 0,-1 0 1 0 0,22-10-1 0 0,-9 1-11 0 0,-1-1 0 0 0,-1 0-1 0 0,0-2 1 0 0,-1-1 0 0 0,-1 0 0 0 0,-1-2-1 0 0,0 0 1 0 0,-1-1 0 0 0,25-38 0 0 0,-31 40 21 0 0,-1 0 1 0 0,-1 0-1 0 0,0-2 1 0 0,-2 1-1 0 0,0-1 0 0 0,-1 0 1 0 0,-1-1-1 0 0,-1 1 1 0 0,-1-1-1 0 0,-1 0 1 0 0,-1 0-1 0 0,0-36 1 0 0,-3 51-44 0 0,0 0 1 0 0,0 0-1 0 0,0 0 1 0 0,-1 1-1 0 0,-3-9 0 0 0,4 14 19 0 0,1-1 0 0 0,-1 1 0 0 0,1-1 0 0 0,-1 1 0 0 0,0-1 0 0 0,1 1 0 0 0,-1 0 0 0 0,0-1 0 0 0,1 1-1 0 0,-1 0 1 0 0,0-1 0 0 0,0 1 0 0 0,1 0 0 0 0,-1 0 0 0 0,0 0 0 0 0,0 0 0 0 0,1 0 0 0 0,-1 0 0 0 0,0 0 0 0 0,0 0-1 0 0,1 0 1 0 0,-1 0 0 0 0,0 0 0 0 0,1 1 0 0 0,-1-1 0 0 0,0 0 0 0 0,0 0 0 0 0,1 1 0 0 0,-1-1 0 0 0,0 0-1 0 0,1 1 1 0 0,-1-1 0 0 0,1 1 0 0 0,-2 0 0 0 0,-23 15-52 0 0,14-4 3 0 0,0 0 0 0 0,1 1 0 0 0,1 0 0 0 0,0 1 0 0 0,0 0 0 0 0,2 0 0 0 0,-1 0 0 0 0,-7 25 1 0 0,7-16 42 0 0,2 0 0 0 0,0 1 0 0 0,1 0 0 0 0,2 0 0 0 0,-2 26 0 0 0,5-35 13 0 0,0 0 0 0 0,1-1 0 0 0,0 1 0 0 0,1 0 0 0 0,1-1 0 0 0,0 1 0 0 0,1-1 0 0 0,9 20 0 0 0,-11-28 2 0 0,1 0 0 0 0,1-1 0 0 0,-1 1 0 0 0,1 0 0 0 0,0-1 0 0 0,0 0 0 0 0,1 0 0 0 0,-1 0 0 0 0,1 0 0 0 0,0-1 0 0 0,0 0 0 0 0,1 0 0 0 0,-1 0 0 0 0,1-1 0 0 0,0 1 0 0 0,0-1 0 0 0,0-1 0 0 0,0 1 0 0 0,1-1 0 0 0,11 2 0 0 0,-1-2-41 0 0,1 0 0 0 0,-1-2 0 0 0,1 0 0 0 0,0 0 0 0 0,-1-2 0 0 0,1 0 0 0 0,29-9 0 0 0,-12 1-329 0 0,-1-1 1 0 0,59-30-1 0 0,-65 26 42 0 0,-1-1-1 0 0,-1-1 1 0 0,-1-1-1 0 0,0-2 1 0 0,-1-1 0 0 0,-1 0-1 0 0,-2-2 1 0 0,0 0 0 0 0,-1-2-1 0 0,-1 0 1 0 0,24-44-1 0 0,-24 33 199 0 0,-1-1 0 0 0,-2-1 0 0 0,-2 0 0 0 0,-1-1 0 0 0,-3 0 0 0 0,-1 0-1 0 0,-1-2 1 0 0,3-61 0 0 0,-11 55 648 0 0,-1 1 0 0 0,-3-1-1 0 0,-1 1 1 0 0,-3 0 0 0 0,-19-65-1 0 0,27 110-506 0 0,-1-1 1 0 0,1 1-1 0 0,-1-1 0 0 0,1 1 0 0 0,-1-1 0 0 0,0 1 0 0 0,0 0 0 0 0,1 0 0 0 0,-1-1 0 0 0,0 1 0 0 0,0 0 0 0 0,0 0 0 0 0,0 0 0 0 0,0 0 0 0 0,-3-2 0 0 0,4 3-11 0 0,-1 0-1 0 0,0 0 0 0 0,1 0 1 0 0,-1 0-1 0 0,0 0 0 0 0,0 0 1 0 0,1 0-1 0 0,-1 0 0 0 0,0 0 0 0 0,1 0 1 0 0,-1 0-1 0 0,0 1 0 0 0,1-1 1 0 0,-1 0-1 0 0,0 0 0 0 0,1 1 1 0 0,-1-1-1 0 0,1 1 0 0 0,-1-1 1 0 0,1 0-1 0 0,-1 1 0 0 0,1-1 0 0 0,-1 1 1 0 0,1-1-1 0 0,-1 1 0 0 0,1-1 1 0 0,-1 1-1 0 0,1 0 0 0 0,0-1 1 0 0,-1 1-1 0 0,1-1 0 0 0,0 1 1 0 0,0 0-1 0 0,-1-1 0 0 0,1 1 0 0 0,0 0 1 0 0,0 0-1 0 0,-11 27 65 0 0,1 0 1 0 0,1 1-1 0 0,-6 38 0 0 0,-7 92-49 0 0,18-120-12 0 0,-21 252-198 0 0,23-211 332 0 0,14 132-1 0 0,-9-187-52 0 0,1 1 0 0 0,12 38 0 0 0,-14-57-69 0 0,0-1 0 0 0,1 0 1 0 0,-1 1-1 0 0,1-1 0 0 0,0-1 1 0 0,1 1-1 0 0,-1 0 0 0 0,1-1 1 0 0,0 1-1 0 0,1-1 0 0 0,-1-1 1 0 0,1 1-1 0 0,0 0 1 0 0,0-1-1 0 0,7 4 0 0 0,-8-6-29 0 0,1 0-1 0 0,-1-1 0 0 0,1 1 1 0 0,0-1-1 0 0,0 0 1 0 0,-1-1-1 0 0,1 1 1 0 0,0-1-1 0 0,0 0 0 0 0,0 0 1 0 0,-1 0-1 0 0,1-1 1 0 0,0 0-1 0 0,0 0 0 0 0,-1 0 1 0 0,1 0-1 0 0,0-1 1 0 0,-1 0-1 0 0,1 0 1 0 0,4-3-1 0 0,3-2-190 0 0,1 0 0 0 0,-1-2 0 0 0,-1 1 0 0 0,1-1 1 0 0,14-16-1 0 0,-6 2-170 0 0,-1-1 1 0 0,-1-1 0 0 0,-1 0-1 0 0,-1-1 1 0 0,-1-1 0 0 0,-1 0-1 0 0,16-49 1 0 0,-7 6 209 0 0,-4 0-1 0 0,11-78 1 0 0,-20 74 1158 0 0,-2 0-1 0 0,-4-1 1 0 0,-9-119 0 0 0,5 194-991 0 0,0 0 1 0 0,0-1-1 0 0,0 1 1 0 0,0 0-1 0 0,1 0 1 0 0,-1 0-1 0 0,0 0 1 0 0,0 0-1 0 0,0-1 1 0 0,0 1-1 0 0,0 0 1 0 0,0 0-1 0 0,0 0 1 0 0,0 0-1 0 0,0 0 1 0 0,0-1-1 0 0,0 1 1 0 0,0 0-1 0 0,0 0 1 0 0,0 0-1 0 0,0 0 1 0 0,0 0-1 0 0,0-1 1 0 0,0 1-1 0 0,-1 0 1 0 0,1 0-1 0 0,0 0 1 0 0,0 0-1 0 0,0 0 1 0 0,0 0-1 0 0,0 0 1 0 0,0-1-1 0 0,0 1 1 0 0,0 0-1 0 0,0 0 1 0 0,-1 0-1 0 0,1 0 1 0 0,0 0-1 0 0,0 0 1 0 0,0 0-1 0 0,0 0 1 0 0,0 0-1 0 0,0 0 1 0 0,-1 0-1 0 0,1 0 1 0 0,0-1-1 0 0,0 1 1 0 0,0 0-1 0 0,0 0 1 0 0,0 0-1 0 0,-1 0 1 0 0,-4 9 75 0 0,-4 19-47 0 0,-28 261 128 0 0,27-188-250 0 0,1 24 251 0 0,13 198 0 0 0,-1-274 295 0 0,-3-48-454 0 0,0-1 1 0 0,0 1-1 0 0,0-1 0 0 0,0 0 1 0 0,0 1-1 0 0,1-1 0 0 0,-1 1 0 0 0,0-1 1 0 0,0 0-1 0 0,0 1 0 0 0,0-1 1 0 0,1 0-1 0 0,-1 1 0 0 0,0-1 1 0 0,0 0-1 0 0,1 1 0 0 0,-1-1 1 0 0,0 0-1 0 0,1 1 0 0 0,-1-1 1 0 0,0 0-1 0 0,1 0 0 0 0,-1 0 1 0 0,0 1-1 0 0,1-1 0 0 0,-1 0 1 0 0,1 0-1 0 0,-1 0 0 0 0,0 0 1 0 0,1 0-1 0 0,-1 1 0 0 0,1-1 0 0 0,-1 0 1 0 0,0 0-1 0 0,1 0 0 0 0,-1 0 1 0 0,1 0-1 0 0,-1 0 0 0 0,1-1 1 0 0,-1 1-1 0 0,0 0 0 0 0,1 0 1 0 0,-1 0-1 0 0,1 0 0 0 0,-1-1 1 0 0,17-8 45 0 0,6-16-12 0 0,0 0 0 0 0,28-41 0 0 0,-6 7-81 0 0,-36 47 51 0 0,-6 8-38 0 0,0 0 1 0 0,1 0-1 0 0,-1 0 1 0 0,1 1-1 0 0,-1-1 1 0 0,5-2-1 0 0,-6 5-35 0 0,0 1 62 0 0,0 0-1 0 0,0 1 1 0 0,0-1 0 0 0,0 1 0 0 0,0-1-1 0 0,-1 1 1 0 0,1 0 0 0 0,0 0 0 0 0,0 0-1 0 0,-1 0 1 0 0,1 0 0 0 0,0 0 0 0 0,-1 0-1 0 0,1 0 1 0 0,-1 1 0 0 0,0-1 0 0 0,1 1-1 0 0,-1-1 1 0 0,0 1 0 0 0,0 0 0 0 0,0-1-1 0 0,0 1 1 0 0,0 0 0 0 0,0-1 0 0 0,-1 1-1 0 0,2 2 1 0 0,2 10-45 0 0,0 0-1 0 0,5 26 0 0 0,-1-3-1825 0 0,6-6-1829 0 0,-1-15-1653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1 276 2120 0 0,'0'-3'1910'0'0,"8"-50"7299"0"0,-8 51-8611 0 0,2-6 476 0 0,-1 7-570 0 0,0 11-282 0 0,-1 12-160 0 0,1 1 0 0 0,5 31 0 0 0,-5-48-30 0 0,0 1-1 0 0,1-1 0 0 0,0 0 0 0 0,0 0 0 0 0,0-1 0 0 0,1 1 0 0 0,-1 0 1 0 0,1-1-1 0 0,1 1 0 0 0,-1-1 0 0 0,1 0 0 0 0,0 0 0 0 0,9 8 0 0 0,-11-12-10 0 0,1 1-1 0 0,0-1 0 0 0,0 0 1 0 0,0 0-1 0 0,0-1 0 0 0,0 1 1 0 0,0 0-1 0 0,0-1 0 0 0,0 0 1 0 0,0 0-1 0 0,0 0 0 0 0,0 0 0 0 0,0 0 1 0 0,0-1-1 0 0,0 1 0 0 0,0-1 1 0 0,0 0-1 0 0,0 0 0 0 0,5-2 1 0 0,0-1 9 0 0,-1 0 0 0 0,0-1 1 0 0,0 0-1 0 0,-1 0 1 0 0,1 0-1 0 0,-1-1 1 0 0,0 0-1 0 0,0 0 1 0 0,-1-1-1 0 0,0 0 1 0 0,0 0-1 0 0,-1 0 0 0 0,1 0 1 0 0,-2-1-1 0 0,1 1 1 0 0,-1-1-1 0 0,0 0 1 0 0,3-14-1 0 0,-4 10-3 0 0,0 1 1 0 0,0-1-1 0 0,-1 0 0 0 0,0 0 0 0 0,-1 0 0 0 0,-1 0 1 0 0,0 0-1 0 0,0 0 0 0 0,-2 0 0 0 0,1 0 0 0 0,-1 1 0 0 0,-7-18 1 0 0,7 22-42 0 0,1 1 1 0 0,-1-1-1 0 0,-1 1 1 0 0,1 0-1 0 0,-1 0 1 0 0,0 0-1 0 0,0 0 1 0 0,-1 1-1 0 0,0 0 1 0 0,0 0-1 0 0,0 0 1 0 0,0 0-1 0 0,-1 1 0 0 0,1 0 1 0 0,-1 0-1 0 0,0 1 1 0 0,-1-1-1 0 0,-6-1 1 0 0,10 4-99 0 0,0 1 1 0 0,1 0-1 0 0,-1-1 1 0 0,0 1-1 0 0,0 1 1 0 0,1-1-1 0 0,-1 0 1 0 0,0 1-1 0 0,0-1 1 0 0,1 1-1 0 0,-1 0 1 0 0,0 0-1 0 0,1 0 1 0 0,-1 0 0 0 0,1 1-1 0 0,-1-1 1 0 0,1 1-1 0 0,0-1 1 0 0,0 1-1 0 0,-1 0 1 0 0,1 0-1 0 0,-2 2 1 0 0,1 0-214 0 0,-1-1 1 0 0,1 1 0 0 0,0 0 0 0 0,0 0 0 0 0,0 1 0 0 0,1-1 0 0 0,-1 0 0 0 0,1 1 0 0 0,0 0 0 0 0,1-1 0 0 0,-2 6 0 0 0,2-6-112 0 0,1-1 1 0 0,-1 0 0 0 0,1 1-1 0 0,0-1 1 0 0,0 0 0 0 0,0 1-1 0 0,1-1 1 0 0,-1 1 0 0 0,1-1-1 0 0,0 0 1 0 0,1 4 0 0 0,3 5-2825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224 806 1700 0 0,'3'-8'1179'0'0,"0"1"1"0"0,-1 0-1 0 0,0-1 0 0 0,0 1 1 0 0,0-1-1 0 0,-1 1 0 0 0,0-16 0 0 0,-1 19-908 0 0,0 0 0 0 0,-1 0 1 0 0,1 1-1 0 0,-1-1 0 0 0,0 1 0 0 0,1-1 0 0 0,-2 0 0 0 0,1 1 0 0 0,0-1 0 0 0,-1 1 0 0 0,0 0 0 0 0,1 0 0 0 0,-1 0 0 0 0,-1-1 1 0 0,1 2-1 0 0,0-1 0 0 0,-1 0 0 0 0,-3-3 0 0 0,4 5-230 0 0,0 0 0 0 0,0 0 0 0 0,0 0 0 0 0,0 0 0 0 0,0 0 0 0 0,-1 0 1 0 0,1 1-1 0 0,0-1 0 0 0,-1 1 0 0 0,1-1 0 0 0,0 1 0 0 0,-1 0 0 0 0,1 0 0 0 0,0 0 0 0 0,-1 0 0 0 0,1 1 0 0 0,0-1 1 0 0,-1 1-1 0 0,1-1 0 0 0,0 1 0 0 0,-1 0 0 0 0,1 0 0 0 0,0 0 0 0 0,0 0 0 0 0,0 0 0 0 0,-4 3 0 0 0,-2 1-13 0 0,0 1 0 0 0,0 0-1 0 0,0 1 1 0 0,-11 13-1 0 0,7-7-31 0 0,1 1 0 0 0,0 1 0 0 0,1 0-1 0 0,1 0 1 0 0,1 1 0 0 0,-9 20-1 0 0,14-28 30 0 0,0 1-1 0 0,0-1 0 0 0,1 1 0 0 0,0 0 0 0 0,0 0 0 0 0,1 0 1 0 0,1 0-1 0 0,-1 0 0 0 0,1 0 0 0 0,1 0 0 0 0,0 0 0 0 0,0 0 1 0 0,0 0-1 0 0,4 10 0 0 0,-3-15-12 0 0,-1-1 0 0 0,0 0 0 0 0,1 0 0 0 0,0 0 0 0 0,-1 0 0 0 0,1 0 0 0 0,1 0 0 0 0,-1 0 0 0 0,0 0-1 0 0,1-1 1 0 0,-1 1 0 0 0,1-1 0 0 0,0 0 0 0 0,-1 0 0 0 0,1 0 0 0 0,0 0 0 0 0,1 0 0 0 0,-1-1 0 0 0,0 1 0 0 0,0-1 0 0 0,1 0 0 0 0,-1 0 0 0 0,1 0 0 0 0,-1 0 0 0 0,1-1 0 0 0,-1 0 0 0 0,1 1 0 0 0,-1-1-1 0 0,1 0 1 0 0,-1-1 0 0 0,1 1 0 0 0,6-2 0 0 0,-1 0-10 0 0,1 0 0 0 0,-1-1 0 0 0,0 0 0 0 0,0-1 0 0 0,0 0 0 0 0,0 0 0 0 0,0-1 0 0 0,-1 0 0 0 0,0-1-1 0 0,14-12 1 0 0,-5 0 9 0 0,0-2 0 0 0,-2 0-1 0 0,0 0 1 0 0,-1-2 0 0 0,-2 0-1 0 0,0 0 1 0 0,-1-1 0 0 0,-1 0 0 0 0,10-38-1 0 0,-4 1-32 0 0,-3-1 1 0 0,9-105-1 0 0,-18 127 141 0 0,-2-1 1 0 0,-2 0-1 0 0,-1 1 1 0 0,-2-1 0 0 0,-2 1-1 0 0,-2 0 1 0 0,-1 0-1 0 0,-20-56 1 0 0,27 94-116 0 0,1-1 0 0 0,-1 1 0 0 0,1-1 1 0 0,-1 1-1 0 0,0-1 0 0 0,1 1 0 0 0,-1 0 1 0 0,0-1-1 0 0,0 1 0 0 0,0 0 0 0 0,0 0 1 0 0,0 0-1 0 0,0 0 0 0 0,-1 0 0 0 0,1 0 0 0 0,0 0 1 0 0,0 0-1 0 0,-1 0 0 0 0,1 0 0 0 0,-1 1 1 0 0,1-1-1 0 0,-1 0 0 0 0,1 1 0 0 0,-1 0 0 0 0,-2-1 1 0 0,2 1-2 0 0,0 0 0 0 0,0 1 0 0 0,1-1 0 0 0,-1 1 0 0 0,0-1 0 0 0,0 1 0 0 0,0 0 0 0 0,1-1 0 0 0,-1 1 1 0 0,0 0-1 0 0,1 0 0 0 0,-1 0 0 0 0,0 1 0 0 0,1-1 0 0 0,0 0 0 0 0,-1 1 0 0 0,1-1 0 0 0,0 0 0 0 0,0 1 0 0 0,-2 3 0 0 0,-10 15 17 0 0,2 1-1 0 0,0 0 0 0 0,2 1 1 0 0,0 1-1 0 0,1-1 1 0 0,-7 42-1 0 0,5-12 31 0 0,-4 105 1 0 0,12-93-45 0 0,3 0-1 0 0,14 96 0 0 0,-10-131-178 0 0,1 0 0 0 0,2-1 0 0 0,0 1 0 0 0,2-1 0 0 0,1-1 0 0 0,1 0 0 0 0,28 44 0 0 0,-34-63-439 0 0,0 1 1 0 0,1-1-1 0 0,0 0 1 0 0,10 8-1 0 0,-12-12-430 0 0,-1-1 0 0 0,0 0 0 0 0,1 0 0 0 0,0 0 0 0 0,-1-1 0 0 0,7 3 0 0 0,4-2-4643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24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32 5048 0 0,'-215'-5'14027'0'0,"257"-1"-14098"0"0,-9 1-795 0 0,107-5-7591 0 0,-82 4 1180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547 126 1184 0 0,'0'0'4365'0'0,"3"0"-3765"0"0,7 0-117 0 0,-8 0 307 0 0,8 17 994 0 0,-11-14-1686 0 0,0 1 1 0 0,-1-1 0 0 0,1 1-1 0 0,-1-1 1 0 0,0 1 0 0 0,0-1 0 0 0,0 0-1 0 0,0 0 1 0 0,-1 0 0 0 0,1 0 0 0 0,-1 0-1 0 0,0-1 1 0 0,0 1 0 0 0,0-1 0 0 0,0 1-1 0 0,0-1 1 0 0,0 0 0 0 0,0 0 0 0 0,-1-1-1 0 0,1 1 1 0 0,-1-1 0 0 0,0 0 0 0 0,1 0-1 0 0,-1 0 1 0 0,0 0 0 0 0,0 0 0 0 0,1-1-1 0 0,-9 0 1 0 0,10 0-83 0 0,0-1-1 0 0,0 0 0 0 0,0 1 1 0 0,-1-1-1 0 0,1 0 1 0 0,0 0-1 0 0,0 0 1 0 0,1-1-1 0 0,-1 1 1 0 0,0 0-1 0 0,0-1 1 0 0,0 1-1 0 0,1-1 1 0 0,-1 1-1 0 0,1-1 1 0 0,-1 0-1 0 0,1 0 0 0 0,0 0 1 0 0,-2-3-1 0 0,-1-3-8 0 0,0-1-1 0 0,-6-19 0 0 0,7 20-1 0 0,1-1-12 0 0,0 1-1 0 0,1-1 0 0 0,0 0 0 0 0,0 0 1 0 0,1-1-1 0 0,0 1 0 0 0,1 0 0 0 0,3-17 0 0 0,-4 24 8 0 0,0 1-1 0 0,1 0 0 0 0,-1 0 1 0 0,1-1-1 0 0,-1 1 0 0 0,1 0 0 0 0,-1 0 1 0 0,1 0-1 0 0,0-1 0 0 0,-1 1 1 0 0,1 0-1 0 0,0 0 0 0 0,0 0 0 0 0,0 0 1 0 0,0 0-1 0 0,0 1 0 0 0,0-1 0 0 0,0 0 1 0 0,0 0-1 0 0,0 1 0 0 0,0-1 1 0 0,1 0-1 0 0,-1 1 0 0 0,0-1 0 0 0,0 1 1 0 0,1 0-1 0 0,-1-1 0 0 0,0 1 0 0 0,0 0 1 0 0,1 0-1 0 0,-1 0 0 0 0,0 0 1 0 0,1 0-1 0 0,-1 0 0 0 0,0 0 0 0 0,1 0 1 0 0,-1 1-1 0 0,0-1 0 0 0,0 0 1 0 0,3 2-1 0 0,2 0 13 0 0,0 0 1 0 0,0 0-1 0 0,1 1 1 0 0,-1 0-1 0 0,-1 0 1 0 0,8 5-1 0 0,-5-1 5 0 0,1 1 0 0 0,-1 0-1 0 0,-1 0 1 0 0,1 1 0 0 0,-2 0 0 0 0,1 0-1 0 0,-1 0 1 0 0,9 21 0 0 0,-2-2-11 0 0,17 59 0 0 0,-16-34 120 0 0,-2 1 1 0 0,-3 0-1 0 0,-1 0 0 0 0,-1 66 0 0 0,-7-83 310 0 0,-1-1 0 0 0,-3 1 0 0 0,0-1 0 0 0,-3 0 0 0 0,-1 0 0 0 0,-1 0 0 0 0,-18 41 0 0 0,23-67-211 0 0,0-1 0 0 0,-1 0 1 0 0,0 0-1 0 0,-1 0 1 0 0,0-1-1 0 0,0 1 1 0 0,0-2-1 0 0,-1 1 1 0 0,-1-1-1 0 0,1 0 1 0 0,-1 0-1 0 0,-14 9 1 0 0,15-12-132 0 0,0-1 1 0 0,0 0-1 0 0,-1 0 0 0 0,1 0 1 0 0,-1-1-1 0 0,1 0 1 0 0,-1 0-1 0 0,0-1 1 0 0,0 0-1 0 0,0-1 0 0 0,0 0 1 0 0,1 0-1 0 0,-1 0 1 0 0,0-1-1 0 0,0 0 1 0 0,-15-5-1 0 0,5 0-32 0 0,1 0-1 0 0,-1-2 1 0 0,1 0 0 0 0,0-1-1 0 0,1-1 1 0 0,-25-19 0 0 0,7 1 18 0 0,-52-56 0 0 0,-25-43-361 0 0,110 126 265 0 0,1 0 0 0 0,-1 0 0 0 0,0-1 1 0 0,0 1-1 0 0,1 0 0 0 0,-1 0 0 0 0,1 0 1 0 0,-1 0-1 0 0,1-1 0 0 0,-1 1 1 0 0,1 0-1 0 0,0-1 0 0 0,-1 0 0 0 0,1 1-40 0 0,0 1 0 0 0,1 0 1 0 0,-1-1-1 0 0,0 1 0 0 0,0 0 0 0 0,0-1 0 0 0,0 1 0 0 0,0-1 0 0 0,1 1 0 0 0,-1 0 0 0 0,0-1 0 0 0,0 1 0 0 0,0 0 0 0 0,1 0 0 0 0,-1-1 1 0 0,0 1-1 0 0,1 0 0 0 0,-1-1 0 0 0,0 1 0 0 0,1 0 0 0 0,-1 0 0 0 0,0 0 0 0 0,1-1 0 0 0,-1 1 0 0 0,0 0 0 0 0,1 0 0 0 0,0 0 0 0 0,2-1-332 0 0,1 1 0 0 0,0-1 0 0 0,0 1-1 0 0,0 0 1 0 0,0 1 0 0 0,5 0-1 0 0,-7-1 401 0 0,57 9-3645 0 0,-37-5 344 0 0,35 2-1 0 0,-22-6-1120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87 448 0 0,'13'-87'13262'0'0,"-8"112"-11397"0"0,28 293 3576 0 0,45 156-3816 0 0,-70-433-1513 0 0,2 0 0 0 0,31 77 0 0 0,-41-116-127 0 0,1-1 0 0 0,-1 1 0 0 0,1-1 0 0 0,0 1 0 0 0,-1-1 0 0 0,1 1 0 0 0,0-1 1 0 0,0 1-1 0 0,0-1 0 0 0,0 0 0 0 0,1 1 0 0 0,-1-1 0 0 0,0 0 0 0 0,0 0 0 0 0,1 0 0 0 0,-1 0 0 0 0,1 0 1 0 0,-1 0-1 0 0,1 0 0 0 0,-1-1 0 0 0,1 1 0 0 0,0 0 0 0 0,-1-1 0 0 0,1 1 0 0 0,0-1 0 0 0,-1 0 0 0 0,1 0 1 0 0,0 1-1 0 0,-1-1 0 0 0,1 0 0 0 0,0 0 0 0 0,0-1 0 0 0,-1 1 0 0 0,1 0 0 0 0,0-1 0 0 0,-1 1 0 0 0,1-1 1 0 0,0 1-1 0 0,-1-1 0 0 0,1 0 0 0 0,-1 1 0 0 0,1-1 0 0 0,-1 0 0 0 0,1 0 0 0 0,1-2 0 0 0,5-3-625 0 0,0 0 0 0 0,-1-1 0 0 0,1 0 0 0 0,-1 0 0 0 0,-1-1 0 0 0,11-14 0 0 0,-5 4-2071 0 0,-1-1 1 0 0,9-21 0 0 0,-3-1-4566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136 172 424 0 0,'-114'3'12395'0'0,"100"-5"-11070"0"0,7 1-448 0 0,12-14-21 0 0,-2 11-792 0 0,1 1-1 0 0,0-1 0 0 0,1 1 1 0 0,-1 0-1 0 0,1 0 0 0 0,-1 0 0 0 0,1 1 1 0 0,0 0-1 0 0,0 0 0 0 0,8-3 1 0 0,3-1 30 0 0,39-16-730 0 0,0 2 0 0 0,66-13 1 0 0,39 2-6499 0 0,-97 20 1911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389 777 108 0 0,'-10'-14'2171'0'0,"1"1"0"0"0,0-1 0 0 0,-12-26 0 0 0,17 29-1582 0 0,-1 1 1 0 0,0 0-1 0 0,-1 0 0 0 0,0 1 0 0 0,0-1 0 0 0,-1 1 1 0 0,-1 1-1 0 0,1-1 0 0 0,-17-13 0 0 0,21 21-552 0 0,1 0 1 0 0,-1 0-1 0 0,0 0 0 0 0,1 0 1 0 0,-1 0-1 0 0,0 0 0 0 0,0 1 1 0 0,0-1-1 0 0,0 1 1 0 0,1 0-1 0 0,-1 0 0 0 0,0 0 1 0 0,0 0-1 0 0,0 1 0 0 0,0-1 1 0 0,0 1-1 0 0,1 0 0 0 0,-1-1 1 0 0,0 1-1 0 0,0 0 0 0 0,1 1 1 0 0,-1-1-1 0 0,1 0 1 0 0,-1 1-1 0 0,-2 2 0 0 0,-7 4-7 0 0,1 0 0 0 0,1 1-1 0 0,-19 20 1 0 0,15-13-21 0 0,1 1 0 0 0,0 1 0 0 0,2 0 0 0 0,0 1-1 0 0,0 0 1 0 0,2 0 0 0 0,1 1 0 0 0,0 1 0 0 0,1-1 0 0 0,1 1 0 0 0,2 0-1 0 0,0 0 1 0 0,-2 26 0 0 0,6-35 4 0 0,0-1-1 0 0,1 1 1 0 0,0-1-1 0 0,1 0 1 0 0,0 1-1 0 0,1-1 1 0 0,0 0-1 0 0,1 0 1 0 0,7 13-1 0 0,-10-21-6 0 0,0 0-1 0 0,1 0 0 0 0,0 0 1 0 0,0 0-1 0 0,0-1 1 0 0,0 1-1 0 0,0-1 0 0 0,0 1 1 0 0,1-1-1 0 0,-1 0 1 0 0,1 0-1 0 0,-1 0 0 0 0,1 0 1 0 0,0 0-1 0 0,0-1 1 0 0,0 1-1 0 0,0-1 0 0 0,0 0 1 0 0,0 0-1 0 0,0 0 1 0 0,1 0-1 0 0,-1 0 0 0 0,0-1 1 0 0,0 1-1 0 0,1-1 1 0 0,-1 0-1 0 0,0 0 0 0 0,1-1 1 0 0,-1 1-1 0 0,0 0 0 0 0,1-1 1 0 0,-1 0-1 0 0,0 0 1 0 0,0 0-1 0 0,0 0 0 0 0,4-2 1 0 0,2-2-34 0 0,1 1 0 0 0,-1-2 0 0 0,0 1 0 0 0,-1-1 0 0 0,1-1 0 0 0,-1 1 1 0 0,0-1-1 0 0,-1-1 0 0 0,9-10 0 0 0,-6 4-146 0 0,0 1 1 0 0,-1-1-1 0 0,-1-1 1 0 0,-1 0-1 0 0,8-21 1 0 0,-4 2-252 0 0,-1-1 0 0 0,-2 0 1 0 0,-2 0-1 0 0,4-65 1 0 0,-8 11-217 0 0,-18-161 0 0 0,-36-86 2322 0 0,48 319-1531 0 0,2 23-12 0 0,3 31 9 0 0,-1-34-147 0 0,14 199 1165 0 0,-4-74-659 0 0,-10-126-502 0 0,24 302 711 0 0,23-3-275 0 0,-39-269-381 0 0,0-1 0 0 0,2 0 1 0 0,1-1-1 0 0,17 32 1 0 0,-27-60-101 0 0,0 1 0 0 0,1 0 0 0 0,-1-1 0 0 0,1 1 0 0 0,0-1 0 0 0,0 0 0 0 0,0 0 0 0 0,0 0 0 0 0,0 0 0 0 0,0 0 0 0 0,1 0 0 0 0,-1 0 0 0 0,0 0 0 0 0,1-1 0 0 0,0 0 0 0 0,-1 1 0 0 0,1-1 0 0 0,0 0 0 0 0,0 0 0 0 0,-1 0 0 0 0,1-1 0 0 0,0 1 0 0 0,0-1 0 0 0,3 1 0 0 0,-2-2-100 0 0,0 1 0 0 0,0-1-1 0 0,-1 0 1 0 0,1 0 0 0 0,0 0 0 0 0,-1-1 0 0 0,1 1 0 0 0,-1-1 0 0 0,1 0 0 0 0,-1 0 0 0 0,0 0-1 0 0,0 0 1 0 0,0 0 0 0 0,0-1 0 0 0,0 0 0 0 0,-1 1 0 0 0,1-1 0 0 0,2-4 0 0 0,8-12-254 0 0,0 0 0 0 0,-2-1 1 0 0,0 0-1 0 0,-1-1 1 0 0,-1 0-1 0 0,-1-1 0 0 0,5-23 1 0 0,26-159 1000 0 0,-32 128 1358 0 0,-5 35-153 0 0,-5 65-1746 0 0,1 1 1 0 0,2-1-1 0 0,0 0 1 0 0,2 0-1 0 0,0 0 1 0 0,2 0-1 0 0,0 0 1 0 0,2 0-1 0 0,1-1 1 0 0,0 0-1 0 0,2 0 1 0 0,19 36-1 0 0,-24-52-27 0 0,0 1 0 0 0,1-1-1 0 0,0 0 1 0 0,0-1 0 0 0,1 1 0 0 0,0-1-1 0 0,0 0 1 0 0,0-1 0 0 0,1 1 0 0 0,-1-1 0 0 0,1 0-1 0 0,14 6 1 0 0,-17-9-19 0 0,1 0 1 0 0,0 0-1 0 0,0-1 0 0 0,0 0 1 0 0,0 0-1 0 0,0 0 0 0 0,0 0 0 0 0,0-1 1 0 0,0 0-1 0 0,0 0 0 0 0,0-1 1 0 0,0 1-1 0 0,0-1 0 0 0,1 0 0 0 0,-2 0 1 0 0,1-1-1 0 0,0 1 0 0 0,0-1 1 0 0,0 0-1 0 0,-1 0 0 0 0,1-1 0 0 0,4-3 1 0 0,1-1-1 0 0,-1-1-1 0 0,-1 0 1 0 0,1-1 0 0 0,-2 0 0 0 0,1 0 0 0 0,-1-1-1 0 0,0 0 1 0 0,-1 0 0 0 0,0 0 0 0 0,-1-1 0 0 0,0 0-1 0 0,-1 0 1 0 0,0 0 0 0 0,0 0 0 0 0,-1-1 0 0 0,2-16-1 0 0,-3 13-1 0 0,0-1-1 0 0,-1 1 0 0 0,0-1 0 0 0,-2 1 0 0 0,1-1 1 0 0,-2 1-1 0 0,0 0 0 0 0,-1-1 0 0 0,-1 1 0 0 0,0 0 0 0 0,-1 0 1 0 0,-8-16-1 0 0,7 20 7 0 0,-1 0-1 0 0,0 0 1 0 0,-1 1 0 0 0,0 1-1 0 0,0-1 1 0 0,-1 1 0 0 0,0 1 0 0 0,-1-1-1 0 0,0 2 1 0 0,0-1 0 0 0,-1 1-1 0 0,0 1 1 0 0,0 0 0 0 0,-15-5 0 0 0,20 8-22 0 0,-1 1 0 0 0,0-1 1 0 0,0 1-1 0 0,-1 1 0 0 0,1 0 1 0 0,0 0-1 0 0,-1 0 0 0 0,1 1 1 0 0,0 0-1 0 0,-1 0 0 0 0,1 1 1 0 0,-1-1-1 0 0,1 2 0 0 0,0-1 1 0 0,0 1-1 0 0,0 0 0 0 0,0 1 1 0 0,0 0-1 0 0,0 0 0 0 0,1 0 1 0 0,-1 1-1 0 0,1 0 0 0 0,0 0 1 0 0,0 1-1 0 0,-7 6 0 0 0,8-5-164 0 0,0-1-1 0 0,0 1 0 0 0,1 0 1 0 0,0 0-1 0 0,0 0 1 0 0,1 1-1 0 0,-1 0 0 0 0,1-1 1 0 0,1 1-1 0 0,-1 0 0 0 0,-1 8 1 0 0,3-10-287 0 0,0 0 0 0 0,1-1 0 0 0,-1 1 0 0 0,1 0-1 0 0,0 0 1 0 0,1-1 0 0 0,-1 1 0 0 0,1 0 0 0 0,-1-1 0 0 0,2 1 0 0 0,-1 0 0 0 0,0-1 0 0 0,1 0 0 0 0,0 1 0 0 0,0-1 0 0 0,0 0-1 0 0,0 0 1 0 0,5 5 0 0 0,7 6-3581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10 202 2072 0 0,'26'-8'9886'0'0,"-20"9"-9682"0"0,-1 1-1 0 0,0 1 0 0 0,0-1 0 0 0,0 1 0 0 0,0 0 0 0 0,-1 0 1 0 0,1 0-1 0 0,-1 1 0 0 0,1 0 0 0 0,4 5 0 0 0,24 18 319 0 0,-31-25-435 0 0,1 0 0 0 0,0 0-1 0 0,0 0 1 0 0,1-1 0 0 0,-1 1 0 0 0,0-1-1 0 0,1 0 1 0 0,-1 0 0 0 0,0 0-1 0 0,1 0 1 0 0,-1-1 0 0 0,1 1-1 0 0,-1-1 1 0 0,1 0 0 0 0,-1 0-1 0 0,1 0 1 0 0,-1-1 0 0 0,1 1 0 0 0,5-2-1 0 0,-6 0-59 0 0,0 1 1 0 0,-1-1-1 0 0,1 0 0 0 0,-1 1 1 0 0,1-1-1 0 0,-1 0 0 0 0,0-1 0 0 0,0 1 1 0 0,0 0-1 0 0,0-1 0 0 0,0 1 0 0 0,-1-1 1 0 0,1 1-1 0 0,-1-1 0 0 0,1 0 0 0 0,-1 0 1 0 0,0 1-1 0 0,0-1 0 0 0,0 0 0 0 0,-1 0 1 0 0,1 0-1 0 0,0-3 0 0 0,-1-1-12 0 0,1 1 0 0 0,-1-1-1 0 0,0 0 1 0 0,0 1 0 0 0,-1-1 0 0 0,0 1-1 0 0,0-1 1 0 0,0 1 0 0 0,-1 0 0 0 0,-5-12-1 0 0,5 13-23 0 0,0 1 1 0 0,0 0-1 0 0,0-1 0 0 0,-1 1 0 0 0,0 1 1 0 0,0-1-1 0 0,0 0 0 0 0,0 1 0 0 0,0-1 0 0 0,-1 1 1 0 0,0 0-1 0 0,1 0 0 0 0,-1 0 0 0 0,0 1 0 0 0,-5-3 1 0 0,6 4-2 0 0,1 1 0 0 0,-1-1 0 0 0,0 1 1 0 0,0-1-1 0 0,1 1 0 0 0,-1 0 1 0 0,0 0-1 0 0,0 0 0 0 0,1 0 1 0 0,-1 1-1 0 0,0-1 0 0 0,1 1 0 0 0,-1 0 1 0 0,0-1-1 0 0,1 1 0 0 0,-1 0 1 0 0,1 1-1 0 0,-1-1 0 0 0,1 0 1 0 0,0 1-1 0 0,-1-1 0 0 0,1 1 1 0 0,0 0-1 0 0,0 0 0 0 0,0 0 0 0 0,-2 3 1 0 0,-4 3-11 0 0,2 0 1 0 0,-1 1 0 0 0,1 0 0 0 0,0 0-1 0 0,-5 12 1 0 0,0 3-2 0 0,2 0 0 0 0,0 1 0 0 0,1-1 0 0 0,2 2 0 0 0,-6 49 0 0 0,10-59 29 0 0,1 0 0 0 0,1 1 1 0 0,0-1-1 0 0,1 0 0 0 0,1 0 1 0 0,1 0-1 0 0,0 0 0 0 0,1 0 0 0 0,1 0 1 0 0,10 24-1 0 0,-12-34 13 0 0,0 0-1 0 0,1 0 1 0 0,0 0 0 0 0,0-1 0 0 0,0 0-1 0 0,0 0 1 0 0,1 0 0 0 0,0 0-1 0 0,0 0 1 0 0,0-1 0 0 0,1 0 0 0 0,-1 0-1 0 0,1-1 1 0 0,0 0 0 0 0,8 4 0 0 0,-6-5 1 0 0,-1 1 0 0 0,1-2 0 0 0,0 1 1 0 0,0-1-1 0 0,0 0 0 0 0,0-1 0 0 0,0 0 0 0 0,0 0 1 0 0,0 0-1 0 0,0-1 0 0 0,0-1 0 0 0,13-3 1 0 0,-2-1-4 0 0,-1-1-1 0 0,1-1 1 0 0,-2-1 0 0 0,1 0 0 0 0,-1-1 0 0 0,0-1 0 0 0,-1 0 0 0 0,-1-2 0 0 0,0 0 0 0 0,0 0 0 0 0,-1-1 0 0 0,-1-1 0 0 0,13-18 0 0 0,-8 7-2 0 0,-2 0 1 0 0,0-1-1 0 0,-2-1 0 0 0,-1 0 1 0 0,-1-1-1 0 0,-1 0 1 0 0,11-52-1 0 0,-16 54 16 0 0,3-39-1 0 0,-8 57-21 0 0,-1 0 0 0 0,0 0 0 0 0,-1 0 0 0 0,0 0 0 0 0,0 0 0 0 0,-1 0 0 0 0,0 0 0 0 0,-4-10 0 0 0,6 19-11 0 0,0-1 1 0 0,-1 1 0 0 0,1-1-1 0 0,0 1 1 0 0,-1-1 0 0 0,1 1-1 0 0,0 0 1 0 0,-1-1 0 0 0,1 1-1 0 0,-1-1 1 0 0,1 1 0 0 0,-1 0-1 0 0,1-1 1 0 0,-1 1 0 0 0,1 0-1 0 0,-1 0 1 0 0,1 0 0 0 0,-1-1-1 0 0,1 1 1 0 0,-1 0 0 0 0,1 0-1 0 0,-1 0 1 0 0,1 0 0 0 0,-1 0-1 0 0,0 0 1 0 0,0 0 0 0 0,0 0-2 0 0,-1 0 0 0 0,1 1 0 0 0,0-1 1 0 0,0 0-1 0 0,0 1 0 0 0,0-1 0 0 0,0 1 1 0 0,0 0-1 0 0,0-1 0 0 0,0 1 0 0 0,0 0 1 0 0,0 0-1 0 0,0-1 0 0 0,0 1 0 0 0,0 0 0 0 0,0 0 1 0 0,1 0-1 0 0,-1 0 0 0 0,0 0 0 0 0,1 0 1 0 0,-1 0-1 0 0,1 0 0 0 0,-1 1 0 0 0,1-1 1 0 0,0 0-1 0 0,-1 0 0 0 0,1 0 0 0 0,0 0 1 0 0,0 1-1 0 0,0-1 0 0 0,-1 0 0 0 0,2 0 1 0 0,-1 0-1 0 0,0 1 0 0 0,0-1 0 0 0,0 0 1 0 0,0 0-1 0 0,1 2 0 0 0,0 2-12 0 0,0 5 12 0 0,1 0 1 0 0,0-1-1 0 0,1 1 0 0 0,0-1 0 0 0,1 1 1 0 0,0-1-1 0 0,0 0 0 0 0,1 0 0 0 0,10 14 1 0 0,8 9-7 0 0,30 30 1 0 0,-47-54 5 0 0,60 63 3 0 0,-26-30 11 0 0,36 50-1 0 0,-73-88-5 0 0,-1 1 0 0 0,1-1 1 0 0,-1 1-1 0 0,0 0 0 0 0,0 0 0 0 0,-1 0 0 0 0,1 0 1 0 0,-1 0-1 0 0,0 0 0 0 0,0 0 0 0 0,0 0 1 0 0,0 1-1 0 0,-1-1 0 0 0,0 0 0 0 0,1 1 0 0 0,-2-1 1 0 0,1 0-1 0 0,-2 8 0 0 0,1-7 8 0 0,-1-1 0 0 0,0 1 1 0 0,-1 0-1 0 0,1 0 0 0 0,-1-1 0 0 0,0 1 0 0 0,0-1 0 0 0,0 0 1 0 0,-1 0-1 0 0,1 0 0 0 0,-1 0 0 0 0,0-1 0 0 0,0 0 0 0 0,-9 6 1 0 0,-6 3 8 0 0,-1-1 1 0 0,0-1 0 0 0,-1-1 0 0 0,0-1 0 0 0,-26 7-1 0 0,-113 19-5097 0 0,127-28 2382 0 0,12-4-788 0 0,4-2-1242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8 701 304 0 0,'-3'-10'1507'0'0,"1"0"0"0"0,1 0-1 0 0,0 0 1 0 0,0 0 0 0 0,1 0 0 0 0,2-13 0 0 0,-1 18-1337 0 0,0 1 0 0 0,0 0 0 0 0,0 0 0 0 0,1 0 1 0 0,0 0-1 0 0,-1 0 0 0 0,2 1 0 0 0,-1-1 0 0 0,0 1 1 0 0,1-1-1 0 0,-1 1 0 0 0,1 0 0 0 0,0 0 0 0 0,0 0 1 0 0,0 0-1 0 0,1 0 0 0 0,6-4 0 0 0,-5 4-101 0 0,1-1-1 0 0,0 1 1 0 0,0 0-1 0 0,0 1 1 0 0,0 0-1 0 0,1 0 1 0 0,-1 0-1 0 0,0 0 1 0 0,1 1 0 0 0,-1 0-1 0 0,1 1 1 0 0,0-1-1 0 0,-1 1 1 0 0,13 2-1 0 0,-10-1-39 0 0,0 2 0 0 0,-1-1 0 0 0,1 1-1 0 0,-1 0 1 0 0,0 0 0 0 0,0 1 0 0 0,0 1 0 0 0,0-1-1 0 0,-1 1 1 0 0,9 7 0 0 0,-6-4-18 0 0,-1 1 0 0 0,0 0 1 0 0,0 0-1 0 0,-1 1 0 0 0,0 0 0 0 0,-1 0 0 0 0,0 1 1 0 0,-1 0-1 0 0,0 0 0 0 0,0 1 0 0 0,-2-1 1 0 0,1 1-1 0 0,-1 1 0 0 0,-1-1 0 0 0,3 21 0 0 0,-4 0 740 0 0,-1 1-1 0 0,-5 37 0 0 0,4-71-735 0 0,0 1-1 0 0,0-1 1 0 0,0 0 0 0 0,0 0-1 0 0,0 1 1 0 0,0-1-1 0 0,0 0 1 0 0,0 0-1 0 0,0 1 1 0 0,0-1-1 0 0,0 0 1 0 0,0 1 0 0 0,0-1-1 0 0,0 0 1 0 0,0 0-1 0 0,0 1 1 0 0,-1-1-1 0 0,1 0 1 0 0,0 0-1 0 0,0 0 1 0 0,0 1 0 0 0,0-1-1 0 0,0 0 1 0 0,-1 0-1 0 0,1 1 1 0 0,0-1-1 0 0,0 0 1 0 0,0 0-1 0 0,-1 0 1 0 0,1 0 0 0 0,0 0-1 0 0,0 1 1 0 0,-1-1-1 0 0,1 0 1 0 0,0 0-1 0 0,0 0 1 0 0,-1 0-1 0 0,1 0 1 0 0,0 0 0 0 0,0 0-1 0 0,-1 0 1 0 0,1 0-1 0 0,0 0 1 0 0,-1 0-1 0 0,1 0 1 0 0,0 0-1 0 0,0 0 1 0 0,-1 0 0 0 0,1 0-1 0 0,0 0 1 0 0,0 0-1 0 0,-1 0 1 0 0,1 0-1 0 0,0-1 1 0 0,0 1-1 0 0,-1 0 1 0 0,1 0 0 0 0,0 0-1 0 0,0 0 1 0 0,0-1-1 0 0,-1 1 1 0 0,-9-14 226 0 0,7-2-212 0 0,1 1-1 0 0,0-1 1 0 0,2 1-1 0 0,0-1 0 0 0,0 0 1 0 0,1 1-1 0 0,1-1 1 0 0,1 1-1 0 0,0-1 0 0 0,11-28 1 0 0,-10 32-34 0 0,1 1 0 0 0,0-1 0 0 0,1 1 0 0 0,0 0 0 0 0,1 1 0 0 0,0-1 0 0 0,1 1 0 0 0,0 1 1 0 0,0 0-1 0 0,1 0 0 0 0,0 0 0 0 0,1 1 0 0 0,-1 1 0 0 0,15-9 0 0 0,-19 13-2 0 0,-1 1 1 0 0,1-1-1 0 0,0 1 0 0 0,0 1 1 0 0,1-1-1 0 0,-1 1 0 0 0,0-1 1 0 0,1 1-1 0 0,-1 1 0 0 0,0-1 1 0 0,1 1-1 0 0,-1 0 1 0 0,1 0-1 0 0,-1 1 0 0 0,1-1 1 0 0,-1 1-1 0 0,0 1 0 0 0,1-1 1 0 0,-1 1-1 0 0,0-1 0 0 0,0 2 1 0 0,0-1-1 0 0,0 0 0 0 0,-1 1 1 0 0,1 0-1 0 0,0 0 0 0 0,-1 1 1 0 0,0-1-1 0 0,7 8 0 0 0,-2-1 2 0 0,-1 0-1 0 0,1 1 1 0 0,-2 0-1 0 0,0 0 1 0 0,0 1-1 0 0,-1 0 1 0 0,0 1-1 0 0,-1-1 1 0 0,0 1 0 0 0,5 26-1 0 0,-4-1-8 0 0,0 47 1 0 0,-5-57-3 0 0,1 0 1 0 0,2 0-1 0 0,0-1 1 0 0,9 29-1 0 0,-12-53-43 0 0,0-1-1 0 0,-1 0 1 0 0,1 0-1 0 0,0 0 1 0 0,0 0-1 0 0,0 0 0 0 0,0 0 1 0 0,1 0-1 0 0,-1 0 1 0 0,1 0-1 0 0,-1-1 1 0 0,1 1-1 0 0,-1-1 0 0 0,1 1 1 0 0,0-1-1 0 0,0 1 1 0 0,0-1-1 0 0,0 0 1 0 0,0 0-1 0 0,3 1 1 0 0,-2-1-104 0 0,0 0 1 0 0,0-1 0 0 0,0 0 0 0 0,0 0 0 0 0,0 0 0 0 0,1 0 0 0 0,-1 0 0 0 0,0 0-1 0 0,0-1 1 0 0,0 0 0 0 0,0 1 0 0 0,0-1 0 0 0,3-2 0 0 0,4-1-285 0 0,-1-1 0 0 0,0 0 0 0 0,0-1 0 0 0,0 0 1 0 0,-1 0-1 0 0,0-1 0 0 0,13-14 0 0 0,-7 4 194 0 0,-1-1 0 0 0,-1 0 0 0 0,-1-1-1 0 0,0 0 1 0 0,-2-1 0 0 0,0 0 0 0 0,-1 0 0 0 0,7-28-1 0 0,-8 20 1207 0 0,-2 0 0 0 0,0-1 0 0 0,-2 1-1 0 0,-1-1 1 0 0,-4-53 0 0 0,-2 64-193 0 0,4 18-747 0 0,0 0 1 0 0,0 0-1 0 0,-1-1 0 0 0,1 1 0 0 0,0 0 0 0 0,0 0 0 0 0,0 0 1 0 0,0-1-1 0 0,-1 1 0 0 0,1 0 0 0 0,0 0 0 0 0,0 0 1 0 0,0 0-1 0 0,-1-1 0 0 0,1 1 0 0 0,0 0 0 0 0,0 0 0 0 0,-1 0 1 0 0,1 0-1 0 0,0 0 0 0 0,0 0 0 0 0,-1 0 0 0 0,1 0 1 0 0,0 0-1 0 0,0 0 0 0 0,-1 0 0 0 0,1 0 0 0 0,0 0 0 0 0,0 0 1 0 0,-1 0-1 0 0,1 0 0 0 0,-1 0 0 0 0,0 1 2 0 0,0 0-1 0 0,-1 0 0 0 0,1 1 1 0 0,0-1-1 0 0,-1 0 0 0 0,1 1 1 0 0,0-1-1 0 0,0 1 0 0 0,0-1 1 0 0,0 1-1 0 0,1-1 0 0 0,-1 1 1 0 0,0 0-1 0 0,0 3 1 0 0,-4 10 19 0 0,1 1 0 0 0,1 0 0 0 0,0 0 0 0 0,1 0 1 0 0,1 0-1 0 0,0 1 0 0 0,1-1 0 0 0,1 0 1 0 0,1 0-1 0 0,4 23 0 0 0,-3-28 2 0 0,-1 1 0 0 0,2-2 0 0 0,-1 1-1 0 0,1 0 1 0 0,1-1 0 0 0,0 0 0 0 0,1 0 0 0 0,0 0-1 0 0,0-1 1 0 0,1 1 0 0 0,0-2 0 0 0,1 1 0 0 0,0-1-1 0 0,0 0 1 0 0,15 11 0 0 0,-17-16-10 0 0,0 1 0 0 0,1-1 0 0 0,-1-1 0 0 0,1 1 0 0 0,-1-1 0 0 0,1 0 0 0 0,0-1 0 0 0,0 1-1 0 0,0-1 1 0 0,-1-1 0 0 0,1 1 0 0 0,0-1 0 0 0,0 0 0 0 0,0-1 0 0 0,0 0 0 0 0,0 0 0 0 0,0 0 0 0 0,0-1 0 0 0,-1 0 0 0 0,1 0 0 0 0,-1-1 0 0 0,10-5 0 0 0,-7 4-8 0 0,-1-1 0 0 0,1-1 1 0 0,-1 0-1 0 0,0 0 0 0 0,0 0 0 0 0,-1-1 1 0 0,0 0-1 0 0,0-1 0 0 0,0 0 0 0 0,-1 0 1 0 0,-1 0-1 0 0,1-1 0 0 0,-1 1 0 0 0,7-18 1 0 0,-8 12-11 0 0,0 0 0 0 0,0 0 0 0 0,-2-1 1 0 0,0 1-1 0 0,0 0 0 0 0,-2-1 0 0 0,0 1 1 0 0,0-1-1 0 0,-1 1 0 0 0,-1-1 0 0 0,0 1 1 0 0,-1 0-1 0 0,-1 0 0 0 0,0 0 0 0 0,-1 0 0 0 0,-8-16 1 0 0,9 21-11 0 0,-1 1 1 0 0,0-1 0 0 0,-1 1 0 0 0,0 0-1 0 0,0 0 1 0 0,-1 0 0 0 0,0 1-1 0 0,0 0 1 0 0,-1 1 0 0 0,1-1-1 0 0,-2 1 1 0 0,1 1 0 0 0,-1 0-1 0 0,1 0 1 0 0,-1 0 0 0 0,0 1-1 0 0,-1 1 1 0 0,1-1 0 0 0,-1 2 0 0 0,0-1-1 0 0,0 1 1 0 0,1 1 0 0 0,-1 0-1 0 0,-12 0 1 0 0,15 1-6 0 0,0 1 0 0 0,0 0 1 0 0,0 0-1 0 0,0 0 0 0 0,0 1 0 0 0,1 0 0 0 0,-1 0 1 0 0,1 1-1 0 0,-1 0 0 0 0,1 0 0 0 0,0 1 0 0 0,0-1 0 0 0,0 1 1 0 0,0 0-1 0 0,1 1 0 0 0,-7 7 0 0 0,9-9 5 0 0,0 0-1 0 0,0 1 1 0 0,1-1-1 0 0,-1 1 1 0 0,1-1-1 0 0,0 1 1 0 0,0 0 0 0 0,1 0-1 0 0,-1 0 1 0 0,1 0-1 0 0,0 0 1 0 0,0 0-1 0 0,0 0 1 0 0,0 0-1 0 0,1 1 1 0 0,0-1-1 0 0,-1 0 1 0 0,2 1-1 0 0,-1-1 1 0 0,0 0 0 0 0,1 0-1 0 0,0 0 1 0 0,0 1-1 0 0,0-1 1 0 0,1 0-1 0 0,-1 0 1 0 0,5 7-1 0 0,-2-4 5 0 0,0-1-1 0 0,0 1 1 0 0,0-1-1 0 0,1 0 1 0 0,0 0-1 0 0,1-1 1 0 0,-1 1-1 0 0,1-1 1 0 0,0 0-1 0 0,0-1 1 0 0,1 0-1 0 0,0 0 1 0 0,12 6 0 0 0,-8-6-1 0 0,-1-1 0 0 0,1 0 0 0 0,0 0 0 0 0,0-1 0 0 0,0-1 0 0 0,0 0 0 0 0,0-1 1 0 0,20-1-1 0 0,-4-2-7 0 0,-1-2 0 0 0,1-1 1 0 0,-1-1-1 0 0,0-1 1 0 0,0-1-1 0 0,-1-2 1 0 0,26-14-1 0 0,-30 13-13 0 0,0-1 1 0 0,-1 0-1 0 0,-1-1 0 0 0,0-2 0 0 0,-1 0 1 0 0,0 0-1 0 0,-2-2 0 0 0,0 0 0 0 0,-1-1 1 0 0,0-1-1 0 0,-2 0 0 0 0,-1 0 1 0 0,0-2-1 0 0,-1 1 0 0 0,-2-2 0 0 0,0 1 1 0 0,-1-1-1 0 0,-2 0 0 0 0,0-1 0 0 0,-1 0 1 0 0,-2 1-1 0 0,2-46 0 0 0,-5 41 210 0 0,1 11 117 0 0,-1-1-1 0 0,-4-30 1 0 0,4 48-305 0 0,0 0-1 0 0,0-1 1 0 0,-1 1 0 0 0,1 0 0 0 0,0-1 0 0 0,0 1 0 0 0,0 0 0 0 0,0 0-1 0 0,0-1 1 0 0,0 1 0 0 0,0 0 0 0 0,-1 0 0 0 0,1-1 0 0 0,0 1 0 0 0,0 0-1 0 0,0 0 1 0 0,-1 0 0 0 0,1-1 0 0 0,0 1 0 0 0,0 0 0 0 0,-1 0 0 0 0,1 0-1 0 0,0 0 1 0 0,0-1 0 0 0,-1 1 0 0 0,1 0 0 0 0,0 0 0 0 0,-1 0 0 0 0,1 0-1 0 0,0 0 1 0 0,0 0 0 0 0,-1 0 0 0 0,1 0 0 0 0,0 0 0 0 0,-1 0 0 0 0,1 0-1 0 0,0 0 1 0 0,-1 0 0 0 0,1 0 0 0 0,0 0 0 0 0,0 0 0 0 0,-1 0 0 0 0,1 0-1 0 0,0 1 1 0 0,-1-1 0 0 0,1 0 0 0 0,0 0 0 0 0,0 0 0 0 0,-1 0 0 0 0,1 1-1 0 0,0-1 1 0 0,0 0 0 0 0,0 0 0 0 0,-1 0 0 0 0,1 1 0 0 0,0-1-1 0 0,0 0 1 0 0,0 0 0 0 0,0 1 0 0 0,0-1 0 0 0,-1 0 0 0 0,1 0 0 0 0,0 1 0 0 0,-12 17 36 0 0,3 5 76 0 0,2 1 0 0 0,1 0 0 0 0,0 0 0 0 0,2 0 1 0 0,-1 30-1 0 0,3 127 1006 0 0,2-154-993 0 0,16 218 727 0 0,-10-204-731 0 0,1 0 0 0 0,3-1 0 0 0,27 77 0 0 0,-34-111-94 0 0,-1-1-1 0 0,1 1 1 0 0,0-1 0 0 0,0 1-1 0 0,1-1 1 0 0,0 0-1 0 0,0 0 1 0 0,0-1-1 0 0,0 1 1 0 0,1-1-1 0 0,0 0 1 0 0,-1 0 0 0 0,2-1-1 0 0,9 6 1 0 0,-8-5-113 0 0,1-1 1 0 0,0-1-1 0 0,0 1 1 0 0,0-2 0 0 0,0 1-1 0 0,0-1 1 0 0,0 0-1 0 0,0 0 1 0 0,1-1-1 0 0,14-2 1 0 0,-9 1-641 0 0,0-2 0 0 0,0 0-1 0 0,-1 0 1 0 0,1-1 0 0 0,20-10 0 0 0,-20 7-1577 0 0,0 0 0 0 0,20-15 0 0 0,6-9-5981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4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279 153 760 0 0,'-77'-2'5263'0'0,"-121"-9"8180"0"0,198 11-13429 0 0,0 0 0 0 0,0 0 0 0 0,0 0 1 0 0,0 0-1 0 0,0 0 0 0 0,-1 0 0 0 0,1-1 0 0 0,0 1 0 0 0,0 0 1 0 0,0 0-1 0 0,0 0 0 0 0,-1 0 0 0 0,1 0 0 0 0,0 0 1 0 0,0 0-1 0 0,0 0 0 0 0,0 0 0 0 0,0-1 0 0 0,0 1 1 0 0,0 0-1 0 0,-1 0 0 0 0,1 0 0 0 0,0 0 0 0 0,0 0 1 0 0,0-1-1 0 0,0 1 0 0 0,0 0 0 0 0,0 0 0 0 0,0 0 0 0 0,0 0 1 0 0,0 0-1 0 0,0-1 0 0 0,0 1 0 0 0,0 0 0 0 0,0 0 1 0 0,0 0-1 0 0,0 0 0 0 0,0-1 0 0 0,0 1 0 0 0,0 0 1 0 0,0 0-1 0 0,0 0 0 0 0,0 0 0 0 0,0-1 0 0 0,0 1 0 0 0,0 0 1 0 0,0 0-1 0 0,0 0 0 0 0,1 0 0 0 0,-1 0 0 0 0,0-1 1 0 0,0 1-1 0 0,0 0 0 0 0,0 0 0 0 0,0 0 0 0 0,0 0 1 0 0,0 0-1 0 0,1 0 0 0 0,-1 0 0 0 0,0 0 0 0 0,0 0 1 0 0,0-1-1 0 0,0 1 0 0 0,1 0 0 0 0,-1 0 0 0 0,0 0 0 0 0,10-7 227 0 0,32-8-367 0 0,1 1 0 0 0,1 2 0 0 0,60-8 0 0 0,-51 10-794 0 0,64-11-2642 0 0,-18 3-2510 0 0,-18 3-1123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5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90 600 244 0 0,'-87'-53'12121'0'0,"87"53"-12047"0"0,0-1 1 0 0,-1 1-1 0 0,1-1 0 0 0,0 1 0 0 0,0-1 0 0 0,-1 0 1 0 0,1 1-1 0 0,0-1 0 0 0,0 1 0 0 0,0-1 0 0 0,0 1 0 0 0,-1-1 1 0 0,1 0-1 0 0,0 1 0 0 0,0-1 0 0 0,0 1 0 0 0,0-1 1 0 0,0 0-1 0 0,1 1 0 0 0,-1-1 0 0 0,0 1 0 0 0,0-1 1 0 0,0 1-1 0 0,0-1 0 0 0,1 0 0 0 0,-1 1 0 0 0,0-1 1 0 0,1 1-1 0 0,-1-1 0 0 0,0 1 0 0 0,1-1 0 0 0,-1 1 1 0 0,0 0-1 0 0,1-1 0 0 0,-1 1 0 0 0,1-1 0 0 0,-1 1 1 0 0,1 0-1 0 0,-1-1 0 0 0,1 1 0 0 0,0 0 0 0 0,22-10 376 0 0,1 1 1 0 0,36-8-1 0 0,-29 9-290 0 0,32-13 0 0 0,-62 20-158 0 0,28-11 118 0 0,0-1 0 0 0,53-33 0 0 0,-74 41-106 0 0,-1-1 0 0 0,0 0 0 0 0,0 0 0 0 0,0-1 0 0 0,0 1 1 0 0,-1-2-1 0 0,-1 1 0 0 0,1 0 0 0 0,-1-1 0 0 0,0 0 0 0 0,-1-1 0 0 0,0 1 0 0 0,0-1 1 0 0,4-14-1 0 0,-5 8-13 0 0,0 0-1 0 0,-2-1 1 0 0,1 1 0 0 0,-2-1 0 0 0,0 1 0 0 0,-3-23 0 0 0,-2 10-58 0 0,0 0 1 0 0,-15-42-1 0 0,20 69 54 0 0,0 1-1 0 0,0 0 0 0 0,0-1 0 0 0,0 1 0 0 0,0-1 1 0 0,0 1-1 0 0,-1-1 0 0 0,1 1 0 0 0,0 0 1 0 0,0-1-1 0 0,0 1 0 0 0,-1-1 0 0 0,1 1 1 0 0,0 0-1 0 0,-1-1 0 0 0,1 1 0 0 0,0 0 1 0 0,-1-1-1 0 0,1 1 0 0 0,0 0 0 0 0,-1 0 1 0 0,1-1-1 0 0,-1 1 0 0 0,1 0 0 0 0,0 0 1 0 0,-1 0-1 0 0,1 0 0 0 0,-1-1 0 0 0,1 1 1 0 0,-1 0-1 0 0,-10 8-38 0 0,-5 18 6 0 0,10-8 31 0 0,1-1 0 0 0,1 1 0 0 0,0-1 1 0 0,-1 26-1 0 0,1 74-37 0 0,4-93 35 0 0,43 716-46 0 0,-38-690 108 0 0,4 32 531 0 0,-9-81-386 0 0,6-15-152 0 0,-1-1 1 0 0,-1 1-1 0 0,0-1 0 0 0,3-23 1 0 0,1-4-14 0 0,-4 24-38 0 0,34-128 29 0 0,-31 126-37 0 0,0 0 0 0 0,2 1 0 0 0,0 0 0 0 0,1 1 0 0 0,14-21 0 0 0,-21 36 8 0 0,-1-1 0 0 0,1 1 0 0 0,-1 1 0 0 0,1-1 0 0 0,0 0 0 0 0,0 0 0 0 0,0 1 0 0 0,0 0 0 0 0,1 0 0 0 0,-1 0 0 0 0,1 0 0 0 0,-1 0 0 0 0,1 1 0 0 0,0-1 0 0 0,-1 1 0 0 0,1 0-1 0 0,0 0 1 0 0,0 0 0 0 0,0 1 0 0 0,7-1 0 0 0,-6 2 1 0 0,1-1 0 0 0,-1 1 0 0 0,0 1 0 0 0,1-1 0 0 0,-1 1 0 0 0,0-1 0 0 0,0 1 0 0 0,0 1 0 0 0,0-1 0 0 0,0 1 0 0 0,0 0 0 0 0,-1 0 0 0 0,1 0 0 0 0,5 6 0 0 0,0 2 2 0 0,1 0 0 0 0,-1 0 0 0 0,-1 1-1 0 0,0 0 1 0 0,-1 1 0 0 0,11 21 0 0 0,28 84 45 0 0,-33-79-38 0 0,25 52-1 0 0,-37-87-174 0 0,0 1 0 0 0,1-1 0 0 0,0 0 0 0 0,0 1 0 0 0,1-1 0 0 0,-1-1 1 0 0,1 1-1 0 0,-1 0 0 0 0,1-1 0 0 0,0 0 0 0 0,1 0 0 0 0,-1 0 0 0 0,0-1 0 0 0,1 1 1 0 0,0-1-1 0 0,-1 0 0 0 0,7 2 0 0 0,-4-3-212 0 0,0 0 1 0 0,-1 0-1 0 0,1 0 0 0 0,0-1 0 0 0,0 0 1 0 0,-1 0-1 0 0,1-1 0 0 0,0 0 0 0 0,0 0 1 0 0,-1 0-1 0 0,1-1 0 0 0,11-4 1 0 0,-8 1-514 0 0,-1 1 0 0 0,1-1 1 0 0,-1-1-1 0 0,16-12 1 0 0,5-8-2563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193 344 4548 0 0,'12'-28'1327'0'0,"-2"-1"-1"0"0,0 0 0 0 0,7-44 0 0 0,-15 63-926 0 0,0-1 0 0 0,-1 0 0 0 0,-1 1-1 0 0,0-1 1 0 0,0 1 0 0 0,-1-1-1 0 0,0 1 1 0 0,-1-1 0 0 0,0 1 0 0 0,-1-1-1 0 0,0 1 1 0 0,-1 0 0 0 0,-7-15-1 0 0,10 23-361 0 0,1 1-1 0 0,-1-1 0 0 0,0 1 0 0 0,0 0 0 0 0,0-1 1 0 0,0 1-1 0 0,0 0 0 0 0,0-1 0 0 0,-1 1 0 0 0,1 0 0 0 0,0 0 1 0 0,-1 0-1 0 0,1 0 0 0 0,-1 0 0 0 0,1 0 0 0 0,-1 1 1 0 0,1-1-1 0 0,-1 0 0 0 0,1 1 0 0 0,-1-1 0 0 0,0 1 0 0 0,1 0 1 0 0,-4-1-1 0 0,2 2-16 0 0,1-1 0 0 0,-1 1-1 0 0,0-1 1 0 0,0 1 0 0 0,1 0 0 0 0,-1 0 0 0 0,0 0 0 0 0,1 1-1 0 0,-1-1 1 0 0,1 1 0 0 0,0-1 0 0 0,-5 4 0 0 0,-2 4-8 0 0,0 0 1 0 0,0 1-1 0 0,1 0 1 0 0,1 0-1 0 0,-9 14 1 0 0,2 0 8 0 0,2 1 0 0 0,0 0 1 0 0,2 1-1 0 0,0 0 1 0 0,2 1-1 0 0,1 0 1 0 0,1 0-1 0 0,2 0 1 0 0,0 1-1 0 0,2-1 1 0 0,1 1-1 0 0,3 37 1 0 0,0-54 19 0 0,0-1 1 0 0,1 1-1 0 0,0 0 1 0 0,1-1-1 0 0,0 1 1 0 0,1-1-1 0 0,0 0 1 0 0,0 0-1 0 0,12 14 1 0 0,-15-21-35 0 0,0 0 0 0 0,0 0 0 0 0,0 0 0 0 0,1-1 0 0 0,-1 1 0 0 0,1-1 0 0 0,0 0 0 0 0,0 1-1 0 0,0-1 1 0 0,0-1 0 0 0,0 1 0 0 0,0 0 0 0 0,1-1 0 0 0,-1 1 0 0 0,1-1 0 0 0,-1 0 0 0 0,1 0 0 0 0,-1-1 0 0 0,1 1 0 0 0,-1-1 0 0 0,1 1 0 0 0,-1-1 0 0 0,1 0 0 0 0,0-1-1 0 0,-1 1 1 0 0,1-1 0 0 0,-1 1 0 0 0,1-1 0 0 0,-1 0 0 0 0,1 0 0 0 0,-1-1 0 0 0,1 1 0 0 0,3-3 0 0 0,0-1-39 0 0,-1 1 0 0 0,0-1 0 0 0,1-1-1 0 0,-2 1 1 0 0,1-1 0 0 0,-1 0 0 0 0,0 0 0 0 0,0-1 0 0 0,-1 0 0 0 0,1 0-1 0 0,-2 0 1 0 0,1 0 0 0 0,-1 0 0 0 0,0-1 0 0 0,0 1 0 0 0,-1-1 0 0 0,2-8 0 0 0,2-18-75 0 0,-1 1 0 0 0,1-56 0 0 0,-6 82 103 0 0,0-7-31 0 0,1-17 266 0 0,-5-59 1 0 0,4 87-252 0 0,-1 8 3 0 0,0-1 13 0 0,0 1-1 0 0,1 0 0 0 0,-1-1 1 0 0,1 1-1 0 0,0 0 0 0 0,1-1 0 0 0,-1 1 1 0 0,1-1-1 0 0,1 6 0 0 0,1 9-2 0 0,0 17 47 0 0,2 0 1 0 0,1-1 0 0 0,13 39-1 0 0,-15-60-146 0 0,1 0-1 0 0,1 0 0 0 0,0-1 1 0 0,1 1-1 0 0,0-2 0 0 0,1 1 1 0 0,0-1-1 0 0,1 0 0 0 0,0-1 0 0 0,17 16 1 0 0,-20-22-315 0 0,0 0 1 0 0,1 0 0 0 0,0-1-1 0 0,0 0 1 0 0,16 6 0 0 0,-19-8-120 0 0,0 0 0 0 0,0-1 0 0 0,1 0 1 0 0,-1 0-1 0 0,0-1 0 0 0,1 1 0 0 0,-1-1 0 0 0,1 0 1 0 0,-1 0-1 0 0,1 0 0 0 0,-1 0 0 0 0,7-2 1 0 0,7-5-3695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24 383 968 0 0,'-2'-44'4138'0'0,"-8"-46"0"0"0,4 48-812 0 0,0-44 1 0 0,6 84-2942 0 0,3 2-246 0 0,0 2-115 0 0,1-1 0 0 0,-1 1 1 0 0,1 0-1 0 0,-1 0 0 0 0,0 0 0 0 0,0 0 1 0 0,0 1-1 0 0,0-1 0 0 0,0 1 0 0 0,-1 0 1 0 0,1-1-1 0 0,-1 1 0 0 0,1 1 0 0 0,1 2 1 0 0,32 57 439 0 0,-29-50-291 0 0,83 176 984 0 0,-21-41-268 0 0,-68-147-871 0 0,-1 0 1 0 0,0 0 0 0 0,0-1-1 0 0,1 1 1 0 0,-1 0 0 0 0,0 0-1 0 0,1-1 1 0 0,-1 1 0 0 0,1 0-1 0 0,-1-1 1 0 0,1 1 0 0 0,0 0-1 0 0,-1-1 1 0 0,1 1 0 0 0,-1-1-1 0 0,1 1 1 0 0,0-1 0 0 0,0 1-1 0 0,-1-1 1 0 0,1 0 0 0 0,0 1-1 0 0,0-1 1 0 0,-1 0 0 0 0,1 1-1 0 0,1-1 1 0 0,-1 0-9 0 0,0-1-1 0 0,0 1 1 0 0,0 0 0 0 0,-1-1 0 0 0,1 1-1 0 0,0-1 1 0 0,0 0 0 0 0,-1 1-1 0 0,1-1 1 0 0,0 1 0 0 0,-1-1 0 0 0,1 0-1 0 0,-1 0 1 0 0,1 1 0 0 0,-1-1-1 0 0,1 0 1 0 0,-1 0 0 0 0,1-1 0 0 0,3-5 13 0 0,-1-1 1 0 0,-1 0-1 0 0,4-13 1 0 0,12-93 106 0 0,-14 75-138 0 0,3 0 0 0 0,1 0 0 0 0,15-44 0 0 0,-22 79 3 0 0,1 0 0 0 0,0 0 0 0 0,0 1 0 0 0,0-1 0 0 0,0 0 0 0 0,1 1 0 0 0,-1-1 0 0 0,1 1 0 0 0,0 0 0 0 0,0 0 0 0 0,0 0 0 0 0,0 0 0 0 0,1 1 0 0 0,-1-1 0 0 0,1 1 0 0 0,0 0 0 0 0,-1 0 0 0 0,1 0 0 0 0,0 0 0 0 0,0 1 1 0 0,0 0-1 0 0,0-1 0 0 0,1 2 0 0 0,-1-1 0 0 0,0 0 0 0 0,0 1 0 0 0,8 0 0 0 0,9 1 0 0 0,-1 1 0 0 0,1 1 0 0 0,-1 1 0 0 0,32 10 0 0 0,-1-1-10 0 0,-28-8 0 0 0,-9-1 70 0 0,0-1 1 0 0,-1 0-1 0 0,1-2 0 0 0,0 1 1 0 0,27-2-1 0 0,-39 0-54 0 0,0-1 0 0 0,0 1 0 0 0,-1-1 0 0 0,1 1 0 0 0,-1-1 0 0 0,1 0 1 0 0,-1 0-1 0 0,1 0 0 0 0,-1 0 0 0 0,1 0 0 0 0,-1 0 0 0 0,0 0 0 0 0,1 0 0 0 0,-1 0 0 0 0,0 0 0 0 0,0-1 0 0 0,0 1 1 0 0,0-1-1 0 0,0 1 0 0 0,0-1 0 0 0,0 1 0 0 0,-1-1 0 0 0,1 1 0 0 0,0-1 0 0 0,-1 0 0 0 0,1 1 0 0 0,-1-1 1 0 0,0 0-1 0 0,0 1 0 0 0,0-1 0 0 0,0-3 0 0 0,0-3-3 0 0,0 0 0 0 0,-1 0-1 0 0,0 1 1 0 0,0-1 0 0 0,-3-8 0 0 0,1 8-9 0 0,1 0 0 0 0,-1 0 1 0 0,-1 1-1 0 0,1 0 0 0 0,-1-1 1 0 0,-10-12-1 0 0,12 16-4 0 0,-1 1 0 0 0,-1-1 0 0 0,1 1 0 0 0,0 0-1 0 0,-1 0 1 0 0,1 0 0 0 0,-1 1 0 0 0,0-1 0 0 0,0 1 0 0 0,0 0 0 0 0,0 0-1 0 0,-1 0 1 0 0,-4-1 0 0 0,5 3 8 0 0,1-1-1 0 0,0 1 0 0 0,-1 0 1 0 0,1 0-1 0 0,-1 0 0 0 0,1 1 0 0 0,0-1 1 0 0,-1 1-1 0 0,1 0 0 0 0,0 0 1 0 0,0 0-1 0 0,-1 0 0 0 0,1 0 1 0 0,0 1-1 0 0,0-1 0 0 0,0 1 1 0 0,1 0-1 0 0,-4 3 0 0 0,-1-1 0 0 0,1 2-1 0 0,1-1 1 0 0,-1 1-1 0 0,1 0 0 0 0,0 0 1 0 0,-6 9-1 0 0,5-3 100 0 0,0 1-1 0 0,1-1 1 0 0,0 1 0 0 0,1 0-1 0 0,0 0 1 0 0,1 1-1 0 0,1-1 1 0 0,0 1 0 0 0,1-1-1 0 0,0 1 1 0 0,1 0-1 0 0,1-1 1 0 0,0 1 0 0 0,1-1-1 0 0,0 1 1 0 0,1-1-1 0 0,0 0 1 0 0,1 0 0 0 0,1 0-1 0 0,0 0 1 0 0,1-1-1 0 0,0 0 1 0 0,1 0 0 0 0,0 0-1 0 0,1-1 1 0 0,13 15-1 0 0,-15-21-36 0 0,0 0-1 0 0,1 0 0 0 0,-1-1 1 0 0,1 0-1 0 0,0 0 0 0 0,0 0 0 0 0,0-1 1 0 0,1 0-1 0 0,-1 0 0 0 0,1-1 0 0 0,-1 0 1 0 0,1-1-1 0 0,0 0 0 0 0,14 1 1 0 0,2-1-20 0 0,1-1 0 0 0,-1-2 0 0 0,37-6 0 0 0,-23 1-1428 0 0,0-1 0 0 0,74-28 0 0 0,-90 26-1092 0 0,0 0 1 0 0,-1-1-1 0 0,28-20 0 0 0,-18 7-4364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09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12 246 852 0 0,'-3'-11'1043'0'0,"0"0"0"0"0,1 0 0 0 0,0-1 0 0 0,1 1 0 0 0,0 0 0 0 0,1-1-1 0 0,2-15 1 0 0,2-7 228 0 0,10-35-1 0 0,-14 67-1253 0 0,0 0 1 0 0,0 0-1 0 0,1 0 1 0 0,-1 0 0 0 0,1 0-1 0 0,0 0 1 0 0,-1 0-1 0 0,1 0 1 0 0,0 0 0 0 0,0 1-1 0 0,0-1 1 0 0,0 0-1 0 0,0 1 1 0 0,1-1-1 0 0,-1 1 1 0 0,0-1 0 0 0,1 1-1 0 0,2-3 1 0 0,-2 4 3 0 0,0 0-18 0 0,10 0 5 0 0,-9 0-2 0 0,10 3 182 0 0,-5-1 333 0 0,-7-2-471 0 0,0 0-1 0 0,0 0 1 0 0,-1 0-1 0 0,1 0 1 0 0,0 0 0 0 0,-1 0-1 0 0,1 0 1 0 0,0 0 0 0 0,-1 0-1 0 0,1 1 1 0 0,0-1 0 0 0,-1 0-1 0 0,1 1 1 0 0,0-1 0 0 0,-1 0-1 0 0,1 1 1 0 0,-1-1 0 0 0,1 1-1 0 0,-1-1 1 0 0,1 0 0 0 0,-1 1-1 0 0,1 0 1 0 0,-1-1 0 0 0,1 1-1 0 0,-1-1 1 0 0,0 1 0 0 0,1-1-1 0 0,-1 1 1 0 0,0 0 0 0 0,0-1-1 0 0,1 1 1 0 0,-1 0 0 0 0,0 0-1 0 0,13 56-93 0 0,-3 0 0 0 0,-3 1 0 0 0,1 82 0 0 0,-7-118 66 0 0,0 13 4 0 0,-1-11-24 0 0,6 46-1 0 0,-5-64 16 0 0,0 0 0 0 0,0-1-1 0 0,1 1 1 0 0,0 0 0 0 0,0-1-1 0 0,0 0 1 0 0,1 1 0 0 0,0-1 0 0 0,0 0-1 0 0,0 0 1 0 0,0 0 0 0 0,1-1-1 0 0,4 5 1 0 0,-4-6-5 0 0,0-1 0 0 0,-1 0 0 0 0,1 0 0 0 0,0-1 0 0 0,0 1 0 0 0,0-1 1 0 0,0 0-1 0 0,0 0 0 0 0,1 0 0 0 0,-1 0 0 0 0,0-1 0 0 0,0 0 0 0 0,1 0 0 0 0,-1 0 0 0 0,0 0 0 0 0,0-1 0 0 0,1 1 0 0 0,-1-1 1 0 0,6-2-1 0 0,3-1 9 0 0,1 0 0 0 0,-1-1 1 0 0,0 0-1 0 0,21-13 1 0 0,-25 12-12 0 0,0 0 0 0 0,-1 0 0 0 0,0-1 1 0 0,0 0-1 0 0,-1-1 0 0 0,1 0 0 0 0,-2 0 1 0 0,1 0-1 0 0,-1-1 0 0 0,-1 0 0 0 0,1 0 0 0 0,-1-1 1 0 0,-1 0-1 0 0,0 1 0 0 0,0-1 0 0 0,-1-1 1 0 0,-1 1-1 0 0,1 0 0 0 0,0-13 0 0 0,0-16 22 0 0,-1-1 0 0 0,-3 1-1 0 0,-8-70 1 0 0,8 100-23 0 0,-6-61-201 0 0,7 69 155 0 0,-1 3-29 0 0,-1 41 29 0 0,2 0-1 0 0,1 0 1 0 0,3 0 0 0 0,1 0-1 0 0,2-1 1 0 0,15 48 0 0 0,-16-69 82 0 0,2 0 0 0 0,0 0 1 0 0,1 0-1 0 0,17 27 1 0 0,-21-40-283 0 0,-1-1 0 0 0,1-1 0 0 0,0 1 0 0 0,1-1 0 0 0,-1 1 0 0 0,1-1 0 0 0,0-1 0 0 0,1 0 0 0 0,0 1 0 0 0,-1-2 0 0 0,2 1 0 0 0,-1-1 0 0 0,0 0 0 0 0,1-1 0 0 0,8 3 0 0 0,-11-5-446 0 0,-1 0 1 0 0,0 0-1 0 0,1 0 0 0 0,-1-1 0 0 0,1 0 0 0 0,7-1 0 0 0,9-3-3315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70 2392 0 0,'-17'-66'7333'0'0,"17"63"-6426"0"0,-10 7-382 0 0,8 0-460 0 0,0 0 0 0 0,1 0 0 0 0,-1 1 0 0 0,1-1 0 0 0,0 0 0 0 0,1 0 0 0 0,-1 0 0 0 0,1 1 0 0 0,-1-1 0 0 0,1 0 0 0 0,1 5 0 0 0,-1 0 55 0 0,1 103 1110 0 0,18 128 1 0 0,-14-188-1055 0 0,11 66 1748 0 0,-16-118-1863 0 0,0 0-1 0 0,-1 1 1 0 0,1-1 0 0 0,0 0-1 0 0,0 1 1 0 0,0-1-1 0 0,0 0 1 0 0,0 1-1 0 0,0-1 1 0 0,0 0 0 0 0,0 1-1 0 0,0-1 1 0 0,0 0-1 0 0,1 1 1 0 0,-1-1 0 0 0,0 0-1 0 0,0 1 1 0 0,0-1-1 0 0,0 0 1 0 0,0 1-1 0 0,1-1 1 0 0,-1 0 0 0 0,0 0-1 0 0,0 1 1 0 0,0-1-1 0 0,1 0 1 0 0,-1 0 0 0 0,0 1-1 0 0,0-1 1 0 0,1 0-1 0 0,-1 0 1 0 0,0 0-1 0 0,1 1 1 0 0,-1-1 0 0 0,5-14 734 0 0,4-38-836 0 0,-7 37 272 0 0,6-34-129 0 0,2 1 0 0 0,21-57 0 0 0,-25 88-106 0 0,1 0 0 0 0,0 0 0 0 0,2 1 0 0 0,0 0 0 0 0,1 0 0 0 0,0 1 0 0 0,1 0 0 0 0,1 1 0 0 0,17-16 0 0 0,-26 27-5 0 0,1-1-1 0 0,1 1 1 0 0,-1 0 0 0 0,0 0-1 0 0,1 0 1 0 0,0 1 0 0 0,-1-1-1 0 0,1 1 1 0 0,0 0 0 0 0,0 1-1 0 0,0-1 1 0 0,0 1 0 0 0,1 0-1 0 0,-1 0 1 0 0,0 1 0 0 0,0-1-1 0 0,1 1 1 0 0,7 1 0 0 0,-7 0 0 0 0,0 1 1 0 0,-1-1-1 0 0,1 1 1 0 0,-1 1-1 0 0,0-1 1 0 0,1 1-1 0 0,-1 0 1 0 0,0 0-1 0 0,-1 0 1 0 0,1 0-1 0 0,0 1 0 0 0,-1 0 1 0 0,0 0-1 0 0,0 0 1 0 0,0 1-1 0 0,5 8 1 0 0,0 0-4 0 0,-2 1 1 0 0,1-1-1 0 0,-2 1 0 0 0,0 0 1 0 0,-1 1-1 0 0,6 25 1 0 0,9 95-14 0 0,-9-53 7 0 0,-10-72 23 0 0,8 31 12 0 0,-8-39-15 0 0,0-1-1 0 0,-1 1 1 0 0,1 0-1 0 0,0-1 1 0 0,0 1 0 0 0,0-1-1 0 0,0 1 1 0 0,1-1-1 0 0,-1 1 1 0 0,0-1 0 0 0,1 0-1 0 0,-1 1 1 0 0,1-1-1 0 0,-1 0 1 0 0,1 0 0 0 0,-1 0-1 0 0,1 0 1 0 0,3 1-1 0 0,-4-2-7 0 0,0 0 0 0 0,1 0 0 0 0,-1 0 0 0 0,0 0 0 0 0,1 0 0 0 0,-1 0 0 0 0,1 0 0 0 0,-1 0 0 0 0,0 0 0 0 0,1 0 0 0 0,-1-1 0 0 0,0 1 0 0 0,0-1 0 0 0,1 1 0 0 0,0-2 0 0 0,3 1-25 0 0,3-2-123 0 0,1-1 0 0 0,-1 1 0 0 0,0-2 0 0 0,0 1 0 0 0,0-1 0 0 0,-1 0 0 0 0,1-1 0 0 0,-1 1 0 0 0,-1-1-1 0 0,1-1 1 0 0,-1 0 0 0 0,0 1 0 0 0,6-11 0 0 0,4-7-343 0 0,0-1 0 0 0,20-47 0 0 0,-24 43 440 0 0,-1-1 0 0 0,-1-1 0 0 0,7-38 0 0 0,-1-41 2782 0 0,-15 93-2249 0 0,-3 26-211 0 0,-3 31-148 0 0,2-7 6 0 0,3 0 1 0 0,0 0-1 0 0,2 0 0 0 0,2 0 1 0 0,1-1-1 0 0,1 1 1 0 0,2-1-1 0 0,1-1 0 0 0,14 32 1 0 0,-22-59-95 0 0,1-1 0 0 0,0 1 0 0 0,0-1 0 0 0,0 1 0 0 0,0-1 0 0 0,0 0 0 0 0,1 0 0 0 0,-1 0 0 0 0,1 0 0 0 0,0 0 0 0 0,0 0 0 0 0,0-1 0 0 0,0 0 0 0 0,1 1 0 0 0,-1-1 0 0 0,7 3 0 0 0,-5-4-88 0 0,-1 0 1 0 0,0 0-1 0 0,0 0 0 0 0,0-1 0 0 0,1 0 1 0 0,-1 1-1 0 0,0-1 0 0 0,1-1 1 0 0,-1 1-1 0 0,0-1 0 0 0,1 0 1 0 0,-1 0-1 0 0,0 0 0 0 0,0 0 1 0 0,6-4-1 0 0,-2 2-551 0 0,-1-1 1 0 0,0 0-1 0 0,0 0 0 0 0,0-1 1 0 0,0 0-1 0 0,9-9 1 0 0,14-23-5463 0 0,-9 5-1149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80 224 0 0,'-31'-18'3401'0'0,"7"3"-832"0"0,-1 2 0 0 0,-42-18 0 0 0,66 31-2554 0 0,0-1 0 0 0,1 1 0 0 0,-1 0-1 0 0,0-1 1 0 0,1 1 0 0 0,-1 0-1 0 0,0 0 1 0 0,1 0 0 0 0,-1 0 0 0 0,0 0-1 0 0,1 0 1 0 0,-1 0 0 0 0,0 0 0 0 0,0 0-1 0 0,1 0 1 0 0,-1 0 0 0 0,0 0-1 0 0,1 0 1 0 0,-1 0 0 0 0,0 1 0 0 0,1-1-1 0 0,-1 0 1 0 0,0 0 0 0 0,1 1 0 0 0,-1-1-1 0 0,1 1 1 0 0,-1-1 0 0 0,0 0-1 0 0,1 1 1 0 0,-1-1 0 0 0,1 1 0 0 0,0-1-1 0 0,-1 1 1 0 0,1 0 0 0 0,-1-1-1 0 0,1 1 1 0 0,0-1 0 0 0,-1 1 0 0 0,1 0-1 0 0,0-1 1 0 0,0 1 0 0 0,-1 0 0 0 0,1-1-1 0 0,0 1 1 0 0,0 0 0 0 0,0-1-1 0 0,0 1 1 0 0,0 1 0 0 0,0 2-223 0 0,0-1-1 0 0,0 1 1 0 0,0 0 0 0 0,1-1 0 0 0,0 1 0 0 0,1 6-1 0 0,15 26-4158 0 0,-7-16 542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329 200 60 0 0,'1'0'292'0'0,"0"-1"-1"0"0,1 1 1 0 0,-1 0-1 0 0,0-1 1 0 0,0 1-1 0 0,1-1 1 0 0,-1 0-1 0 0,0 1 1 0 0,0-1-1 0 0,0 0 1 0 0,0 0 0 0 0,1 1-1 0 0,-1-1 1 0 0,0 0-1 0 0,-1 0 1 0 0,1 0-1 0 0,0 0 1 0 0,0 0-1 0 0,0-1 1 0 0,-1 1-1 0 0,1 0 1 0 0,0 0 0 0 0,-1 0-1 0 0,1-1 1 0 0,-1 1-1 0 0,1 0 1 0 0,-1-1-1 0 0,0 1 1 0 0,0 0-1 0 0,0-1 1 0 0,0 1-1 0 0,1 0 1 0 0,-2-1-1 0 0,1 1 1 0 0,0-1 0 0 0,0 1-1 0 0,0 0 1 0 0,-1-1-1 0 0,0-1 1 0 0,-5-14 1193 0 0,-1 1 0 0 0,0 0 0 0 0,-19-28 0 0 0,23 38-1369 0 0,-1 1-1 0 0,0 0 1 0 0,0 1-1 0 0,0-1 1 0 0,0 1-1 0 0,-1-1 1 0 0,0 1-1 0 0,0 1 1 0 0,0-1-1 0 0,0 1 1 0 0,-1 0-1 0 0,1 0 0 0 0,-1 0 1 0 0,-7-2-1 0 0,10 4-104 0 0,-1 1-1 0 0,1 0 0 0 0,-1 0 0 0 0,1 0 0 0 0,-1 0 0 0 0,1 1 1 0 0,-1-1-1 0 0,1 1 0 0 0,-1 0 0 0 0,1 0 0 0 0,0 0 0 0 0,-1 0 0 0 0,1 1 1 0 0,0-1-1 0 0,0 1 0 0 0,0 0 0 0 0,0 0 0 0 0,-4 3 0 0 0,-4 5-6 0 0,0 0 0 0 0,-17 20 0 0 0,27-29-4 0 0,-12 15 0 0 0,1 1 1 0 0,1 0-1 0 0,0 0 0 0 0,1 2 0 0 0,1-1 0 0 0,1 1 1 0 0,-8 24-1 0 0,11-26 0 0 0,0 1 1 0 0,2-1-1 0 0,0 1 1 0 0,1 0-1 0 0,0-1 1 0 0,2 1-1 0 0,0 0 1 0 0,4 30-1 0 0,-3-41 14 0 0,1 0 0 0 0,0 1 0 0 0,0-1 0 0 0,0 0 0 0 0,1 0 0 0 0,0-1 0 0 0,1 1 1 0 0,-1 0-1 0 0,1-1 0 0 0,0 0 0 0 0,9 10 0 0 0,-8-12-13 0 0,-1 0 0 0 0,0 0 0 0 0,1-1 0 0 0,0 0 0 0 0,-1 0 0 0 0,1 0 0 0 0,1 0 0 0 0,-1-1 0 0 0,0 0 0 0 0,1 0 0 0 0,-1 0 0 0 0,1-1 0 0 0,-1 0 0 0 0,1 0 0 0 0,11 0 0 0 0,-8-1-51 0 0,0 0 0 0 0,0 0 0 0 0,0-1 0 0 0,0-1 0 0 0,0 0 0 0 0,0 0 0 0 0,0 0 0 0 0,0-1 0 0 0,-1-1 0 0 0,1 1 0 0 0,-1-2 0 0 0,0 1 0 0 0,0-1 0 0 0,0 0 0 0 0,-1 0 0 0 0,0-1 0 0 0,0 0 0 0 0,6-7 1 0 0,-3 2 2 0 0,-1-1 1 0 0,-1 0-1 0 0,0 0 1 0 0,0 0-1 0 0,-2-1 1 0 0,1 0-1 0 0,-2-1 1 0 0,0 1-1 0 0,0-1 1 0 0,4-25-1 0 0,11-100 318 0 0,-20 137-292 0 0,-5 17-25 0 0,-19 112 377 0 0,16-72-71 0 0,-38 245 459 0 0,25 3-400 0 0,21-278-463 0 0,1 0 0 0 0,2 0 0 0 0,7 38 1 0 0,-8-54-346 0 0,1 0 1 0 0,0 0-1 0 0,1-1 1 0 0,-1 1-1 0 0,9 12 1 0 0,-9-17-227 0 0,0 0 0 0 0,0 0 0 0 0,1 0 0 0 0,-1 0 0 0 0,1 0 0 0 0,0-1 0 0 0,0 0 0 0 0,0 0 0 0 0,0 0 0 0 0,10 5 0 0 0,7-1-5672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1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18 278 2300 0 0,'-7'-78'6623'0'0,"-3"-37"1417"0"0,10 102-7276 0 0,4 18-200 0 0,5 20-255 0 0,20 182 320 0 0,-21-125-440 0 0,23 91-1 0 0,-17-131-25 0 0,-13-39-150 0 0,0-1 0 0 0,0 0 0 0 0,0 0 0 0 0,1 0 0 0 0,-1-1 0 0 0,0 1 0 0 0,1 0 0 0 0,-1 0 0 0 0,1-1 0 0 0,0 1 0 0 0,-1-1 0 0 0,1 1 0 0 0,0-1 0 0 0,0 0 0 0 0,0 0 0 0 0,2 1 0 0 0,-1-1-7 0 0,-1-1 1 0 0,0 0 0 0 0,1 0-1 0 0,-1 0 1 0 0,1 0-1 0 0,-1 0 1 0 0,0 0-1 0 0,1 0 1 0 0,-1-1-1 0 0,0 0 1 0 0,1 1 0 0 0,-1-1-1 0 0,0 0 1 0 0,0 0-1 0 0,0 0 1 0 0,1 0-1 0 0,-1 0 1 0 0,-1-1-1 0 0,1 1 1 0 0,0-1 0 0 0,3-3-1 0 0,2-1-5 0 0,0-1-1 0 0,0-1 1 0 0,8-13 0 0 0,1-5-76 0 0,-1-1 1 0 0,-1 0 0 0 0,-2-1-1 0 0,-1-1 1 0 0,11-42 0 0 0,25-152-101 0 0,-46 217 173 0 0,22-131-1 0 0,-22 135-25 0 0,0 4 21 0 0,0 0 0 0 0,0 0 0 0 0,0 0 0 0 0,0 0 0 0 0,0 0 0 0 0,0 0 0 0 0,0 0 0 0 0,-1 1 0 0 0,1 3 0 0 0,19 131 510 0 0,4 23-116 0 0,-18-127-308 0 0,3-1-1 0 0,22 59 1 0 0,-27-82-37 0 0,0-1 0 0 0,0 1 0 0 0,1 0 1 0 0,0-1-1 0 0,0 0 0 0 0,12 12 0 0 0,-13-16-23 0 0,0-1 0 0 0,0 1 0 0 0,0-1-1 0 0,0-1 1 0 0,1 1 0 0 0,-1-1 0 0 0,1 1 0 0 0,0-1-1 0 0,0 0 1 0 0,0-1 0 0 0,-1 1 0 0 0,1-1-1 0 0,1 0 1 0 0,6 0 0 0 0,5 0 2 0 0,0-1 1 0 0,-1-1-1 0 0,1 0 0 0 0,0-1 1 0 0,0-1-1 0 0,0-1 0 0 0,-1 0 1 0 0,0-1-1 0 0,0-1 0 0 0,21-10 1 0 0,-16 5-22 0 0,0-1 1 0 0,0-1 0 0 0,-2 0-1 0 0,0-2 1 0 0,0 0 0 0 0,28-31-1 0 0,-32 28-7 0 0,0 0 0 0 0,-2-1 0 0 0,0 0 0 0 0,-1-1 0 0 0,12-28 0 0 0,-18 33 4 0 0,0-1 0 0 0,-1 1 0 0 0,0-1 1 0 0,-2 0-1 0 0,1-1 0 0 0,-2 1 0 0 0,0 0 0 0 0,-1-23 0 0 0,-1 36 3 0 0,0-1 0 0 0,0 1 0 0 0,-1-1 0 0 0,1 1 0 0 0,-1 0 0 0 0,1-1 0 0 0,-1 1 0 0 0,0 0 0 0 0,0-1 0 0 0,-1 1 0 0 0,1 0 0 0 0,-1 0 0 0 0,1 0 0 0 0,-1 0 0 0 0,0 0 0 0 0,0 1 0 0 0,0-1 0 0 0,-1 0 0 0 0,1 1 0 0 0,-1 0 0 0 0,-2-3 0 0 0,3 5 0 0 0,1-1 0 0 0,0 1 0 0 0,-1 0 0 0 0,1-1 0 0 0,0 1 0 0 0,-1 0 0 0 0,1 0 0 0 0,0 0 0 0 0,-1 0 0 0 0,1 0 0 0 0,0 0 0 0 0,-1 1 0 0 0,1-1 0 0 0,0 0 0 0 0,0 1 0 0 0,-2 0 0 0 0,0 0-1 0 0,-2 0-1 0 0,0 1-1 0 0,0 0 1 0 0,0 0 0 0 0,0 1 0 0 0,0-1-1 0 0,1 1 1 0 0,-1 0 0 0 0,1 0 0 0 0,0 1-1 0 0,0-1 1 0 0,0 1 0 0 0,0 0 0 0 0,-5 7-1 0 0,0 1 0 0 0,1 1-1 0 0,0 0 1 0 0,-9 20 0 0 0,11-20 4 0 0,0 2 0 0 0,1-1 0 0 0,1 0 0 0 0,1 1 0 0 0,0 0 1 0 0,1 0-1 0 0,0 0 0 0 0,1 0 0 0 0,1 0 0 0 0,0 0 0 0 0,1 0 1 0 0,5 23-1 0 0,-5-30 15 0 0,1-1 1 0 0,0 1-1 0 0,1 0 1 0 0,-1-1-1 0 0,2 1 1 0 0,-1-1-1 0 0,1 0 1 0 0,0 0 0 0 0,0-1-1 0 0,1 1 1 0 0,0-1-1 0 0,0 0 1 0 0,1 0-1 0 0,-1 0 1 0 0,1-1-1 0 0,1 0 1 0 0,-1 0 0 0 0,1-1-1 0 0,0 1 1 0 0,-1-2-1 0 0,2 1 1 0 0,-1-1-1 0 0,0 0 1 0 0,16 4-1 0 0,8-1-419 0 0,0-1 0 0 0,0-2 0 0 0,1-1-1 0 0,-1-1 1 0 0,36-5 0 0 0,-9-2-4683 0 0,106-27 0 0 0,-86 12-1588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2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409 150 876 0 0,'-13'-8'6417'0'0,"12"6"-6086"0"0,0 0 0 0 0,0-1 0 0 0,0 1 0 0 0,0 0 0 0 0,0 0 0 0 0,0-1 0 0 0,1 1 0 0 0,-1-1 0 0 0,1 1 0 0 0,0 0 0 0 0,-1-1 0 0 0,1 1 0 0 0,0-1 0 0 0,1 1 0 0 0,-1-1 0 0 0,0 1 0 0 0,1-1 0 0 0,1-3 0 0 0,2-8 599 0 0,1 0 0 0 0,7-15 0 0 0,0 1 890 0 0,-11 26-1330 0 0,-2 2-483 0 0,1-1 1 0 0,0 1-1 0 0,0 0 1 0 0,0 0 0 0 0,0-1-1 0 0,0 1 1 0 0,0 0-1 0 0,0 0 1 0 0,0-1-1 0 0,0 1 1 0 0,-1 0 0 0 0,1 0-1 0 0,0-1 1 0 0,0 1-1 0 0,0 0 1 0 0,-1 0 0 0 0,1 0-1 0 0,0 0 1 0 0,0-1-1 0 0,0 1 1 0 0,-1 0-1 0 0,1 0 1 0 0,0 0 0 0 0,0 0-1 0 0,-1 0 1 0 0,1 0-1 0 0,0-1 1 0 0,0 1-1 0 0,-1 0 1 0 0,1 0 0 0 0,0 0-1 0 0,0 0 1 0 0,-1 0-1 0 0,1 0 1 0 0,0 0 0 0 0,-1 0-1 0 0,1 0 1 0 0,0 0-1 0 0,0 0 1 0 0,-1 1-1 0 0,1-1 1 0 0,0 0 0 0 0,0 0-1 0 0,-1 0 1 0 0,1 0-1 0 0,0 0 1 0 0,0 0-1 0 0,-1 1 1 0 0,1-1 0 0 0,0 0-1 0 0,0 0 1 0 0,0 0-1 0 0,-1 0 1 0 0,1 1-1 0 0,0-1 1 0 0,0 0 0 0 0,-16 11 73 0 0,16-10-68 0 0,-124 111 253 0 0,105-92-257 0 0,0 2 0 0 0,2 0 0 0 0,-29 48 0 0 0,44-67-7 0 0,0 1-1 0 0,1-1 1 0 0,-1 1 0 0 0,1 0 0 0 0,0-1 0 0 0,0 1 0 0 0,0 0-1 0 0,0 0 1 0 0,0 0 0 0 0,1 0 0 0 0,0 0 0 0 0,0 0-1 0 0,0 0 1 0 0,0 0 0 0 0,1-1 0 0 0,0 1 0 0 0,-1 0 0 0 0,1 0-1 0 0,1 0 1 0 0,-1-1 0 0 0,0 1 0 0 0,1 0 0 0 0,0-1-1 0 0,0 1 1 0 0,0-1 0 0 0,0 0 0 0 0,1 0 0 0 0,-1 0 0 0 0,5 5-1 0 0,8 5 7 0 0,1 0-1 0 0,0-1 1 0 0,0 0-1 0 0,32 16 0 0 0,-11-7 0 0 0,-19-10-30 0 0,52 36-3 0 0,-62-41 25 0 0,-1 0 1 0 0,0 0-1 0 0,-1 1 1 0 0,1 0 0 0 0,-1 0-1 0 0,9 15 1 0 0,-14-20 33 0 0,1 1 1 0 0,-1-1 0 0 0,0 1-1 0 0,0 0 1 0 0,0 0 0 0 0,0 0-1 0 0,0 0 1 0 0,-1 0-1 0 0,1 0 1 0 0,-1 0 0 0 0,0 0-1 0 0,0 0 1 0 0,0 0 0 0 0,0 0-1 0 0,0 0 1 0 0,-1 0-1 0 0,-1 5 1 0 0,0-4 66 0 0,0 1-1 0 0,0 0 1 0 0,-1-1 0 0 0,1 0-1 0 0,-1 0 1 0 0,0 1 0 0 0,0-2 0 0 0,0 1-1 0 0,-8 6 1 0 0,-1 0 192 0 0,-1-1 0 0 0,0 0 0 0 0,0-1 0 0 0,-1 0 1 0 0,-26 10-1 0 0,21-11-38 0 0,0-1 1 0 0,0-1 0 0 0,-1-1-1 0 0,1-1 1 0 0,-1 0 0 0 0,-21-1-1 0 0,29-2-172 0 0,1 0-1 0 0,-1 0 0 0 0,1-2 1 0 0,-1 1-1 0 0,1-2 0 0 0,-1 1 1 0 0,1-1-1 0 0,0-1 1 0 0,0 0-1 0 0,0-1 0 0 0,-16-9 1 0 0,24 12-125 0 0,0 0 0 0 0,1 0 0 0 0,-1 0 1 0 0,1 0-1 0 0,-1 0 0 0 0,1 0 0 0 0,0-1 1 0 0,0 1-1 0 0,0-1 0 0 0,0 1 0 0 0,0-1 1 0 0,1 0-1 0 0,-1 0 0 0 0,1 0 0 0 0,-1 0 0 0 0,1 0 1 0 0,0 0-1 0 0,1 0 0 0 0,-1 0 0 0 0,0 0 1 0 0,1 0-1 0 0,0-1 0 0 0,0 1 0 0 0,0 0 1 0 0,0 0-1 0 0,0-1 0 0 0,1-3 0 0 0,2-1-343 0 0,-1 0 0 0 0,1 1 0 0 0,1-1 0 0 0,0 1 0 0 0,0 0 0 0 0,0 0 0 0 0,1 0 0 0 0,0 0 0 0 0,9-9 0 0 0,9-7-2160 0 0,39-32 1 0 0,-1 7-3674 0 0,-17 16-679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3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1014 1348 0 0,'-1'-14'6681'0'0,"0"13"-6413"0"0,0 1-96 0 0,0 0 0 0 0,1 0 0 0 0,-1 0 1 0 0,0 0-1 0 0,1 0 0 0 0,-1 0 0 0 0,1 0 1 0 0,-1 1-1 0 0,0-1 0 0 0,1 0 0 0 0,-1 0 1 0 0,1 1-1 0 0,-1-1 0 0 0,0 0 0 0 0,1 1 1 0 0,-1-1-1 0 0,1 0 0 0 0,-1 2 0 0 0,-24 24 2092 0 0,13-4-1810 0 0,0 0 1 0 0,1 0-1 0 0,2 1 1 0 0,0 0 0 0 0,1 0-1 0 0,-6 35 1 0 0,8-23-274 0 0,1 0-1 0 0,2 0 1 0 0,3 68 0 0 0,0-90-129 0 0,2-1 0 0 0,-1 1 1 0 0,2-1-1 0 0,0 0 1 0 0,0 0-1 0 0,1 0 1 0 0,0 0-1 0 0,11 20 0 0 0,-12-28-28 0 0,0 1-1 0 0,0-1 0 0 0,0 0 0 0 0,1 1 1 0 0,-1-2-1 0 0,1 1 0 0 0,0 0 0 0 0,0-1 0 0 0,0 1 1 0 0,1-1-1 0 0,-1-1 0 0 0,1 1 0 0 0,0 0 1 0 0,0-1-1 0 0,0 0 0 0 0,0 0 0 0 0,0-1 1 0 0,0 1-1 0 0,0-1 0 0 0,0 0 0 0 0,1-1 0 0 0,9 1 1 0 0,-5-1-4 0 0,0-1-1 0 0,1 0 1 0 0,-1 0 0 0 0,0-1 0 0 0,0-1 0 0 0,0 1 0 0 0,0-2 0 0 0,0 1 0 0 0,-1-2 0 0 0,0 1-1 0 0,1-1 1 0 0,-2 0 0 0 0,17-13 0 0 0,-15 9-8 0 0,1-1 1 0 0,-2 0-1 0 0,1-1 0 0 0,-2 0 1 0 0,1 0-1 0 0,-2-1 0 0 0,1 0 0 0 0,-2 0 1 0 0,10-22-1 0 0,-10 17-7 0 0,-1 0 0 0 0,0 0 0 0 0,-1 0-1 0 0,-1 0 1 0 0,-1-1 0 0 0,0 1 0 0 0,-1-29 0 0 0,-2 33-3 0 0,0-1 1 0 0,-1 1-1 0 0,-1 0 1 0 0,0-1-1 0 0,0 1 1 0 0,-1 0 0 0 0,-1 1-1 0 0,0-1 1 0 0,-14-22-1 0 0,13 25-5 0 0,-1 1 0 0 0,0 0 0 0 0,-1 0 0 0 0,0 0 0 0 0,0 1 0 0 0,-1 0 0 0 0,0 1 0 0 0,-1 0 0 0 0,0 0 0 0 0,0 1 0 0 0,0 1 0 0 0,0-1 1 0 0,-22-6-1 0 0,25 10-6 0 0,0 0 0 0 0,0 0 1 0 0,-1 1-1 0 0,1 0 0 0 0,0 0 1 0 0,-1 1-1 0 0,1 0 0 0 0,0 1 1 0 0,-1-1-1 0 0,1 1 0 0 0,0 1 1 0 0,-1-1-1 0 0,1 1 0 0 0,0 1 1 0 0,0-1-1 0 0,1 1 0 0 0,-1 0 1 0 0,0 1-1 0 0,1-1 0 0 0,0 1 1 0 0,0 1-1 0 0,0-1 0 0 0,-6 7 1 0 0,6-5 5 0 0,1-1-1 0 0,-1 1 1 0 0,1 0 0 0 0,1 1 0 0 0,-1-1-1 0 0,1 1 1 0 0,0 0 0 0 0,1 0 0 0 0,0 0 0 0 0,0 0-1 0 0,0 1 1 0 0,-2 13 0 0 0,4-16 2 0 0,1-1-1 0 0,-1 0 1 0 0,1 1 0 0 0,0-1 0 0 0,1 1-1 0 0,-1-1 1 0 0,1 0 0 0 0,0 1 0 0 0,0-1 0 0 0,1 0-1 0 0,-1 0 1 0 0,1 0 0 0 0,0 0 0 0 0,0 0-1 0 0,0 0 1 0 0,0 0 0 0 0,1-1 0 0 0,-1 1-1 0 0,1-1 1 0 0,0 0 0 0 0,0 0 0 0 0,0 0 0 0 0,1 0-1 0 0,5 4 1 0 0,1-1-8 0 0,0-1-1 0 0,0 1 0 0 0,1-2 1 0 0,0 0-1 0 0,0 0 1 0 0,0-1-1 0 0,0 0 1 0 0,0 0-1 0 0,1-2 1 0 0,-1 1-1 0 0,24-2 0 0 0,0-1-25 0 0,0-2 0 0 0,56-11-1 0 0,-59 7-54 0 0,0-1-1 0 0,-1-2 0 0 0,-1-1 1 0 0,1-1-1 0 0,-2-1 1 0 0,31-20-1 0 0,-38 19-58 0 0,-1 0 0 0 0,-1-2-1 0 0,-1 0 1 0 0,0-1 0 0 0,-1-1 0 0 0,-1-1-1 0 0,0-1 1 0 0,18-28 0 0 0,-16 16 132 0 0,-1-1 0 0 0,-1 0 0 0 0,-2-2 0 0 0,-2 0 0 0 0,-1 0 0 0 0,-1-1 0 0 0,-2-1 0 0 0,-2 0 0 0 0,-1 0 0 0 0,-2 0 0 0 0,-1-44 0 0 0,-3 2 662 0 0,0 79-643 0 0,0 0 0 0 0,0 0 1 0 0,0-1-1 0 0,0 1 0 0 0,0 0 0 0 0,0 0 0 0 0,0 0 0 0 0,0-1 0 0 0,0 1 0 0 0,0 0 1 0 0,0 0-1 0 0,0 0 0 0 0,0-1 0 0 0,0 1 0 0 0,0 0 0 0 0,0 0 0 0 0,0 0 0 0 0,0 0 0 0 0,0-1 1 0 0,0 1-1 0 0,-1 0 0 0 0,1 0 0 0 0,0 0 0 0 0,0 0 0 0 0,0 0 0 0 0,0-1 0 0 0,0 1 0 0 0,0 0 1 0 0,-1 0-1 0 0,1 0 0 0 0,0 0 0 0 0,0 0 0 0 0,0 0 0 0 0,0 0 0 0 0,-1 0 0 0 0,1-1 0 0 0,0 1 1 0 0,0 0-1 0 0,-8 4 43 0 0,-4 7-19 0 0,4 3-9 0 0,1 1-1 0 0,0 1 1 0 0,1-1 0 0 0,0 1 0 0 0,1 0 0 0 0,-2 19 0 0 0,-1-6 5 0 0,-17 73 225 0 0,5 0 1 0 0,3 2-1 0 0,6 1 1 0 0,2 170 0 0 0,9-254-195 0 0,2 0 0 0 0,0 0 0 0 0,2 0 0 0 0,0-1 0 0 0,1 1 0 0 0,10 25 1 0 0,-13-41-37 0 0,1 1 1 0 0,0-1-1 0 0,0 1 1 0 0,0-1-1 0 0,0 0 1 0 0,1 0-1 0 0,0 0 1 0 0,0 0-1 0 0,0-1 1 0 0,1 0-1 0 0,-1 0 1 0 0,1 0-1 0 0,0 0 1 0 0,0-1-1 0 0,0 1 1 0 0,1-1-1 0 0,-1-1 1 0 0,1 1-1 0 0,0-1 1 0 0,0 0-1 0 0,-1 0 1 0 0,1-1 0 0 0,0 0-1 0 0,1 0 1 0 0,8 0-1 0 0,-5 0-11 0 0,0-2 0 0 0,0 1-1 0 0,0-2 1 0 0,0 1 0 0 0,0-1 0 0 0,-1-1-1 0 0,1 0 1 0 0,-1 0 0 0 0,1-1-1 0 0,-1 0 1 0 0,10-6 0 0 0,-7 2-27 0 0,0 0-1 0 0,0-1 1 0 0,-1-1-1 0 0,0 0 1 0 0,-1-1 0 0 0,17-21-1 0 0,-8 5-3 0 0,-1-1-1 0 0,-2-1 0 0 0,-1-1 1 0 0,-1 0-1 0 0,19-64 0 0 0,-6-27 1456 0 0,-20 87-1092 0 0,-7 33-308 0 0,-9 41 42 0 0,3-2-68 0 0,-12 114-15 0 0,17-134 17 0 0,1 0 1 0 0,1 0 0 0 0,1 0-1 0 0,0 0 1 0 0,1 0 0 0 0,8 23-1 0 0,-9-35 0 0 0,0 0-1 0 0,0-1 1 0 0,1 1-1 0 0,0-1 1 0 0,0 0-1 0 0,0 0 1 0 0,1 0-1 0 0,0 0 1 0 0,0 0-1 0 0,0-1 1 0 0,0 0-1 0 0,1 0 1 0 0,0 0-1 0 0,0 0 1 0 0,0-1-1 0 0,0 1 1 0 0,0-2-1 0 0,1 1 1 0 0,-1 0-1 0 0,1-1 1 0 0,0 0-1 0 0,0 0 1 0 0,-1-1-1 0 0,8 1 1 0 0,-6-1-49 0 0,1 0 0 0 0,0-1 0 0 0,0 0-1 0 0,0-1 1 0 0,0 1 0 0 0,0-2 0 0 0,-1 1 0 0 0,1-1 0 0 0,0 0 0 0 0,-1 0 0 0 0,0-1 0 0 0,1 0 0 0 0,-1-1 0 0 0,0 0 0 0 0,-1 0 0 0 0,1 0 0 0 0,-1-1 0 0 0,8-6 0 0 0,0-3-42 0 0,-2 0 0 0 0,0 0 0 0 0,0-1 0 0 0,-2-1 0 0 0,0 1 0 0 0,0-2 0 0 0,13-33 0 0 0,-2-7 264 0 0,14-66 1 0 0,-27 94 117 0 0,3-10-79 0 0,-10 37-213 0 0,-2 25-4 0 0,-5 8 3 0 0,2 1 0 0 0,1 0 1 0 0,1 0-1 0 0,2 0 0 0 0,7 62 1 0 0,-5-85 8 0 0,0 0 1 0 0,0 0 0 0 0,1 0 0 0 0,0 0 0 0 0,1 0-1 0 0,0 0 1 0 0,0-1 0 0 0,1 0 0 0 0,0 0 0 0 0,0 0-1 0 0,1 0 1 0 0,0-1 0 0 0,0 0 0 0 0,10 8 0 0 0,-6-7-11 0 0,1 0 0 0 0,0 0 0 0 0,1-1-1 0 0,-1-1 1 0 0,1 0 0 0 0,1-1 0 0 0,-1 0 0 0 0,1 0 0 0 0,19 3 0 0 0,-14-4-275 0 0,1-2 0 0 0,0 1 0 0 0,0-2 0 0 0,-1-1 0 0 0,1 0 0 0 0,0-1 0 0 0,0-1 0 0 0,0-1 0 0 0,-1-1 0 0 0,1 0 0 0 0,-1-1 0 0 0,0-1 0 0 0,-1-1 1 0 0,27-14-1 0 0,-27 9-210 0 0,-1 0 1 0 0,0-1 0 0 0,-1-1 0 0 0,-1 0 0 0 0,0-1 0 0 0,-1-1 0 0 0,0 0-1 0 0,-1 0 1 0 0,-1-1 0 0 0,13-28 0 0 0,0-8-744 0 0,-2 0-1 0 0,22-80 1 0 0,-22 49 1101 0 0,-4 0 1 0 0,-4 0 0 0 0,7-147 0 0 0,-20 115 2167 0 0,-5 0 0 0 0,-24-140 0 0 0,25 229-1524 0 0,2 16-292 0 0,0 1-1 0 0,-1-1 0 0 0,0 1 1 0 0,0 0-1 0 0,-6-15 1 0 0,7 24-61 0 0,0 1-155 0 0,0 0-1 0 0,-1 0 1 0 0,1 1-1 0 0,0-1 1 0 0,0 1 0 0 0,0-1-1 0 0,0 1 1 0 0,0-1-1 0 0,0 1 1 0 0,0 0 0 0 0,0-1-1 0 0,0 1 1 0 0,1 0-1 0 0,-1 0 1 0 0,0 0 0 0 0,0 0-1 0 0,1 0 1 0 0,-1 0-1 0 0,0 0 1 0 0,1 0 0 0 0,-1 0-1 0 0,1 0 1 0 0,0 0-1 0 0,-1 0 1 0 0,1 1 0 0 0,-9 32 29 0 0,9-31-25 0 0,-8 46 563 0 0,-1 90 1 0 0,12 53 987 0 0,0-100-984 0 0,11 283 901 0 0,30-4-923 0 0,-40-351-596 0 0,1-1 0 0 0,0 1 0 0 0,1-1 0 0 0,2 0 0 0 0,0-1 0 0 0,0 0 0 0 0,2 0 1 0 0,0-1-1 0 0,26 32 0 0 0,-28-40-234 0 0,0-1 1 0 0,0 0-1 0 0,1-1 1 0 0,0 0-1 0 0,0 0 0 0 0,1-1 1 0 0,0 0-1 0 0,12 5 1 0 0,-13-7-251 0 0,1-1 0 0 0,0 0 1 0 0,-1 0-1 0 0,1-1 0 0 0,1 0 1 0 0,-1-1-1 0 0,0 0 0 0 0,0-1 1 0 0,0 0-1 0 0,12-2 0 0 0,16-6-3674 0 0,-2-6-2039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0 248 1140 0 0,'13'-56'5752'0'0,"-3"-1"0"0"0,3-60 0 0 0,-11 100-4797 0 0,-1 20-322 0 0,2 33-95 0 0,-2-19-521 0 0,3 46 93 0 0,4 0 0 0 0,3 0 0 0 0,30 103 0 0 0,-37-156-328 0 0,0-1-1 0 0,0 1 1 0 0,1-1 0 0 0,0-1 0 0 0,0 1 0 0 0,1-1 0 0 0,1 0 0 0 0,-1 0 0 0 0,1 0 0 0 0,10 8 0 0 0,-12-12-368 0 0,1 0 1 0 0,-1 0-1 0 0,0-1 0 0 0,1 0 1 0 0,0 0-1 0 0,0 0 1 0 0,0-1-1 0 0,0 0 0 0 0,0 0 1 0 0,1 0-1 0 0,-1-1 0 0 0,1 0 1 0 0,-1 0-1 0 0,0-1 1 0 0,1 1-1 0 0,0-1 0 0 0,6-2 1 0 0,13-2-5050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9 402 1880 0 0,'23'-88'9510'0'0,"-3"13"-2733"0"0,-19 74-6332 0 0,-2 49-18 0 0,4 95-85 0 0,-1-119-300 0 0,1-1 0 0 0,1 0 0 0 0,1 0 0 0 0,8 23-1 0 0,-12-42-28 0 0,0 0-1 0 0,1 0 0 0 0,0 0 0 0 0,-1-1 0 0 0,1 1 0 0 0,1-1 0 0 0,-1 1 0 0 0,0-1 0 0 0,1 0 1 0 0,0 0-1 0 0,0 0 0 0 0,0 0 0 0 0,0 0 0 0 0,0-1 0 0 0,0 1 0 0 0,1-1 0 0 0,-1 0 0 0 0,1 0 0 0 0,-1 0 1 0 0,1-1-1 0 0,0 1 0 0 0,0-1 0 0 0,0 0 0 0 0,0 0 0 0 0,0 0 0 0 0,0 0 0 0 0,0-1 0 0 0,0 0 1 0 0,0 0-1 0 0,0 0 0 0 0,1 0 0 0 0,-1-1 0 0 0,4 0 0 0 0,1-1 13 0 0,-1 0 0 0 0,1-1 1 0 0,-1 0-1 0 0,1 0 0 0 0,-1-1 0 0 0,0 0 1 0 0,-1-1-1 0 0,1 1 0 0 0,-1-1 0 0 0,0-1 1 0 0,0 1-1 0 0,0-1 0 0 0,-1-1 0 0 0,9-10 1 0 0,-9 8-28 0 0,0 0 0 0 0,0-1 1 0 0,-1 0-1 0 0,-1 0 1 0 0,1 0-1 0 0,-2 0 1 0 0,1 0-1 0 0,-2-1 1 0 0,1 0-1 0 0,-1 0 1 0 0,-1 1-1 0 0,0-1 1 0 0,-1 0-1 0 0,0 0 1 0 0,0 0-1 0 0,-1 0 1 0 0,-3-12-1 0 0,2 10 0 0 0,-2 1 0 0 0,0-1 1 0 0,0 1-1 0 0,-1 0 0 0 0,0 0 0 0 0,-1 1 1 0 0,-1 0-1 0 0,0 0 0 0 0,0 0 0 0 0,-1 1 1 0 0,0 0-1 0 0,-1 0 0 0 0,0 1 0 0 0,-13-10 1 0 0,-10-3-6 0 0,-1 1 1 0 0,-1 2 0 0 0,-54-22-1 0 0,50 24-50 0 0,13 8-4 0 0,22 9 55 0 0,21 4 6 0 0,142 25-34 0 0,-36-8 8 0 0,-87-14 5 0 0,-1 1 1 0 0,0 2-1 0 0,0 2 0 0 0,47 22 0 0 0,-73-29 18 0 0,-1 0-1 0 0,0 0 0 0 0,-1 1 0 0 0,1 0 1 0 0,-1 1-1 0 0,0 0 0 0 0,-1 0 0 0 0,0 0 1 0 0,0 1-1 0 0,0 0 0 0 0,-1 1 0 0 0,0-1 1 0 0,-1 1-1 0 0,0 0 0 0 0,0 1 0 0 0,-1-1 1 0 0,0 1-1 0 0,-1 0 0 0 0,0 0 0 0 0,3 18 0 0 0,-5-5 17 0 0,0 0 0 0 0,-2 0 0 0 0,0 0 0 0 0,-2 0 0 0 0,-8 35 0 0 0,0 4 615 0 0,8-52 326 0 0,0-11-145 0 0,1-16-331 0 0,11-15-408 0 0,2 1 0 0 0,1 1 0 0 0,1 0 0 0 0,1 0 0 0 0,20-29 0 0 0,-27 46-70 0 0,23-38 40 0 0,64-84 0 0 0,-74 111-41 0 0,1 0 1 0 0,1 2-1 0 0,1 0 1 0 0,1 2-1 0 0,29-20 0 0 0,-47 36-14 0 0,-1 1 0 0 0,0 0-1 0 0,1 0 1 0 0,-1 1 0 0 0,1-1-1 0 0,0 1 1 0 0,0 1-1 0 0,0-1 1 0 0,0 1 0 0 0,0 0-1 0 0,0 0 1 0 0,0 1-1 0 0,1 0 1 0 0,6 0 0 0 0,-9 1 9 0 0,0 0 0 0 0,0 0 0 0 0,1 0 0 0 0,-1 1 0 0 0,-1-1 0 0 0,1 1 0 0 0,0 0 1 0 0,0 0-1 0 0,-1 0 0 0 0,1 1 0 0 0,-1-1 0 0 0,1 1 0 0 0,-1 0 0 0 0,0 0 1 0 0,0 0-1 0 0,0 0 0 0 0,-1 1 0 0 0,1-1 0 0 0,-1 1 0 0 0,0-1 0 0 0,2 6 0 0 0,1 2 17 0 0,0 1 0 0 0,-1 0-1 0 0,0 0 1 0 0,-1 0-1 0 0,0 1 1 0 0,-1-1-1 0 0,-1 1 1 0 0,0-1 0 0 0,-1 21-1 0 0,-3 8 58 0 0,-15 65-1 0 0,3-18-6 0 0,3-31 361 0 0,12-55-333 0 0,1 2 16 0 0,-2-4-99 0 0,1 0 0 0 0,0 0 0 0 0,0 1 0 0 0,0-1-1 0 0,0 0 1 0 0,0 0 0 0 0,0 1 0 0 0,0-1 0 0 0,0 0-1 0 0,0 0 1 0 0,0 0 0 0 0,0 1 0 0 0,0-1 0 0 0,0 0-1 0 0,0 0 1 0 0,0 1 0 0 0,0-1 0 0 0,0 0 0 0 0,0 0-1 0 0,1 0 1 0 0,-1 1 0 0 0,0-1 0 0 0,0 0 0 0 0,0 0-1 0 0,0 0 1 0 0,0 1 0 0 0,1-1 0 0 0,-1 0 0 0 0,0 0-1 0 0,0 0 1 0 0,0 0 0 0 0,0 1 0 0 0,1-1 0 0 0,-1 0-1 0 0,0 0 1 0 0,0 0 0 0 0,0 0 0 0 0,1 0 0 0 0,-1 0-1 0 0,0 0 1 0 0,1 0 0 0 0,4-2-230 0 0,1-1-1 0 0,0 0 1 0 0,-1 0 0 0 0,0 0 0 0 0,0-1 0 0 0,0 0-1 0 0,0 0 1 0 0,-1 0 0 0 0,1 0 0 0 0,-1-1-1 0 0,0 0 1 0 0,0 0 0 0 0,-1 0 0 0 0,6-9-1 0 0,-1-1-1356 0 0,0 0-1 0 0,-1-1 0 0 0,-1 0 1 0 0,7-23-1 0 0,-7 9-2678 0 0,0-2-1983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4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42 1624 0 0,'-20'-2'1291'0'0,"-152"-20"13206"0"0,101 5-12451 0 0,54 17-6187 0 0,-8 3-2508 0 0,6 1 385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5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2192 0 0,'-135'34'17631'0'0,"165"-34"-16434"0"0,-9 1-919 0 0,120-6 471 0 0,262 0-3809 0 0,-245 8-5195 0 0,-84-2-73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5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1188 0 0,'0'0'2404'0'0,"7"-8"-15"0"0,0 1-1817 0 0,3 12-4129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4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563 146 3200 0 0,'30'-85'13549'0'0,"-30"84"-13482"0"0,0 0 1 0 0,1 1 0 0 0,-1-1-1 0 0,0 0 1 0 0,0 0-1 0 0,0 0 1 0 0,-1 0-1 0 0,1 0 1 0 0,0 0 0 0 0,0 1-1 0 0,0-1 1 0 0,-1 0-1 0 0,1 0 1 0 0,0 0-1 0 0,-1 1 1 0 0,1-1-1 0 0,0 0 1 0 0,-1 0 0 0 0,1 1-1 0 0,-1-1 1 0 0,0 0-1 0 0,1 1 1 0 0,-1-1-1 0 0,0 0 1 0 0,1 1 0 0 0,-1-1-1 0 0,0 1 1 0 0,1-1-1 0 0,-1 1 1 0 0,0 0-1 0 0,0-1 1 0 0,0 1 0 0 0,1 0-1 0 0,-1-1 1 0 0,0 1-1 0 0,0 0 1 0 0,0 0-1 0 0,0 0 1 0 0,0 0 0 0 0,1 0-1 0 0,-1 0 1 0 0,0 0-1 0 0,-1 0 1 0 0,-13 8 213 0 0,0 1 0 0 0,1 1 1 0 0,0 0-1 0 0,1 0 0 0 0,0 1 1 0 0,-18 22-1 0 0,-66 86 632 0 0,95-117-898 0 0,-91 134 525 0 0,80-115-451 0 0,1 2 1 0 0,1-1 0 0 0,1 2-1 0 0,-11 36 1 0 0,20-54-59 0 0,-1-1 0 0 0,1 1 0 0 0,1-1 0 0 0,-1 1 0 0 0,1 0-1 0 0,0-1 1 0 0,0 1 0 0 0,0-1 0 0 0,1 1 0 0 0,0-1 0 0 0,0 1 0 0 0,1-1 0 0 0,2 9 0 0 0,-2-10-2 0 0,0 0-1 0 0,1-1 1 0 0,-1 1 0 0 0,1-1-1 0 0,-1 1 1 0 0,1-1-1 0 0,0 0 1 0 0,0 0 0 0 0,1 0-1 0 0,-1-1 1 0 0,0 1 0 0 0,1-1-1 0 0,0 1 1 0 0,-1-1 0 0 0,1-1-1 0 0,0 1 1 0 0,0 0 0 0 0,6 1-1 0 0,4 0 105 0 0,1 0 0 0 0,0-2-1 0 0,0 1 1 0 0,0-1 0 0 0,0-1 0 0 0,0-1-1 0 0,0 0 1 0 0,0-1 0 0 0,0-1 0 0 0,-1 0-1 0 0,27-10 1 0 0,-11 2 154 0 0,-1-1-1 0 0,0-2 1 0 0,-2 0-1 0 0,44-31 1 0 0,-43 24-6 0 0,-1-1 0 0 0,0-1 1 0 0,26-30-1 0 0,-41 40-105 0 0,0-1 1 0 0,-2-1-1 0 0,0 0 0 0 0,0 0 0 0 0,-1-1 1 0 0,-1 0-1 0 0,11-34 0 0 0,-17 45-149 0 0,-1 0 0 0 0,0-1 0 0 0,0 1 0 0 0,0-1 0 0 0,-1 1 0 0 0,1-1-1 0 0,-2 0 1 0 0,1 1 0 0 0,0-1 0 0 0,-1 1 0 0 0,0-1 0 0 0,-1 1 0 0 0,1 0-1 0 0,-5-10 1 0 0,3 8-8 0 0,-1 0 0 0 0,-1 0-1 0 0,0 0 1 0 0,0 0 0 0 0,0 1-1 0 0,-1-1 1 0 0,1 2 0 0 0,-2-1-1 0 0,-6-5 1 0 0,-7-3-57 0 0,-1 1 0 0 0,-1 1 1 0 0,0 1-1 0 0,-1 0 0 0 0,-38-11 0 0 0,17 9-784 0 0,1 2-1 0 0,-2 2 1 0 0,1 2-1 0 0,-66-2 0 0 0,-36 12-4029 0 0,1 13-4577 0 0,73-3-281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2904 0 0,'-135'18'13688'0'0,"133"-18"-13188"0"0,-8 1 624 0 0,29 0-691 0 0,128-1-1143 0 0,-95 5-2458 0 0,-2 4-3466 0 0,-30-4 901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0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76 2780 0 0,'-33'11'2637'0'0,"-119"43"13201"0"0,153-56-15768 0 0,1 1 0 0 0,0 0-1 0 0,-1-1 1 0 0,1 1 0 0 0,0 0 0 0 0,0 0 0 0 0,-1 0 0 0 0,1 0 0 0 0,0 1 0 0 0,4-2 0 0 0,-4 1-17 0 0,33-10-116 0 0,1 2 1 0 0,52-8 0 0 0,-40 8-674 0 0,46-8-1203 0 0,55-10-2738 0 0,-50 5-1561 0 0,-39 7 342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3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39 174 496 0 0,'-39'-15'15715'0'0,"63"1"-15532"0"0,48-8-123 0 0,110-18 0 0 0,-25 8-29 0 0,-67 13-5 0 0,40-12 72 0 0,-129 31-193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31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14 307 1760 0 0,'-13'19'18208'0'0,"47"-29"-18141"0"0,56-24 0 0 0,-7 1-60 0 0,438-124-15 0 0,-411 125 9 0 0,109-22 30 0 0,-217 53-25 0 0,3 0 704 0 0,12-3-3817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3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1184 0 0,'0'0'3572'0'0,"10"-7"-799"0"0,-1 4-1169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8:34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2216 0 0,'0'0'3040'0'0,"15"-5"1049"0"0,-5 1-761 0 0,6 1-1660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6:1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1052 0 0,'0'0'1744'0'0,"12"-2"-1752"0"0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6:1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0 200 0 0,'0'0'484'0'0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6:1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1 460 0 0,'0'0'2483'0'0,"-2"0"-1994"0"0,-5 1-119 0 0,-11 3-1239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22 121 1444 0 0,'-2'-4'724'0'0,"-1"0"0"0"0,1 0 0 0 0,0 0 0 0 0,0 0 0 0 0,0 0 0 0 0,0 0 0 0 0,1 0 0 0 0,-1 0-1 0 0,1-1 1 0 0,1 1 0 0 0,-1-1 0 0 0,0 1 0 0 0,1-8 0 0 0,0 10-636 0 0,0-1-1 0 0,0 1 0 0 0,1 0 1 0 0,-1 0-1 0 0,1-1 1 0 0,-1 1-1 0 0,1 0 1 0 0,0 0-1 0 0,-1 0 1 0 0,1 0-1 0 0,0 0 1 0 0,1 0-1 0 0,-1 0 0 0 0,0 0 1 0 0,1 0-1 0 0,-1 1 1 0 0,1-1-1 0 0,-1 1 1 0 0,1-1-1 0 0,-1 1 1 0 0,1-1-1 0 0,0 1 0 0 0,0 0 1 0 0,0 0-1 0 0,0 0 1 0 0,0 0-1 0 0,0 0 1 0 0,0 0-1 0 0,3 0 1 0 0,4-1-53 0 0,0 1 0 0 0,0 1 0 0 0,0-1 1 0 0,0 2-1 0 0,-1-1 0 0 0,1 1 0 0 0,0 0 1 0 0,0 1-1 0 0,-1 0 0 0 0,1 1 0 0 0,-1-1 1 0 0,0 2-1 0 0,0-1 0 0 0,0 1 0 0 0,0 0 1 0 0,0 1-1 0 0,-1 0 0 0 0,0 0 1 0 0,13 12-1 0 0,-11-9-15 0 0,-1 0 1 0 0,0 0-1 0 0,0 1 1 0 0,-1 0-1 0 0,0 1 1 0 0,0-1-1 0 0,-1 1 0 0 0,0 1 1 0 0,-1-1-1 0 0,0 1 1 0 0,-1 0-1 0 0,0 0 1 0 0,-1 0-1 0 0,3 20 1 0 0,-5-22 66 0 0,-2-1 0 0 0,1 1 1 0 0,-1 0-1 0 0,0 0 0 0 0,-1-1 1 0 0,0 1-1 0 0,0-1 0 0 0,-1 1 0 0 0,0-1 1 0 0,-7 12-1 0 0,-2 3 571 0 0,-2-1-1 0 0,-19 26 1 0 0,32-47-602 0 0,1 0 0 0 0,-1 0 0 0 0,0-1 0 0 0,0 1 0 0 0,1 0 0 0 0,-1 0 0 0 0,0 0 0 0 0,0-1 0 0 0,0 1 0 0 0,0 0 0 0 0,0-1 0 0 0,0 1 0 0 0,0-1-1 0 0,0 1 1 0 0,-2 0 0 0 0,2-1-38 0 0,1 0 0 0 0,-1 0-1 0 0,1 0 1 0 0,-1 0 0 0 0,1 0-1 0 0,-1 0 1 0 0,1 0 0 0 0,-1-1-1 0 0,1 1 1 0 0,-1 0-1 0 0,1 0 1 0 0,-1 0 0 0 0,1-1-1 0 0,-1 1 1 0 0,1 0 0 0 0,-1-1-1 0 0,1 1 1 0 0,0 0-1 0 0,-1-1 1 0 0,1 1 0 0 0,0 0-1 0 0,-1-1 1 0 0,0 0 0 0 0,0-1-4 0 0,0 0 1 0 0,0 0 0 0 0,0 0-1 0 0,1 0 1 0 0,-1-1 0 0 0,0 1 0 0 0,1 0-1 0 0,-1 0 1 0 0,1-1 0 0 0,0 1-1 0 0,0 0 1 0 0,0-5 0 0 0,3-9-3 0 0,1 1 1 0 0,0-1-1 0 0,1 1 1 0 0,0 0-1 0 0,2 0 1 0 0,-1 0-1 0 0,2 1 1 0 0,0 0-1 0 0,1 1 1 0 0,18-23-1 0 0,-13 19-16 0 0,1 1 0 0 0,1 1 0 0 0,1 0-1 0 0,0 1 1 0 0,1 1 0 0 0,0 0-1 0 0,27-13 1 0 0,-38 23-1 0 0,0 0 1 0 0,1 0-1 0 0,-1 0 0 0 0,1 1 0 0 0,0 0 0 0 0,-1 1 1 0 0,1-1-1 0 0,0 1 0 0 0,0 1 0 0 0,0 0 0 0 0,0 0 1 0 0,0 1-1 0 0,0-1 0 0 0,15 5 0 0 0,-18-4 2 0 0,0 1-1 0 0,0 0 0 0 0,0 0 1 0 0,-1 1-1 0 0,1 0 0 0 0,0-1 1 0 0,-1 1-1 0 0,0 1 0 0 0,0-1 1 0 0,0 1-1 0 0,0-1 0 0 0,0 1 1 0 0,-1 0-1 0 0,1 1 0 0 0,-1-1 1 0 0,0 1-1 0 0,-1-1 0 0 0,1 1 1 0 0,-1 0-1 0 0,0 0 0 0 0,0 0 1 0 0,2 9-1 0 0,-1-3 6 0 0,-1 1 0 0 0,-1-1 0 0 0,0 0 0 0 0,-1 1 0 0 0,0-1-1 0 0,-3 21 1 0 0,-19 66 26 0 0,14-66-92 0 0,-6 38 0 0 0,13-67-65 0 0,1-1 0 0 0,0 1 1 0 0,0 0-1 0 0,-1-1 0 0 0,2 1 0 0 0,-1 0 1 0 0,0 0-1 0 0,0-1 0 0 0,1 1 1 0 0,0-1-1 0 0,-1 1 0 0 0,1 0 0 0 0,0-1 1 0 0,0 1-1 0 0,1-1 0 0 0,-1 0 1 0 0,0 1-1 0 0,1-1 0 0 0,-1 0 0 0 0,1 0 1 0 0,2 3-1 0 0,0-3-204 0 0,-1 0 0 0 0,0 0 0 0 0,1 0 1 0 0,-1 0-1 0 0,1-1 0 0 0,0 1 0 0 0,0-1 0 0 0,-1 0 0 0 0,1 0 0 0 0,0 0 1 0 0,0-1-1 0 0,0 1 0 0 0,0-1 0 0 0,5 0 0 0 0,0-1-944 0 0,0 1 1 0 0,1-1-1 0 0,12-4 0 0 0,5-3-2905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81 239 904 0 0,'10'-13'3743'0'0,"0"-2"1"0"0,11-23 903 0 0,-24 40-4424 0 0,1-1 1 0 0,-1 1-1 0 0,1 0 1 0 0,-1 0-1 0 0,1 0 1 0 0,-1 0 0 0 0,-2 4-1 0 0,-1 1 0 0 0,-4 3-15 0 0,0 0-1 0 0,0 1 1 0 0,1 0 0 0 0,1 1 0 0 0,-11 19-1 0 0,15-24-169 0 0,0 0-1 0 0,1 1 0 0 0,0 0 1 0 0,0 0-1 0 0,0 0 0 0 0,1 0 0 0 0,1 0 1 0 0,-1 0-1 0 0,1 0 0 0 0,0 17 1 0 0,2-23-19 0 0,-1 1 1 0 0,0-1-1 0 0,1 0 1 0 0,-1 1-1 0 0,1-1 1 0 0,0 0-1 0 0,0 1 1 0 0,0-1 0 0 0,0 0-1 0 0,0 0 1 0 0,0 0-1 0 0,0 0 1 0 0,1 0-1 0 0,-1 0 1 0 0,1 0 0 0 0,0 0-1 0 0,-1-1 1 0 0,4 3-1 0 0,-2-2 8 0 0,1 0 0 0 0,-1 0 0 0 0,1 0 0 0 0,0-1-1 0 0,0 1 1 0 0,0-1 0 0 0,0 0 0 0 0,0 0 0 0 0,8 1-1 0 0,-1-1 9 0 0,0-1-1 0 0,0 0 0 0 0,0-1 0 0 0,-1 0 0 0 0,1-1 1 0 0,0 0-1 0 0,12-4 0 0 0,-9 0-20 0 0,-1 0 1 0 0,0-1-1 0 0,0 0 1 0 0,-1-1-1 0 0,0 0 1 0 0,0-1-1 0 0,-1 0 1 0 0,0-1-1 0 0,0 0 0 0 0,-1-1 1 0 0,-1 0-1 0 0,0 0 1 0 0,0-1-1 0 0,-1-1 1 0 0,-1 1-1 0 0,0-1 1 0 0,-1 0-1 0 0,0-1 1 0 0,-1 0-1 0 0,0 0 0 0 0,-1 0 1 0 0,-1 0-1 0 0,0 0 1 0 0,1-27-1 0 0,-4 35-13 0 0,0 0 0 0 0,-1 1-1 0 0,1-1 1 0 0,-1 1 0 0 0,-1-1-1 0 0,1 1 1 0 0,-1-1-1 0 0,0 1 1 0 0,0 0 0 0 0,0-1-1 0 0,-1 1 1 0 0,1 1 0 0 0,-1-1-1 0 0,-1 0 1 0 0,1 1 0 0 0,-1-1-1 0 0,1 1 1 0 0,-1 0 0 0 0,-1 0-1 0 0,1 0 1 0 0,0 1-1 0 0,-1 0 1 0 0,0 0 0 0 0,0 0-1 0 0,0 0 1 0 0,0 1 0 0 0,0-1-1 0 0,0 2 1 0 0,-9-3 0 0 0,11 3-86 0 0,-1 0 0 0 0,1 1 1 0 0,0 0-1 0 0,-1 0 0 0 0,1 0 0 0 0,0 0 1 0 0,0 0-1 0 0,-1 1 0 0 0,1-1 1 0 0,0 1-1 0 0,0 0 0 0 0,-1 0 1 0 0,1 0-1 0 0,0 1 0 0 0,0-1 0 0 0,1 1 1 0 0,-1-1-1 0 0,0 1 0 0 0,0 0 1 0 0,1 0-1 0 0,-1 0 0 0 0,1 1 0 0 0,-5 4 1 0 0,7-6-30 0 0,0 0 1 0 0,-1 0-1 0 0,1 0 0 0 0,0 0 1 0 0,0 0-1 0 0,0 1 1 0 0,0-1-1 0 0,0 0 1 0 0,0 0-1 0 0,0 0 0 0 0,0 0 1 0 0,0 0-1 0 0,0 1 1 0 0,1-1-1 0 0,-1 0 1 0 0,0 0-1 0 0,1 0 0 0 0,-1 0 1 0 0,1 0-1 0 0,-1 0 1 0 0,1 0-1 0 0,0 0 1 0 0,-1 0-1 0 0,1 0 0 0 0,0 0 1 0 0,0 0-1 0 0,-1-1 1 0 0,1 1-1 0 0,2 1 1 0 0,0 0-661 0 0,0 1 0 0 0,1-1 0 0 0,-1 1 0 0 0,1-1 0 0 0,0 0 1 0 0,5 2-1 0 0,8 1-3965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2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75 1528 0 0,'13'-14'2365'0'0,"1"-4"2334"0"0,24-20 0 0 0,-37 37-4182 0 0,7-2 2530 0 0,-65 129 854 0 0,-46 117-1851 0 0,88-201-1746 0 0,-98 312 873 0 0,112-350-1143 0 0,1-1 0 0 0,-1 1 0 0 0,0-1 0 0 0,1 1 1 0 0,-1-1-1 0 0,1 1 0 0 0,0 0 0 0 0,0-1 0 0 0,1 1 0 0 0,-1-1 0 0 0,1 1 0 0 0,0-1 1 0 0,2 6-1 0 0,-2-7-41 0 0,0 0 1 0 0,0-1 0 0 0,0 1 0 0 0,1 0 0 0 0,-1-1 0 0 0,0 0-1 0 0,1 1 1 0 0,0-1 0 0 0,-1 0 0 0 0,1 0 0 0 0,0 0 0 0 0,-1 0-1 0 0,1 0 1 0 0,0 0 0 0 0,0 0 0 0 0,0 0 0 0 0,0-1 0 0 0,0 1-1 0 0,0-1 1 0 0,0 0 0 0 0,0 1 0 0 0,0-1 0 0 0,0 0 0 0 0,0 0-1 0 0,2-1 1 0 0,13 0-1098 0 0,0-2 0 0 0,0 0 0 0 0,0-1 0 0 0,-1-1 0 0 0,0 0 0 0 0,0-1 0 0 0,0-1-1 0 0,-1 0 1 0 0,29-19 0 0 0,-20 9-3363 0 0,-2-2-2225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1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45 2432 0 0,'-47'-8'6167'0'0,"-20"-3"2210"0"0,70 10-8179 0 0,31-5-2 0 0,0 1 1 0 0,68-1-1 0 0,-47 4-423 0 0,40-3-3049 0 0,-32 4-3578 0 0,-39 1 1852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6:16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0 700 0 0,'0'0'5078'0'0,"-14"3"-4114"0"0,5 10-4516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6:10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92 4 0 0,'2'-70'11444'0'0,"-2"69"-10936"0"0,-1-11 596 0 0,2 4-531 0 0,-6 17-529 0 0,-2 10-48 0 0,1 0 1 0 0,1 1-1 0 0,-3 25 1 0 0,-1 4 15 0 0,-109 470 833 0 0,108-469-797 0 0,3-16-5 0 0,-1 0 1 0 0,-12 34-1 0 0,11-30 177 0 0,9-36-311 0 0,-1-1 3 0 0,1-1 0 0 0,0 0-1 0 0,0 0 1 0 0,-1 1-1 0 0,1-1 1 0 0,0 0-1 0 0,0 0 1 0 0,-1 1 0 0 0,1-1-1 0 0,0 0 1 0 0,-1 0-1 0 0,1 0 1 0 0,-1 1 0 0 0,1-1-1 0 0,0 0 1 0 0,-1 0-1 0 0,1 0 1 0 0,0 0-1 0 0,-1 0 1 0 0,1 0 0 0 0,-1 0-1 0 0,0 0 1 0 0,-6-10-2254 0 0,6-2-2079 0 0,2-5 794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6:1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36 262 1808 0 0,'49'-72'11513'0'0,"-48"71"-11175"0"0,-1 1-324 0 0,0 0-1 0 0,0-1 1 0 0,0 1-1 0 0,0 0 1 0 0,0 0-1 0 0,0 0 1 0 0,0-1-1 0 0,0 1 1 0 0,0 0-1 0 0,0 0 1 0 0,0 0-1 0 0,0-1 1 0 0,0 1-1 0 0,0 0 1 0 0,0 0-1 0 0,1 0 1 0 0,-1 0-1 0 0,0-1 1 0 0,0 1-1 0 0,0 0 1 0 0,0 0-1 0 0,0 0 1 0 0,1 0 0 0 0,-1 0-1 0 0,0 0 1 0 0,0-1-1 0 0,0 1 1 0 0,0 0-1 0 0,1 0 1 0 0,-1 0-1 0 0,0 0 1 0 0,0 0-1 0 0,0 0 1 0 0,1 0-1 0 0,-1 0 1 0 0,0 0-1 0 0,0 0 1 0 0,0 0-1 0 0,1 0 1 0 0,-1 0-1 0 0,0 0 3 0 0,1 0 0 0 0,-1 1 1 0 0,1-1-1 0 0,-1 0 0 0 0,1 1 0 0 0,-1-1 0 0 0,0 0 0 0 0,1 0 1 0 0,-1 1-1 0 0,0-1 0 0 0,1 1 0 0 0,-1-1 0 0 0,0 0 0 0 0,0 1 0 0 0,1-1 1 0 0,-1 1-1 0 0,0-1 0 0 0,0 1 0 0 0,0-1 0 0 0,0 0 0 0 0,0 1 1 0 0,1-1-1 0 0,-1 1 0 0 0,0-1 0 0 0,0 1 0 0 0,0 0 0 0 0,0 32 196 0 0,-1 0 1 0 0,-2-1-1 0 0,-1 1 0 0 0,-12 48 0 0 0,3-18 9 0 0,-32 147 234 0 0,35-177 2333 0 0,10-33-2760 0 0,0 0 0 0 0,0 0 0 0 0,0 0 0 0 0,0 0 0 0 0,0 0 1 0 0,0 0-1 0 0,0 1 0 0 0,0-1 0 0 0,0 0 0 0 0,0 0 1 0 0,0 0-1 0 0,0 0 0 0 0,0 0 0 0 0,0 0 0 0 0,0 0 1 0 0,0 0-1 0 0,0 0 0 0 0,0 0 0 0 0,0 1 0 0 0,0-1 1 0 0,0 0-1 0 0,0 0 0 0 0,-1 0 113 0 0,1 0-113 0 0,0 0 0 0 0,0 0 0 0 0,0 0 1 0 0,0 0-1 0 0,0 0 0 0 0,0 0 0 0 0,0 0 0 0 0,0 1 1 0 0,0-1-1 0 0,0 0 0 0 0,-1 0 0 0 0,1 0 0 0 0,0 0 1 0 0,0 0-1 0 0,0 0 0 0 0,0 0 0 0 0,0 0 0 0 0,0 0 0 0 0,0 0 1 0 0,0 0-1 0 0,0 0 0 0 0,-1 0 0 0 0,1 0 0 0 0,0 0 1 0 0,0 0-1 0 0,0-1 0 0 0,0 1 0 0 0,0 0 0 0 0,0 0 1 0 0,0 0-1 0 0,0 0 113 0 0,-1 0-113 0 0,1 0 0 0 0,0 0 0 0 0,0 0 0 0 0,0 0 1 0 0,0-1-1 0 0,-1-16 481 0 0,4-27-359 0 0,1 1 0 0 0,18-73 0 0 0,-13 74-129 0 0,9-42-38 0 0,4 1-1 0 0,3 1 1 0 0,43-93-1 0 0,-67 172 2 0 0,0 1-1 0 0,0 0 1 0 0,0 0-1 0 0,1 0 1 0 0,-1 0-1 0 0,1 0 1 0 0,-1 0-1 0 0,1 0 1 0 0,0 0-1 0 0,0 0 1 0 0,2-1-1 0 0,-2 2-46 0 0,1 2 26 0 0,2 1 27 0 0,0 0 1 0 0,0 1 0 0 0,-1-1 0 0 0,1 1 0 0 0,-1 1-1 0 0,0-1 1 0 0,0 0 0 0 0,0 1 0 0 0,0 0 0 0 0,0 0-1 0 0,-1 0 1 0 0,0 0 0 0 0,0 1 0 0 0,0-1 0 0 0,0 1-1 0 0,1 5 1 0 0,8 15-31 0 0,16 46-1 0 0,-12-16 51 0 0,-3 1-1 0 0,-1 0 0 0 0,-4 1 1 0 0,3 81-1 0 0,-3-4-1741 0 0,-6-125 567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6:1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146 115 1360 0 0,'-137'-46'15687'0'0,"135"46"-15445"0"0,2 0-220 0 0,-1-1 1 0 0,1 1 0 0 0,-1 0-1 0 0,1 0 1 0 0,-1-1-1 0 0,1 1 1 0 0,0 0-1 0 0,-1-1 1 0 0,1 1-1 0 0,0 0 1 0 0,-1-1-1 0 0,1 1 1 0 0,0-1-1 0 0,-1 1 1 0 0,1 0-1 0 0,0-1 1 0 0,0 1 0 0 0,-1-1-1 0 0,1 0 1 0 0,16-6-251 0 0,0 1 1 0 0,0 0-1 0 0,0 1 1 0 0,1 1-1 0 0,0 0 1 0 0,27-2-1 0 0,1 0-1802 0 0,27-5-4696 0 0,-48 6 1739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6:1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1836 0 0,'13'-57'14718'0'0,"-11"49"-13396"0"0,-2 7-757 0 0,4 11 350 0 0,0 26 5 0 0,0 75-1 0 0,-4-44-682 0 0,14 208-1267 0 0,-4-184-2646 0 0,5 0-3604 0 0,-6-50 238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6:12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40 105 1168 0 0,'-16'-2'8877'0'0,"14"1"-8205"0"0,1 1-404 0 0,0 0 0 0 0,0 0 0 0 0,0 0 0 0 0,0 0 0 0 0,0 0 0 0 0,0 0-1 0 0,0-1 1 0 0,0 1 0 0 0,0 0 0 0 0,1-1 0 0 0,-1 1 0 0 0,0-1 0 0 0,0 1 0 0 0,0-1 0 0 0,1 1-1 0 0,-1-1 1 0 0,0 1 0 0 0,0-1 0 0 0,1 0 0 0 0,-1 1 0 0 0,0-1 0 0 0,1 0 0 0 0,-1 0 0 0 0,1 0-1 0 0,-1 0 1 0 0,1 0-261 0 0,1 0 0 0 0,-1 0 0 0 0,0 0 0 0 0,1 0 0 0 0,-1 1 0 0 0,1-1 0 0 0,0 0 0 0 0,-1 0 0 0 0,1 1 0 0 0,-1-1 0 0 0,1 0 0 0 0,0 1 0 0 0,0-1 0 0 0,-1 1 0 0 0,1-1 0 0 0,0 1 0 0 0,0-1 0 0 0,0 1 0 0 0,1-1 0 0 0,22-9 31 0 0,-19 8-25 0 0,39-12-154 0 0,1 2 1 0 0,1 2-1 0 0,0 1 0 0 0,49-1 0 0 0,-33 3-1943 0 0,-60 7 1360 0 0,9-2-812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36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167 243 2452 0 0,'-3'-2'1104'0'0,"-1"-1"0"0"0,0 1-1 0 0,1-1 1 0 0,0 0 0 0 0,-1 0-1 0 0,1 0 1 0 0,-4-5 0 0 0,6 6-636 0 0,-1-1 0 0 0,0 1 0 0 0,1-1 0 0 0,-1 0 0 0 0,1 0 0 0 0,0 0 0 0 0,0 0 0 0 0,0 0 1 0 0,0-4-1 0 0,0 3-277 0 0,1 0 1 0 0,0 0 0 0 0,1 0 0 0 0,-1-1-1 0 0,1 1 1 0 0,-1 0 0 0 0,1 0 0 0 0,0 0-1 0 0,1 0 1 0 0,-1 0 0 0 0,1 1 0 0 0,-1-1-1 0 0,1 0 1 0 0,1 1 0 0 0,-1-1 0 0 0,4-4-1 0 0,2-1-62 0 0,0 0 0 0 0,0 1-1 0 0,1 0 1 0 0,0 0-1 0 0,1 1 1 0 0,-1 0 0 0 0,1 1-1 0 0,18-9 1 0 0,-13 8-68 0 0,0 1 0 0 0,1 1 0 0 0,-1 0 0 0 0,1 1 0 0 0,24-3 0 0 0,-36 7-57 0 0,0-1 0 0 0,-1 1 0 0 0,1 0 0 0 0,0 0 0 0 0,-1 0 1 0 0,1 0-1 0 0,0 1 0 0 0,-1-1 0 0 0,1 1 0 0 0,0 0 0 0 0,-1 0 0 0 0,0 1 0 0 0,1-1 0 0 0,-1 0 0 0 0,1 1 1 0 0,-1 0-1 0 0,0 0 0 0 0,0 0 0 0 0,0 0 0 0 0,0 1 0 0 0,-1-1 0 0 0,1 1 0 0 0,-1 0 0 0 0,1-1 1 0 0,-1 1-1 0 0,0 0 0 0 0,0 0 0 0 0,0 1 0 0 0,2 5 0 0 0,-1-2 5 0 0,-1-1 1 0 0,-1 1-1 0 0,1 0 0 0 0,-1 0 0 0 0,0 0 1 0 0,-1 0-1 0 0,1 1 0 0 0,-1-1 0 0 0,-1 0 1 0 0,0 0-1 0 0,0 0 0 0 0,0 0 0 0 0,-1 0 1 0 0,-2 8-1 0 0,-7 12 39 0 0,-2-1 0 0 0,0 0 0 0 0,-2-1 0 0 0,0 0-1 0 0,-2-1 1 0 0,-24 26 0 0 0,-127 122 543 0 0,156-161-546 0 0,-25 23 146 0 0,5-5 332 0 0,-28 34-1 0 0,50-54 361 0 0,-3 6 738 0 0,16-11-998 0 0,10-4-303 0 0,260-43 384 0 0,-178 27-625 0 0,227-33-220 0 0,-299 44-696 0 0,11-1-2022 0 0,-13 6-4839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5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64 1396 0 0,'-1'-11'3906'0'0,"1"-41"5973"0"0,-2 65-9815 0 0,0 78 290 0 0,-16 94 0 0 0,11-120-229 0 0,7-63-87 0 0,0-1-31 0 0,0 0 0 0 0,0 0-1 0 0,0 0 1 0 0,0 0 0 0 0,0 1 0 0 0,0-1-1 0 0,0 0 1 0 0,-1 0 0 0 0,1 0-1 0 0,0 0 1 0 0,-1 0 0 0 0,1 0 0 0 0,-1 0-1 0 0,1 0 1 0 0,-2 1 0 0 0,-2-1-1054 0 0,0-12-1762 0 0,4-8-2763 0 0,1 4 1180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00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29 628 0 0,'0'0'1327'0'0,"-3"-10"341"0"0,1-9-2369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08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986 60 1116 0 0,'0'0'1692'0'0,"8"-27"7058"0"0,-8 25-8659 0 0,-1 1-1 0 0,1-1 0 0 0,-1 0 1 0 0,0 1-1 0 0,0-1 0 0 0,0 1 0 0 0,0-1 1 0 0,0 1-1 0 0,0 0 0 0 0,0-1 1 0 0,0 1-1 0 0,0 0 0 0 0,-1 0 0 0 0,1 0 1 0 0,-1 0-1 0 0,1 0 0 0 0,-1 0 0 0 0,1 0 1 0 0,-1 0-1 0 0,1 0 0 0 0,-1 1 1 0 0,0-1-1 0 0,1 1 0 0 0,-1-1 0 0 0,-2 1 1 0 0,-6-2-35 0 0,1 1 1 0 0,-1 0 0 0 0,-13 1 0 0 0,15 0 10 0 0,-62 1 2 0 0,-73 10 0 0 0,139-10-66 0 0,-10 4 8 0 0,10-1-6 0 0,-5 7 3 0 0,6-7-1 0 0,0-1 1 0 0,1 2-1 0 0,-1-1 0 0 0,1 0 0 0 0,0 1 0 0 0,0-1 0 0 0,0 1 1 0 0,1-1-1 0 0,0 1 0 0 0,-2 8 0 0 0,-2 161 927 0 0,-13 90 958 0 0,17-248-1827 0 0,-153 1169 3313 0 0,76-595-1039 0 0,66-471-2074 0 0,-16 130 98 0 0,-35 392-63 0 0,44-424 916 0 0,-83 383-1 0 0,-25 98 713 0 0,127-696-1920 0 0,-22 215 614 0 0,20-176-468 0 0,2 0-1 0 0,2 0 0 0 0,9 53 0 0 0,-10-85-138 0 0,1 0 0 0 0,1 0 1 0 0,-1 0-1 0 0,1 0 0 0 0,1 0 0 0 0,0 0 1 0 0,0-1-1 0 0,1 0 0 0 0,0 0 0 0 0,0 0 0 0 0,1-1 1 0 0,0 1-1 0 0,0-1 0 0 0,1-1 0 0 0,-1 1 1 0 0,2-1-1 0 0,-1 0 0 0 0,1-1 0 0 0,0 0 0 0 0,0 0 1 0 0,0 0-1 0 0,0-1 0 0 0,1-1 0 0 0,0 1 0 0 0,0-1 1 0 0,0-1-1 0 0,12 2 0 0 0,18 3-90 0 0,0-3 1 0 0,1-1-1 0 0,-1-1 1 0 0,64-7-1 0 0,156-36-2612 0 0,-10-23-2377 0 0,-89 2-4582 0 0,-83 26-188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2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1 108 0 0,'0'0'6185'0'0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4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6 908 0 0,'-2'1'1334'0'0,"-42"20"6083"0"0,53-32-9210 0 0,8-5-3669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149 116 496 0 0,'5'-23'6096'0'0,"-1"12"-2174"0"0,2-6 740 0 0,-1 9-2906 0 0,40-31-690 0 0,-40 36-1055 0 0,-1 1-1 0 0,0 0 0 0 0,1 0 1 0 0,-1 0-1 0 0,1 1 0 0 0,0-1 0 0 0,-1 1 1 0 0,1 0-1 0 0,0 1 0 0 0,0-1 1 0 0,0 1-1 0 0,0 0 0 0 0,5 0 1 0 0,-7 0-10 0 0,-1 0 0 0 0,1 0 1 0 0,-1 0-1 0 0,1 0 1 0 0,-1 1-1 0 0,1-1 1 0 0,0 1-1 0 0,-1-1 1 0 0,1 1-1 0 0,-1 0 1 0 0,0 0 0 0 0,1 0-1 0 0,-1 0 1 0 0,0 1-1 0 0,0-1 1 0 0,1 1-1 0 0,-1-1 1 0 0,0 1-1 0 0,-1 0 1 0 0,1 0-1 0 0,0 0 1 0 0,0 0-1 0 0,-1 0 1 0 0,1 0-1 0 0,-1 0 1 0 0,0 0 0 0 0,1 1-1 0 0,-1-1 1 0 0,0 0-1 0 0,-1 1 1 0 0,1-1-1 0 0,0 1 1 0 0,-1-1-1 0 0,1 1 1 0 0,-1-1-1 0 0,1 4 1 0 0,-1 3 14 0 0,0 0 0 0 0,0 1 1 0 0,0-1-1 0 0,-1 0 0 0 0,-1 0 0 0 0,0 0 1 0 0,0 0-1 0 0,-4 12 0 0 0,-5 3 18 0 0,0 0 0 0 0,-2-1 1 0 0,0-1-1 0 0,-26 34 0 0 0,-75 76 38 0 0,83-99-44 0 0,-68 80 114 0 0,98-112-133 0 0,1-1 1 0 0,-1 1 0 0 0,1 0 0 0 0,-1-1-1 0 0,1 1 1 0 0,-1-1 0 0 0,1 1 0 0 0,0 0-1 0 0,-1-1 1 0 0,1 1 0 0 0,0 0 0 0 0,-1 0-1 0 0,1-1 1 0 0,0 1 0 0 0,0 0-1 0 0,0 0 1 0 0,0-1 0 0 0,-1 1 0 0 0,1 0-1 0 0,0 0 1 0 0,0-1 0 0 0,1 1 0 0 0,-1 0-1 0 0,0 0 1 0 0,0 0 0 0 0,1 0 4 0 0,-1-1 0 0 0,1 1 0 0 0,0-1 0 0 0,-1 1 0 0 0,1-1 0 0 0,0 1 0 0 0,0-1 0 0 0,-1 0 0 0 0,1 1 0 0 0,0-1 0 0 0,0 0 0 0 0,0 0 0 0 0,-1 0 0 0 0,1 0 0 0 0,0 0 0 0 0,0 1 0 0 0,0-2 0 0 0,1 1 0 0 0,7 0 47 0 0,0-2-1 0 0,0 1 0 0 0,9-3 0 0 0,77-21 58 0 0,109-29-2299 0 0,-71 12-7227 0 0,-95 29 3765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41 126 340 0 0,'-10'-11'7015'0'0,"-20"-13"4706"0"0,30 22-11656 0 0,1 1-1 0 0,0 0 0 0 0,-1-1 1 0 0,1 1-1 0 0,0 0 0 0 0,0 0 1 0 0,0 0-1 0 0,0 0 0 0 0,0 0 1 0 0,1 0-1 0 0,-1 0 0 0 0,0 0 1 0 0,0 0-1 0 0,0 1 1 0 0,1-1-1 0 0,-1 0 0 0 0,1 1 1 0 0,1-1-1 0 0,31-13 103 0 0,-31 13-99 0 0,29-10-162 0 0,57-19 295 0 0,-32 15-4697 0 0,-37 15-890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 2556 0 0,'-32'5'8356'0'0,"21"-4"-7205"0"0,8-1-179 0 0,-12 5 1058 0 0,8 1-1696 0 0,0 0 1 0 0,1 0-1 0 0,0 1 1 0 0,0 0-1 0 0,1 0 1 0 0,0 0-1 0 0,0 0 1 0 0,1 1-1 0 0,-7 15 1 0 0,4-5-116 0 0,0 1 0 0 0,1-1 0 0 0,-5 31 0 0 0,11-45-158 0 0,-1 0 0 0 0,1 1-1 0 0,-1-1 1 0 0,1 0 0 0 0,0 1-1 0 0,1-1 1 0 0,-1 0-1 0 0,2 7 1 0 0,-1-10-22 0 0,-1 0 0 0 0,1 0 0 0 0,-1 1 0 0 0,1-1 0 0 0,-1 0 0 0 0,1 0 0 0 0,0 0 0 0 0,0 0 0 0 0,-1 0 0 0 0,1-1 0 0 0,0 1 0 0 0,0 0 0 0 0,0 0 0 0 0,0 0 0 0 0,0-1 0 0 0,0 1 0 0 0,0-1 0 0 0,0 1 0 0 0,0 0 0 0 0,1-1 0 0 0,-1 0 0 0 0,0 1 0 0 0,0-1 0 0 0,0 0 0 0 0,1 0-1 0 0,-1 1 1 0 0,0-1 0 0 0,0 0 0 0 0,0 0 0 0 0,1 0 0 0 0,-1-1 0 0 0,0 1 0 0 0,0 0 0 0 0,0 0 0 0 0,2-1 0 0 0,58-16 523 0 0,-38 9-433 0 0,45-7-1 0 0,-64 15-126 0 0,1 0 0 0 0,-1 0-1 0 0,0 1 1 0 0,1-1 0 0 0,-1 1-1 0 0,0 0 1 0 0,1 1 0 0 0,-1-1 0 0 0,0 1-1 0 0,0-1 1 0 0,0 1 0 0 0,0 0 0 0 0,0 1-1 0 0,-1-1 1 0 0,1 1 0 0 0,0 0 0 0 0,-1 0-1 0 0,0 0 1 0 0,0 0 0 0 0,0 0 0 0 0,4 7-1 0 0,-2-3 42 0 0,-1-1 0 0 0,0 1 0 0 0,0 1-1 0 0,0-1 1 0 0,-1 0 0 0 0,-1 1 0 0 0,1-1-1 0 0,-1 1 1 0 0,0 0 0 0 0,1 13 0 0 0,-3-11 120 0 0,0 0 1 0 0,-1-1-1 0 0,0 1 1 0 0,0 0-1 0 0,-1-1 1 0 0,-1 1-1 0 0,1-1 1 0 0,-1 0-1 0 0,-1 0 1 0 0,0 0-1 0 0,0 0 1 0 0,-1-1 0 0 0,0 1-1 0 0,0-1 1 0 0,-11 11-1 0 0,11-12-24 0 0,-1-1 0 0 0,0 0-1 0 0,-1-1 1 0 0,0 1 0 0 0,1-1-1 0 0,-2 0 1 0 0,1-1 0 0 0,0 0-1 0 0,-1 0 1 0 0,0-1 0 0 0,0 1 0 0 0,0-2-1 0 0,0 1 1 0 0,-1-1 0 0 0,1-1-1 0 0,0 1 1 0 0,-14-1 0 0 0,4 0-25 0 0,13-1-114 0 0,-1 0 0 0 0,1 0 0 0 0,0 0 0 0 0,0-1 0 0 0,0 0 0 0 0,-8-2 0 0 0,-6-1-16 0 0,-14-2-671 0 0,17 1-3014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17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86 1680 0 0,'10'-14'5583'0'0,"1"1"1"0"0,14-28-1 0 0,-23 29-3601 0 0,-2 12-1946 0 0,0 0 1 0 0,0 0 0 0 0,0 0 0 0 0,0-1 0 0 0,0 1 0 0 0,0 0 0 0 0,0 0-1 0 0,0-1 1 0 0,0 1 0 0 0,0 0 0 0 0,0 0 0 0 0,0 0 0 0 0,0-1 0 0 0,-1 1 0 0 0,1 0-1 0 0,0 0 1 0 0,0 0 0 0 0,0 0 0 0 0,0-1 0 0 0,0 1 0 0 0,0 0 0 0 0,0 0-1 0 0,-1 0 1 0 0,1 0 0 0 0,0-1 0 0 0,0 1 0 0 0,0 0 0 0 0,0 0 0 0 0,0 0-1 0 0,-1 0 1 0 0,1 0 0 0 0,0 0 0 0 0,0 0 0 0 0,0-1 0 0 0,-1 1 0 0 0,1 0 0 0 0,0 0-1 0 0,0 0 1 0 0,0 0 0 0 0,-1 0 0 0 0,1 0 0 0 0,0 0 0 0 0,0 0 0 0 0,0 0-1 0 0,-1 0 1 0 0,1 0 0 0 0,0 0 0 0 0,0 0 0 0 0,0 0 0 0 0,-1 0 0 0 0,1 1-1 0 0,0-1 1 0 0,-11 6 95 0 0,1 1 0 0 0,0 0-1 0 0,1 1 1 0 0,0 0 0 0 0,0 0 0 0 0,0 1-1 0 0,-12 17 1 0 0,-49 78 159 0 0,65-96-257 0 0,4-6-32 0 0,-26 40 33 0 0,3 1 1 0 0,-25 58-1 0 0,44-89-7 0 0,1 0 1 0 0,0 0-1 0 0,0 0 1 0 0,1 1 0 0 0,1-1-1 0 0,0 1 1 0 0,1 0-1 0 0,0 0 1 0 0,1-1-1 0 0,0 1 1 0 0,1 0 0 0 0,1 0-1 0 0,0-1 1 0 0,5 17-1 0 0,-5-24 10 0 0,0 1 0 0 0,0-1 0 0 0,1 0 0 0 0,0 0 0 0 0,0 0-1 0 0,0-1 1 0 0,1 1 0 0 0,-1-1 0 0 0,1 1 0 0 0,6 4 0 0 0,-8-7 27 0 0,0-1 0 0 0,0 1 0 0 0,1 0 0 0 0,-1-1 1 0 0,1 0-1 0 0,-1 0 0 0 0,1 0 0 0 0,-1 0 0 0 0,1 0 0 0 0,0 0 1 0 0,0 0-1 0 0,-1-1 0 0 0,1 1 0 0 0,0-1 0 0 0,0 0 0 0 0,0 0 1 0 0,-1 0-1 0 0,1 0 0 0 0,0-1 0 0 0,0 1 0 0 0,5-2 0 0 0,-6 1 7 0 0,0 0-1 0 0,0 0 1 0 0,0 0-1 0 0,-1 0 1 0 0,1 0-1 0 0,0 0 0 0 0,0-1 1 0 0,-1 1-1 0 0,1-1 1 0 0,-1 1-1 0 0,1-1 1 0 0,-1 1-1 0 0,0-1 0 0 0,0 0 1 0 0,1 0-1 0 0,-1 1 1 0 0,0-1-1 0 0,-1 0 1 0 0,1 0-1 0 0,0 0 1 0 0,0 0-1 0 0,-1 0 0 0 0,1 0 1 0 0,-1 0-1 0 0,0-4 1 0 0,1 3-41 0 0,-1 0 0 0 0,0 0 0 0 0,0 0 0 0 0,0-1 1 0 0,-1 1-1 0 0,1 0 0 0 0,-1 0 0 0 0,0 0 0 0 0,0 0 0 0 0,0 0 1 0 0,0 0-1 0 0,0 0 0 0 0,-1 0 0 0 0,-2-3 0 0 0,-3-2-120 0 0,-1 1 0 0 0,0 1 0 0 0,0 0 0 0 0,-1 0 0 0 0,1 0 0 0 0,-1 1-1 0 0,-1 0 1 0 0,1 1 0 0 0,-1 0 0 0 0,-18-5 0 0 0,-20-9-3617 0 0,40 14 1684 0 0,0 0 0 0 0,0 0 0 0 0,-12-9 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51 115 468 0 0,'-9'-9'4171'0'0,"-7"-2"-234"0"0,-9-11 5385 0 0,26 21-9233 0 0,1 0-1 0 0,0 0 1 0 0,0 0 0 0 0,-1 0-1 0 0,1 0 1 0 0,0 0-1 0 0,0 0 1 0 0,0 1-1 0 0,0-1 1 0 0,0 1 0 0 0,0-1-1 0 0,2 1 1 0 0,33-5 243 0 0,-20 3-167 0 0,238-42 479 0 0,-246 43-1188 0 0,17-4 1713 0 0,-17 0-2918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84 1392 0 0,'24'-70'14679'0'0,"-21"58"-12072"0"0,-2 10-1601 0 0,-2 11-768 0 0,-58 242 5877 0 0,20-99-4271 0 0,-34 157-84 0 0,46-210-1383 0 0,27-98-618 0 0,-10-10-4065 0 0,10 2 3416 0 0,1 0-1 0 0,0-1 1 0 0,1 1-1 0 0,-1 1 1 0 0,1-1-1 0 0,1 0 1 0 0,4-10 0 0 0,29-48-8068 0 0,-16 36 1972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372 118 1364 0 0,'18'-16'3453'0'0,"-2"-1"1"0"0,1-1-1 0 0,-2 0 0 0 0,19-30 700 0 0,-36 48-3895 0 0,-3 2-191 0 0,1 0 1 0 0,-1 1-1 0 0,1-1 1 0 0,0 1-1 0 0,0-1 1 0 0,0 1-1 0 0,0 1 0 0 0,-4 3 1 0 0,-32 35 144 0 0,24-24-129 0 0,-26 27 101 0 0,3 2 1 0 0,2 1 0 0 0,1 2-1 0 0,4 2 1 0 0,-28 55-1 0 0,50-84-111 0 0,0 1-1 0 0,-9 37 0 0 0,16-47-36 0 0,0-1 0 0 0,1 0 0 0 0,0 1 0 0 0,1 0 0 0 0,1-1 0 0 0,2 20 0 0 0,-1-27-17 0 0,0-1 0 0 0,0 1 1 0 0,1-1-1 0 0,-1 0 0 0 0,1 1 0 0 0,1-1 0 0 0,-1 0 1 0 0,1 0-1 0 0,0-1 0 0 0,0 1 0 0 0,0 0 1 0 0,1-1-1 0 0,-1 0 0 0 0,1 0 0 0 0,5 4 0 0 0,-3-3 20 0 0,1 0-1 0 0,0 0 0 0 0,0-1 0 0 0,0 0 0 0 0,1-1 0 0 0,-1 1 0 0 0,1-1 0 0 0,0-1 1 0 0,9 3-1 0 0,-11-4 15 0 0,-1-1 0 0 0,1 0 0 0 0,0 0 1 0 0,0 0-1 0 0,-1-1 0 0 0,1 0 0 0 0,0 0 1 0 0,-1 0-1 0 0,1-1 0 0 0,-1 0 0 0 0,1 0 1 0 0,-1 0-1 0 0,0-1 0 0 0,0 0 0 0 0,0 0 0 0 0,0 0 1 0 0,0 0-1 0 0,-1-1 0 0 0,1 0 0 0 0,-1 0 1 0 0,0 0-1 0 0,0 0 0 0 0,-1-1 0 0 0,1 1 1 0 0,-1-1-1 0 0,0 0 0 0 0,0 0 0 0 0,-1 0 0 0 0,0-1 1 0 0,3-7-1 0 0,-4 11-46 0 0,-1 0-1 0 0,0 0 1 0 0,0 0 0 0 0,0 0-1 0 0,0 0 1 0 0,-1 0 0 0 0,1 0-1 0 0,0 0 1 0 0,-1 0 0 0 0,1 1-1 0 0,-1-1 1 0 0,0 0 0 0 0,0 0-1 0 0,1 1 1 0 0,-1-1 0 0 0,0 0-1 0 0,-1 1 1 0 0,1-1 0 0 0,0 1-1 0 0,0-1 1 0 0,-1 1 0 0 0,1 0-1 0 0,0-1 1 0 0,-1 1 0 0 0,0 0-1 0 0,1 0 1 0 0,-1 0 0 0 0,0 0-1 0 0,1 0 1 0 0,-1 1 0 0 0,0-1-1 0 0,0 0 1 0 0,0 1 0 0 0,-3-1-1 0 0,-3-1-24 0 0,0 0-1 0 0,-1 1 0 0 0,1 0 1 0 0,-1 1-1 0 0,1 0 0 0 0,-13 1 1 0 0,8 1-511 0 0,0 0 0 0 0,0 1 0 0 0,1 1 0 0 0,-1 0 0 0 0,1 1 1 0 0,-20 10-1 0 0,6 0-4605 0 0,-44 34 0 0 0,35-20-3000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43 1324 0 0,'0'4'1174'0'0,"0"1"1"0"0,0-1-1 0 0,-1 1 0 0 0,0-1 0 0 0,1 1 0 0 0,-1-1 1 0 0,-1 1-1 0 0,1-1 0 0 0,-1 0 0 0 0,0 0 1 0 0,-26 39 17325 0 0,28-40-18474 0 0,7-3-19 0 0,7-3-14 0 0,386-106 7 0 0,-387 106 0 0 0,4-2 0 0 0,-3 1 0 0 0,-1 0 0 0 0,-2 0 0 0 0,-1 0-101 0 0,-8 3-526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2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21 348 0 0,'20'-20'25314'0'0,"-23"40"-23907"0"0,-9 26-969 0 0,-46 162 1530 0 0,-29 90-662 0 0,29-103-1280 0 0,56-188-538 0 0,1-4-81 0 0,0 0 0 0 0,0 0 0 0 0,-1 1 0 0 0,1-1 0 0 0,-1-1 0 0 0,0 1 0 0 0,1 0 0 0 0,-3 3 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2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61 744 0 0,'58'-60'26511'0'0,"-58"60"-26464"0"0,-11 5 57 0 0,0 1 0 0 0,1 1 0 0 0,0 0 1 0 0,0 0-1 0 0,0 1 0 0 0,1 0 0 0 0,-10 11 1 0 0,-57 71-30 0 0,39-43 1 0 0,3 2 0 0 0,2 2 0 0 0,2 1 0 0 0,2 1 0 0 0,-33 89 0 0 0,58-132-56 0 0,1-1 1 0 0,-1 0-1 0 0,1 1 1 0 0,1-1-1 0 0,0 1 1 0 0,0 0-1 0 0,1-1 1 0 0,0 1-1 0 0,1 0 1 0 0,3 16-1 0 0,-3-22-3 0 0,0 0 0 0 0,0 0 1 0 0,0-1-1 0 0,1 1 0 0 0,0 0 0 0 0,-1-1 0 0 0,1 1 0 0 0,1-1 0 0 0,-1 0 0 0 0,0 0 0 0 0,1 1 0 0 0,0-2 0 0 0,-1 1 0 0 0,1 0 0 0 0,1 0 0 0 0,-1-1 1 0 0,0 0-1 0 0,0 0 0 0 0,1 0 0 0 0,-1 0 0 0 0,1 0 0 0 0,0-1 0 0 0,-1 1 0 0 0,1-1 0 0 0,0 0 0 0 0,0 0 0 0 0,0-1 0 0 0,4 1 0 0 0,1 0 10 0 0,0-1 0 0 0,0-1 0 0 0,1 1 0 0 0,-1-1-1 0 0,0-1 1 0 0,0 0 0 0 0,-1 0 0 0 0,1-1 0 0 0,0 0-1 0 0,-1 0 1 0 0,1-1 0 0 0,9-7 0 0 0,-12 8-8 0 0,0-1 0 0 0,0 0 0 0 0,-1 0 0 0 0,1 0 0 0 0,-1-1 0 0 0,0 0-1 0 0,-1 0 1 0 0,1 0 0 0 0,-1-1 0 0 0,0 1 0 0 0,0-1 0 0 0,-1 0 0 0 0,0 0 0 0 0,0 0 0 0 0,0-1 0 0 0,3-12 0 0 0,-6 17-30 0 0,1-1 0 0 0,-1 1 0 0 0,0-1 0 0 0,0 1 0 0 0,0-1 0 0 0,0 1 0 0 0,0-1 0 0 0,0 1 0 0 0,-1-1-1 0 0,0 1 1 0 0,1-1 0 0 0,-1 1 0 0 0,0-1 0 0 0,0 1 0 0 0,0 0 0 0 0,0 0 0 0 0,-1-1 0 0 0,1 1 0 0 0,0 0 0 0 0,-1 0 0 0 0,0 0 0 0 0,1 0 0 0 0,-1 1 0 0 0,0-1 0 0 0,0 0 0 0 0,0 1-1 0 0,0-1 1 0 0,0 1 0 0 0,-1 0 0 0 0,1 0 0 0 0,0 0 0 0 0,-4-1 0 0 0,-2-1-830 0 0,1 0 0 0 0,-1 1 0 0 0,0 0-1 0 0,0 1 1 0 0,0 0 0 0 0,-1 0 0 0 0,1 1 0 0 0,-12 0 0 0 0,-17 8-10962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3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24 1812 0 0,'0'-24'15658'0'0,"-2"44"-9991"0"0,-3 16-3519 0 0,-4 34-286 0 0,-41 212 1247 0 0,29-183-2764 0 0,-2-10-210 0 0,13-58-3439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6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63 952 0 0,'-8'-6'17288'0'0,"7"7"-17032"0"0,-9 5 3286 0 0,16-6-2585 0 0,14-3-983 0 0,13 0-280 0 0,-1-2 0 0 0,52-13 0 0 0,-15 5-4048 0 0,-18 4-220 0 0,-11 1-1293 0 0,-20 3 1015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7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38 748 0 0,'-15'-38'20464'0'0,"14"38"-20430"0"0,1 0-1 0 0,0 1 1 0 0,0-1 0 0 0,-1 0 0 0 0,1 0-1 0 0,0 0 1 0 0,-1 1 0 0 0,1-1 0 0 0,0 0-1 0 0,0 0 1 0 0,-1 1 0 0 0,1-1 0 0 0,0 0-1 0 0,0 0 1 0 0,0 1 0 0 0,-1-1 0 0 0,1 0-1 0 0,0 1 1 0 0,0-1 0 0 0,0 0-1 0 0,0 1 1 0 0,0-1 0 0 0,0 0 0 0 0,-1 1-1 0 0,1-1 1 0 0,0 0 0 0 0,0 1 0 0 0,0-1-1 0 0,0 1 1 0 0,-83 341 2570 0 0,56-232-2514 0 0,13-59-383 0 0,-7 28-5890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54 241 3008 0 0,'25'-32'17061'0'0,"-25"30"-16872"0"0,0 0 0 0 0,-1 0 0 0 0,1 0 0 0 0,-1 0 0 0 0,1 0 0 0 0,-1 0 1 0 0,0 0-1 0 0,0 0 0 0 0,0 0 0 0 0,0 0 0 0 0,0 1 0 0 0,-1-1 0 0 0,1 0 1 0 0,-1 1-1 0 0,1-1 0 0 0,-1 1 0 0 0,-1-2 0 0 0,-33-22-127 0 0,30 22 82 0 0,5 2-117 0 0,-12-8-12 0 0,13 8-16 0 0,0 1 0 0 0,-1 0 0 0 0,1 0-1 0 0,0 0 1 0 0,0 0 0 0 0,-1-1 0 0 0,1 1 0 0 0,0 0 0 0 0,0 0 0 0 0,-1-1-1 0 0,1 1 1 0 0,0 0 0 0 0,0-1 0 0 0,0 1 0 0 0,0 0 0 0 0,0-1 0 0 0,-1 1-1 0 0,1 0 1 0 0,0 0 0 0 0,0-1 0 0 0,0 1 0 0 0,0 0 0 0 0,0-1-1 0 0,0 1 1 0 0,0 0 0 0 0,0-1 0 0 0,0 1 0 0 0,0 0 0 0 0,0-1 0 0 0,0 1-1 0 0,0 0 1 0 0,0-1 0 0 0,1 1 0 0 0,-1 0 0 0 0,0-1 0 0 0,0 1 0 0 0,0 0-1 0 0,0-1 1 0 0,1 1 0 0 0,-1 0 0 0 0,0 0 0 0 0,0-1 0 0 0,0 1-1 0 0,1 0 1 0 0,-1-1 0 0 0,30-9-29 0 0,0 0 0 0 0,32-4 0 0 0,20-7-59 0 0,62-27 82 0 0,-87 29-56 0 0,-55 18 62 0 0,-1 1-17 0 0,-1 0 18 0 0,0 0 1 0 0,1 0-1 0 0,-1 0 0 0 0,1 1 0 0 0,-1-1 0 0 0,1 0 0 0 0,-1 0 0 0 0,1 0 1 0 0,-1 0-1 0 0,0 0 0 0 0,1 1 0 0 0,-1-1 0 0 0,1 0 0 0 0,-1 0 0 0 0,0 1 1 0 0,1-1-1 0 0,-1 0 0 0 0,1 1 0 0 0,-1-1 0 0 0,0 0 0 0 0,0 1 1 0 0,1-1-1 0 0,-1 0 0 0 0,0 1 0 0 0,0-1 0 0 0,1 1 0 0 0,-1 0 0 0 0,1 17 269 0 0,-13 23 681 0 0,10-36-740 0 0,-103 257 3868 0 0,9-21-3137 0 0,70-173-804 0 0,-16 47 238 0 0,38-102-1332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50 1872 0 0,'14'-19'12717'0'0,"5"-12"-2115"0"0,-22 32-10494 0 0,0-1 1 0 0,0 1-1 0 0,1-1 1 0 0,-1 1-1 0 0,0 0 1 0 0,1 0-1 0 0,-1 0 1 0 0,1 1-1 0 0,-1-1 1 0 0,1 0-1 0 0,0 1 1 0 0,-1 0-1 0 0,-3 3 1 0 0,-29 32 309 0 0,22-22-157 0 0,-135 157 1088 0 0,117-131-1210 0 0,2 1 1 0 0,-34 66-1 0 0,17-4-102 0 0,42-92-20 0 0,0 0-1 0 0,1 1 0 0 0,0-1 1 0 0,1 1-1 0 0,1 0 1 0 0,-1 22-1 0 0,2-32 2 0 0,0 1 0 0 0,1-1 0 0 0,-1 1 0 0 0,1-1 0 0 0,0 1 0 0 0,0-1 0 0 0,0 0 0 0 0,0 1 0 0 0,0-1 0 0 0,1 0 0 0 0,-1 0 0 0 0,1 0 0 0 0,0 0 0 0 0,0 0 0 0 0,0 0 0 0 0,1-1 0 0 0,-1 1 0 0 0,0-1 0 0 0,1 1 0 0 0,0-1 0 0 0,0 0 0 0 0,-1 0 0 0 0,1 0 0 0 0,6 2 0 0 0,-4-2 4 0 0,-1-1 0 0 0,1 1 0 0 0,0-1 1 0 0,0-1-1 0 0,0 1 0 0 0,0-1 0 0 0,0 1 1 0 0,-1-2-1 0 0,1 1 0 0 0,0 0 0 0 0,0-1 1 0 0,0 0-1 0 0,0 0 0 0 0,0 0 0 0 0,-1-1 1 0 0,1 0-1 0 0,4-2 0 0 0,-3 2-11 0 0,-1-1 1 0 0,1-1-1 0 0,-1 1 0 0 0,0-1 1 0 0,0 0-1 0 0,0 0 0 0 0,0 0 1 0 0,-1-1-1 0 0,0 0 0 0 0,0 1 1 0 0,0-2-1 0 0,0 1 0 0 0,-1 0 1 0 0,0-1-1 0 0,0 1 0 0 0,0-1 1 0 0,-1 0-1 0 0,0 0 0 0 0,0 0 1 0 0,1-6-1 0 0,-3 10-55 0 0,0 1 1 0 0,0-1-1 0 0,-1 1 1 0 0,1-1-1 0 0,0 1 0 0 0,0 0 1 0 0,-1-1-1 0 0,1 1 0 0 0,-1-1 1 0 0,1 1-1 0 0,-1 0 1 0 0,0-1-1 0 0,1 1 0 0 0,-1 0 1 0 0,0 0-1 0 0,0 0 0 0 0,0 0 1 0 0,0 0-1 0 0,0 0 0 0 0,0 0 1 0 0,0 0-1 0 0,0 0 1 0 0,0 0-1 0 0,-1 0 0 0 0,1 0 1 0 0,0 1-1 0 0,0-1 0 0 0,-1 1 1 0 0,1-1-1 0 0,0 1 0 0 0,-1-1 1 0 0,1 1-1 0 0,-1 0 1 0 0,-1 0-1 0 0,-3-2-264 0 0,0 2 1 0 0,0-1-1 0 0,0 1 1 0 0,-1 0-1 0 0,1 0 0 0 0,-8 1 1 0 0,7 1-753 0 0,0 0 1 0 0,1 0 0 0 0,-1 0 0 0 0,-7 5-1 0 0,-11 7-8009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76 872 0 0,'0'-14'2579'0'0,"0"-21"173"0"0,0 33-2465 0 0,-1-22 9407 0 0,-3 31-7498 0 0,2-4-2090 0 0,2 1 0 0 0,-1 0 0 0 0,0 0 0 0 0,1 0 0 0 0,-1 0 0 0 0,1 0 0 0 0,0 0 0 0 0,1 6 0 0 0,-1 9 284 0 0,-46 256 3058 0 0,21-143-2976 0 0,7-57-319 0 0,8-45-2645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9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46 1264 0 0,'44'-46'23951'0'0,"-43"58"-22415"0"0,-22 99 2547 0 0,-17 58-2838 0 0,25-118-1376 0 0,-20 83-329 0 0,20-44-9290 0 0,12-87 8685 0 0,1 2-15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8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25 908 0 0,'9'2'11762'0'0,"10"-1"-6412"0"0,63-4-6552 0 0,-53 2 2553 0 0,265-19-644 0 0,-291 19-689 0 0,18-1 533 0 0,-12 1-2878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8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45 2836 0 0,'22'-44'19962'0'0,"-20"61"-18417"0"0,-22 226 2372 0 0,11-165-3489 0 0,-31 177 383 0 0,27-184-533 0 0,8-39-209 0 0,2-9 55 0 0,-10 32 1 0 0,12-53-133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59 276 1384 0 0,'3'-15'6463'0'0,"-2"10"-5007"0"0,-1 0-1 0 0,1 0 1 0 0,-1 0-1 0 0,0 0 1 0 0,0 0-1 0 0,-1-7 1039 0 0,-7-22 2358 0 0,-22-9-3204 0 0,6 7-1301 0 0,23 35-352 0 0,2 0-27 0 0,-1 0 31 0 0,1 0-1 0 0,-1 0 1 0 0,1 0-1 0 0,0 0 1 0 0,-1 0-1 0 0,1 0 1 0 0,0 1-1 0 0,0-1 1 0 0,-1 0-1 0 0,1 0 1 0 0,0 1 0 0 0,0-1-1 0 0,0 0 1 0 0,0 1-1 0 0,0-1 1 0 0,0 1-1 0 0,2-1 1 0 0,23-7 6 0 0,-21 7 2 0 0,268-39-32 0 0,-165 28 62 0 0,-82 9-41 0 0,42-7 262 0 0,-66 9-216 0 0,0 0-1 0 0,0 0 1 0 0,0 0 0 0 0,0 0 0 0 0,0 0 0 0 0,0 0-1 0 0,-1 0 1 0 0,3-3 0 0 0,1 1 342 0 0,-8 14-328 0 0,-90 211 16 0 0,79-186-130 0 0,-46 122-163 0 0,-44 177 0 0 0,89-280-5870 0 0,15-55 5979 0 0,0 1 1 0 0,0-1 0 0 0,0 0 0 0 0,0 1 0 0 0,0-1 0 0 0,1 0-1 0 0,-1 1 1 0 0,0-1 0 0 0,0 0 0 0 0,0 0 0 0 0,0 1-1 0 0,5 2-2000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2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333 165 2252 0 0,'2'-3'412'0'0,"15"-17"3546"0"0,-1-2 0 0 0,-1 0 0 0 0,13-24 0 0 0,-26 42-3245 0 0,-1 1-1 0 0,1-1 1 0 0,-1 1-1 0 0,1-1 1 0 0,-1 0-1 0 0,-1 0 0 0 0,1 1 1 0 0,0-1-1 0 0,-1 0 1 0 0,0-7-1 0 0,0 11-682 0 0,-1-1-1 0 0,1 1 1 0 0,-1 0-1 0 0,1-1 1 0 0,-1 1 0 0 0,0 0-1 0 0,1 0 1 0 0,-1-1-1 0 0,1 1 1 0 0,-1 0-1 0 0,0 0 1 0 0,1 0 0 0 0,-1 0-1 0 0,0 0 1 0 0,1 0-1 0 0,-1 0 1 0 0,0 0 0 0 0,1 0-1 0 0,-1 0 1 0 0,0 0-1 0 0,1 0 1 0 0,-1 0-1 0 0,1 1 1 0 0,-1-1 0 0 0,0 1-1 0 0,-19 3 219 0 0,20-4-249 0 0,-10 5 50 0 0,-1-1 0 0 0,1 2-1 0 0,1-1 1 0 0,-1 1 0 0 0,1 0 0 0 0,-17 16 0 0 0,-45 52 47 0 0,53-54-60 0 0,-14 16 25 0 0,2 1-1 0 0,-36 59 1 0 0,53-74-46 0 0,0 1 0 0 0,2 1 0 0 0,1 0 1 0 0,1 0-1 0 0,0 1 0 0 0,-4 29 0 0 0,11-45 20 0 0,0 1-1 0 0,2-1 1 0 0,-1 1-1 0 0,1-1 0 0 0,0 1 1 0 0,1-1-1 0 0,0 1 1 0 0,0-1-1 0 0,1 1 1 0 0,1-1-1 0 0,0 0 0 0 0,5 13 1 0 0,-5-17 1 0 0,0 1-1 0 0,1 0 1 0 0,-1-1-1 0 0,1 0 1 0 0,0 0 0 0 0,1 0-1 0 0,-1 0 1 0 0,1-1 0 0 0,0 1-1 0 0,0-1 1 0 0,1-1 0 0 0,-1 1-1 0 0,1-1 1 0 0,-1 0-1 0 0,1 0 1 0 0,0 0 0 0 0,1-1-1 0 0,11 3 1 0 0,-9-3-18 0 0,0-1 0 0 0,0 0 0 0 0,0-1 0 0 0,0 0 0 0 0,1 0 0 0 0,-1-1 0 0 0,0 0 0 0 0,-1-1 0 0 0,1 0 1 0 0,0 0-1 0 0,15-7 0 0 0,-11 4 117 0 0,-1-1 0 0 0,0 0 0 0 0,0-1 0 0 0,0-1 0 0 0,-1 0 0 0 0,0 0 0 0 0,11-12 0 0 0,-20 18-98 0 0,0 1-1 0 0,-1-1 1 0 0,1 0 0 0 0,-1 0 0 0 0,1 0-1 0 0,-1 0 1 0 0,0 0 0 0 0,0 0 0 0 0,0 0-1 0 0,0 0 1 0 0,0-1 0 0 0,0 1 0 0 0,0 0-1 0 0,-1-1 1 0 0,1-4 0 0 0,-1 6-19 0 0,0-1 0 0 0,0 0 0 0 0,-1 0 0 0 0,1 1 0 0 0,0-1 0 0 0,-1 0-1 0 0,0 1 1 0 0,1-1 0 0 0,-1 0 0 0 0,0 1 0 0 0,0-1 0 0 0,0 1 0 0 0,0-1 0 0 0,0 1 0 0 0,0-1 0 0 0,-3-1 0 0 0,1 0-74 0 0,-1 0 0 0 0,0 0 0 0 0,0 0 0 0 0,-1 1 0 0 0,1 0-1 0 0,-1 0 1 0 0,1 0 0 0 0,-1 0 0 0 0,1 1 0 0 0,-1 0 0 0 0,0 0 0 0 0,0 0 0 0 0,1 0 0 0 0,-7 1 0 0 0,0 0-616 0 0,0 1 1 0 0,0 1-1 0 0,0 0 1 0 0,0 0-1 0 0,0 1 0 0 0,1 0 1 0 0,-16 8-1 0 0,-67 39-9006 0 0,71-36 5703 0 0,-17 9-5180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3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31 2300 0 0,'9'-30'20098'0'0,"-23"103"-17764"0"0,-32 149 5701 0 0,32-163-8035 0 0,-33 110 0 0 0,45-164-165 0 0,-4 18-9022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34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39 2456 0 0,'26'-39'25997'0'0,"-28"56"-25097"0"0,0-1 0 0 0,-1 0-1 0 0,-10 32 1 0 0,4-14-185 0 0,-120 385-715 0 0,128-417-15 0 0,-9 26-3209 0 0,7-21 1444 0 0,1-1-1 0 0,-1 1 0 0 0,-1-1 0 0 0,1 0 0 0 0,-1 0 1 0 0,0-1-1 0 0,0 1 0 0 0,-7 5 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0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14 496 0 0,'14'-14'14843'0'0,"-9"27"-12952"0"0,-7 16 272 0 0,-11 57 0 0 0,2-22-722 0 0,-5 44 441 0 0,-37 134-1 0 0,42-201-1772 0 0,-17 49-1751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1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38 125 700 0 0,'0'-3'3055'0'0,"-7"-42"13096"0"0,7 34-11187 0 0,0-6-993 0 0,0 15-3553 0 0,2 0-150 0 0,5-2-169 0 0,-1-1-1 0 0,1 2 0 0 0,0-1 0 0 0,0 1 1 0 0,1 0-1 0 0,-1 0 0 0 0,1 0 0 0 0,11-1 0 0 0,6-1-20 0 0,31-2 0 0 0,-51 7-85 0 0,0 0 0 0 0,0 0 0 0 0,0 0 0 0 0,0 1-1 0 0,0 0 1 0 0,0 0 0 0 0,0 0 0 0 0,0 0-1 0 0,-1 1 1 0 0,1-1 0 0 0,-1 1 0 0 0,1 1-1 0 0,-1-1 1 0 0,1 0 0 0 0,-1 1 0 0 0,0 0 0 0 0,0 0-1 0 0,-1 0 1 0 0,1 1 0 0 0,0-1 0 0 0,-1 1-1 0 0,0 0 1 0 0,0 0 0 0 0,0 0 0 0 0,-1 0-1 0 0,1 1 1 0 0,-1-1 0 0 0,0 1 0 0 0,0-1 0 0 0,0 1-1 0 0,-1 0 1 0 0,0 0 0 0 0,0 0 0 0 0,0-1-1 0 0,0 1 1 0 0,-1 0 0 0 0,0 0 0 0 0,-1 8-1 0 0,-2 3 9 0 0,-1-1 0 0 0,-1 0-1 0 0,-1 0 1 0 0,0 0 0 0 0,-1-1-1 0 0,0 0 1 0 0,-1 0-1 0 0,-16 19 1 0 0,-10 10 139 0 0,-46 43-1 0 0,44-48 2 0 0,-32 34 80 0 0,57-61-154 0 0,10-11-56 0 0,0 0 0 0 0,0 1 0 0 0,0-1 0 0 0,0 1 1 0 0,1-1-1 0 0,-1 1 0 0 0,0 0 0 0 0,0-1 0 0 0,1 1 0 0 0,-1 0 1 0 0,0 0-1 0 0,1-1 0 0 0,-1 1 0 0 0,1 0 0 0 0,-1 0 0 0 0,1 0 1 0 0,-1 0-1 0 0,1-1 0 0 0,0 1 0 0 0,0 0 0 0 0,-1 0 0 0 0,1 0 1 0 0,0 0-1 0 0,0 0 0 0 0,0 0 0 0 0,0 0 0 0 0,0 0 1 0 0,0 0-1 0 0,0 0 0 0 0,0 0 0 0 0,1 1 0 0 0,-1-1-2 0 0,1 0 0 0 0,0 0 1 0 0,0-1-1 0 0,1 1 0 0 0,-1 0 0 0 0,0-1 0 0 0,0 1 0 0 0,0-1 0 0 0,0 1 0 0 0,1-1 0 0 0,-1 0 0 0 0,0 1 0 0 0,0-1 1 0 0,0 0-1 0 0,1 0 0 0 0,1 0 0 0 0,27 1 35 0 0,-22-2-5 0 0,152-12-183 0 0,-102 6 451 0 0,-54 7-402 0 0,0 0 0 0 0,0 0 1 0 0,0-1-1 0 0,0 1 0 0 0,0-1 0 0 0,0 0 0 0 0,0 0 1 0 0,-1-1-1 0 0,1 1 0 0 0,0-1 0 0 0,-1 0 1 0 0,5-3-1 0 0,26-26-7692 0 0,-3 1-3131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76 1516 0 0,'-4'-30'20573'0'0,"3"-16"-10287"0"0,0 47-9955 0 0,-1 1-327 0 0,1-1 0 0 0,0 1 0 0 0,-1 0 0 0 0,1-1 0 0 0,0 1 1 0 0,0 0-1 0 0,0 0 0 0 0,1 0 0 0 0,-1 0 0 0 0,0-1 0 0 0,1 1 0 0 0,-1 0 1 0 0,1 0-1 0 0,0 0 0 0 0,-1 0 0 0 0,1 3 0 0 0,-1 6-13 0 0,0-9 9 0 0,-70 265-1364 0 0,54-191 94 0 0,-10 119-1 0 0,26-160-3235 0 0,5-12-4987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663 118 804 0 0,'0'-26'8400'0'0,"6"4"1181"0"0,-2 15-8213 0 0,34-5-414 0 0,2 3 0 0 0,63-8 0 0 0,87 2-763 0 0,-122 11-4 0 0,-54 3-175 0 0,115-3 76 0 0,-127 4-77 0 0,-1 0-1 0 0,1 0 0 0 0,-1 1 0 0 0,0-1 1 0 0,1 1-1 0 0,-1-1 0 0 0,0 1 0 0 0,1 0 1 0 0,-1-1-1 0 0,0 1 0 0 0,0 0 0 0 0,1 0 0 0 0,-1 0 1 0 0,0 0-1 0 0,0 0 0 0 0,0 0 0 0 0,0 0 1 0 0,0 0-1 0 0,0 0 0 0 0,-1 1 0 0 0,1-1 0 0 0,0 0 1 0 0,0 3-1 0 0,1 1 63 0 0,0 0 0 0 0,0 0 0 0 0,0 0 0 0 0,1 9 0 0 0,0 28 565 0 0,-2 0 0 0 0,-2 0 1 0 0,-1-1-1 0 0,-11 52 1 0 0,8-55-230 0 0,-58 662 3527 0 0,23-201-3272 0 0,-8 480-202 0 0,66-87-462 0 0,7-481 0 0 0,1 15 0 0 0,-26-280 0 0 0,-2-122 0 0 0,0 0 0 0 0,-2 0 0 0 0,-13 46 0 0 0,5-40 0 0 0,-1-1 0 0 0,-1 0 0 0 0,-1-1 0 0 0,-2 0 0 0 0,-1-1 0 0 0,-1-1 0 0 0,-1-1 0 0 0,-1-1 0 0 0,-2-1 0 0 0,0-1 0 0 0,-29 22 0 0 0,26-25 0 0 0,-2-1 0 0 0,0-1 0 0 0,-57 24 0 0 0,-99 27 0 0 0,158-59 0 0 0,-145 43-4123 0 0,-93 13-9299 0 0,154-42 604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277 123 1724 0 0,'3'-14'3648'0'0,"-3"7"-2867"0"0,-1 1 0 0 0,1-1 0 0 0,-2 1 0 0 0,1-1 1 0 0,-1 1-1 0 0,0 0 0 0 0,-3-8 0 0 0,3 10-541 0 0,0 0-1 0 0,0 0 1 0 0,0 0-1 0 0,-1 1 1 0 0,1-1-1 0 0,-1 0 1 0 0,0 1 0 0 0,0 0-1 0 0,0-1 1 0 0,0 1-1 0 0,-7-4 1 0 0,9 7-227 0 0,-1-1 0 0 0,0 1-1 0 0,0-1 1 0 0,0 1 0 0 0,1 0 0 0 0,-1 0 0 0 0,0-1 0 0 0,0 1-1 0 0,0 0 1 0 0,1 1 0 0 0,-1-1 0 0 0,0 0 0 0 0,0 1 0 0 0,1-1-1 0 0,-1 1 1 0 0,0-1 0 0 0,0 1 0 0 0,1 0 0 0 0,-1-1 0 0 0,1 1-1 0 0,-1 0 1 0 0,1 0 0 0 0,-3 2 0 0 0,1-1-6 0 0,-6 4 5 0 0,0 0 1 0 0,1 1-1 0 0,0 0 1 0 0,0 1-1 0 0,1-1 1 0 0,0 2-1 0 0,0-1 1 0 0,1 1-1 0 0,0 0 0 0 0,-7 13 1 0 0,-5 14-6 0 0,-18 52 0 0 0,25-59-61 0 0,-13 56 0 0 0,23-77 59 0 0,-1 0 0 0 0,1 0 0 0 0,0 0 0 0 0,1 0 0 0 0,0 0 0 0 0,0 0 0 0 0,0 0 0 0 0,1 0-1 0 0,1 0 1 0 0,-1 0 0 0 0,1 0 0 0 0,5 12 0 0 0,5-3 76 0 0,-1-12-21 0 0,-8-4-45 0 0,1 0 1 0 0,0 0-1 0 0,-1-1 1 0 0,1 0 0 0 0,0 1-1 0 0,0-1 1 0 0,-1 0-1 0 0,1-1 1 0 0,0 1-1 0 0,0-1 1 0 0,-1 0-1 0 0,1 1 1 0 0,-1-2 0 0 0,7-1-1 0 0,-4 0 4 0 0,0-1 1 0 0,0 1-1 0 0,-1-1 0 0 0,0 0 0 0 0,1-1 0 0 0,-2 1 1 0 0,9-10-1 0 0,-2 0 6 0 0,0-1-1 0 0,-1 0 1 0 0,-1-1-1 0 0,0 0 1 0 0,7-22-1 0 0,-3-2 223 0 0,-2 0 0 0 0,-1-1-1 0 0,5-55 1 0 0,-14 88-102 0 0,-1 6-131 0 0,9 15-13 0 0,7 79 35 0 0,-12-60-26 0 0,2 0-1 0 0,0-1 0 0 0,3 1 1 0 0,11 29-1 0 0,-18-56-203 0 0,0-1 1 0 0,1 0-1 0 0,-1 0 1 0 0,1 0-1 0 0,0 0 1 0 0,0 0-1 0 0,0-1 1 0 0,1 1-1 0 0,-1-1 1 0 0,1 0-1 0 0,0 0 1 0 0,0 0-1 0 0,6 3 0 0 0,-6-4-486 0 0,0 0 0 0 0,1 0-1 0 0,-1-1 1 0 0,0 0-1 0 0,0 0 1 0 0,1 0 0 0 0,-1 0-1 0 0,0-1 1 0 0,9 0-1 0 0,11-2-4224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49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344 472 1964 0 0,'1'-6'1062'0'0,"-1"0"0"0"0,0 1 0 0 0,0-1 0 0 0,0 0 0 0 0,0 0-1 0 0,-1 1 1 0 0,0-1 0 0 0,-2-7 0 0 0,2 12-895 0 0,1-1-1 0 0,-1 1 1 0 0,1-1-1 0 0,-1 1 1 0 0,0-1-1 0 0,0 1 1 0 0,0-1-1 0 0,0 1 1 0 0,0 0-1 0 0,0-1 1 0 0,-1 1-1 0 0,1 0 1 0 0,0 0-1 0 0,0 0 1 0 0,-1 0-1 0 0,1 0 1 0 0,-1 0-1 0 0,1 1 1 0 0,-1-1-1 0 0,1 0 1 0 0,-1 1-1 0 0,1-1 1 0 0,-1 1-1 0 0,0-1 1 0 0,1 1-1 0 0,-1 0 1 0 0,0 0-1 0 0,1 0 1 0 0,-1 0 0 0 0,0 0-1 0 0,-2 0 1 0 0,-4 2-40 0 0,1-1 1 0 0,0 1 0 0 0,0 0-1 0 0,0 1 1 0 0,1 0 0 0 0,-1 0-1 0 0,0 0 1 0 0,1 1 0 0 0,0 0-1 0 0,0 0 1 0 0,-8 7 0 0 0,-6 7 100 0 0,-29 34 1 0 0,45-48-198 0 0,-13 16 14 0 0,1 2 1 0 0,0-1-1 0 0,2 2 1 0 0,0 0 0 0 0,2 0-1 0 0,0 1 1 0 0,-15 49-1 0 0,20-33 39 0 0,7-39-73 0 0,0 1 0 0 0,0 0 1 0 0,0 0-1 0 0,0 0 0 0 0,1-1 1 0 0,-1 1-1 0 0,0 0 0 0 0,1 0 1 0 0,-1-1-1 0 0,1 1 0 0 0,-1 0 1 0 0,1-1-1 0 0,0 1 0 0 0,0 0 1 0 0,0-1-1 0 0,0 1 0 0 0,0-1 1 0 0,2 3-1 0 0,0-3-1 0 0,0 0 0 0 0,0 0 1 0 0,0 0-1 0 0,1-1 0 0 0,-1 1 0 0 0,0-1 0 0 0,0 0 0 0 0,1 0 1 0 0,-1 0-1 0 0,0 0 0 0 0,0-1 0 0 0,1 1 0 0 0,-1-1 0 0 0,0 0 0 0 0,0 0 1 0 0,5-2-1 0 0,4-1-9 0 0,-1-1 1 0 0,0 0-1 0 0,0-1 1 0 0,0-1 0 0 0,-1 1-1 0 0,0-2 1 0 0,0 1-1 0 0,-1-2 1 0 0,0 1-1 0 0,15-18 1 0 0,-7 3-119 0 0,0 0 0 0 0,-1-1 1 0 0,19-42-1 0 0,-16 22 19 0 0,-3-1 0 0 0,-1-1 0 0 0,-2-1 0 0 0,-3 0 0 0 0,8-80 0 0 0,-13 0 140 0 0,-2 34 699 0 0,-12 150-658 0 0,16 258 1654 0 0,-5-288-1711 0 0,12 128 383 0 0,-10-128-808 0 0,2 1 0 0 0,1-1 0 0 0,15 41 0 0 0,-19-61-63 0 0,0 0 0 0 0,1-1 1 0 0,0 1-1 0 0,0-1 0 0 0,0 0 0 0 0,9 9 1 0 0,-11-12-157 0 0,1 0 1 0 0,0-1 0 0 0,1 1 0 0 0,-1-1 0 0 0,0 0 0 0 0,1 0 0 0 0,-1 0 0 0 0,1 0-1 0 0,-1-1 1 0 0,1 1 0 0 0,0-1 0 0 0,0 0 0 0 0,0 0 0 0 0,4 0 0 0 0,9 0-4600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40 284 0 0,'27'-39'15178'0'0,"-25"48"-13742"0"0,-11 161 6517 0 0,-24 89-2880 0 0,24-195-4072 0 0,0 2-632 0 0,-2-1-1 0 0,-4 0 0 0 0,-2-1 1 0 0,-32 76-1 0 0,48-137-368 0 0,0 1 0 0 0,-1-1 0 0 0,0 0 0 0 0,0 0 0 0 0,0 0 0 0 0,0 0 0 0 0,0 0 0 0 0,0 0 0 0 0,-1-1 0 0 0,0 1 0 0 0,1-1 0 0 0,-1 0 0 0 0,0 0 0 0 0,0 0 0 0 0,0 0 0 0 0,-5 2 0 0 0,7-3 0 0 0,-1-1 0 0 0,1 1 0 0 0,-1 0 0 0 0,1-1 0 0 0,-1 0 0 0 0,1 1 0 0 0,-1-1 0 0 0,1 0 0 0 0,-1 0 0 0 0,0 1 0 0 0,1-1 0 0 0,-1-1 0 0 0,0 1 0 0 0,1 0 0 0 0,-1 0 0 0 0,-1-1 0 0 0,-3 0 0 0 0,1 0-26 0 0,0-1 0 0 0,0 1 0 0 0,0-1 0 0 0,0 0 0 0 0,0 0 0 0 0,0 0-1 0 0,0-1 1 0 0,1 0 0 0 0,-1 0 0 0 0,1 0 0 0 0,0 0 0 0 0,0-1 0 0 0,0 1 0 0 0,0-1 0 0 0,-3-4 0 0 0,-3-5-309 0 0,1 1 1 0 0,0-1-1 0 0,-13-25 1 0 0,15 20-1148 0 0,0 1 0 0 0,1-1 0 0 0,0 0 0 0 0,2 0 0 0 0,-3-22 1 0 0,0-47-8689 0 0,7 47 623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0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1276 0 0,'3'-18'5527'0'0,"-1"0"0"0"0,0-34-1 0 0,-3 13-1772 0 0,0 22-3705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51 580 2012 0 0,'-2'2'2950'0'0,"-17"25"3421"0"0,6 4-3416 0 0,0 36-132 0 0,9-39 2052 0 0,22-40-3752 0 0,8-26-812 0 0,-2-1-1 0 0,-2-1 0 0 0,24-60 0 0 0,-29 62-204 0 0,155-368 114 0 0,-164 387-200 0 0,-6 13-59 0 0,0 0 0 0 0,1 0 0 0 0,0 0-1 0 0,0 1 1 0 0,4-7 0 0 0,-6 11-21 0 0,1 1-3 0 0,0 0 54 0 0,-1 1 1 0 0,1-1-1 0 0,-1 1 1 0 0,1 0-1 0 0,-1-1 1 0 0,1 1-1 0 0,-1 0 1 0 0,1 0-1 0 0,-1 0 1 0 0,0 0-1 0 0,1 0 1 0 0,-1 0-1 0 0,0 0 1 0 0,0 1-1 0 0,0-1 1 0 0,0 0-1 0 0,0 1 1 0 0,0-1 0 0 0,0 0-1 0 0,0 1 1 0 0,-1-1-1 0 0,2 3 1 0 0,14 43-33 0 0,-12-34 33 0 0,44 186 252 0 0,-30-111 202 0 0,10 92 932 0 0,-14-79-869 0 0,-2 4-1435 0 0,-11-103 65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101 102 1724 0 0,'-88'-3'18132'0'0,"76"2"-15957"0"0,192-39-693 0 0,-94 22-3594 0 0,-13 0-2182 0 0,-24 5-2757 0 0,-20 4-601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17 1792 0 0,'-52'25'21479'0'0,"43"-22"-19601"0"0,38-7-1965 0 0,47-14-1 0 0,-9 1-4336 0 0,-42 12 536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3028 0 0,'-47'29'5558'0'0,"28"-19"-1114"0"0,-34 26 0 0 0,53-36-4413 0 0,0 0-1 0 0,0 0 0 0 0,0 1 0 0 0,0-1 1 0 0,0 0-1 0 0,-1 0 0 0 0,1 0 1 0 0,0 1-1 0 0,0-1 0 0 0,0 0 1 0 0,0 0-1 0 0,0 0 0 0 0,0 1 0 0 0,0-1 1 0 0,0 0-1 0 0,0 0 0 0 0,0 1 1 0 0,0-1-1 0 0,0 0 0 0 0,0 0 0 0 0,0 0 1 0 0,0 1-1 0 0,0-1 0 0 0,0 0 1 0 0,0 0-1 0 0,0 1 0 0 0,0-1 1 0 0,0 0-1 0 0,1 0 0 0 0,-1 0 0 0 0,0 1 1 0 0,0-1-1 0 0,0 0 0 0 0,0 0 1 0 0,0 0-1 0 0,1 0 0 0 0,-1 1 0 0 0,0-1 1 0 0,0 0-1 0 0,0 0 0 0 0,0 0 1 0 0,1 0-1 0 0,-1 0 0 0 0,0 0 0 0 0,0 1 1 0 0,0-1-1 0 0,1 0 0 0 0,-1 0 1 0 0,0 0-1 0 0,1 0 0 0 0,16 4 651 0 0,8-5-880 0 0,1-1 0 0 0,-1-1 0 0 0,0-1-1 0 0,26-8 1 0 0,-32 6-2289 0 0,0-1 0 0 0,0 0 0 0 0,23-13 0 0 0,-14 2-3860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2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35 1868 0 0,'22'-34'12419'0'0,"-24"60"-11458"0"0,-1 0 0 0 0,-1 0-1 0 0,-10 34 1 0 0,3-12-215 0 0,-37 161 1454 0 0,-31 154-722 0 0,71-327-1397 0 0,5-25-64 0 0,0-1 0 0 0,1 1-1 0 0,-1 15 1 0 0,-2-11 391 0 0,2-6-3846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10 115 1116 0 0,'-4'-23'4750'0'0,"-2"-23"4931"0"0,8 22-7739 0 0,-1 23-1908 0 0,1 0 1 0 0,-1 0-1 0 0,0 0 0 0 0,0 0 1 0 0,1 0-1 0 0,-1 0 0 0 0,1 0 1 0 0,-1 1-1 0 0,1-1 1 0 0,-1 1-1 0 0,1-1 0 0 0,-1 1 1 0 0,1-1-1 0 0,-1 1 0 0 0,3 0 1 0 0,-1-1 48 0 0,11-2-21 0 0,0 0 0 0 0,0 1 1 0 0,1 1-1 0 0,-1 0 0 0 0,0 1 0 0 0,1 1 1 0 0,-1 0-1 0 0,0 1 0 0 0,22 6 1 0 0,-27-6-59 0 0,-1 0 0 0 0,1 1 0 0 0,-1 0 0 0 0,0 1 0 0 0,0 0 0 0 0,-1 0 1 0 0,1 0-1 0 0,-1 1 0 0 0,0 0 0 0 0,0 1 0 0 0,0-1 0 0 0,-1 1 0 0 0,0 1 1 0 0,0-1-1 0 0,-1 1 0 0 0,9 13 0 0 0,-11-13 5 0 0,0 0 0 0 0,-1 0 0 0 0,0 1 1 0 0,0-1-1 0 0,0 0 0 0 0,-1 1 0 0 0,0-1 0 0 0,-1 1 0 0 0,0 0 0 0 0,0-1 1 0 0,0 1-1 0 0,-1-1 0 0 0,0 1 0 0 0,-1-1 0 0 0,0 0 0 0 0,0 1 0 0 0,-5 10 0 0 0,-5 10 24 0 0,-1-1-1 0 0,-33 50 0 0 0,41-69-26 0 0,-88 116 413 0 0,72-98 437 0 0,19-25-538 0 0,-1 0-116 0 0,-1-1 78 0 0,13-5-250 0 0,1 2-24 0 0,-1 1 0 0 0,1 0-1 0 0,0 0 1 0 0,0 1 0 0 0,0 0-1 0 0,0 0 1 0 0,0 1 0 0 0,-1 1-1 0 0,1 0 1 0 0,0 0 0 0 0,0 1-1 0 0,9 3 1 0 0,3 0-1 0 0,-1 2 1 0 0,0 1-1 0 0,0 0 1 0 0,28 17-1 0 0,-42-21 85 0 0,0 0 0 0 0,0 1 0 0 0,-1 0 1 0 0,1 0-1 0 0,-1 1 0 0 0,0-1 0 0 0,-1 1 0 0 0,1 1 0 0 0,6 10 1 0 0,-9-13 106 0 0,-1 0 0 0 0,0 1 0 0 0,-1-1 0 0 0,1 0 0 0 0,-1 0 1 0 0,0 1-1 0 0,0-1 0 0 0,0 1 0 0 0,0-1 0 0 0,-1 1 0 0 0,0-1 1 0 0,0 1-1 0 0,0 0 0 0 0,0-1 0 0 0,-1 1 0 0 0,0-1 0 0 0,0 1 1 0 0,-2 6-1 0 0,-2 1 56 0 0,-1-1 1 0 0,1-1 0 0 0,-2 1-1 0 0,0-1 1 0 0,0 0-1 0 0,0-1 1 0 0,-1 1 0 0 0,-1-2-1 0 0,0 1 1 0 0,0-1 0 0 0,-1 0-1 0 0,1-1 1 0 0,-13 7-1 0 0,8-6 75 0 0,-1 0 0 0 0,0 0 1 0 0,0-2-1 0 0,0 0 0 0 0,-1 0 0 0 0,0-2 0 0 0,0 0 0 0 0,0-1 0 0 0,-20 2 0 0 0,27-4-328 0 0,-30-4 0 0 0,29 3 0 0 0,4 0 0 0 0,1 0 0 0 0,0-1 0 0 0,0 0 0 0 0,-1 0 0 0 0,1 0 0 0 0,-5-2 0 0 0,-7-3 0 0 0,0 1 0 0 0,3-2 0 0 0,12 6-112 0 0,0 0 1 0 0,1 1-1 0 0,-1-1 1 0 0,0 0-1 0 0,1 0 1 0 0,-1 0-1 0 0,0-1 1 0 0,1 1-1 0 0,-1 0 1 0 0,1-1-1 0 0,0 1 1 0 0,-1-1-1 0 0,1 1 1 0 0,-2-3-1 0 0,2 0-445 0 0,0 3 298 0 0,1 0-1 0 0,0 0 0 0 0,0 0 1 0 0,-1 0-1 0 0,1 0 0 0 0,0 0 1 0 0,0 0-1 0 0,0 0 0 0 0,1 0 0 0 0,-1 0 1 0 0,0-1-1 0 0,0 1 0 0 0,0 0 1 0 0,1 0-1 0 0,-1 0 0 0 0,0 0 0 0 0,1 0 1 0 0,-1 1-1 0 0,1-1 0 0 0,-1 0 1 0 0,1 0-1 0 0,0 0 0 0 0,-1 0 0 0 0,1 0 1 0 0,0 1-1 0 0,0-1 0 0 0,-1 0 1 0 0,1 1-1 0 0,0-1 0 0 0,0 1 0 0 0,0-1 1 0 0,0 0-1 0 0,0 1 0 0 0,1-1 1 0 0,34-15-7020 0 0,-22 11 2518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3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2672 0 0,'3'0'4539'0'0,"5"0"-3230"0"0,22 1 9528 0 0,-24-1-11203 0 0,-4 0 769 0 0,7 24 3412 0 0,-5 1-2749 0 0,-3-1-1 0 0,0 1 1 0 0,-1 0-1 0 0,-1 0 0 0 0,-2 0 1 0 0,-5 25-1 0 0,-41 149 179 0 0,48-197-1224 0 0,-29 98-2275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67 197 908 0 0,'38'-197'21584'0'0,"-39"198"-21523"0"0,0 1-1 0 0,0-1 1 0 0,0 1-1 0 0,0 0 1 0 0,0-1-1 0 0,1 1 1 0 0,-1-1-1 0 0,1 1 1 0 0,-1 3 0 0 0,0-3-4 0 0,-18 58-110 0 0,-40 147 819 0 0,52-174-2734 0 0,-2 39-1 0 0,8-49-1500 0 0,1-1-1 0 0,4 38 0 0 0,-1-36-3648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4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35 400 0 0,'-93'-13'12314'0'0,"91"13"-11810"0"0,-10-3 1760 0 0,26-1-2212 0 0,0 0-1 0 0,0 1 1 0 0,1 1-1 0 0,-1 0 0 0 0,1 1 1 0 0,24 0-1 0 0,-13 1-392 0 0,39-1-2135 0 0,-22 3-3576 0 0,-28 0 1483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4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 2688 0 0,'-95'63'11597'0'0,"95"-63"-11555"0"0,-1 1 0 0 0,1-1 0 0 0,-1 0 0 0 0,1 0 0 0 0,0 0 0 0 0,-1 1 0 0 0,1-1 0 0 0,0 0 0 0 0,-1 0 0 0 0,1 1 0 0 0,0-1-1 0 0,0 0 1 0 0,-1 0 0 0 0,1 1 0 0 0,0-1 0 0 0,0 0 0 0 0,0 1 0 0 0,-1-1 0 0 0,1 1 0 0 0,0-1 0 0 0,0 0 0 0 0,0 1 0 0 0,0-1 0 0 0,0 0 0 0 0,0 1-1 0 0,-1-1 1 0 0,1 1 0 0 0,0-1 0 0 0,0 0 0 0 0,0 1 0 0 0,1-1 0 0 0,-1 1 0 0 0,0-1 0 0 0,0 0 0 0 0,0 1 0 0 0,0-1 0 0 0,0 1 0 0 0,0-1 0 0 0,0 0-1 0 0,1 1 1 0 0,-1-1 0 0 0,0 0 0 0 0,0 1 0 0 0,1-1 0 0 0,-1 0 0 0 0,0 1 0 0 0,0-1 0 0 0,1 0 0 0 0,-1 0 0 0 0,0 1 0 0 0,1-1 0 0 0,-1 0 0 0 0,0 0-1 0 0,1 0 1 0 0,-1 1 0 0 0,1-1 0 0 0,-1 0 0 0 0,0 0 0 0 0,1 0 0 0 0,-1 0 0 0 0,1 0 0 0 0,52-3 68 0 0,102-20 1 0 0,-85 11-1409 0 0,104-19-6756 0 0,-116 17 2704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5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60 2044 0 0,'54'-37'23756'0'0,"-54"36"-23700"0"0,0 0 0 0 0,-1 0 0 0 0,1 0 1 0 0,-1 0-1 0 0,1 0 0 0 0,-1 0 0 0 0,0 0 1 0 0,1 0-1 0 0,-1 1 0 0 0,0-1 0 0 0,1 0 1 0 0,-1 0-1 0 0,0 1 0 0 0,0-1 0 0 0,0 0 1 0 0,0 1-1 0 0,0-1 0 0 0,0 1 0 0 0,0-1 1 0 0,0 1-1 0 0,0-1 0 0 0,0 1 0 0 0,0 0 1 0 0,0-1-1 0 0,0 1 0 0 0,0 0 0 0 0,-1 0 1 0 0,-32-4 183 0 0,22 4-257 0 0,0 0 1 0 0,1 1 0 0 0,-1 1 0 0 0,1-1 0 0 0,0 2 0 0 0,0 0-1 0 0,0 0 1 0 0,0 1 0 0 0,0 0 0 0 0,0 1 0 0 0,1 0 0 0 0,0 1 0 0 0,0 0-1 0 0,1 0 1 0 0,0 1 0 0 0,0 1 0 0 0,-9 8 0 0 0,3 3-9 0 0,0 2 0 0 0,1 0 0 0 0,1 0 0 0 0,1 1 0 0 0,1 1 0 0 0,1 0 0 0 0,1 1 0 0 0,1 0 0 0 0,-10 49 0 0 0,3 14 709 0 0,-4 130 1 0 0,18-194-408 0 0,-19 408 766 0 0,9-141-721 0 0,-38 598-133 0 0,2-247 155 0 0,36-491-407 0 0,-14 365-90 0 0,23-448 322 0 0,-10 250 289 0 0,0-106-47 0 0,7-88 564 0 0,5-120-917 0 0,-2 3-45 0 0,2-5 3 0 0,0 1 0 0 0,0-1 1 0 0,0 0-1 0 0,0 1 0 0 0,0-1 0 0 0,0 1 0 0 0,0-1 0 0 0,1 0 0 0 0,-1 1 0 0 0,0-1 0 0 0,1 0 0 0 0,-1 1 0 0 0,1-1 0 0 0,0 0 1 0 0,-1 1-1 0 0,2 0 0 0 0,0-1-16 0 0,-1 0 1 0 0,1 0-1 0 0,0 0 1 0 0,0-1-1 0 0,0 1 1 0 0,0-1-1 0 0,0 1 1 0 0,0-1-1 0 0,0 0 1 0 0,0 0-1 0 0,0 0 1 0 0,0 0-1 0 0,0 0 1 0 0,0 0 0 0 0,2-1-1 0 0,4 0-1 0 0,31-3-260 0 0,0-1 0 0 0,0-3 1 0 0,0-1-1 0 0,43-16 0 0 0,-34 11-177 0 0,231-88-6599 0 0,-99 14-4383 0 0,-105 47 1256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9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218 119 288 0 0,'0'0'1104'0'0,"-3"-12"1964"0"0,1 7-2441 0 0,1-1-1 0 0,1 1 1 0 0,-1 0 0 0 0,1-1 0 0 0,0 1 0 0 0,0 0 0 0 0,1-1-1 0 0,1-9 1 0 0,-1 13-550 0 0,-1 0 1 0 0,1-1-1 0 0,0 1 0 0 0,0 0 0 0 0,0 0 0 0 0,0-1 1 0 0,0 1-1 0 0,0 0 0 0 0,1 0 0 0 0,-1 0 0 0 0,1 0 0 0 0,-1 1 1 0 0,1-1-1 0 0,0 0 0 0 0,0 1 0 0 0,0-1 0 0 0,0 1 1 0 0,0-1-1 0 0,0 1 0 0 0,0 0 0 0 0,0 0 0 0 0,4-1 0 0 0,1 0-59 0 0,0 0 0 0 0,0 1-1 0 0,0 0 1 0 0,0 1 0 0 0,0 0-1 0 0,1 0 1 0 0,-1 0 0 0 0,0 1-1 0 0,0 0 1 0 0,0 1 0 0 0,0-1-1 0 0,0 1 1 0 0,0 0 0 0 0,0 1-1 0 0,-1 0 1 0 0,8 4-1 0 0,-9-4-19 0 0,-1 0 0 0 0,1 0 0 0 0,-1 1 0 0 0,1-1 0 0 0,-1 1-1 0 0,0 0 1 0 0,0 0 0 0 0,-1 1 0 0 0,0-1 0 0 0,1 1 0 0 0,-1-1 0 0 0,-1 1-1 0 0,1 0 1 0 0,-1 0 0 0 0,0 1 0 0 0,0-1 0 0 0,0 0 0 0 0,-1 1-1 0 0,1-1 1 0 0,-1 1 0 0 0,-1-1 0 0 0,1 1 0 0 0,-1-1 0 0 0,0 1-1 0 0,0 0 1 0 0,-1-1 0 0 0,0 1 0 0 0,0-1 0 0 0,0 1 0 0 0,-1-1-1 0 0,1 1 1 0 0,-5 7 0 0 0,-3 6 11 0 0,0 0 0 0 0,-2 0 0 0 0,0-1 0 0 0,-1-1 0 0 0,-1 0 0 0 0,0-1 0 0 0,-1 0 0 0 0,-1-1 0 0 0,-19 15 0 0 0,0-3 43 0 0,0-2 0 0 0,-2-1 0 0 0,-58 28 0 0 0,90-49-44 0 0,0-1 1 0 0,-1 0-1 0 0,1-1 0 0 0,0 1 0 0 0,-1-1 1 0 0,1 0-1 0 0,-1 0 0 0 0,0 0 1 0 0,1-1-1 0 0,-1 1 0 0 0,0-1 0 0 0,1 0 1 0 0,-1 0-1 0 0,-5-2 0 0 0,9 1 6 0 0,0 0-1 0 0,-1 0 1 0 0,1 0-1 0 0,0 0 1 0 0,0 0-1 0 0,-1 0 1 0 0,1 0-1 0 0,0-1 1 0 0,0 1-1 0 0,0 0 1 0 0,1-1-1 0 0,-1 1 1 0 0,0-1-1 0 0,0 1 1 0 0,1-1 0 0 0,-1 1-1 0 0,1-1 1 0 0,0 1-1 0 0,-1-1 1 0 0,1 0-1 0 0,0 1 1 0 0,0-1-1 0 0,0 0 1 0 0,0 1-1 0 0,0-1 1 0 0,0 1-1 0 0,1-4 1 0 0,-1 3 10 0 0,1 0 0 0 0,-1 0 0 0 0,1 0 0 0 0,0 0-1 0 0,0 0 1 0 0,0 0 0 0 0,0 0 0 0 0,0 0 0 0 0,0 0 0 0 0,0 0 0 0 0,1 0 0 0 0,-1 1 0 0 0,1-1 0 0 0,-1 0 0 0 0,1 1 0 0 0,0-1 0 0 0,-1 1 0 0 0,1 0-1 0 0,0 0 1 0 0,0 0 0 0 0,0 0 0 0 0,0 0 0 0 0,0 0 0 0 0,0 0 0 0 0,0 0 0 0 0,4 0 0 0 0,3 0 32 0 0,1 0 0 0 0,-1 1 0 0 0,0 0 1 0 0,0 1-1 0 0,1 0 0 0 0,-1 0 0 0 0,0 1 0 0 0,0 0 1 0 0,0 0-1 0 0,10 5 0 0 0,8 5 221 0 0,48 30 0 0 0,-52-28-1010 0 0,0-1 1 0 0,48 19-1 0 0,-65-30-276 0 0,1 0-1 0 0,-1-1 1 0 0,0 0 0 0 0,0 0 0 0 0,9 0 0 0 0,4-1-3058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5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2012 0 0,'9'-22'4869'0'0,"-6"17"-3453"0"0,-1-1-1 0 0,0 1 1 0 0,0-1-1 0 0,0 1 1 0 0,0-1 0 0 0,0-7-1 0 0,-1 12-1323 0 0,-1 0-1 0 0,1 0 1 0 0,0 0-1 0 0,0 0 1 0 0,-1 1 0 0 0,1-1-1 0 0,0 0 1 0 0,0 1-1 0 0,0-1 1 0 0,0 0-1 0 0,0 1 1 0 0,0-1-1 0 0,0 1 1 0 0,0 0-1 0 0,0-1 1 0 0,0 1 0 0 0,0 0-1 0 0,2-1 1 0 0,21-5 677 0 0,-22 6-761 0 0,183-32 1266 0 0,-88 18-3955 0 0,-93 13 1519 0 0,1 1-762 0 0,0-1 1349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0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 1484 0 0,'-16'2'3522'0'0,"11"0"-3035"0"0,-1 1-1 0 0,1 0 0 0 0,-1 0 0 0 0,1 0 0 0 0,0 0 0 0 0,0 1 0 0 0,1 0 0 0 0,-1 0 0 0 0,1 0 1 0 0,0 1-1 0 0,0-1 0 0 0,0 1 0 0 0,1 0 0 0 0,-6 9 0 0 0,-4 11 838 0 0,-19 47 0 0 0,30-67-1163 0 0,-4 13 225 0 0,-7 30 1 0 0,8-25-125 0 0,5-22-196 0 0,-1 0 0 0 0,1 0-1 0 0,0 0 1 0 0,0 1 0 0 0,0-1 0 0 0,-1 0-1 0 0,1 1 1 0 0,0-1 0 0 0,0 0-1 0 0,1 0 1 0 0,-1 1 0 0 0,0-1 0 0 0,0 0-1 0 0,1 0 1 0 0,-1 0 0 0 0,0 1-1 0 0,2 0 1 0 0,-2-1-23 0 0,1 0 0 0 0,0-1 0 0 0,-1 1 0 0 0,1 0 0 0 0,0-1 0 0 0,-1 1 0 0 0,1-1-1 0 0,0 1 1 0 0,0-1 0 0 0,0 1 0 0 0,0-1 0 0 0,-1 0 0 0 0,1 0 0 0 0,0 1 0 0 0,0-1 0 0 0,0 0 0 0 0,0 0-1 0 0,1 0 1 0 0,5 0 104 0 0,0 0 0 0 0,0-1 0 0 0,0 0 0 0 0,0-1 0 0 0,7-2-1 0 0,2 0 55 0 0,19-4 109 0 0,-24 5-258 0 0,0 0 1 0 0,0 1 0 0 0,0 1 0 0 0,1 0 0 0 0,11 0-1 0 0,-19 1-46 0 0,0 1 0 0 0,-1-1-1 0 0,1 1 1 0 0,0 0-1 0 0,0 0 1 0 0,0 1-1 0 0,-1-1 1 0 0,1 1-1 0 0,-1 0 1 0 0,1 0-1 0 0,-1 0 1 0 0,0 0 0 0 0,0 1-1 0 0,0-1 1 0 0,0 1-1 0 0,0 0 1 0 0,0-1-1 0 0,4 7 1 0 0,-2-1 68 0 0,-1 0-1 0 0,1 0 1 0 0,-1 0 0 0 0,-1 1-1 0 0,1-1 1 0 0,-2 1 0 0 0,1 0 0 0 0,-1 0-1 0 0,0 0 1 0 0,-1 0 0 0 0,0 0-1 0 0,0 0 1 0 0,-1 0 0 0 0,-1 0 0 0 0,1 1-1 0 0,-1-1 1 0 0,-1 0 0 0 0,0 0-1 0 0,0 0 1 0 0,-1 0 0 0 0,0-1 0 0 0,-7 15-1 0 0,7-16 27 0 0,0-1 0 0 0,0 0 0 0 0,-1 0 1 0 0,0 0-1 0 0,0-1 0 0 0,-1 1 0 0 0,1-1 0 0 0,-1 0 0 0 0,0 0 0 0 0,-1 0 0 0 0,1-1 0 0 0,-1 0 0 0 0,0 0 0 0 0,0-1 0 0 0,0 1 0 0 0,0-1 1 0 0,-1 0-1 0 0,1-1 0 0 0,-1 0 0 0 0,0 0 0 0 0,0 0 0 0 0,0-1 0 0 0,0 0 0 0 0,0 0 0 0 0,0-1 0 0 0,0 0 0 0 0,0 0 0 0 0,0 0 1 0 0,-13-4-1 0 0,-4-2-22 0 0,1 0 0 0 0,0-2 0 0 0,-36-18 0 0 0,59 26-202 0 0,-1 0-1 0 0,0 0 1 0 0,0-1 0 0 0,1 1 0 0 0,-1 0 0 0 0,0 0 0 0 0,1-1 0 0 0,-1 1 0 0 0,0-1 0 0 0,1 1-1 0 0,-1 0 1 0 0,0-1 0 0 0,1 1 0 0 0,-1-1 0 0 0,1 0 0 0 0,-1 1 0 0 0,1-1 0 0 0,-1 1 0 0 0,1-1-1 0 0,-1 0 1 0 0,1 1 0 0 0,0-1 0 0 0,-1 0 0 0 0,1 1 0 0 0,0-1 0 0 0,0 0 0 0 0,0 0 0 0 0,-1 1-1 0 0,1-1 1 0 0,0 0 0 0 0,0 0 0 0 0,0 1 0 0 0,0-1 0 0 0,0 0 0 0 0,0 0 0 0 0,0 1-1 0 0,1-1 1 0 0,-1 0 0 0 0,0 0 0 0 0,0 1 0 0 0,1-1 0 0 0,-1 0 0 0 0,0 1 0 0 0,1-2 0 0 0,1-1-932 0 0,11-8-4223 0 0,-11 10 4223 0 0,1-1 0 0 0,0 0 1 0 0,3-1-1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66 2692 0 0,'15'-9'3369'0'0,"-1"-1"1"0"0,-1 0-1 0 0,16-16 0 0 0,-28 26-3249 0 0,-1 0 0 0 0,0 0 1 0 0,1 0-1 0 0,-1-1 0 0 0,0 1 1 0 0,1 0-1 0 0,-1-1 0 0 0,0 1 1 0 0,0 0-1 0 0,1-1 0 0 0,-1 1 1 0 0,0 0-1 0 0,0-1 0 0 0,1 1 1 0 0,-1-1-1 0 0,0 1 0 0 0,0 0 1 0 0,0-1-1 0 0,0 1 0 0 0,0-1 0 0 0,0 1 1 0 0,0 0-1 0 0,0-1 0 0 0,0 0 1 0 0,-8 0 799 0 0,-16 9-206 0 0,-17 20-16 0 0,1 3-1 0 0,2 1 1 0 0,1 2 0 0 0,1 1-1 0 0,-56 75 1 0 0,90-108-684 0 0,-13 17 124 0 0,1 1 0 0 0,-21 39 1 0 0,33-55-115 0 0,-1 1 1 0 0,1 0-1 0 0,0 0 1 0 0,0 0 0 0 0,1 0-1 0 0,-1 0 1 0 0,1 0-1 0 0,0 0 1 0 0,1 0 0 0 0,-1 0-1 0 0,1 1 1 0 0,0-1-1 0 0,1 0 1 0 0,-1 0 0 0 0,1 0-1 0 0,0 1 1 0 0,0-1-1 0 0,0 0 1 0 0,4 8 0 0 0,-2-9 3 0 0,0 0 0 0 0,0 0 1 0 0,1 0-1 0 0,-1-1 0 0 0,1 1 0 0 0,0-1 1 0 0,0 0-1 0 0,0 0 0 0 0,0 0 1 0 0,1-1-1 0 0,-1 1 0 0 0,1-1 0 0 0,0 0 1 0 0,0 0-1 0 0,0-1 0 0 0,-1 1 1 0 0,1-1-1 0 0,0 0 0 0 0,7 0 1 0 0,-3 0 11 0 0,0 0 1 0 0,1-1-1 0 0,-1 0 1 0 0,0 0-1 0 0,1-1 1 0 0,-1 0-1 0 0,0-1 1 0 0,0 0 0 0 0,16-6-1 0 0,-22 7-28 0 0,1-1-1 0 0,-1 0 1 0 0,0 0 0 0 0,1-1-1 0 0,-1 1 1 0 0,0 0 0 0 0,-1-1-1 0 0,1 0 1 0 0,0 0 0 0 0,-1 0-1 0 0,1 0 1 0 0,-1 0 0 0 0,0 0-1 0 0,0-1 1 0 0,0 1 0 0 0,-1-1-1 0 0,1 1 1 0 0,0-5-1 0 0,-2 6-9 0 0,0 0-1 0 0,0 0 0 0 0,0 0 0 0 0,0 1 0 0 0,0-1 0 0 0,0 0 0 0 0,-1 0 0 0 0,1 1 0 0 0,-1-1 0 0 0,1 0 0 0 0,-1 1 0 0 0,0-1 0 0 0,0 1 0 0 0,0-1 0 0 0,0 1 0 0 0,0-1 0 0 0,0 1 0 0 0,0-1 0 0 0,0 1 0 0 0,0 0 1 0 0,-1 0-1 0 0,1 0 0 0 0,-1-1 0 0 0,1 1 0 0 0,-1 1 0 0 0,1-1 0 0 0,-4-1 0 0 0,-1-2-43 0 0,0 2 0 0 0,0-1 1 0 0,-1 1-1 0 0,1 0 0 0 0,-13-2 0 0 0,5 3-572 0 0,1 0-1 0 0,-1 1 1 0 0,1 1-1 0 0,0 0 1 0 0,-1 1-1 0 0,1 0 1 0 0,-20 7-1 0 0,1 1-5177 0 0,-57 28 1 0 0,54-20-2195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3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0 660 0 0,'0'0'8273'0'0,"-2"1"-7850"0"0,-38 10 1709 0 0,38-11-1885 0 0,-20 11 2130 0 0,17-8-1567 0 0,-9 8 2527 0 0,18-6-2007 0 0,13 0-728 0 0,171 11 430 0 0,-52-6-547 0 0,-133-10-344 0 0,1-1 48 0 0,0 1 1 0 0,-1-1-1 0 0,1 1 1 0 0,0 0-1 0 0,0 0 1 0 0,7 1-1 0 0,14 0-1298 0 0,-6-8-6152 0 0,-4-3 875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3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98 536 0 0,'72'-91'18466'0'0,"-71"90"-18080"0"0,-1 1-332 0 0,0-1 0 0 0,0 1 0 0 0,1 0 0 0 0,-1-1 0 0 0,0 1 0 0 0,0 0 0 0 0,0 0 0 0 0,1-1 0 0 0,-1 1 0 0 0,0 0 0 0 0,0 0 0 0 0,0-1 0 0 0,1 1 0 0 0,-1 0 0 0 0,0 0 0 0 0,1-1 0 0 0,-1 1 0 0 0,0 0 0 0 0,1 0 0 0 0,-1 0 0 0 0,0 0 0 0 0,0 0 0 0 0,1-1 0 0 0,1 4 51 0 0,-1-1 0 0 0,0 0 0 0 0,0 1 0 0 0,0-1-1 0 0,-1 0 1 0 0,1 1 0 0 0,0-1 0 0 0,-1 1 0 0 0,0-1 0 0 0,1 1 0 0 0,-1-1 0 0 0,0 1 0 0 0,0-1 0 0 0,-1 5-1 0 0,-6 44 1287 0 0,5-40-994 0 0,-64 279 3268 0 0,47-221-3369 0 0,-21 71-156 0 0,30-113-299 0 0,6-16-1719 0 0,37-48-11740 0 0,-19 25 10113 0 0,5-7-3077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72 1160 0 0,'73'-71'12579'0'0,"-150"154"-5098"0"0,-54 76-5964 0 0,111-133-1387 0 0,1 1 1 0 0,-22 41 0 0 0,37-59-90 0 0,-1 0 1 0 0,1 0-1 0 0,1 0 1 0 0,0 1-1 0 0,0-1 1 0 0,1 1 0 0 0,0 0-1 0 0,1 0 1 0 0,0 0-1 0 0,0 0 1 0 0,1 0-1 0 0,2 14 1 0 0,-1-19-13 0 0,1 0-1 0 0,0 0 1 0 0,0 0 0 0 0,0 0 0 0 0,1 0-1 0 0,-1-1 1 0 0,1 1 0 0 0,0-1 0 0 0,1 1-1 0 0,-1-1 1 0 0,1 0 0 0 0,0 0 0 0 0,0-1-1 0 0,0 1 1 0 0,0-1 0 0 0,1 0 0 0 0,-1 0-1 0 0,1 0 1 0 0,0-1 0 0 0,-1 1 0 0 0,1-1-1 0 0,6 1 1 0 0,-6-1 42 0 0,1 0 0 0 0,-1 0 0 0 0,1-1 0 0 0,0 0 0 0 0,-1 0-1 0 0,1 0 1 0 0,0-1 0 0 0,0 1 0 0 0,0-1 0 0 0,-1-1 0 0 0,1 1 0 0 0,0-1 0 0 0,0 0-1 0 0,-1-1 1 0 0,1 1 0 0 0,-1-1 0 0 0,1 0 0 0 0,-1 0 0 0 0,9-6 0 0 0,-12 7-47 0 0,-1 1 1 0 0,0-1 0 0 0,1 0 0 0 0,-1 0 0 0 0,0 0 0 0 0,0 0-1 0 0,0 0 1 0 0,1-1 0 0 0,-1 1 0 0 0,0 0 0 0 0,-1 0-1 0 0,1-1 1 0 0,0 1 0 0 0,0-1 0 0 0,0 1 0 0 0,-1 0-1 0 0,1-1 1 0 0,-1 1 0 0 0,1-1 0 0 0,-1 0 0 0 0,0 1-1 0 0,0-1 1 0 0,1 1 0 0 0,-1-1 0 0 0,0 0 0 0 0,0 1-1 0 0,-1-1 1 0 0,1 1 0 0 0,0-1 0 0 0,0 1 0 0 0,-1-1-1 0 0,1 0 1 0 0,-2-1 0 0 0,0 0-17 0 0,1 1 0 0 0,-1-1 0 0 0,-1 1 1 0 0,1 0-1 0 0,0-1 0 0 0,0 1 0 0 0,-1 0 0 0 0,1 0 0 0 0,-1 1 0 0 0,0-1 0 0 0,0 1 1 0 0,1-1-1 0 0,-1 1 0 0 0,0 0 0 0 0,0 0 0 0 0,-4-1 0 0 0,-10-1-592 0 0,0 0-1 0 0,0 1 1 0 0,0 1-1 0 0,-25 1 1 0 0,6 2-4501 0 0,1 1-4375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1172 0 0,'14'-3'13879'0'0,"51"8"-12597"0"0,130-9 0 0 0,-57-1-1029 0 0,-112 5-298 0 0,46-6 0 0 0,-70 6-431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24 1988 0 0,'12'-18'11499'0'0,"-6"13"-9857"0"0,-5 9-1277 0 0,1 0 0 0 0,-1 1 0 0 0,0-1 0 0 0,0 1-1 0 0,-1 0 1 0 0,1-1 0 0 0,-1 1 0 0 0,0-1-1 0 0,-1 1 1 0 0,0 8 0 0 0,-11 53 1933 0 0,10-57-2049 0 0,-107 430 4414 0 0,63-295-6225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183 105 2220 0 0,'32'-26'3884'0'0,"-4"3"2627"0"0,41-27-1 0 0,-67 49-6121 0 0,5-3 253 0 0,-7 11 103 0 0,-9 13-117 0 0,-17 25 501 0 0,-45 56 1 0 0,5-7-444 0 0,43-58-430 0 0,-55 94 270 0 0,70-113-471 0 0,0-1-1 0 0,1 1 1 0 0,1 0-1 0 0,1 0 0 0 0,1 0 1 0 0,-4 24-1 0 0,8-36-18 0 0,-1 0 0 0 0,1 0-1 0 0,0-1 1 0 0,0 1 0 0 0,0 0-1 0 0,1-1 1 0 0,0 1 0 0 0,0 0 0 0 0,0-1-1 0 0,0 1 1 0 0,1-1 0 0 0,0 1 0 0 0,0-1-1 0 0,0 0 1 0 0,0 0 0 0 0,1 0 0 0 0,-1 0-1 0 0,1 0 1 0 0,0 0 0 0 0,0-1 0 0 0,1 1-1 0 0,-1-1 1 0 0,1 0 0 0 0,0 0 0 0 0,0 0-1 0 0,0-1 1 0 0,0 1 0 0 0,0-1 0 0 0,0 0-1 0 0,0 0 1 0 0,1-1 0 0 0,-1 1 0 0 0,1-1-1 0 0,0 0 1 0 0,7 1 0 0 0,-6-1 69 0 0,0 0 1 0 0,0-1 0 0 0,0 1 0 0 0,1-1-1 0 0,-1-1 1 0 0,0 1 0 0 0,0-1-1 0 0,0 0 1 0 0,0-1 0 0 0,0 1-1 0 0,0-1 1 0 0,0 0 0 0 0,-1-1-1 0 0,1 1 1 0 0,0-1 0 0 0,-1 0 0 0 0,0-1-1 0 0,0 1 1 0 0,0-1 0 0 0,8-8-1 0 0,-12 11-95 0 0,-1-1 0 0 0,1 1 0 0 0,-1-1 1 0 0,1 1-1 0 0,-1-1 0 0 0,0 1 0 0 0,1-1 0 0 0,-1 1 0 0 0,0-1 0 0 0,0 0 0 0 0,0 1 0 0 0,0-1 0 0 0,0 1 0 0 0,-1-1 0 0 0,1 0 0 0 0,0 1 0 0 0,-1-1 0 0 0,1 1 0 0 0,-1-1 0 0 0,0 1 0 0 0,1-1 0 0 0,-1 1 1 0 0,0 0-1 0 0,0-1 0 0 0,-1-1 0 0 0,-2 0-223 0 0,1 0 0 0 0,-1-1 0 0 0,1 1 0 0 0,-1 0 0 0 0,0 1 0 0 0,-1-1 0 0 0,1 1 1 0 0,0 0-1 0 0,-1 0 0 0 0,1 0 0 0 0,-1 0 0 0 0,1 1 0 0 0,-1 0 0 0 0,0 0 0 0 0,-8-1 0 0 0,-34 2-5725 0 0,-1 7-4868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24 732 0 0,'2'-1'2100'0'0,"45"-18"9179"0"0,-47 18-11211 0 0,1 1-1 0 0,-1 0 1 0 0,0-1 0 0 0,1 1 0 0 0,-1 0 0 0 0,0 0 0 0 0,1-1 0 0 0,-1 1 0 0 0,1 0-1 0 0,-1 0 1 0 0,0 0 0 0 0,1 0 0 0 0,-1 0 0 0 0,1 0 0 0 0,-1-1 0 0 0,0 1 0 0 0,1 0 0 0 0,-1 0-1 0 0,1 0 1 0 0,-1 0 0 0 0,1 1 0 0 0,-1-1 0 0 0,0 0 0 0 0,1 0 0 0 0,-1 0 0 0 0,1 0 0 0 0,-1 0-1 0 0,0 0 1 0 0,1 1 0 0 0,-1-1 0 0 0,1 0 0 0 0,-1 0 0 0 0,0 0 0 0 0,1 1 0 0 0,-1-1-1 0 0,0 0 1 0 0,0 1 0 0 0,1-1 0 0 0,-1 0 0 0 0,0 1 0 0 0,0-1 0 0 0,1 0 0 0 0,-1 1 0 0 0,0-1-1 0 0,0 1 1 0 0,0-1 0 0 0,1 0 0 0 0,-1 1 0 0 0,0-1 0 0 0,0 1 0 0 0,0-1 0 0 0,0 0 0 0 0,0 1-1 0 0,0 0 1 0 0,-1 24 1655 0 0,-1 0 0 0 0,-1 0 0 0 0,-8 30-1 0 0,-26 76 1860 0 0,9-38-1966 0 0,6-18-815 0 0,-7 28-31 0 0,27-97-839 0 0,0 0 1 0 0,0 0 0 0 0,0-1 0 0 0,0 1-1 0 0,-5 6 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36 1464 0 0,'-53'-4'6726'0'0,"50"3"-5752"0"0,0 1-85 0 0,-11-1-71 0 0,11 1-81 0 0,-27-1 4567 0 0,37 4-5071 0 0,0-1 0 0 0,0 0 1 0 0,0-1-1 0 0,0 1 0 0 0,0-1 1 0 0,0-1-1 0 0,11 1 1 0 0,58-5 447 0 0,-67 3-609 0 0,160-18 434 0 0,-110 12-3092 0 0,-56 6 1482 0 0,1 0 1 0 0,-1 0 0 0 0,0 0-1 0 0,0 0 1 0 0,-1 0 0 0 0,6-3-1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33 1292 0 0,'20'-32'18193'0'0,"-19"53"-14265"0"0,-1-10-3847 0 0,-4 57 3043 0 0,-14 89 1 0 0,5-70-2450 0 0,-8 47-393 0 0,11-78-9430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1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7 254 1376 0 0,'34'-48'24221'0'0,"-34"46"-23963"0"0,-1 1-156 0 0,1-1-1 0 0,-1 0 1 0 0,0 1 0 0 0,1-1-1 0 0,-1 0 1 0 0,0 1 0 0 0,0-1-1 0 0,-1 1 1 0 0,1-1 0 0 0,0 1-1 0 0,-3-2 1 0 0,3 1-36 0 0,1 2-60 0 0,0 0 0 0 0,0-1 1 0 0,0 1-1 0 0,0 0 0 0 0,0-1 0 0 0,-1 1 0 0 0,1-1 0 0 0,0 1 0 0 0,0 0 1 0 0,0-1-1 0 0,0 1 0 0 0,-1 0 0 0 0,1 0 0 0 0,0-1 0 0 0,0 1 0 0 0,-1 0 1 0 0,1-1-1 0 0,0 1 0 0 0,-1 0 0 0 0,1 0 0 0 0,0 0 0 0 0,-1-1 1 0 0,1 1-1 0 0,0 0 0 0 0,-1 0 0 0 0,1 0 0 0 0,0 0 0 0 0,-1-1 0 0 0,0 1 3 0 0,-1-1-1 0 0,1 1 1 0 0,0-1-1 0 0,0 0 1 0 0,0 0 0 0 0,0 0-1 0 0,0 0 1 0 0,0 1-1 0 0,0-2 1 0 0,0 1-1 0 0,0 0 1 0 0,0 0-1 0 0,0 0 1 0 0,1 0-1 0 0,-1 0 1 0 0,0-1-1 0 0,1 1 1 0 0,-1 0-1 0 0,0-3 1 0 0,1 3-15 0 0,1 0 1 0 0,-1 0-1 0 0,0 0 1 0 0,0 0-1 0 0,0 0 0 0 0,1 0 1 0 0,-1-1-1 0 0,1 1 1 0 0,-1 0-1 0 0,1 0 1 0 0,-1 1-1 0 0,1-1 1 0 0,-1 0-1 0 0,1 0 0 0 0,0 0 1 0 0,0 0-1 0 0,-1 0 1 0 0,1 1-1 0 0,0-1 1 0 0,0 0-1 0 0,0 1 0 0 0,0-1 1 0 0,0 1-1 0 0,0-1 1 0 0,0 1-1 0 0,0-1 1 0 0,0 1-1 0 0,2-1 1 0 0,36-11-236 0 0,-34 11 204 0 0,292-70-1280 0 0,-292 69 1311 0 0,41-21 486 0 0,-45 22-150 0 0,19-14 2412 0 0,-20 15-2729 0 0,1 0 0 0 0,-1 0-1 0 0,0 0 1 0 0,0-1 0 0 0,0 1 0 0 0,0 0-1 0 0,0 0 1 0 0,0 0 0 0 0,0 0 0 0 0,1 0-1 0 0,-1 0 1 0 0,0 0 0 0 0,0-1 0 0 0,0 1 0 0 0,0 0-1 0 0,0 0 1 0 0,1 0 0 0 0,-1 0 0 0 0,0 0-1 0 0,0 0 1 0 0,0 0 0 0 0,0 0 0 0 0,1 0-1 0 0,-1 0 1 0 0,0 0 0 0 0,0 0 0 0 0,0 0 0 0 0,1 0-1 0 0,-1 0 1 0 0,0 0 0 0 0,0 0 0 0 0,0 0-1 0 0,0 0 1 0 0,1 0 0 0 0,-1 0 0 0 0,0 0-1 0 0,0 0 1 0 0,0 0 0 0 0,0 1 0 0 0,1-1 0 0 0,-2 9 121 0 0,-8 21-204 0 0,6-22 193 0 0,-133 423 537 0 0,116-372-732 0 0,0-3-1753 0 0,6-1-4246 0 0,14-54 5760 0 0,0 0-1 0 0,0 0 1 0 0,0 0-1 0 0,0 0 1 0 0,0 0-1 0 0,1 0 0 0 0,-1 0 1 0 0,0 0-1 0 0,0 0 1 0 0,1 0-1 0 0,-1 0 1 0 0,0 0-1 0 0,1-1 1 0 0,-1 1-1 0 0,1 0 0 0 0,-1 0 1 0 0,1 0-1 0 0,0-1 1 0 0,1 3-312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1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150 104 700 0 0,'69'-86'16462'0'0,"-53"68"-10591"0"0,-24 22-4242 0 0,-3 6-1085 0 0,0 0-1 0 0,0 1 0 0 0,1 0 0 0 0,0 1 1 0 0,1 0-1 0 0,0 1 0 0 0,-9 16 1 0 0,-4 12-159 0 0,0 1 0 0 0,3 1 0 0 0,2 1 0 0 0,2 0 0 0 0,1 1 0 0 0,-7 47 0 0 0,14-47-31 0 0,7-42-307 0 0,-1-1 1 0 0,1 1-1 0 0,0 0 1 0 0,1 0-1 0 0,-1-1 1 0 0,0 1 0 0 0,1 0-1 0 0,-1 0 1 0 0,1-1-1 0 0,0 1 1 0 0,0 0-1 0 0,0-1 1 0 0,2 3 0 0 0,0-2-10 0 0,11 3-33 0 0,8-3-5 0 0,-14-4-30 0 0,0 0 1 0 0,0 0-1 0 0,0-1 0 0 0,0 0 1 0 0,0-1-1 0 0,0 0 0 0 0,-1 0 1 0 0,12-6-1 0 0,-14 6-5 0 0,0 0 0 0 0,0 0 0 0 0,-1-1 1 0 0,1 1-1 0 0,-1-1 0 0 0,0 0 0 0 0,0 0 0 0 0,0 0 0 0 0,0-1 0 0 0,-1 1 1 0 0,1-1-1 0 0,4-9 0 0 0,-8 12-59 0 0,1 1 0 0 0,-1-1 1 0 0,0 0-1 0 0,0 1 0 0 0,0-1 0 0 0,0 0 1 0 0,0 1-1 0 0,0-1 0 0 0,0 1 0 0 0,0-1 0 0 0,0 0 1 0 0,-1 1-1 0 0,1-1 0 0 0,-1 1 0 0 0,1-1 1 0 0,-1 1-1 0 0,0-1 0 0 0,1 1 0 0 0,-1-1 0 0 0,0 1 1 0 0,0 0-1 0 0,0-1 0 0 0,0 1 0 0 0,0 0 1 0 0,-1 0-1 0 0,1 0 0 0 0,0 0 0 0 0,0 0 1 0 0,-1 0-1 0 0,-1-1 0 0 0,-2-1-369 0 0,0 0 0 0 0,0 0 1 0 0,0 0-1 0 0,-1 1 0 0 0,1 0 0 0 0,-1 0 0 0 0,-6-1 1 0 0,-62-6-7665 0 0,39 5-837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2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56 1864 0 0,'11'-10'4929'0'0,"36"-36"7851"0"0,-44 47-12186 0 0,-2-1-489 0 0,0 0 0 0 0,0 1 0 0 0,0-1 0 0 0,1 1 0 0 0,-1 0 0 0 0,0-1-1 0 0,0 1 1 0 0,0 0 0 0 0,0 0 0 0 0,0 0 0 0 0,0-1 0 0 0,0 1 0 0 0,0 0 0 0 0,-1 0 0 0 0,1 0 0 0 0,0 1-1 0 0,0-1 1 0 0,-1 0 0 0 0,1 0 0 0 0,-1 0 0 0 0,1 0 0 0 0,-1 1 0 0 0,0-1 0 0 0,1 0 0 0 0,-1 0 0 0 0,0 1-1 0 0,0-1 1 0 0,0 0 0 0 0,0 1 0 0 0,0-1 0 0 0,0 3 0 0 0,0 8 809 0 0,-1 0 0 0 0,-3 19 0 0 0,2-19-167 0 0,-11 59 1644 0 0,-33 106 1 0 0,12-53-1916 0 0,25-96-1464 0 0,7-20-574 0 0,-1-1-1 0 0,1 0 0 0 0,0 0 1 0 0,1 1-1 0 0,-1 7 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59 1772 0 0,'37'-59'15570'0'0,"-36"60"-15474"0"0,-1-1-1 0 0,1 0 1 0 0,-1 1-1 0 0,1-1 0 0 0,-1 0 1 0 0,1 1-1 0 0,-1-1 1 0 0,0 1-1 0 0,1-1 0 0 0,-1 1 1 0 0,0-1-1 0 0,1 1 1 0 0,-1 0-1 0 0,0-1 1 0 0,0 1-1 0 0,1-1 0 0 0,-1 1 1 0 0,0 0-1 0 0,0-1 1 0 0,0 1-1 0 0,0-1 0 0 0,0 1 1 0 0,0 0-1 0 0,0-1 1 0 0,0 1-1 0 0,0-1 1 0 0,0 1-1 0 0,0 0 0 0 0,-1 0 1 0 0,-2 21 1388 0 0,-12 54 1853 0 0,-12 50-1446 0 0,-2-28-928 0 0,4-16-3468 0 0,12-28-7749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4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77 1360 0 0,'-42'-19'17197'0'0,"34"19"-13997"0"0,22-3-2043 0 0,78-5-1151 0 0,108-24 0 0 0,-198 31-759 0 0,32-12-12152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24 628 0 0,'19'-19'9004'0'0,"-18"18"-8779"0"0,-1 1 1 0 0,1 0-1 0 0,0-1 0 0 0,-1 1 1 0 0,1-1-1 0 0,0 1 0 0 0,-1 0 1 0 0,1 0-1 0 0,0-1 0 0 0,-1 1 1 0 0,1 0-1 0 0,0 0 0 0 0,0 0 1 0 0,-1 0-1 0 0,1 0 0 0 0,0 0 1 0 0,0 0-1 0 0,-1 0 0 0 0,1 0 1 0 0,0 0-1 0 0,-1 0 0 0 0,1 1 1 0 0,0-1-1 0 0,0 0 0 0 0,-1 0 1 0 0,1 1-1 0 0,0-1 0 0 0,0 1 1 0 0,0 1-30 0 0,0-1 1 0 0,-1 1-1 0 0,1 0 1 0 0,-1-1-1 0 0,1 1 1 0 0,-1 0-1 0 0,0-1 0 0 0,0 1 1 0 0,0 0-1 0 0,0 0 1 0 0,0 3-1 0 0,0 0 408 0 0,0 35 1437 0 0,-1 0 0 0 0,-2-1 0 0 0,-10 46 0 0 0,6-38-1183 0 0,-51 218 479 0 0,55-252-1375 0 0,0-1-1623 0 0,0-1 1 0 0,-7 16 0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2512 0 0,'8'-38'8779'0'0,"-4"-13"104"0"0,-4 48-8282 0 0,0 0-58 0 0,0-1-1 0 0,0 1 1 0 0,0 0-1 0 0,1-1 1 0 0,-1 1-1 0 0,3-6 1 0 0,13 6-476 0 0,1 1-1 0 0,0 0 1 0 0,0 1 0 0 0,18 2-1 0 0,12-1-8 0 0,217-18 146 0 0,-233 18-240 0 0,-28 0 44 0 0,3 1-104 0 0,-6-1 95 0 0,1 0 1 0 0,-1 0-1 0 0,0 0 1 0 0,1 0-1 0 0,-1 0 1 0 0,1 0-1 0 0,-1 0 0 0 0,1 0 1 0 0,-1 0-1 0 0,0 0 1 0 0,1 0-1 0 0,-1 0 1 0 0,1 0-1 0 0,-1 1 1 0 0,0-1-1 0 0,1 0 0 0 0,-1 0 1 0 0,0 0-1 0 0,1 0 1 0 0,-1 1-1 0 0,0-1 1 0 0,1 0-1 0 0,-1 0 0 0 0,0 1 1 0 0,1-1-1 0 0,-1 0 1 0 0,0 1-1 0 0,1 0 1 0 0,-3 17 250 0 0,-1 1 1 0 0,-1-1-1 0 0,-1 0 0 0 0,0 0 1 0 0,-1 0-1 0 0,-12 23 1 0 0,8-17-28 0 0,-164 403 2001 0 0,159-386-6896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641 122 1288 0 0,'58'-50'8876'0'0,"22"-18"4114"0"0,-79 67-12605 0 0,6-2 1351 0 0,-223 217 3215 0 0,47-52-3566 0 0,150-141-1288 0 0,-101 111 336 0 0,101-109-443 0 0,1 1 0 0 0,1 1-1 0 0,-25 50 1 0 0,39-68 32 0 0,0 1 0 0 0,0-1 0 0 0,1 1 0 0 0,-1 0 0 0 0,2 0 0 0 0,-1 0 0 0 0,1 0 0 0 0,0 13 0 0 0,1-18-7 0 0,0 0 0 0 0,1-1 1 0 0,-1 1-1 0 0,1 0 0 0 0,-1 0 0 0 0,1-1 1 0 0,0 1-1 0 0,0 0 0 0 0,1-1 1 0 0,-1 1-1 0 0,0-1 0 0 0,1 0 0 0 0,-1 1 1 0 0,1-1-1 0 0,0 0 0 0 0,0 0 0 0 0,0 0 1 0 0,0 0-1 0 0,0 0 0 0 0,0 0 0 0 0,0-1 1 0 0,1 1-1 0 0,-1-1 0 0 0,1 0 0 0 0,-1 1 1 0 0,1-1-1 0 0,-1 0 0 0 0,4 0 0 0 0,6 2-12 0 0,0 0 0 0 0,0-1 0 0 0,1-1 0 0 0,-1 0-1 0 0,1 0 1 0 0,-1-2 0 0 0,0 1 0 0 0,25-5 0 0 0,-18 1-3 0 0,0-1 0 0 0,0-1 0 0 0,0-1 1 0 0,34-16-1 0 0,-47 19 0 0 0,-1 1 0 0 0,1 0 0 0 0,-1-1 0 0 0,0 0 0 0 0,7-7 0 0 0,-7 3 0 0 0,-3-6 0 0 0,-3 13 1 0 0,0-1 1 0 0,0 0-1 0 0,0 1 1 0 0,0-1-1 0 0,0 1 1 0 0,0 0-1 0 0,0-1 0 0 0,0 1 1 0 0,0 0-1 0 0,-1 0 1 0 0,1-1-1 0 0,0 1 1 0 0,-1 0-1 0 0,1 0 1 0 0,-1 1-1 0 0,0-1 0 0 0,1 0 1 0 0,-1 0-1 0 0,1 1 1 0 0,-1-1-1 0 0,0 1 1 0 0,0 0-1 0 0,1-1 0 0 0,-1 1 1 0 0,0 0-1 0 0,-2 0 1 0 0,-7-1-67 0 0,1 0 1 0 0,-22 3-1 0 0,-11 3-2577 0 0,1 2 1 0 0,-78 23-1 0 0,-15 17-8794 0 0,61-20 589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9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9 184 0 0,'14'-4'6003'0'0,"14"0"73"0"0,-15 9-3090 0 0,-12 1-2418 0 0,1 1 0 0 0,-1 0 0 0 0,-1-1 0 0 0,1 1 0 0 0,-1 0-1 0 0,-1 0 1 0 0,1-1 0 0 0,-2 8 0 0 0,-14 61 2362 0 0,9-46-1988 0 0,-50 188 1635 0 0,35-135-3394 0 0,21-78 359 0 0,0-1 0 0 0,0 1 0 0 0,0 0 0 0 0,1 0 0 0 0,0 7 0 0 0,0-10 233 0 0,0 1-1 0 0,0-1 0 0 0,0 0 1 0 0,0 0-1 0 0,1 0 1 0 0,-1 0-1 0 0,1 0 1 0 0,-1 0-1 0 0,0 0 0 0 0,1 0 1 0 0,0 0-1 0 0,-1 0 1 0 0,2 1-1 0 0,2 1-1470 0 0,-3-3 1357 0 0,0 1-1 0 0,-1-1 1 0 0,1 0 0 0 0,0 1 0 0 0,0-1-1 0 0,0 0 1 0 0,0 0 0 0 0,0 1 0 0 0,0-1 0 0 0,0 0-1 0 0,0 0 1 0 0,0 0 0 0 0,2 0 0 0 0,16-2-4184 0 0,-2-1-2191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0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60 1772 0 0,'55'-59'20179'0'0,"-51"68"-16663"0"0,-15 60-405 0 0,-37 120 1 0 0,23-100-2035 0 0,0-11-3018 0 0,-43 93-1 0 0,66-167 1854 0 0,-12 20-6904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41 580 0 0,'16'-41'9853'0'0,"-15"45"-9501"0"0,-1-1 0 0 0,0 0 0 0 0,0 0 0 0 0,0 1-1 0 0,-1-1 1 0 0,1 0 0 0 0,-1 0 0 0 0,-1 6 0 0 0,0-3 65 0 0,-7 25 973 0 0,-2 0-1 0 0,-2 0 1 0 0,0-2-1 0 0,-34 54 1 0 0,34-59-993 0 0,-83 122 1294 0 0,53-84-2392 0 0,3 2-3461 0 0,38-59 1917 0 0,1-4 1797 0 0,1 0-1 0 0,0 0 0 0 0,0 0 0 0 0,0 0 0 0 0,-1 0 0 0 0,1 0 0 0 0,1 1 0 0 0,-1-1 1 0 0,0 0-1 0 0,0 0 0 0 0,0 0 0 0 0,0 0 0 0 0,1 0 0 0 0,-1 0 0 0 0,1 0 1 0 0,0 2-1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22 110 1056 0 0,'4'-9'1565'0'0,"0"-1"0"0"0,1 1 0 0 0,0 1 0 0 0,0-1 0 0 0,1 1 0 0 0,11-14 0 0 0,-13 19-1281 0 0,0-1 1 0 0,0 1-1 0 0,0 0 0 0 0,0 0 0 0 0,1 1 1 0 0,-1-1-1 0 0,1 1 0 0 0,0 0 0 0 0,0 0 0 0 0,-1 0 1 0 0,1 1-1 0 0,0 0 0 0 0,0 0 0 0 0,0 0 1 0 0,7 0-1 0 0,9 0 477 0 0,1 1 1 0 0,40 6-1 0 0,-52-5-685 0 0,-1 1 1 0 0,0 0-1 0 0,0 1 0 0 0,-1 0 1 0 0,1 0-1 0 0,-1 1 0 0 0,1 0 1 0 0,-1 0-1 0 0,10 8 0 0 0,-16-11-26 0 0,0 0-1 0 0,-1 1 0 0 0,1-1 0 0 0,-1 1 0 0 0,1-1 0 0 0,-1 1 1 0 0,0 0-1 0 0,0-1 0 0 0,0 1 0 0 0,0 0 0 0 0,0 0 0 0 0,0 0 0 0 0,0 0 1 0 0,0 0-1 0 0,-1 0 0 0 0,1 0 0 0 0,-1 0 0 0 0,1 3 0 0 0,-2-2 42 0 0,1 1-1 0 0,0-1 0 0 0,-1 0 0 0 0,1 0 0 0 0,-1 1 0 0 0,0-1 0 0 0,0 0 1 0 0,-1 0-1 0 0,1 0 0 0 0,-3 5 0 0 0,-5 4 203 0 0,1-1-1 0 0,-2 0 1 0 0,1 0 0 0 0,-15 12 0 0 0,19-18-218 0 0,-170 137 2083 0 0,87-74-1460 0 0,63-47-501 0 0,25-21-184 0 0,0 1 1 0 0,-1-1-1 0 0,1 0 0 0 0,0 0 0 0 0,-1 0 0 0 0,1 1 0 0 0,0-1 0 0 0,-1 0 0 0 0,1 0 0 0 0,0 1 0 0 0,0-1 0 0 0,-1 0 0 0 0,1 1 0 0 0,0-1 0 0 0,0 0 1 0 0,0 1-1 0 0,0-1 0 0 0,-1 0 0 0 0,1 1 0 0 0,0-1 0 0 0,0 1 0 0 0,0-1 0 0 0,0 0 0 0 0,0 1 0 0 0,0-1 0 0 0,0 0 0 0 0,0 1 0 0 0,0-1 0 0 0,0 1 0 0 0,0-1 1 0 0,0 0-1 0 0,0 1 0 0 0,0-1 0 0 0,0 0 0 0 0,0 1 0 0 0,1-1 0 0 0,-1 1 0 0 0,0-1 0 0 0,0 0 0 0 0,0 1 0 0 0,1-1 0 0 0,-1 0 0 0 0,0 0 0 0 0,0 1 1 0 0,1-1-1 0 0,-1 0 0 0 0,0 0 0 0 0,1 1 0 0 0,-1-1 0 0 0,0 0 0 0 0,1 0 0 0 0,-1 1 0 0 0,19 7 322 0 0,-7-6-279 0 0,0 0 0 0 0,0-1 0 0 0,1-1 0 0 0,-1 0 0 0 0,13-1 0 0 0,61-11-11 0 0,-73 9-52 0 0,45-8-1838 0 0,0-3 0 0 0,71-28 0 0 0,26-24-11281 0 0,-122 49 6665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42 2428 0 0,'14'-42'23908'0'0,"-19"69"-22093"0"0,-1 0 0 0 0,-19 47 0 0 0,10-29-829 0 0,-112 277-986 0 0,97-253 0 0 0,25-58-580 0 0,0 3-3538 0 0,-2 0-1 0 0,0 0 1 0 0,0 0-1 0 0,-10 12 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286 131 120 0 0,'21'-15'4017'0'0,"0"-1"-1"0"0,-1-1 1 0 0,28-29-1 0 0,-46 45-3603 0 0,19-19 2542 0 0,-18 18-2304 0 0,-1 1 0 0 0,1-1 0 0 0,0 0-1 0 0,0 1 1 0 0,0-1 0 0 0,5-1-1 0 0,-1 2-769 0 0,-1 0 0 0 0,1 0-1 0 0,-1 1 1 0 0,10 0-1 0 0,-5 0 490 0 0,610 20-282 0 0,-549-16-75 0 0,-70-4-15 0 0,0 0-1 0 0,0 1 1 0 0,0-1 0 0 0,0 0 0 0 0,0 1-1 0 0,-1 0 1 0 0,1-1 0 0 0,0 1 0 0 0,0 0 0 0 0,0 0-1 0 0,-1 0 1 0 0,1 0 0 0 0,0 0 0 0 0,-1 0-1 0 0,1 1 1 0 0,-1-1 0 0 0,0 0 0 0 0,1 1-1 0 0,-1-1 1 0 0,0 1 0 0 0,0 0 0 0 0,0-1-1 0 0,0 1 1 0 0,0 0 0 0 0,0 0 0 0 0,1 3-1 0 0,1 3 8 0 0,-1 1 0 0 0,0 0 0 0 0,0-1 0 0 0,1 12 0 0 0,1 45 73 0 0,-6 85 0 0 0,0-43 91 0 0,39 882 2135 0 0,-24-747-1681 0 0,-11-220-577 0 0,33 495 534 0 0,3-118 351 0 0,18 176-426 0 0,-32-261-71 0 0,-6-62-119 0 0,-9-70-224 0 0,-4-47-45 0 0,-2 34 907 0 0,-3-153-795 0 0,0-14-34 0 0,0 20 1238 0 0,-3-16-1339 0 0,-11-2-23 0 0,-15-2 0 0 0,-1-2 0 0 0,-43-4 0 0 0,26 1 0 0 0,-298-10-2779 0 0,-460 23-13050 0 0,668-4 4074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455 114 1632 0 0,'5'-24'6611'0'0,"-5"20"-6166"0"0,0 1 0 0 0,-1-1 0 0 0,1 1 0 0 0,-1-1-1 0 0,0 1 1 0 0,0-1 0 0 0,0 1 0 0 0,0-1 0 0 0,0 1 0 0 0,-4-5-1 0 0,3 4-327 0 0,0 1-1 0 0,-1 0 0 0 0,1 1 0 0 0,-1-1 0 0 0,0 0 0 0 0,0 1 1 0 0,0-1-1 0 0,0 1 0 0 0,0 0 0 0 0,0 0 0 0 0,-1 0 0 0 0,1 1 1 0 0,-1-1-1 0 0,1 1 0 0 0,-1 0 0 0 0,-4-1 0 0 0,-2-1-83 0 0,-1 1 0 0 0,1 1 0 0 0,-1 0 0 0 0,1 0-1 0 0,-1 1 1 0 0,1 0 0 0 0,-1 1 0 0 0,1 0 0 0 0,-1 1-1 0 0,1 0 1 0 0,0 1 0 0 0,0 0 0 0 0,0 0 0 0 0,0 1-1 0 0,0 0 1 0 0,1 1 0 0 0,0 0 0 0 0,0 1 0 0 0,0-1-1 0 0,0 2 1 0 0,1-1 0 0 0,0 1 0 0 0,1 1 0 0 0,0-1-1 0 0,-9 12 1 0 0,0 1-20 0 0,1 2 0 0 0,0 0 0 0 0,2 0 0 0 0,1 1 1 0 0,0 1-1 0 0,2 0 0 0 0,1 1 0 0 0,0 0 0 0 0,2 0 0 0 0,1 1 0 0 0,1-1 0 0 0,-1 32 0 0 0,5-49-2 0 0,1 0 0 0 0,1 0 0 0 0,-1 0 0 0 0,1-1 0 0 0,1 1 0 0 0,-1 0 0 0 0,1-1 0 0 0,1 1 0 0 0,3 9 0 0 0,-4-14-3 0 0,-1 0 0 0 0,1-1-1 0 0,0 1 1 0 0,0 0-1 0 0,0-1 1 0 0,0 1 0 0 0,0-1-1 0 0,1 0 1 0 0,-1 0-1 0 0,1 0 1 0 0,-1 0 0 0 0,1 0-1 0 0,0 0 1 0 0,0-1-1 0 0,-1 1 1 0 0,1-1 0 0 0,0 0-1 0 0,1 0 1 0 0,-1 0-1 0 0,0 0 1 0 0,0-1 0 0 0,0 1-1 0 0,0-1 1 0 0,1 0-1 0 0,-1 1 1 0 0,5-2 0 0 0,0 0 5 0 0,0 1 1 0 0,0-2 0 0 0,0 1 0 0 0,0-1-1 0 0,0-1 1 0 0,0 1 0 0 0,-1-1 0 0 0,1-1-1 0 0,-1 1 1 0 0,0-1 0 0 0,12-9 0 0 0,-9 5-24 0 0,-1 0 0 0 0,0 0 1 0 0,-1-1-1 0 0,0-1 0 0 0,0 0 1 0 0,-1 0-1 0 0,6-11 0 0 0,7-18 169 0 0,-3 0 0 0 0,-1-1 0 0 0,16-64 0 0 0,-22 69 229 0 0,-6 19-89 0 0,0 3 54 0 0,0 30-182 0 0,-1 152 152 0 0,-2-145-400 0 0,1-1 1 0 0,0 0-1 0 0,2 1 0 0 0,8 25 0 0 0,-10-41-391 0 0,1-1 0 0 0,0 1 0 0 0,1-1 0 0 0,0 0 0 0 0,0 0-1 0 0,9 12 1 0 0,-9-15-237 0 0,0 0 0 0 0,-1-1 0 0 0,1 1 0 0 0,1-1 0 0 0,-1 0 0 0 0,0 0 0 0 0,1 0 0 0 0,-1-1 1 0 0,1 0-1 0 0,0 0 0 0 0,8 3 0 0 0,4-1-3478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1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292 584 952 0 0,'0'-7'1051'0'0,"-1"-1"0"0"0,1 0 1 0 0,-1 0-1 0 0,0 0 0 0 0,-1 1 0 0 0,0-1 0 0 0,-4-9 0 0 0,5 13-766 0 0,-1 0 0 0 0,0 1-1 0 0,0-1 1 0 0,-1 1-1 0 0,1-1 1 0 0,-1 1 0 0 0,0 0-1 0 0,0 0 1 0 0,0 0 0 0 0,0 0-1 0 0,0 0 1 0 0,-1 1-1 0 0,1 0 1 0 0,-7-4 0 0 0,7 6-215 0 0,0 0 0 0 0,0-1 0 0 0,0 1 0 0 0,0 0 0 0 0,0 1 0 0 0,0-1 0 0 0,0 1 0 0 0,0-1 0 0 0,0 1 0 0 0,0 0 1 0 0,0 0-1 0 0,0 0 0 0 0,0 0 0 0 0,0 1 0 0 0,1-1 0 0 0,-5 4 0 0 0,-5 4 61 0 0,0 1-1 0 0,0 0 1 0 0,1 1-1 0 0,1 0 1 0 0,0 1-1 0 0,0 0 1 0 0,1 0-1 0 0,1 1 1 0 0,-13 27-1 0 0,8-12-34 0 0,2 1-1 0 0,0 0 0 0 0,-12 59 1 0 0,22-78-68 0 0,-1 1 0 0 0,1-1 0 0 0,1 1 0 0 0,0-1 0 0 0,1 13 0 0 0,-1-20-15 0 0,0 0 0 0 0,1-1-1 0 0,-1 1 1 0 0,1 0 0 0 0,-1-1 0 0 0,1 1 0 0 0,0 0 0 0 0,0-1 0 0 0,0 1 0 0 0,0-1 0 0 0,1 1 0 0 0,-1-1 0 0 0,1 0 0 0 0,-1 0-1 0 0,1 1 1 0 0,0-1 0 0 0,0 0 0 0 0,0-1 0 0 0,0 1 0 0 0,0 0 0 0 0,0 0 0 0 0,1-1 0 0 0,-1 0 0 0 0,3 2 0 0 0,-2-2-7 0 0,1-1 1 0 0,-1 1 0 0 0,0-1 0 0 0,1 1 0 0 0,-1-1-1 0 0,1-1 1 0 0,-1 1 0 0 0,0 0 0 0 0,1-1 0 0 0,-1 1-1 0 0,0-1 1 0 0,1 0 0 0 0,-1 0 0 0 0,0 0 0 0 0,0-1 0 0 0,0 1-1 0 0,0-1 1 0 0,0 0 0 0 0,4-2 0 0 0,3-5-8 0 0,0 1 0 0 0,0-1 0 0 0,11-13 0 0 0,-4 2-37 0 0,-2 0 0 0 0,0-1 1 0 0,-2 0-1 0 0,0-1 0 0 0,-2-1 0 0 0,11-26 0 0 0,-1-9-157 0 0,18-80-1 0 0,-15 18 254 0 0,13-204-1 0 0,-35 299 210 0 0,-2 5-24 0 0,-5 28 204 0 0,-5 32 599 0 0,3 19-84 0 0,3 1 0 0 0,2 0-1 0 0,9 89 1 0 0,-1-20-484 0 0,4 44-628 0 0,9-58-4979 0 0,-7-83 1549 0 0,-2-12-1943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0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26 2852 0 0,'8'-25'12644'0'0,"-7"30"-10727"0"0,1 17 571 0 0,-2 28 498 0 0,3 173 574 0 0,1-142-1453 0 0,-3 0-1 0 0,-15 122 1 0 0,13-196-2107 0 0,-1-1 0 0 0,1 1 0 0 0,-1-1 0 0 0,0 1 0 0 0,0-1 0 0 0,-1 0 0 0 0,0 1 0 0 0,0-1 0 0 0,-1-1 0 0 0,1 1 0 0 0,-9 10 0 0 0,9-14 0 0 0,0 1 0 0 0,-1 0 0 0 0,1-1 0 0 0,0 0 0 0 0,-1 1 0 0 0,1-1 0 0 0,-1-1 0 0 0,0 1 0 0 0,0 0 0 0 0,1-1 0 0 0,-1 0 0 0 0,0 0 0 0 0,0 0 0 0 0,0-1 0 0 0,0 1 0 0 0,-1-1 0 0 0,1 0 0 0 0,0 0 0 0 0,0 0 0 0 0,-7-2 0 0 0,1 1-558 0 0,1-2 1 0 0,0 1-1 0 0,0-1 0 0 0,0 0 0 0 0,0-1 1 0 0,1 0-1 0 0,-1 0 0 0 0,1-1 1 0 0,0 0-1 0 0,0-1 0 0 0,1 1 0 0 0,-1-1 1 0 0,-10-13-1 0 0,7 6-965 0 0,1 0 1 0 0,1-1-1 0 0,0 0 1 0 0,0-1-1 0 0,2 1 1 0 0,0-2-1 0 0,-6-16 1 0 0,-3-16-8853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1336 0 0,'20'-59'8290'0'0,"-12"38"-6502"0"0,-8 20-1797 0 0,0 1 1 0 0,0 0-1 0 0,1-1 0 0 0,-1 1 0 0 0,0 0 0 0 0,0-1 0 0 0,0 1 0 0 0,1 0 0 0 0,-1-1 0 0 0,0 1 0 0 0,0 0 0 0 0,1 0 0 0 0,-1-1 0 0 0,0 1 0 0 0,1 0 0 0 0,-1 0 0 0 0,0-1 0 0 0,1 1 0 0 0,-1 0 0 0 0,0 0 0 0 0,1 0 0 0 0,-1 0 0 0 0,0-1 0 0 0,1 1 0 0 0,-1 0 0 0 0,0 0 0 0 0,1 0 0 0 0,-1 0 0 0 0,1 0 0 0 0,-1 0 0 0 0,0 0 0 0 0,1 0 0 0 0,-1 0 0 0 0,1 0 0 0 0,-1 0 0 0 0,0 0 0 0 0,1 1 0 0 0,-1-1 0 0 0,0 0 0 0 0,1 0 0 0 0,0 1-90 0 0,0 0-1 0 0,-1 0 1 0 0,1 0 0 0 0,-1 0-1 0 0,1 0 1 0 0,-1-1-1 0 0,1 1 1 0 0,-1 0-1 0 0,0 0 1 0 0,0 0 0 0 0,1 0-1 0 0,-1 0 1 0 0,0 0-1 0 0,0 0 1 0 0,0 2-1 0 0,0 0-352 0 0,4 11-2356 0 0,-1 1-983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1 666 2488 0 0,'3'14'2193'0'0,"1"0"-56"0"0,-1-1 1 0 0,0 1-1 0 0,1 23 1 0 0,-4-36-1971 0 0,0-1 1 0 0,0 1-1 0 0,-1 0 1 0 0,1 0-1 0 0,0-1 1 0 0,0 1-1 0 0,0 0 1 0 0,0 0-1 0 0,1-1 1 0 0,-1 1-1 0 0,0 0 1 0 0,0-1-1 0 0,0 1 1 0 0,1 0-1 0 0,-1-1 1 0 0,0 1 0 0 0,1 0-1 0 0,-1-1 1 0 0,0 1-1 0 0,1 0 1 0 0,-1-1-1 0 0,1 1 1 0 0,0-1-37 0 0,-1 0 0 0 0,1 0 1 0 0,0 0-1 0 0,-1 0 0 0 0,1 0 0 0 0,-1-1 1 0 0,1 1-1 0 0,-1 0 0 0 0,1 0 1 0 0,-1-1-1 0 0,1 1 0 0 0,-1 0 0 0 0,0-1 1 0 0,1 1-1 0 0,-1 0 0 0 0,1-1 1 0 0,-1 1-1 0 0,0-1 0 0 0,1 1 0 0 0,-1-1 1 0 0,0 0-1 0 0,18-29 1313 0 0,131-389-562 0 0,-85 229-735 0 0,-25 79-247 0 0,-39 111 92 0 0,0-1 0 0 0,1 0 0 0 0,-1 0 0 0 0,0 0 0 0 0,0 0 0 0 0,1 0 0 0 0,-1 0 0 0 0,1 1 0 0 0,-1-1 0 0 0,1 0 0 0 0,-1 0 1 0 0,1 0-1 0 0,-1 1 0 0 0,1-1 0 0 0,0 0 0 0 0,-1 1 0 0 0,1-1 0 0 0,0 1 0 0 0,-1-1 0 0 0,1 1 0 0 0,1-2 0 0 0,-1 2 5 0 0,0 0-1 0 0,0 0 0 0 0,-1 0 1 0 0,1 0-1 0 0,0 0 1 0 0,0 1-1 0 0,0-1 0 0 0,-1 0 1 0 0,1 0-1 0 0,0 0 1 0 0,-1 1-1 0 0,1-1 0 0 0,0 0 1 0 0,0 1-1 0 0,-1-1 1 0 0,1 1-1 0 0,0-1 1 0 0,-1 1-1 0 0,1 0 0 0 0,4 3-2 0 0,-1 0 0 0 0,0 1 0 0 0,-1 0 0 0 0,6 7 0 0 0,-1 5 44 0 0,-1-1-1 0 0,0 1 1 0 0,-1 1-1 0 0,-1-1 1 0 0,4 27-1 0 0,-2-14 59 0 0,4 33 134 0 0,-3 1 1 0 0,1 93-1 0 0,-6-102-144 0 0,-1-24-581 0 0,1 15-2502 0 0,-6-18-7110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1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95 165 16 0 0,'-78'-14'17258'0'0,"78"15"-17132"0"0,-1-1-1 0 0,0 0 0 0 0,1 0 1 0 0,-1 0-1 0 0,0 0 1 0 0,1 0-1 0 0,-1 0 0 0 0,0 0 1 0 0,0 0-1 0 0,1 0 0 0 0,-1 0 1 0 0,0 0-1 0 0,1 0 1 0 0,-1-1-1 0 0,0 1 0 0 0,1 0 1 0 0,-1-1-1 0 0,0 1 0 0 0,1 0 1 0 0,-1-1-1 0 0,-1 0 1 0 0,2 1-109 0 0,0 0 0 0 0,0-1 1 0 0,0 1-1 0 0,0 0 1 0 0,0-1-1 0 0,-1 1 1 0 0,1 0-1 0 0,0-1 1 0 0,0 1-1 0 0,0 0 0 0 0,0 0 1 0 0,0-1-1 0 0,0 1 1 0 0,0 0-1 0 0,0-1 1 0 0,0 1-1 0 0,0 0 1 0 0,0-1-1 0 0,0 1 0 0 0,1 0 1 0 0,-1-1-1 0 0,0 1 1 0 0,0 0-1 0 0,0 0 1 0 0,0-1-1 0 0,0 1 1 0 0,1 0-1 0 0,-1-1 1 0 0,0 1-1 0 0,0 0 0 0 0,0 0 1 0 0,1 0-1 0 0,-1-1 1 0 0,0 1-1 0 0,0 0 1 0 0,1 0-1 0 0,-1 0 1 0 0,0 0-1 0 0,1-1 0 0 0,-1 1 1 0 0,0 0-1 0 0,0 0 1 0 0,1 0-1 0 0,-1 0 1 0 0,0 0-1 0 0,1 0 1 0 0,122-49 421 0 0,-34 16-3286 0 0,-61 21-1881 0 0,29-17 0 0 0,-35 16-1857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1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34 1440 0 0,'-24'-33'13828'0'0,"104"130"-8026"0"0,1 1-3627 0 0,-55-59-1996 0 0,-1 0 0 0 0,-2 2 0 0 0,-2 1 0 0 0,-2 0 0 0 0,-1 2 1 0 0,-3 0-1 0 0,-1 0 0 0 0,-3 1 0 0 0,-1 1 0 0 0,-2 0 0 0 0,-3 1 0 0 0,-1-1 1 0 0,-3 1-1 0 0,-1-1 0 0 0,-3 1 0 0 0,-1 0 0 0 0,-3-1 0 0 0,-2 0 0 0 0,-1-1 1 0 0,-3 0-1 0 0,-19 47 0 0 0,12-47-621 0 0,-1-1 1 0 0,-3 0-1 0 0,-1-2 1 0 0,-2 0-1 0 0,-38 43 1 0 0,36-53-1014 0 0,-1 0-1 0 0,-36 28 1 0 0,35-35-1550 0 0,-1-2-1 0 0,-51 28 1 0 0,13-16-5746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1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682 3 48 0 0,'-8'-1'543'0'0,"1"0"-1"0"0,0 1 1 0 0,-1 0-1 0 0,1 0 1 0 0,-1 1 0 0 0,1 0-1 0 0,0 0 1 0 0,-1 0-1 0 0,1 1 1 0 0,0 0-1 0 0,0 1 1 0 0,0 0 0 0 0,-11 6-1 0 0,-5 4 324 0 0,0 1-1 0 0,-29 25 0 0 0,13-7-170 0 0,2 2-1 0 0,1 2 0 0 0,1 1 0 0 0,3 1 1 0 0,1 2-1 0 0,2 1 0 0 0,-30 56 1 0 0,29-40-318 0 0,3 2 1 0 0,2 1 0 0 0,3 1 0 0 0,3 1-1 0 0,-14 77 1 0 0,26-104-281 0 0,3 2 0 0 0,1-1 1 0 0,1 0-1 0 0,2 1 0 0 0,2-1 0 0 0,1 0 1 0 0,2 0-1 0 0,1 0 0 0 0,16 51 0 0 0,-12-59-67 0 0,0-1 0 0 0,2 0-1 0 0,1 0 1 0 0,1-2-1 0 0,1 0 1 0 0,2 0-1 0 0,0-1 1 0 0,1-2-1 0 0,2 1 1 0 0,0-2-1 0 0,1-1 1 0 0,27 20-1 0 0,-13-16-253 0 0,0-1 1 0 0,2-2-1 0 0,0-2 1 0 0,1-1-1 0 0,1-2 0 0 0,0-2 1 0 0,70 16-1 0 0,-31-15-1975 0 0,0-3 0 0 0,1-4 0 0 0,92-3-1 0 0,-40-7-4227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2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70 276 0 0,'-64'-69'14967'0'0,"63"69"-14944"0"0,1 0 1 0 0,-1 0-1 0 0,0 0 1 0 0,1 0-1 0 0,-1 1 1 0 0,1-1-1 0 0,-1 0 1 0 0,1 0-1 0 0,-1 1 1 0 0,1-1-1 0 0,0 0 0 0 0,-1 1 1 0 0,1-1-1 0 0,-1 0 1 0 0,1 1-1 0 0,-1-1 1 0 0,1 0-1 0 0,0 1 1 0 0,-1-1-1 0 0,1 1 1 0 0,0-1-1 0 0,0 1 1 0 0,-1-1-1 0 0,1 1 1 0 0,0-1-1 0 0,0 1 1 0 0,0-1-1 0 0,0 1 1 0 0,-1 0-1 0 0,1-1 1 0 0,0 1-1 0 0,0 0 1 0 0,0 22 624 0 0,0-16-479 0 0,-12 236 2145 0 0,0 1-2457 0 0,12-218-830 0 0,-1-9-1418 0 0,1 1 0 0 0,4 27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2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2 234 924 0 0,'-1'-16'1428'0'0,"0"-1"-1"0"0,1 0 1 0 0,1 0 0 0 0,1 0 0 0 0,0 0-1 0 0,9-31 1 0 0,-10 43-1339 0 0,1 1 0 0 0,0-1 0 0 0,-1 1 0 0 0,1 0 0 0 0,1-1 0 0 0,-1 1 0 0 0,1 0 0 0 0,-1 0 0 0 0,1 0 0 0 0,0 1 0 0 0,1-1 0 0 0,-1 1 0 0 0,1-1 0 0 0,-1 1 0 0 0,1 0 0 0 0,0 1 0 0 0,0-1 0 0 0,0 1 0 0 0,0-1 0 0 0,1 1 0 0 0,-1 1 0 0 0,1-1 0 0 0,-1 0 0 0 0,1 1 0 0 0,0 0 0 0 0,-1 0 0 0 0,1 1 0 0 0,8-1 0 0 0,-7 1-71 0 0,-1 0-1 0 0,0 0 1 0 0,0 1-1 0 0,0 0 1 0 0,0 0 0 0 0,0 0-1 0 0,0 1 1 0 0,-1-1-1 0 0,1 1 1 0 0,0 0-1 0 0,-1 0 1 0 0,1 1-1 0 0,-1 0 1 0 0,0-1-1 0 0,0 1 1 0 0,0 1 0 0 0,0-1-1 0 0,0 1 1 0 0,-1-1-1 0 0,1 1 1 0 0,-1 0-1 0 0,0 0 1 0 0,4 8-1 0 0,-4-5 7 0 0,0 1 0 0 0,0-1 0 0 0,0 1 0 0 0,-1-1 0 0 0,0 1-1 0 0,-1 0 1 0 0,0 0 0 0 0,0 0 0 0 0,-1-1 0 0 0,0 1 0 0 0,0 0-1 0 0,0 0 1 0 0,-1 0 0 0 0,-3 11 0 0 0,-4 5 374 0 0,0 0 0 0 0,-22 41 0 0 0,3-6 3420 0 0,30-59-3773 0 0,49-4 48 0 0,-38 6-85 0 0,-1-1 0 0 0,1 2 0 0 0,-1 0 0 0 0,1 0 0 0 0,-1 1 0 0 0,0 1 0 0 0,24 12 0 0 0,-27-12 10 0 0,-1 1 0 0 0,0 0 1 0 0,-1 0-1 0 0,1 0 0 0 0,-1 1 0 0 0,0 1 1 0 0,-1-1-1 0 0,0 1 0 0 0,0 0 0 0 0,9 16 0 0 0,-13-19 127 0 0,0 0 0 0 0,-1 0-1 0 0,0 0 1 0 0,0 1-1 0 0,-1-1 1 0 0,1 1-1 0 0,-1-1 1 0 0,0 1 0 0 0,-1-1-1 0 0,1 1 1 0 0,-1-1-1 0 0,0 1 1 0 0,-1 0-1 0 0,1-1 1 0 0,-1 1-1 0 0,0-1 1 0 0,0 1 0 0 0,-1-1-1 0 0,0 1 1 0 0,0-1-1 0 0,0 0 1 0 0,0 0-1 0 0,-1 0 1 0 0,0 0 0 0 0,0-1-1 0 0,0 1 1 0 0,-1-1-1 0 0,-5 6 1 0 0,1-1 101 0 0,-1-1 0 0 0,0 0 1 0 0,-1 0-1 0 0,0-1 0 0 0,0 0 0 0 0,-1-1 1 0 0,1 0-1 0 0,-1-1 0 0 0,-1 0 1 0 0,1-1-1 0 0,-1 0 0 0 0,-12 3 0 0 0,9-4-73 0 0,-1-1 0 0 0,1-1 0 0 0,0 0-1 0 0,-27-2 1 0 0,33 0-200 0 0,0-1 1 0 0,0 1-1 0 0,1-1 0 0 0,-1-1 1 0 0,1 1-1 0 0,-1-2 0 0 0,1 1 1 0 0,0-1-1 0 0,-12-8 0 0 0,19 11-128 0 0,-1 0 0 0 0,1 0 0 0 0,0 0-1 0 0,-1 0 1 0 0,1 0 0 0 0,0 0 0 0 0,0 0 0 0 0,0-1 0 0 0,0 1-1 0 0,0-1 1 0 0,0 1 0 0 0,0 0 0 0 0,0-1 0 0 0,1 0-1 0 0,-1 1 1 0 0,1-1 0 0 0,-1 1 0 0 0,1-1 0 0 0,-1 0 0 0 0,1 1-1 0 0,0-1 1 0 0,0-2 0 0 0,0 1-144 0 0,1 0 0 0 0,-1 0 1 0 0,1 0-1 0 0,0 0 0 0 0,0 0 0 0 0,0 0 0 0 0,1 1 1 0 0,-1-1-1 0 0,1 0 0 0 0,-1 0 0 0 0,4-2 0 0 0,3-6-1884 0 0,2 1-1 0 0,-1 1 0 0 0,1-1 1 0 0,16-9-1 0 0,-2 0-5022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2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60 0 0,'3'0'2572'0'0,"32"-2"10921"0"0,-26 3-12235 0 0,-6-1-1039 0 0,17 1 209 0 0,-1-1-1 0 0,26-3 1 0 0,-4 0-1819 0 0,-1 4-4393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3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41 1760 0 0,'-90'72'12647'0'0,"89"-71"-12265"0"0,-1 5 268 0 0,5-5-294 0 0,2-3-324 0 0,147-53-1593 0 0,-55 10-5226 0 0,-59 26 1712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790 115 1632 0 0,'4'-4'1393'0'0,"-1"-1"-1"0"0,0 0 1 0 0,0 0-1 0 0,0 0 1 0 0,-1 0 0 0 0,0 0-1 0 0,3-10 1 0 0,-4 13-1225 0 0,-1 0 1 0 0,0 0-1 0 0,0 0 0 0 0,0 0 1 0 0,0 1-1 0 0,0-1 1 0 0,0 0-1 0 0,0 0 0 0 0,0 0 1 0 0,-1 0-1 0 0,1 1 1 0 0,-1-1-1 0 0,0 0 0 0 0,1 0 1 0 0,-1 1-1 0 0,0-1 1 0 0,0 1-1 0 0,0-1 0 0 0,0 1 1 0 0,0-1-1 0 0,-1 1 1 0 0,1-1-1 0 0,0 1 0 0 0,-1 0 1 0 0,1 0-1 0 0,0 0 0 0 0,-1 0 1 0 0,-1-1-1 0 0,-3-1-92 0 0,0 0 0 0 0,0 0-1 0 0,0 1 1 0 0,-1 0 0 0 0,1 0-1 0 0,0 1 1 0 0,-1 0 0 0 0,1 0-1 0 0,-1 0 1 0 0,-9 1 0 0 0,-1 1-17 0 0,0 0 1 0 0,-32 7 0 0 0,36-5-51 0 0,1 0 0 0 0,-1 1 1 0 0,1 1-1 0 0,0 0 0 0 0,0 1 1 0 0,0 0-1 0 0,1 1 0 0 0,0 0 1 0 0,0 1-1 0 0,0 0 0 0 0,1 0 1 0 0,-12 15-1 0 0,12-12-1 0 0,1 1 1 0 0,0 0-1 0 0,1 1 0 0 0,1 0 1 0 0,0 0-1 0 0,1 1 1 0 0,0 0-1 0 0,1 0 0 0 0,0 0 1 0 0,-3 25-1 0 0,-7 65 225 0 0,4 0 0 0 0,5 131 0 0 0,12 197 676 0 0,-3 252-72 0 0,-23-394 1266 0 0,-67 335 1 0 0,-134 903 3353 0 0,186-1099-4342 0 0,31-287-791 0 0,15 145-1 0 0,-10-274-319 0 0,0-1 1 0 0,1 1-1 0 0,1 0 0 0 0,0-1 0 0 0,10 25 0 0 0,-12-34-9 0 0,1 1 0 0 0,0-1 0 0 0,0 0 0 0 0,0 0 0 0 0,0 1 0 0 0,1-1 0 0 0,-1-1 0 0 0,1 1-1 0 0,-1 0 1 0 0,1-1 0 0 0,0 1 0 0 0,0-1 0 0 0,1 0 0 0 0,-1 0 0 0 0,0 0 0 0 0,1 0 0 0 0,-1-1 0 0 0,1 1-1 0 0,0-1 1 0 0,-1 0 0 0 0,1 0 0 0 0,0 0 0 0 0,7 0 0 0 0,13-2-305 0 0,0 0 0 0 0,-1-2-1 0 0,1-1 1 0 0,-1 0 0 0 0,0-2 0 0 0,23-9-1 0 0,-34 12 141 0 0,339-128-4440 0 0,-11-31-644 0 0,-62 16-3763 0 0,-136 69-11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5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30 1808 0 0,'-16'3'7494'0'0,"-19"-13"436"0"0,30 1-6500 0 0,6 8-1418 0 0,-1 1 0 0 0,0-1 0 0 0,0 0 0 0 0,0 1 0 0 0,1-1-1 0 0,-1 0 1 0 0,0 1 0 0 0,1-1 0 0 0,-1 0 0 0 0,1 1 0 0 0,-1-1-1 0 0,1 1 1 0 0,-1-1 0 0 0,1 1 0 0 0,-1-1 0 0 0,1 1 0 0 0,-1-1-1 0 0,1 1 1 0 0,0 0 0 0 0,-1-1 0 0 0,1 1 0 0 0,0 0 0 0 0,-1-1-1 0 0,1 1 1 0 0,0 0 0 0 0,-1 0 0 0 0,1 0 0 0 0,0-1 0 0 0,0 1 0 0 0,-1 0-1 0 0,1 0 1 0 0,0 0 0 0 0,0 0 0 0 0,-1 0 0 0 0,1 1 0 0 0,0-1-1 0 0,-1 0 1 0 0,1 0 0 0 0,0 0 0 0 0,-1 1 0 0 0,2-1 0 0 0,3 2 1 0 0,-1-1 0 0 0,1 1 1 0 0,0 0-1 0 0,-1 0 1 0 0,7 5-1 0 0,-6-4-4 0 0,-1 0 0 0 0,0 1-1 0 0,0-1 1 0 0,0 1 0 0 0,-1 0 0 0 0,1 0-1 0 0,-1 0 1 0 0,0 0 0 0 0,0 1-1 0 0,-1-1 1 0 0,1 1 0 0 0,1 5-1 0 0,-1-2 10 0 0,0 1-1 0 0,-1-1 1 0 0,-1 1-1 0 0,1 0 0 0 0,-1-1 1 0 0,0 16-1 0 0,-2-4 15 0 0,-1-1 0 0 0,-1 1 1 0 0,0-1-1 0 0,-2 0 0 0 0,-11 33 0 0 0,7-31 2 0 0,0-1 1 0 0,-1 0-1 0 0,-1-1 0 0 0,-15 21 1 0 0,17-28-9 0 0,-1 0 1 0 0,0-1 0 0 0,0 0-1 0 0,-1-1 1 0 0,0 0 0 0 0,-1 0-1 0 0,-14 7 1 0 0,22-14-21 0 0,0-1 0 0 0,0-1 0 0 0,0 1 0 0 0,0 0 0 0 0,0-1 0 0 0,0 0 0 0 0,0 0-1 0 0,-1 0 1 0 0,1-1 0 0 0,0 1 0 0 0,-1-1 0 0 0,1 0 0 0 0,0 0 0 0 0,-1-1 0 0 0,1 1 0 0 0,-1-1 0 0 0,1 0 0 0 0,0 0-1 0 0,0 0 1 0 0,0-1 0 0 0,0 1 0 0 0,0-1 0 0 0,0 0 0 0 0,0 0 0 0 0,0-1 0 0 0,1 1 0 0 0,-1-1 0 0 0,-3-4 0 0 0,6 6-8 0 0,-1 0 0 0 0,1 0 0 0 0,0 0 0 0 0,0 0 1 0 0,0-1-1 0 0,0 1 0 0 0,0 0 0 0 0,1-1 1 0 0,-1 1-1 0 0,0-1 0 0 0,1 1 0 0 0,-1-1 1 0 0,1 1-1 0 0,-1-1 0 0 0,1 1 0 0 0,0-1 0 0 0,0 0 1 0 0,0 1-1 0 0,0-3 0 0 0,-1 0-4 0 0,2 3 4 0 0,-1-1 0 0 0,0 1-1 0 0,1-1 1 0 0,-1 1 0 0 0,1-1 0 0 0,0 1-1 0 0,-1-1 1 0 0,1 1 0 0 0,0 0-1 0 0,0-1 1 0 0,0 1 0 0 0,0 0 0 0 0,0 0-1 0 0,0 0 1 0 0,0 0 0 0 0,0 0 0 0 0,1 0-1 0 0,-1 0 1 0 0,0 0 0 0 0,0 0-1 0 0,1 0 1 0 0,-1 1 0 0 0,1-1 0 0 0,-1 0-1 0 0,1 1 1 0 0,1-1 0 0 0,7-1-1 0 0,0 0 0 0 0,0 1 0 0 0,1 0 0 0 0,-1 1 0 0 0,0 0 0 0 0,0 0 0 0 0,1 1 0 0 0,-1 1 0 0 0,0 0 0 0 0,19 5 0 0 0,1 5-58 0 0,0 1 0 0 0,32 18 0 0 0,27 12-3431 0 0,-76-37 1743 0 0,2-1-1 0 0,-1 0 1 0 0,0-2-1 0 0,23 4 1 0 0,-14-5-3514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5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16 184 96 0 0,'-1'-2'865'0'0,"-13"-50"10534"0"0,13 32-9590 0 0,3 17-1737 0 0,-1 0 0 0 0,1 0-1 0 0,0 0 1 0 0,0 0 0 0 0,0 0-1 0 0,0 0 1 0 0,1 1 0 0 0,-1-1-1 0 0,1 1 1 0 0,-1-1-1 0 0,1 1 1 0 0,0 0 0 0 0,0 0-1 0 0,0 1 1 0 0,5-4 0 0 0,-2 2 1 0 0,10-6-54 0 0,2 0-1 0 0,-1 1 1 0 0,1 1-1 0 0,31-8 0 0 0,-8 6-2541 0 0,-3 2-3588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1 764 0 0,'-3'0'2009'0'0,"-3"1"-1196"0"0,0 0 1 0 0,1 1-1 0 0,-1 0 0 0 0,1 0 1 0 0,0 0-1 0 0,-9 5 0 0 0,10-4-494 0 0,0 0-1 0 0,0 0 1 0 0,0 1-1 0 0,0 0 0 0 0,0 0 1 0 0,1 0-1 0 0,-1 0 1 0 0,1 0-1 0 0,0 1 1 0 0,0-1-1 0 0,1 1 0 0 0,-4 9 1 0 0,0 0-37 0 0,1 1 1 0 0,1 0-1 0 0,0 0 0 0 0,1 0 1 0 0,1 0-1 0 0,0 0 0 0 0,1 1 1 0 0,1-1-1 0 0,2 25 0 0 0,-1-38-263 0 0,-1-1-1 0 0,0 0 1 0 0,1 1-1 0 0,-1-1 1 0 0,1 0-1 0 0,0 0 1 0 0,-1 1 0 0 0,1-1-1 0 0,0 0 1 0 0,0 0-1 0 0,-1 0 1 0 0,1 0-1 0 0,0 0 1 0 0,0 0-1 0 0,0 0 1 0 0,0 0-1 0 0,1 0 1 0 0,-1-1-1 0 0,0 1 1 0 0,0 0-1 0 0,0-1 1 0 0,1 1-1 0 0,-1-1 1 0 0,0 1-1 0 0,3 0 1 0 0,-2-1 22 0 0,2 0-30 0 0,45-4 48 0 0,-37 3-68 0 0,0-1 1 0 0,0 2-1 0 0,0-1 0 0 0,20 3 0 0 0,-28-1 22 0 0,1 0 1 0 0,-1 0-1 0 0,0 1 0 0 0,0-1 0 0 0,0 1 0 0 0,0 0 0 0 0,0 0 0 0 0,0 0 1 0 0,0 1-1 0 0,-1-1 0 0 0,1 1 0 0 0,-1 0 0 0 0,1 0 0 0 0,-1 0 0 0 0,0 1 1 0 0,-1-1-1 0 0,4 5 0 0 0,-2-2 207 0 0,0 1 1 0 0,-1-1 0 0 0,0 1-1 0 0,0 0 1 0 0,0 1 0 0 0,-1-1-1 0 0,0 0 1 0 0,0 1 0 0 0,-1-1-1 0 0,0 1 1 0 0,0-1 0 0 0,-1 1-1 0 0,0 0 1 0 0,-1-1 0 0 0,1 1-1 0 0,-1-1 1 0 0,-1 1 0 0 0,1-1-1 0 0,-1 1 1 0 0,-1-1 0 0 0,1 0-1 0 0,-1 0 1 0 0,-1 0 0 0 0,1 0-1 0 0,-1-1 1 0 0,-7 10 0 0 0,4-6 146 0 0,1 0-15 0 0,-1-1 0 0 0,0 0 0 0 0,-8 8-1 0 0,12-15-264 0 0,0 1-1 0 0,0-1 0 0 0,0 0 0 0 0,0 1 1 0 0,-1-1-1 0 0,1-1 0 0 0,-1 1 0 0 0,1 0 1 0 0,-1-1-1 0 0,1 0 0 0 0,-1 0 0 0 0,0 0 1 0 0,-6 1-1 0 0,4-2-99 0 0,0 0-1 0 0,-1 0 1 0 0,1 0 0 0 0,0-1-1 0 0,0 0 1 0 0,-1 0-1 0 0,1-1 1 0 0,0 0 0 0 0,-9-3-1 0 0,14 4-136 0 0,-1 0 0 0 0,0 0 0 0 0,1 0 0 0 0,-1 0 0 0 0,1 0 0 0 0,0 0 0 0 0,-1 0 0 0 0,1-1 0 0 0,0 1 0 0 0,-1-1 0 0 0,1 1 0 0 0,0-1 0 0 0,0 1 0 0 0,0-1 0 0 0,0 1 0 0 0,0-4 0 0 0,0 3-176 0 0,1 0 0 0 0,0-1-1 0 0,0 1 1 0 0,-1 0 0 0 0,1-1 0 0 0,1 1 0 0 0,-1-1-1 0 0,0 1 1 0 0,1 0 0 0 0,-1-1 0 0 0,1 1 0 0 0,0 0-1 0 0,0 0 1 0 0,0-1 0 0 0,0 1 0 0 0,2-3 0 0 0,21-32-7887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6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163 138 788 0 0,'10'-11'2117'0'0,"0"1"0"0"0,-1-1 0 0 0,0-1 0 0 0,-1 0 0 0 0,-1 0 0 0 0,1-1 0 0 0,-2 0 0 0 0,7-17 828 0 0,-15 23-1475 0 0,-1 1-24 0 0,-7 11-1258 0 0,-1 5-132 0 0,0 1-1 0 0,1 0 1 0 0,0 0 0 0 0,1 1-1 0 0,1 1 1 0 0,-9 15 0 0 0,-2 4-55 0 0,2 0-1 0 0,1 2 1 0 0,1-1 0 0 0,2 2-1 0 0,2 0 1 0 0,1 0 0 0 0,1 1-1 0 0,2 0 1 0 0,-2 44 0 0 0,9-66 19 0 0,0-1 1 0 0,1 0 0 0 0,0 0 0 0 0,6 25 0 0 0,-6-34 7 0 0,1 1 1 0 0,-1-1-1 0 0,1 0 0 0 0,-1 1 1 0 0,1-1-1 0 0,1 0 1 0 0,-1 0-1 0 0,0 0 0 0 0,1 0 1 0 0,0-1-1 0 0,0 1 0 0 0,0-1 1 0 0,0 0-1 0 0,1 1 0 0 0,-1-1 1 0 0,1-1-1 0 0,4 4 0 0 0,-6-5-22 0 0,1 0 1 0 0,-1 0-1 0 0,0-1 0 0 0,1 1 0 0 0,-1 0 1 0 0,0-1-1 0 0,1 0 0 0 0,-1 1 0 0 0,1-1 0 0 0,-1 0 1 0 0,1 0-1 0 0,-1 0 0 0 0,1-1 0 0 0,-1 1 1 0 0,1-1-1 0 0,-1 1 0 0 0,0-1 0 0 0,1 0 0 0 0,-1 0 1 0 0,0 0-1 0 0,0 0 0 0 0,0 0 0 0 0,1 0 0 0 0,-1-1 1 0 0,0 1-1 0 0,0-1 0 0 0,-1 1 0 0 0,1-1 1 0 0,0 0-1 0 0,2-3 0 0 0,-2 2 2 0 0,1 0 0 0 0,-1 0 0 0 0,0 0 0 0 0,0-1 0 0 0,0 1 0 0 0,0-1-1 0 0,-1 0 1 0 0,0 0 0 0 0,1 1 0 0 0,-1-1 0 0 0,0 0 0 0 0,-1 0 0 0 0,1 0 0 0 0,-1 0 0 0 0,0 0 0 0 0,0 0 0 0 0,0-6 0 0 0,-1 7-12 0 0,-1 0 1 0 0,1 0 0 0 0,0 0 0 0 0,-1 0-1 0 0,0 0 1 0 0,1 1 0 0 0,-1-1 0 0 0,0 1-1 0 0,0-1 1 0 0,-1 1 0 0 0,1-1 0 0 0,0 1-1 0 0,-1 0 1 0 0,0 0 0 0 0,1 0 0 0 0,-1 1-1 0 0,0-1 1 0 0,0 0 0 0 0,0 1 0 0 0,0 0-1 0 0,0 0 1 0 0,0 0 0 0 0,0 0 0 0 0,-4 0-1 0 0,-7-2-756 0 0,0 1-1 0 0,0 0 1 0 0,-23 1-1 0 0,31 1-516 0 0,1 1 0 0 0,0 0 1 0 0,-1 0-1 0 0,-9 3 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43 1044 0 0,'-3'0'4200'0'0,"-12"1"-1813"0"0,-30 2 9192 0 0,42-2-10686 0 0,18-2-723 0 0,0 0 1 0 0,0-1 0 0 0,0-1 0 0 0,18-5 0 0 0,3-1-64 0 0,-13 6-26 0 0,30-9 122 0 0,-51 12-198 0 0,9-4 45 0 0,7-1-2470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56 2080 0 0,'9'-34'11510'0'0,"-5"21"-6966"0"0,-1 4-695 0 0,-1 18-3128 0 0,-2 14-647 0 0,-1 0 0 0 0,-1 0 0 0 0,-9 43 0 0 0,7-47-88 0 0,4-16-10 0 0,-19 97-676 0 0,-6 113-1 0 0,28-166-2153 0 0,3-23-176 0 0,4-5-3315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54 1460 0 0,'20'-53'16446'0'0,"-22"53"-16325"0"0,0 1 0 0 0,0-1 0 0 0,0 1 0 0 0,0 0-1 0 0,0-1 1 0 0,0 1 0 0 0,0 0 0 0 0,1 0 0 0 0,-1 0 0 0 0,0 1-1 0 0,0-1 1 0 0,1 0 0 0 0,-3 3 0 0 0,-22 24 664 0 0,20-21-585 0 0,-28 33 244 0 0,1 1 0 0 0,-31 52-1 0 0,50-69-378 0 0,0 1-1 0 0,2 0 0 0 0,1 2 0 0 0,1-1 0 0 0,-12 47 0 0 0,21-69-42 0 0,0 1 0 0 0,0 0 0 0 0,1-1 0 0 0,0 1 0 0 0,-1 0 0 0 0,2 0 1 0 0,-1-1-1 0 0,0 1 0 0 0,1 0 0 0 0,0-1 0 0 0,0 1 0 0 0,0 0 0 0 0,1-1 0 0 0,0 1 0 0 0,2 4 0 0 0,-2-6-7 0 0,0 0 0 0 0,0-1 0 0 0,1 1-1 0 0,-1-1 1 0 0,0 0 0 0 0,1 0 0 0 0,0 1 0 0 0,0-2 0 0 0,-1 1 0 0 0,1 0 0 0 0,0-1 0 0 0,0 1 0 0 0,1-1 0 0 0,-1 0 0 0 0,0 0 0 0 0,0 0 0 0 0,1 0 0 0 0,-1-1 0 0 0,0 1 0 0 0,1-1 0 0 0,-1 0-1 0 0,5 0 1 0 0,0 0-2 0 0,1-1 0 0 0,-1 0 0 0 0,0 0 0 0 0,0-1 0 0 0,0 0 0 0 0,13-4 0 0 0,-16 4-22 0 0,-1 0 0 0 0,0 0 1 0 0,0-1-1 0 0,1 1 0 0 0,-1-1 0 0 0,-1 0 0 0 0,1 0 0 0 0,0 0 0 0 0,-1 0 0 0 0,1-1 1 0 0,-1 1-1 0 0,3-6 0 0 0,-5 8 6 0 0,-1 1 0 0 0,1-1 0 0 0,-1 0 0 0 0,0 0 0 0 0,0 0 0 0 0,1 1 1 0 0,-1-1-1 0 0,0 0 0 0 0,0 0 0 0 0,0 0 0 0 0,0 1 0 0 0,0-1 0 0 0,0 0 0 0 0,0 0 1 0 0,0 0-1 0 0,0 1 0 0 0,0-1 0 0 0,-1 0 0 0 0,1 0 0 0 0,0 0 0 0 0,0 1 0 0 0,-1-1 0 0 0,1 0 1 0 0,-1 0-1 0 0,1 1 0 0 0,0-1 0 0 0,-1 0 0 0 0,0 1 0 0 0,1-1 0 0 0,-1 1 0 0 0,0-2 1 0 0,-23-13-174 0 0,11 11-376 0 0,-1 0 0 0 0,1 0 0 0 0,-1 1 0 0 0,0 1 0 0 0,-15-1-1 0 0,-4 2-3487 0 0,1 0-3730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0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84 232 0 0,'-15'-4'6655'0'0,"-34"-7"6558"0"0,39 12-12522 0 0,10-3 7 0 0,22-7-379 0 0,39-2-215 0 0,40-10-2001 0 0,-36 0-3623 0 0,-53 16 3770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21 924 0 0,'12'-20'17544'0'0,"-14"34"-14938"0"0,-11 33-2850 0 0,12-43 893 0 0,-64 249 689 0 0,32-82-7882 0 0,31-146 4030 0 0,4-7-2815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0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99 2976 0 0,'27'-44'6426'0'0,"9"-11"4791"0"0,-38 57-11143 0 0,-1 0 0 0 0,1-1 0 0 0,0 1 0 0 0,-1 0 0 0 0,1 0 0 0 0,0 0 0 0 0,0 1 0 0 0,1-1 0 0 0,-1 0 0 0 0,-2 4 0 0 0,2-3 38 0 0,-181 268 1865 0 0,145-207-1781 0 0,3 2 1 0 0,-35 95 0 0 0,64-144-175 0 0,1-1 1 0 0,0 0 0 0 0,-2 27 0 0 0,6-39-25 0 0,0 0 0 0 0,1 0 0 0 0,0 0 0 0 0,-1 0 1 0 0,2 0-1 0 0,-1 1 0 0 0,0-1 0 0 0,1 0 0 0 0,0 0 1 0 0,0 0-1 0 0,0 0 0 0 0,0-1 0 0 0,1 1 0 0 0,-1 0 1 0 0,1 0-1 0 0,0-1 0 0 0,0 1 0 0 0,1-1 0 0 0,-1 0 1 0 0,5 5-1 0 0,-3-6-10 0 0,-1 1-1 0 0,1-1 1 0 0,0 0 0 0 0,0 0 0 0 0,1-1 0 0 0,-1 1-1 0 0,0-1 1 0 0,1 0 0 0 0,-1 0 0 0 0,0 0-1 0 0,1-1 1 0 0,-1 0 0 0 0,1 1 0 0 0,-1-2 0 0 0,1 1-1 0 0,-1 0 1 0 0,1-1 0 0 0,5-2 0 0 0,-6 3-1 0 0,1-1 0 0 0,-1-1 1 0 0,0 1-1 0 0,0 0 1 0 0,-1-1-1 0 0,1 0 0 0 0,0 0 1 0 0,-1 0-1 0 0,1-1 0 0 0,-1 1 1 0 0,1-1-1 0 0,-1 0 1 0 0,0 0-1 0 0,0 0 0 0 0,0 0 1 0 0,-1 0-1 0 0,1-1 0 0 0,-1 1 1 0 0,3-5-1 0 0,-5 7-41 0 0,1 0-1 0 0,-1 0 0 0 0,1 0 1 0 0,-1-1-1 0 0,1 1 1 0 0,-1 0-1 0 0,0 0 1 0 0,1 0-1 0 0,-1 0 0 0 0,0 0 1 0 0,0-1-1 0 0,0 1 1 0 0,0 0-1 0 0,0 0 1 0 0,0 0-1 0 0,0 0 0 0 0,0-1 1 0 0,-1 1-1 0 0,1 0 1 0 0,0 0-1 0 0,-1 0 1 0 0,1 0-1 0 0,-1 0 0 0 0,1 0 1 0 0,-1 0-1 0 0,0 0 1 0 0,1 0-1 0 0,-1 0 1 0 0,0 0-1 0 0,0 0 0 0 0,1 0 1 0 0,-1 0-1 0 0,0 1 1 0 0,0-1-1 0 0,0 0 1 0 0,0 1-1 0 0,0-1 0 0 0,0 1 1 0 0,0-1-1 0 0,0 1 1 0 0,0-1-1 0 0,-1 1 1 0 0,1 0-1 0 0,0-1 0 0 0,0 1 1 0 0,0 0-1 0 0,0 0 1 0 0,-2 0-1 0 0,-3-1-411 0 0,-1 1-1 0 0,0 0 0 0 0,0 0 1 0 0,1 1-1 0 0,-1-1 1 0 0,-12 4-1 0 0,-5 4-1954 0 0,0 2-1 0 0,1 0 0 0 0,-39 24 0 0 0,31-16-3227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90 168 1684 0 0,'-64'-31'13387'0'0,"39"17"-10192"0"0,24 13-2975 0 0,10-6-11 0 0,64-13-115 0 0,52-16-3230 0 0,-2-9-5714 0 0,-90 31 4451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1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45 1976 0 0,'-6'-16'5572'0'0,"-3"-5"-396"0"0,8 19-4398 0 0,-3-3 536 0 0,1 9-1077 0 0,0 1 0 0 0,1-1 0 0 0,-1 1 0 0 0,1-1 0 0 0,0 1 0 0 0,1 0 1 0 0,-1 0-1 0 0,-1 8 0 0 0,-5 49 962 0 0,4-33-852 0 0,-16 97 385 0 0,-5 42-567 0 0,15-56-3988 0 0,9-84 943 0 0,2-10-1799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2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33 288 2176 0 0,'0'-1'340'0'0,"2"-8"1530"0"0,-1 0 1 0 0,0 1-1 0 0,0-1 1 0 0,-1 0-1 0 0,0 0 0 0 0,-1-12 1 0 0,-2 9-922 0 0,-1 1 0 0 0,1-1 1 0 0,-2 1-1 0 0,-7-15 0 0 0,11 24-888 0 0,0 1-22 0 0,0-1-35 0 0,0 0-1 0 0,0 0 1 0 0,0 0-1 0 0,0 0 1 0 0,1 0-1 0 0,-1 0 1 0 0,0 0-1 0 0,1 0 1 0 0,0-1-1 0 0,-1-2 1 0 0,7 0-25 0 0,0 1 0 0 0,0-1 0 0 0,1 1 1 0 0,-1 0-1 0 0,1 1 0 0 0,0 0 0 0 0,0 0 0 0 0,0 0 0 0 0,10-1 0 0 0,18-9-139 0 0,85-31-265 0 0,-95 36 415 0 0,-23 8 11 0 0,-1-1 36 0 0,-1 0-1 0 0,1 1 0 0 0,0-1 1 0 0,0 0-1 0 0,0 1 1 0 0,-1-1-1 0 0,1 1 0 0 0,0-1 1 0 0,0 1-1 0 0,0-1 1 0 0,0 1-1 0 0,0 0 0 0 0,0-1 1 0 0,0 1-1 0 0,0 0 1 0 0,0 0-1 0 0,0 0 1 0 0,0-1-1 0 0,0 1 0 0 0,0 0 1 0 0,0 1-1 0 0,0-1 1 0 0,0 0-1 0 0,1 0 0 0 0,-1 1-16 0 0,-1-1 0 0 0,1 0 0 0 0,0 0 0 0 0,-1 1 0 0 0,1-1 0 0 0,-1 0 0 0 0,1 1 0 0 0,-1-1-1 0 0,1 1 1 0 0,-1-1 0 0 0,1 1 0 0 0,-1-1 0 0 0,0 1 0 0 0,1-1 0 0 0,-1 1 0 0 0,0-1 0 0 0,1 1-1 0 0,-1-1 1 0 0,0 1 0 0 0,0 0 0 0 0,1-1 0 0 0,-1 1 0 0 0,0-1 0 0 0,0 1 0 0 0,0 0 0 0 0,0-1 0 0 0,0 1-1 0 0,0 0 1 0 0,0-1 0 0 0,0 1 0 0 0,0 1 0 0 0,-7 24 27 0 0,-10 27 0 0 0,-3 12 18 0 0,-12 64-48 0 0,-63 298-1634 0 0,93-399-1225 0 0,3-4-5241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2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82 984 0 0,'41'-82'16448'0'0,"-43"83"-16359"0"0,0 0 1 0 0,0 0-1 0 0,0 1 0 0 0,1-1 0 0 0,-1 0 0 0 0,0 1 1 0 0,1-1-1 0 0,-1 1 0 0 0,1-1 0 0 0,0 1 0 0 0,-1 0 0 0 0,0 2 1 0 0,-2 1 180 0 0,-39 51 1046 0 0,-46 80-1 0 0,-24 69-301 0 0,45-59-701 0 0,60-125-272 0 0,1 1 1 0 0,1-1-1 0 0,1 2 1 0 0,1-1-1 0 0,-1 25 1 0 0,4-41-20 0 0,1-1-1 0 0,0 0 1 0 0,1 1 0 0 0,0-1-1 0 0,-1 0 1 0 0,2 1 0 0 0,-1-1 0 0 0,1 0-1 0 0,-1 0 1 0 0,1 0 0 0 0,1 0 0 0 0,-1 0-1 0 0,1 0 1 0 0,4 5 0 0 0,-5-8-8 0 0,0 0 0 0 0,0 0 0 0 0,0 0 0 0 0,0 0 0 0 0,0 0 0 0 0,1 0 0 0 0,-1-1 0 0 0,1 1 0 0 0,0-1 0 0 0,-1 0 0 0 0,1 0 0 0 0,0 0 0 0 0,0 0 1 0 0,-1 0-1 0 0,1-1 0 0 0,0 1 0 0 0,0-1 0 0 0,0 1 0 0 0,0-1 0 0 0,0 0 0 0 0,0-1 0 0 0,0 1 0 0 0,0 0 0 0 0,0-1 0 0 0,0 1 0 0 0,-1-1 0 0 0,5-2 0 0 0,0 0 22 0 0,-1 0-1 0 0,1-1 1 0 0,-1 0 0 0 0,0 0-1 0 0,0 0 1 0 0,-1-1-1 0 0,1 0 1 0 0,-1 0-1 0 0,0 0 1 0 0,-1-1 0 0 0,1 1-1 0 0,-1-1 1 0 0,3-7-1 0 0,-5 10-28 0 0,0 0-1 0 0,0-1 1 0 0,-1 1-1 0 0,1-1 1 0 0,-1 0-1 0 0,0 0 0 0 0,0 1 1 0 0,0-1-1 0 0,-1 0 1 0 0,0 0-1 0 0,1-6 0 0 0,-2 8-13 0 0,1 0 0 0 0,-1-1 0 0 0,1 1 0 0 0,-1 0 0 0 0,0 0-1 0 0,1 0 1 0 0,-1-1 0 0 0,-1 1 0 0 0,1 0 0 0 0,0 0 0 0 0,0 0-1 0 0,-1 1 1 0 0,1-1 0 0 0,-1 0 0 0 0,1 0 0 0 0,-1 1 0 0 0,0-1-1 0 0,0 1 1 0 0,0-1 0 0 0,-2 0 0 0 0,-2-1-187 0 0,-1 0 0 0 0,1 0 1 0 0,0 1-1 0 0,-1 0 0 0 0,0 0 0 0 0,1 1 1 0 0,-1 0-1 0 0,0 0 0 0 0,0 1 0 0 0,-10 0 0 0 0,-4 1-1645 0 0,0 1-1 0 0,-23 5 1 0 0,36-5 896 0 0,-5 0-311 0 0,-1 0-4679 0 0,-7-1-96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3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21 996 0 0,'-24'-11'9051'0'0,"22"10"-8585"0"0,1 0 1 0 0,-1 0-1 0 0,0 0 0 0 0,0 0 0 0 0,0 0 1 0 0,0 0-1 0 0,0 1 0 0 0,0-1 1 0 0,0 1-1 0 0,0-1 0 0 0,0 1 0 0 0,-1 0 1 0 0,-1 0-1 0 0,2 0-382 0 0,1 1-1 0 0,0-1 0 0 0,0 1 1 0 0,0 0-1 0 0,0-1 1 0 0,0 1-1 0 0,0 0 1 0 0,0 0-1 0 0,0-1 1 0 0,0 1-1 0 0,0 0 1 0 0,0 0-1 0 0,1 0 1 0 0,-1 0-1 0 0,0 0 0 0 0,0 0 1 0 0,1 1-1 0 0,-1-1 1 0 0,1 0-1 0 0,-1 0 1 0 0,1 0-1 0 0,0 0 1 0 0,-1 1-1 0 0,1-1 1 0 0,0 2-1 0 0,-6 27 755 0 0,2 1 0 0 0,-1 47-1 0 0,3-28-471 0 0,0-30-413 0 0,-7 138 931 0 0,6-52-3139 0 0,5-72-1285 0 0,-1 1-4923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 1352 0 0,'12'-15'13325'0'0,"-11"62"-7456"0"0,0 92-2857 0 0,-16 60-1227 0 0,8-118-2750 0 0,5-70-714 0 0,1 22-3367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3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2488 0 0,'37'-65'9972'0'0,"-14"23"-4739"0"0,-22 40-4871 0 0,0 4-217 0 0,0-1 0 0 0,-1 0 0 0 0,1 0 0 0 0,0 0 0 0 0,-1 1-1 0 0,1-1 1 0 0,-1 0 0 0 0,1 1 0 0 0,-1-1 0 0 0,0 1 0 0 0,1-1 0 0 0,-1 0 0 0 0,0 1 0 0 0,0-1 0 0 0,0 3 0 0 0,0-3-115 0 0,2 42 1174 0 0,-2 0 0 0 0,-12 83-1 0 0,7-73-875 0 0,-1-4-189 0 0,-5 89-609 0 0,11-114-1996 0 0,4 42 0 0 0,-3-62 1454 0 0,-1-1 0 0 0,1 0 0 0 0,0 0-1 0 0,-1 0 1 0 0,1 0 0 0 0,0 0 0 0 0,3 4-1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4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21 1040 0 0,'-1'-21'13421'0'0,"-1"26"-13040"0"0,0 0-1 0 0,1 0 0 0 0,-1 0 0 0 0,1 0 1 0 0,0 1-1 0 0,0 9 0 0 0,0 37 762 0 0,1-51-1117 0 0,-11 156 1144 0 0,3-64-902 0 0,4-48-483 0 0,-2 38-1301 0 0,6-74 120 0 0,1 0 1 0 0,-1-1-1 0 0,2 1 0 0 0,-1 0 1 0 0,1 0-1 0 0,5 15 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4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21 144 288 0 0,'39'-142'19723'0'0,"-39"140"-19212"0"0,2 17-375 0 0,0 0 0 0 0,-1 0 0 0 0,-1 0 0 0 0,0 1 0 0 0,-3 14 0 0 0,1 1 13 0 0,-16 215-1189 0 0,-8 0-6988 0 0,19-200 3931 0 0,-1 1-1821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42 260 0 0,'-3'-24'9499'0'0,"-1"6"-2560"0"0,-5 58-5694 0 0,3-1 0 0 0,-4 74 1 0 0,7-57-937 0 0,0-19-255 0 0,-3 21-108 0 0,4 0-1 0 0,6 95 1 0 0,-3-145-439 0 0,1 1 0 0 0,0 0 0 0 0,4 10 0 0 0,-5-16 151 0 0,0-1 0 0 0,0 1 0 0 0,0-1 0 0 0,0 1 0 0 0,1-1-1 0 0,-1 1 1 0 0,1-1 0 0 0,0 0 0 0 0,0 0 0 0 0,0 0 0 0 0,0 0 0 0 0,0 0 0 0 0,2 2 0 0 0,9 0-4494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2368 0 0,'16'-37'4849'0'0,"-12"28"-4151"0"0,-1 0-1 0 0,2 0 1 0 0,-1 0-1 0 0,1 0 1 0 0,0 1-1 0 0,1 0 1 0 0,0 0 0 0 0,0 0-1 0 0,13-11 1 0 0,-17 18-645 0 0,0-1 1 0 0,0 1-1 0 0,0-1 0 0 0,0 1 1 0 0,0-1-1 0 0,0 1 1 0 0,0 0-1 0 0,1 0 1 0 0,-1 0-1 0 0,0 1 0 0 0,1-1 1 0 0,-1 0-1 0 0,1 1 1 0 0,-1 0-1 0 0,1-1 1 0 0,-1 1-1 0 0,1 0 1 0 0,-1 0-1 0 0,1 0 0 0 0,-1 1 1 0 0,1-1-1 0 0,-1 1 1 0 0,1-1-1 0 0,-1 1 1 0 0,1 0-1 0 0,3 2 0 0 0,-4-1 63 0 0,1 0 0 0 0,0 0 0 0 0,-1 0 0 0 0,0 0 0 0 0,1 1 0 0 0,-1-1 0 0 0,0 1 0 0 0,0 0-1 0 0,-1-1 1 0 0,1 1 0 0 0,-1 0 0 0 0,1 0 0 0 0,-1 0 0 0 0,0 0 0 0 0,0 0 0 0 0,0 0-1 0 0,0 1 1 0 0,-1-1 0 0 0,1 0 0 0 0,-1 6 0 0 0,0 8 314 0 0,-1 0-1 0 0,0 0 1 0 0,-2 0 0 0 0,0-1 0 0 0,0 1-1 0 0,-2 0 1 0 0,0-1 0 0 0,-9 18 0 0 0,-66 121 1674 0 0,78-151-2056 0 0,-37 73 833 0 0,38-75-789 0 0,1 1 30 0 0,0-3-118 0 0,0 0 1 0 0,0 1 0 0 0,0-1-1 0 0,0 0 1 0 0,0 0-1 0 0,0 0 1 0 0,0 1-1 0 0,0-1 1 0 0,0 0-1 0 0,0 0 1 0 0,0 1-1 0 0,0-1 1 0 0,0 0-1 0 0,0 0 1 0 0,0 1-1 0 0,0-1 1 0 0,0 0-1 0 0,0 0 1 0 0,1 0-1 0 0,-1 1 1 0 0,0-1 0 0 0,0 0-1 0 0,0 0 1 0 0,0 0-1 0 0,0 1 1 0 0,1-1-1 0 0,-1 0 1 0 0,0 0-1 0 0,0 0 1 0 0,0 0-1 0 0,0 0 1 0 0,1 1-1 0 0,-1-1 1 0 0,0 0-1 0 0,0 0 1 0 0,0 0-1 0 0,1 0 1 0 0,-1 0-1 0 0,1 0 1 0 0,8 0-24 0 0,1 0 0 0 0,0-1 0 0 0,0 0 0 0 0,0-1 1 0 0,-1 0-1 0 0,19-6 0 0 0,60-27-2142 0 0,-81 31 1834 0 0,107-51-5143 0 0,-94 43 1410 0 0,29-22-1 0 0,-27 15-2689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67 1308 0 0,'0'-47'15405'0'0,"-4"27"-10053"0"0,-35 240-1167 0 0,31-164-3854 0 0,-12 105-68 0 0,19-53-5498 0 0,4-87 2315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773 99 1204 0 0,'-3'-7'1481'0'0,"-1"1"0"0"0,0 0-1 0 0,0 0 1 0 0,-1 0 0 0 0,1 0 0 0 0,-1 1-1 0 0,-1-1 1 0 0,1 1 0 0 0,-11-6 801 0 0,5 1 67 0 0,12 10-2332 0 0,-1 0 1 0 0,0 0 0 0 0,0 0-1 0 0,1 0 1 0 0,-1 0 0 0 0,0 0-1 0 0,0 0 1 0 0,1 0-1 0 0,-1 0 1 0 0,0 0 0 0 0,0 0-1 0 0,0 0 1 0 0,1 0 0 0 0,-1-1-1 0 0,0 1 1 0 0,0 0 0 0 0,1 0-1 0 0,-1 0 1 0 0,0 0-1 0 0,0 0 1 0 0,0 0 0 0 0,1 0-1 0 0,-1-1 1 0 0,0 1 0 0 0,0 0-1 0 0,0 0 1 0 0,0 0 0 0 0,1-1-1 0 0,-1 1 1 0 0,0 0-1 0 0,0 0 1 0 0,0 0 0 0 0,0-1-1 0 0,0 1 1 0 0,0 0 0 0 0,0 0-1 0 0,0 0 1 0 0,0-1 0 0 0,0 1-1 0 0,1 0 1 0 0,-1 0-1 0 0,0-1 1 0 0,0 1 0 0 0,0 0-1 0 0,-1 0 1 0 0,1-1 0 0 0,0 1-1 0 0,0 0 1 0 0,0 0-1 0 0,0 0 1 0 0,0-1 0 0 0,0 1-1 0 0,0 0 1 0 0,0 0 0 0 0,0-1-1 0 0,0 1 1 0 0,-1 0 0 0 0,1 0-1 0 0,0 0 1 0 0,0 0-1 0 0,0-1 1 0 0,0 1 0 0 0,-1 0-1 0 0,1 0 1 0 0,0 0 0 0 0,0 0-1 0 0,0 0 1 0 0,-1-1 0 0 0,242-11 400 0 0,-79 11-346 0 0,-159 1-53 0 0,1 0 0 0 0,-1 0 0 0 0,0 1 0 0 0,1-1 1 0 0,-1 1-1 0 0,0 0 0 0 0,0 0 0 0 0,1 0 0 0 0,-1 1 1 0 0,0-1-1 0 0,0 1 0 0 0,0 0 0 0 0,-1-1 0 0 0,1 1 1 0 0,0 1-1 0 0,-1-1 0 0 0,1 0 0 0 0,-1 1 0 0 0,1-1 1 0 0,-1 1-1 0 0,0-1 0 0 0,0 1 0 0 0,-1 0 0 0 0,1 0 0 0 0,0 0 1 0 0,-1 0-1 0 0,0 0 0 0 0,2 7 0 0 0,7 21 272 0 0,-1 0 1 0 0,-2 0-1 0 0,6 61 0 0 0,-5 99 948 0 0,-8-183-1191 0 0,-19 495 1585 0 0,7-323-1235 0 0,-19 1247 632 0 0,35-1256-1008 0 0,4 331 47 0 0,-21-2 671 0 0,-19-159 1865 0 0,22-279-2007 0 0,-2-1 1 0 0,-3-1-1 0 0,-34 87 0 0 0,42-130-598 0 0,-1-1 0 0 0,0 0 0 0 0,-1 0 0 0 0,0-1 0 0 0,-2 0 0 0 0,0-1 0 0 0,-25 26 0 0 0,27-32 0 0 0,0 0 0 0 0,-1-1 0 0 0,0 0 0 0 0,-1 0 0 0 0,0-1 0 0 0,1-1 0 0 0,-2 0 0 0 0,1 0 0 0 0,-1-1 0 0 0,1-1 0 0 0,-1 0 0 0 0,-19 2 0 0 0,5-2-13 0 0,0-2 0 0 0,0-1 0 0 0,0-1 0 0 0,-35-7-1 0 0,-102-27-459 0 0,128 27 275 0 0,35 8 195 0 0,-187-49-5614 0 0,138 33 599 0 0,-82-36 0 0 0,97 33-543 0 0,1-1-2848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38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72 1320 0 0,'0'0'2509'0'0,"-16"-28"7313"0"0,10 23-9657 0 0,-1 0 0 0 0,0 1 0 0 0,0-1 0 0 0,-1 2 1 0 0,1-1-1 0 0,-1 1 0 0 0,0 0 0 0 0,0 0 0 0 0,0 1 1 0 0,0 0-1 0 0,0 1 0 0 0,-17-2 0 0 0,21 2-163 0 0,-31 4-4 0 0,7 0 2 0 0,21-1-2 0 0,-3 3-5 0 0,-1-1 11 0 0,1 1-1 0 0,-1 0 1 0 0,-15 11-1 0 0,5 2 18 0 0,8-3-9 0 0,2 0-5 0 0,2 0 0 0 0,0 1 0 0 0,0 0 0 0 0,2 1 0 0 0,0 0 0 0 0,-7 28 0 0 0,-18 111 155 0 0,27-126-112 0 0,-43 445 2517 0 0,41 4-690 0 0,6-231-1239 0 0,-12 259 98 0 0,-24 253-54 0 0,18-339-395 0 0,-7 105 2 0 0,-34-4 2224 0 0,23-323-1218 0 0,-19 124-130 0 0,54-309-1138 0 0,1 0 0 0 0,0 0 0 0 0,1 1 0 0 0,0-1 0 0 0,2 0 0 0 0,2 18 0 0 0,-2-25-64 0 0,0-1 0 0 0,0 0 1 0 0,0 0-1 0 0,1 1 0 0 0,0-1 0 0 0,0-1 0 0 0,1 1 0 0 0,-1-1 0 0 0,1 1 0 0 0,1-1 1 0 0,-1 0-1 0 0,0 0 0 0 0,1-1 0 0 0,0 1 0 0 0,11 6 0 0 0,0-1-388 0 0,1-2 1 0 0,1 0-1 0 0,-1 0 0 0 0,2-2 0 0 0,-1 0 1 0 0,37 6-1 0 0,119 8-3233 0 0,-167-20 3484 0 0,223 1-8990 0 0,-102-9-208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4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39 1704 0 0,'7'-33'8530'0'0,"-7"33"-8493"0"0,0 0 0 0 0,0 0 0 0 0,0 0 1 0 0,0-1-1 0 0,0 1 0 0 0,0 0 1 0 0,0 0-1 0 0,0 0 0 0 0,0-1 1 0 0,0 1-1 0 0,0 0 0 0 0,0 0 0 0 0,0 0 1 0 0,1 0-1 0 0,-1-1 0 0 0,0 1 1 0 0,0 0-1 0 0,0 0 0 0 0,0 0 0 0 0,0 0 1 0 0,0-1-1 0 0,0 1 0 0 0,0 0 1 0 0,1 0-1 0 0,-1 0 0 0 0,0 0 0 0 0,0 0 1 0 0,0 0-1 0 0,0-1 0 0 0,0 1 1 0 0,1 0-1 0 0,-1 0 0 0 0,0 0 1 0 0,0 0-1 0 0,0 0 0 0 0,0 0 0 0 0,1 0 1 0 0,-1 0-1 0 0,0 0 0 0 0,0 0 1 0 0,0 0-1 0 0,1 0 0 0 0,-1 0 0 0 0,0 0 1 0 0,0 0-1 0 0,1 0 0 0 0,3 10 382 0 0,-1 16-373 0 0,-1-3 45 0 0,-1 0 0 0 0,-2 1 0 0 0,0-1-1 0 0,-7 37 1 0 0,-30 87 287 0 0,28-108-259 0 0,10-38-109 0 0,-1 1-1 0 0,1-1 1 0 0,0 1 0 0 0,0-1 0 0 0,-1 1-1 0 0,1 0 1 0 0,0-1 0 0 0,1 1 0 0 0,-1-1 0 0 0,0 1-1 0 0,0 0 1 0 0,1-1 0 0 0,-1 1 0 0 0,1-1-1 0 0,-1 1 1 0 0,1-1 0 0 0,-1 1 0 0 0,1-1-1 0 0,0 0 1 0 0,0 1 0 0 0,0-1 0 0 0,0 0-1 0 0,0 1 1 0 0,0-1 0 0 0,0 0 0 0 0,0 0 0 0 0,1 0-1 0 0,-1 0 1 0 0,0 0 0 0 0,1 0 0 0 0,-1-1-1 0 0,1 1 1 0 0,-1 0 0 0 0,0-1 0 0 0,1 1-1 0 0,0-1 1 0 0,-1 1 0 0 0,3-1 0 0 0,8 3 8 0 0,0-1 0 0 0,1 0 1 0 0,-1-1-1 0 0,14-1 1 0 0,-10 1-5 0 0,-1-1-10 0 0,0 0 0 0 0,0 0 0 0 0,0-1 0 0 0,0-1 0 0 0,0-1 0 0 0,0 0 0 0 0,-1-1 0 0 0,26-10 0 0 0,-35 12 61 0 0,0-1 1 0 0,0 1-1 0 0,0-1 0 0 0,0-1 1 0 0,0 1-1 0 0,-1-1 0 0 0,1 1 1 0 0,-1-1-1 0 0,0-1 0 0 0,0 1 1 0 0,-1-1-1 0 0,1 1 0 0 0,-1-1 1 0 0,0 0-1 0 0,0 0 0 0 0,-1 0 0 0 0,0 0 1 0 0,0-1-1 0 0,0 1 0 0 0,0-1 1 0 0,-1 1-1 0 0,0-1 0 0 0,0 0 1 0 0,0 0-1 0 0,-1-9 0 0 0,-1-83 4320 0 0,1 96-4289 0 0,-1-1-29 0 0,-2-1-41 0 0,-1 12 7 0 0,-11 44-61 0 0,2 0-1 0 0,-9 73 1 0 0,5 111-918 0 0,21-53-3302 0 0,4-62-2650 0 0,-5-72 1249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325 144 200 0 0,'-2'-17'5279'0'0,"-3"-7"-2152"0"0,4 13-1565 0 0,0 1 1 0 0,-1 0-1 0 0,-1 0 1 0 0,0 1 0 0 0,0-1-1 0 0,-7-13 1 0 0,9 21-1478 0 0,0 1 1 0 0,0-1 0 0 0,0 1-1 0 0,0 0 1 0 0,0 0 0 0 0,0 0-1 0 0,0 0 1 0 0,0 0 0 0 0,-1 0-1 0 0,1 0 1 0 0,0 0 0 0 0,-1 0-1 0 0,1 0 1 0 0,-1 1 0 0 0,1-1-1 0 0,-1 1 1 0 0,1-1-1 0 0,-1 1 1 0 0,1-1 0 0 0,-1 1-1 0 0,-2 0 1 0 0,-1 0-34 0 0,1 0 0 0 0,-1 0 0 0 0,1 1 0 0 0,0 0 0 0 0,-1 0-1 0 0,1 0 1 0 0,0 0 0 0 0,-4 2 0 0 0,-6 4-24 0 0,1 0 0 0 0,0 0 0 0 0,0 1 0 0 0,-11 10 0 0 0,8-6 28 0 0,1 2 1 0 0,0 0 0 0 0,1 1 0 0 0,1 0 0 0 0,-12 19-1 0 0,19-26-41 0 0,0 1-1 0 0,1 0 0 0 0,0 1 1 0 0,1 0-1 0 0,0-1 0 0 0,1 1 1 0 0,0 0-1 0 0,0 1 0 0 0,1-1 1 0 0,0 0-1 0 0,0 17 0 0 0,2-25-11 0 0,0-1 0 0 0,-1 1-1 0 0,1 0 1 0 0,1 0-1 0 0,-1 0 1 0 0,0 0 0 0 0,0 0-1 0 0,1 0 1 0 0,-1-1-1 0 0,1 1 1 0 0,-1 0 0 0 0,1 0-1 0 0,0-1 1 0 0,0 1 0 0 0,0 0-1 0 0,0-1 1 0 0,0 1-1 0 0,0-1 1 0 0,0 1 0 0 0,0-1-1 0 0,1 0 1 0 0,-1 1-1 0 0,1-1 1 0 0,-1 0 0 0 0,1 0-1 0 0,-1 0 1 0 0,1 0-1 0 0,-1 0 1 0 0,1 0 0 0 0,0 0-1 0 0,0-1 1 0 0,0 1-1 0 0,-1-1 1 0 0,1 1 0 0 0,0-1-1 0 0,3 0 1 0 0,0 0 0 0 0,0 0 1 0 0,0 0 0 0 0,-1-1-1 0 0,1 0 1 0 0,0 0 0 0 0,0 0-1 0 0,-1-1 1 0 0,1 1 0 0 0,-1-1-1 0 0,1 0 1 0 0,-1-1-1 0 0,0 1 1 0 0,6-5 0 0 0,0-1-16 0 0,-1 0 1 0 0,0-1-1 0 0,-1 0 1 0 0,0 0-1 0 0,0-1 1 0 0,-1 0-1 0 0,8-16 1 0 0,34-80 264 0 0,-36 77 396 0 0,-12 27-640 0 0,1 17-30 0 0,-24 95 220 0 0,-20 137-1576 0 0,36-122-3324 0 0,7-96 1543 0 0,2 0 1 0 0,6 34-1 0 0,-4-39-2579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5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21 488 0 0,'-11'25'18592'0'0,"12"-25"-18543"0"0,-1 1 0 0 0,0-1 0 0 0,0 1-1 0 0,0-1 1 0 0,0 0 0 0 0,0 1-1 0 0,1-1 1 0 0,-1 1 0 0 0,0-1 0 0 0,0 0-1 0 0,1 1 1 0 0,-1-1 0 0 0,0 0 0 0 0,1 1-1 0 0,-1-1 1 0 0,0 0 0 0 0,1 0-1 0 0,-1 1 1 0 0,0-1 0 0 0,1 0 0 0 0,-1 0-1 0 0,0 1 1 0 0,1-1 0 0 0,-1 0-1 0 0,1 0 1 0 0,-1 0 0 0 0,1 0 0 0 0,-1 0-1 0 0,0 0 1 0 0,1 0 0 0 0,-1 0-1 0 0,1 0 1 0 0,-1 0 0 0 0,1 0 0 0 0,-1 0-1 0 0,0 0 1 0 0,1 0 0 0 0,-1 0 0 0 0,2-1-1 0 0,25-2 50 0 0,-21 3 66 0 0,48-8-142 0 0,158-19 1110 0 0,-71 14-6558 0 0,-130 12 3782 0 0,5 0-907 0 0,10 3-7869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0 1984 0 0,'0'0'1570'0'0,"-25"8"3738"0"0,21-3-5036 0 0,1-1 0 0 0,0 0 0 0 0,0 1 0 0 0,1 0 0 0 0,-1 0 0 0 0,1 0 0 0 0,0 0 0 0 0,-3 9 1 0 0,-9 51 993 0 0,9-40-850 0 0,0-1 185 0 0,1 0 0 0 0,1 1-1 0 0,2 0 1 0 0,1 45 0 0 0,1-69-493 0 0,-1 1 0 0 0,0-1 0 0 0,1 0-1 0 0,-1 0 1 0 0,1 0 0 0 0,-1 0 0 0 0,1 0 0 0 0,-1 0 0 0 0,1 0 0 0 0,0 0 0 0 0,-1 0 0 0 0,1 0 0 0 0,0-1 0 0 0,0 1-1 0 0,0 0 1 0 0,-1 0 0 0 0,1-1 0 0 0,0 1 0 0 0,0 0 0 0 0,0-1 0 0 0,0 1 0 0 0,0-1 0 0 0,1 1 0 0 0,-1-1 0 0 0,0 0 0 0 0,1 1-1 0 0,1-1 47 0 0,0 1 0 0 0,0-1-1 0 0,0 1 1 0 0,0-1-1 0 0,0 0 1 0 0,0 0-1 0 0,-1 0 1 0 0,1-1-1 0 0,4 0 1 0 0,8-3 156 0 0,1 0 0 0 0,0 1 0 0 0,0 1 1 0 0,30-1-1 0 0,-43 4-299 0 0,0-1 1 0 0,0 1 0 0 0,0 0 0 0 0,0 0-1 0 0,0 1 1 0 0,-1-1 0 0 0,1 1 0 0 0,0-1-1 0 0,-1 1 1 0 0,1 0 0 0 0,-1 0 0 0 0,0 0-1 0 0,0 0 1 0 0,3 3 0 0 0,22 33 49 0 0,-20-26 55 0 0,-1-1 0 0 0,0 1 0 0 0,0 1 0 0 0,-2-1 0 0 0,1 1 0 0 0,-2 0 0 0 0,0 0 0 0 0,0 0 0 0 0,-1 0 0 0 0,-1 0 0 0 0,0 15-1 0 0,-1-24 73 0 0,-1 0 0 0 0,0 0-1 0 0,0 0 1 0 0,0 0-1 0 0,0 0 1 0 0,0 0-1 0 0,-1 0 1 0 0,0 0-1 0 0,0 0 1 0 0,0-1-1 0 0,0 1 1 0 0,-1-1-1 0 0,-3 5 1 0 0,1-3-23 0 0,0 0 0 0 0,-1 0 0 0 0,1-1 0 0 0,-1 0 0 0 0,0 0 0 0 0,-1 0 0 0 0,-6 3 0 0 0,-7 1 11 0 0,-1-1 0 0 0,0 0-1 0 0,0-1 1 0 0,-23 2 0 0 0,29-5-237 0 0,-49 6 474 0 0,59-8-607 0 0,0-1 0 0 0,0 0 0 0 0,0 0 0 0 0,0-1 0 0 0,0 1 0 0 0,0-1 0 0 0,1 0 0 0 0,-1-1 0 0 0,0 1 0 0 0,-5-3 0 0 0,8 3-163 0 0,0-1 0 0 0,0 1 0 0 0,0 0-1 0 0,0-1 1 0 0,1 0 0 0 0,-1 1-1 0 0,1-1 1 0 0,-1 0 0 0 0,1 0 0 0 0,0 1-1 0 0,-1-1 1 0 0,1 0 0 0 0,0 0-1 0 0,0-1 1 0 0,1 1 0 0 0,-1 0 0 0 0,-1-4-1 0 0,2 3-844 0 0,-1-1 0 0 0,1 0-1 0 0,-1 1 1 0 0,1-1-1 0 0,0 0 1 0 0,1-5-1 0 0,5-17-8213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1 508 0 0,'-25'7'16023'0'0,"25"-6"-15948"0"0,-1-1 1 0 0,1 0 0 0 0,0 0-1 0 0,-1 0 1 0 0,1 0 0 0 0,0 0-1 0 0,0 0 1 0 0,-1 0 0 0 0,1 1-1 0 0,0-1 1 0 0,0 0 0 0 0,0 0-1 0 0,-1 0 1 0 0,1 1-1 0 0,0-1 1 0 0,0 0 0 0 0,0 0-1 0 0,-1 1 1 0 0,1-1 0 0 0,0 0-1 0 0,0 0 1 0 0,0 1 0 0 0,0-1-1 0 0,0 0 1 0 0,0 0-1 0 0,0 1 1 0 0,0-1 0 0 0,-1 0-1 0 0,1 1 1 0 0,0-1 0 0 0,0 0-1 0 0,0 0 1 0 0,0 1 0 0 0,0-1-1 0 0,1 0 1 0 0,-1 1-1 0 0,0-1 1 0 0,0 0 0 0 0,11 7 757 0 0,22 0-531 0 0,26-4 207 0 0,94-7 1 0 0,-26 0-252 0 0,-38-2 797 0 0,-87 6-1008 0 0,17-3-1231 0 0,-17 2 1150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47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558 0 348 0 0,'-9'6'12589'0'0,"20"-2"-12319"0"0,0-1 0 0 0,0-1-1 0 0,0 0 1 0 0,1 0 0 0 0,14-1-1 0 0,-1 2-111 0 0,244 45 319 0 0,-251-44-461 0 0,-12-2-4 0 0,1 0-1 0 0,0 0 0 0 0,-1 0 1 0 0,1 1-1 0 0,-1 0 1 0 0,0 1-1 0 0,0-1 1 0 0,0 1-1 0 0,-1 0 1 0 0,1 0-1 0 0,5 6 1 0 0,-3-1 80 0 0,-1-1 0 0 0,0 1 0 0 0,0 1 0 0 0,0 0 0 0 0,-1 0 0 0 0,4 11 0 0 0,3 9 303 0 0,-2 1 0 0 0,-1 1-1 0 0,9 55 1 0 0,40 490 2711 0 0,-57-549-2996 0 0,39 1440 2102 0 0,-20-953-2126 0 0,-2-81 123 0 0,-20-240 375 0 0,-9-1 0 0 0,-9 0 0 0 0,-65 294 0 0 0,27-246 615 0 0,-42 211 3088 0 0,94-427-4108 0 0,-1 0 0 0 0,-1 0 0 0 0,-1-1 1 0 0,-15 33-1 0 0,15-42-84 0 0,0 0-1 0 0,-1 0 1 0 0,-1-1 0 0 0,0-1 0 0 0,-1 1 0 0 0,-1-2 0 0 0,-20 19 0 0 0,5-10-743 0 0,-2-1 0 0 0,0-2-1 0 0,-1-1 1 0 0,-1-1 0 0 0,-1-2 0 0 0,0 0-1 0 0,-63 15 1 0 0,-16-3-3301 0 0,-116 10 1 0 0,223-36 3884 0 0,-96 15-6748 0 0,-3-4-3592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05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0 608 0 0,'-3'1'1880'0'0,"-72"16"8342"0"0,73-16-9763 0 0,2-1-446 0 0,0 0 0 0 0,0-1 1 0 0,-1 1-1 0 0,1 0 0 0 0,0 0 1 0 0,0 0-1 0 0,0 0 0 0 0,0 0 1 0 0,0 0-1 0 0,0 0 0 0 0,-1 0 1 0 0,1 0-1 0 0,0 0 0 0 0,0 0 1 0 0,0 0-1 0 0,0 0 0 0 0,0 0 1 0 0,-1 0-1 0 0,1 0 0 0 0,0 0 1 0 0,0 0-1 0 0,0 0 0 0 0,0 0 1 0 0,0 0-1 0 0,-1 0 0 0 0,1 0 1 0 0,0 0-1 0 0,0 0 0 0 0,0 0 1 0 0,0 0-1 0 0,0 0 0 0 0,0 0 1 0 0,-1 0-1 0 0,1 0 0 0 0,0 0 1 0 0,0 0-1 0 0,0 0 0 0 0,0 1 1 0 0,0-1-1 0 0,0 0 0 0 0,0 0 1 0 0,0 0-1 0 0,-1 0 0 0 0,1 0 1 0 0,0 0-1 0 0,0 0 0 0 0,0 1 1 0 0,0-1-1 0 0,0 0 0 0 0,0 0 1 0 0,0 0-1 0 0,0 0 0 0 0,0 0 1 0 0,0 1-1 0 0,0-1 0 0 0,0 0 1 0 0,0 0-1 0 0,0 0 0 0 0,0 0 1 0 0,0 0-1 0 0,0 1 0 0 0,0-1 1 0 0,0 0-1 0 0,1 1-11 0 0,-1-1 1 0 0,1 0-1 0 0,-1 1 1 0 0,1-1-1 0 0,-1 0 1 0 0,1 1-1 0 0,0-1 1 0 0,-1 0-1 0 0,1 0 1 0 0,0 0-1 0 0,-1 1 1 0 0,1-1-1 0 0,0 0 1 0 0,-1 0-1 0 0,1 0 1 0 0,0 0-1 0 0,-1 0 1 0 0,1 0-1 0 0,-1 0 1 0 0,1 0-1 0 0,0 0 1 0 0,0-1-1 0 0,20-1-1002 0 0,15 1-4926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1:0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 2544 0 0,'-104'48'11360'0'0,"84"-39"-9228"0"0,50-10-2313 0 0,-1-1 1 0 0,43-9-1 0 0,14-9-6786 0 0,-85 20 6859 0 0,32-8-5907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3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14 128 1308 0 0,'-14'-3'17443'0'0,"132"-35"-16781"0"0,241-36-782 0 0,-281 62-1162 0 0,-76 12 950 0 0,1 0-613 0 0,-3 0 833 0 0,1 0-1 0 0,0 0 0 0 0,-1 0 1 0 0,1 0-1 0 0,-1 0 0 0 0,1 0 1 0 0,0 1-1 0 0,-1-1 0 0 0,1 0 1 0 0,-1 0-1 0 0,1 0 0 0 0,0 1 1 0 0,-1-1-1 0 0,1 0 0 0 0,-1 1 1 0 0,1-1-1 0 0,-1 0 0 0 0,1 1 1 0 0,-1-1-1 0 0,1 1 0 0 0,-1-1 1 0 0,0 1-1 0 0,1-1 0 0 0,-1 1 1 0 0,0-1-1 0 0,1 1 0 0 0,-1 1-531 0 0,0-1 1 0 0,0 1-1 0 0,0 0 0 0 0,0-1 0 0 0,0 1 0 0 0,0-1 0 0 0,0 1 0 0 0,-1 0 0 0 0,1-1 0 0 0,-1 1 0 0 0,0 1 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34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69 162 1012 0 0,'-35'13'12008'0'0,"20"-9"-8029"0"0,-3 3-2852 0 0,58-14-883 0 0,70-21 0 0 0,-18 3-199 0 0,299-61 50 0 0,-224 53 109 0 0,-145 27-852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35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33 233 1012 0 0,'-2'0'6458'0'0,"-27"-6"3432"0"0,29 6-9861 0 0,0 0 0 0 0,0 0 0 0 0,0 0 0 0 0,0 0 0 0 0,0 0 0 0 0,0 0 0 0 0,0 0 1 0 0,-1 0-1 0 0,1 0 0 0 0,0 0 0 0 0,0 0 0 0 0,0 0 0 0 0,0-1 0 0 0,0 1 0 0 0,0 0 0 0 0,0 0 0 0 0,0 0 0 0 0,0 0 0 0 0,0 0 1 0 0,0 0-1 0 0,0 0 0 0 0,0-1 0 0 0,0 1 0 0 0,0 0 0 0 0,0 0 0 0 0,0 0 0 0 0,0 0 0 0 0,0 0 0 0 0,0 0 0 0 0,0-1 0 0 0,0 1 1 0 0,0 0-1 0 0,0 0 0 0 0,0 0 0 0 0,0 0 0 0 0,0 0 0 0 0,0 0 0 0 0,0-1 0 0 0,0 1 0 0 0,0 0 0 0 0,0 0 0 0 0,0 0 1 0 0,0 0-1 0 0,0 0 0 0 0,0 0 0 0 0,0 0 0 0 0,1 0 0 0 0,-1 0 0 0 0,0-1 0 0 0,0 1 0 0 0,0 0 0 0 0,17-8-391 0 0,249-73 350 0 0,7 19 13 0 0,-147 34 6 0 0,-99 22-21 0 0,147-26-5 0 0,-171 31-77 0 0,19-1-2354 0 0,-1 1-4075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3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0 552 0 0,'0'0'4252'0'0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6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110 294 1444 0 0,'8'-5'18229'0'0,"-9"-41"-17536"0"0,1 44-660 0 0,-1 1-32 0 0,-1-5 16 0 0,-1 0-13 0 0,0 1-1 0 0,0-1 0 0 0,-1 0 1 0 0,0 1-1 0 0,0 0 0 0 0,-1-1 1 0 0,1 2-1 0 0,-1-1 1 0 0,0 1-1 0 0,0-1 0 0 0,-1 1 1 0 0,1 1-1 0 0,-10-6 1 0 0,-27-22-51 0 0,41 31 23 0 0,4-4-30 0 0,-3 4 54 0 0,0-1-1 0 0,0 1 1 0 0,0 0 0 0 0,0-1 0 0 0,0 1 0 0 0,0 0-1 0 0,0-1 1 0 0,1 1 0 0 0,-1 0 0 0 0,0 0 0 0 0,0-1-1 0 0,0 1 1 0 0,0 0 0 0 0,1 0 0 0 0,-1-1 0 0 0,0 1-1 0 0,0 0 1 0 0,1 0 0 0 0,-1-1 0 0 0,0 1 0 0 0,0 0 0 0 0,1 0-1 0 0,-1 0 1 0 0,0 0 0 0 0,0-1 0 0 0,1 1 0 0 0,-1 0-1 0 0,0 0 1 0 0,1 0 0 0 0,0 0 0 0 0,251-35-9 0 0,-96 16 10 0 0,-150 19 15 0 0,6-2-1 0 0,-1 0-1 0 0,0 0 1 0 0,12-5 0 0 0,-20 7-15 0 0,-1-1 1 0 0,1-1-1 0 0,-1 1 1 0 0,1 0-1 0 0,-1 0 1 0 0,0-1-1 0 0,0 0 1 0 0,1 1-1 0 0,-1-1 1 0 0,0 0-1 0 0,0 0 1 0 0,-1 0-1 0 0,1 0 1 0 0,0 0-1 0 0,-1-1 1 0 0,1 1-1 0 0,1-5 1 0 0,-3 6 9 0 0,6-15 345 0 0,-12 25-344 0 0,1 0 1 0 0,0 1 0 0 0,0-1 0 0 0,-3 13 0 0 0,-6 10 3 0 0,-135 288 256 0 0,8-15-3127 0 0,83-187-681 0 0,17-42-1756 0 0,10-21-1737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6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0 580 0 0,'0'0'7089'0'0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4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52 740 0 0,'-11'-24'7669'0'0,"7"16"-6066"0"0,4 6-1040 0 0,-1 0 0 0 0,0 0 0 0 0,0 0 0 0 0,0 1 0 0 0,0-1 0 0 0,0 0 0 0 0,0 1 0 0 0,0-1 0 0 0,-3-2 0 0 0,-2 7 1326 0 0,-2 13-1435 0 0,-96 293 2658 0 0,94-281-3149 0 0,-7 32-1 0 0,16-53-443 0 0,-1 0-1 0 0,1 0 1 0 0,0 0-1 0 0,1 0 1 0 0,0 0-1 0 0,0 0 1 0 0,0 0 0 0 0,1 0-1 0 0,0 0 1 0 0,4 12-1 0 0,-4-17-130 0 0,0 0-1 0 0,0 0 1 0 0,0-1 0 0 0,0 1-1 0 0,0 0 1 0 0,0-1 0 0 0,1 1-1 0 0,-1-1 1 0 0,1 0 0 0 0,2 3-1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4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26 227 656 0 0,'6'-19'5203'0'0,"2"1"0"0"0,18-33 1321 0 0,-41 81-4438 0 0,5-7-1773 0 0,1 1 0 0 0,0 0 0 0 0,2 0 0 0 0,-7 45 0 0 0,13-61-301 0 0,1-1 0 0 0,-1 0 0 0 0,2 0-1 0 0,-1 0 1 0 0,1 1 0 0 0,0-1 0 0 0,1 0 0 0 0,-1 0 0 0 0,5 9 0 0 0,-4-11 8 0 0,0-1-1 0 0,1 0 1 0 0,-1 0-1 0 0,1 0 1 0 0,0 0-1 0 0,0 0 1 0 0,0-1-1 0 0,1 1 1 0 0,-1-1 0 0 0,1 0-1 0 0,0 0 1 0 0,0 0-1 0 0,0-1 1 0 0,0 1-1 0 0,7 2 1 0 0,-4-2 13 0 0,1-1 0 0 0,-1 0 0 0 0,0 0 0 0 0,1 0 0 0 0,-1-1 0 0 0,1 0 0 0 0,-1-1 0 0 0,1 0 0 0 0,-1 0 0 0 0,1-1 0 0 0,-1 1 0 0 0,1-2 0 0 0,-1 1 0 0 0,1-1 0 0 0,-1 0 0 0 0,0 0 0 0 0,0-1 0 0 0,0 0 0 0 0,0-1 0 0 0,-1 1 0 0 0,13-10 0 0 0,-13 9-15 0 0,1-1 1 0 0,-1-1-1 0 0,0 1 0 0 0,-1-1 0 0 0,1 0 1 0 0,-1 0-1 0 0,0-1 0 0 0,-1 1 0 0 0,0-1 1 0 0,0 0-1 0 0,0 0 0 0 0,-1-1 0 0 0,0 1 0 0 0,0-1 1 0 0,-1 1-1 0 0,0-1 0 0 0,0 0 0 0 0,-1 0 1 0 0,0 0-1 0 0,0-14 0 0 0,-2 12-5 0 0,-1 1 1 0 0,0-1-1 0 0,0 0 0 0 0,-1 1 0 0 0,0-1 0 0 0,-1 1 1 0 0,0 0-1 0 0,0 0 0 0 0,-1 0 0 0 0,0 1 0 0 0,-1 0 1 0 0,0 0-1 0 0,-13-14 0 0 0,-7-4-697 0 0,-1 1-1 0 0,-41-27 1 0 0,63 48 428 0 0,2 1-233 0 0,-25-21-3823 0 0,21 13-707 0 0,6 9 4462 0 0,1 1-1 0 0,-1-1 0 0 0,1-1 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4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1353 25 852 0 0,'-3'0'1596'0'0,"-88"-7"9119"0"0,89 7-9756 0 0,18-1-494 0 0,152-13 175 0 0,249 11 1 0 0,-409 3-640 0 0,-1 1-1 0 0,1 0 0 0 0,0 0 1 0 0,-1 0-1 0 0,1 1 1 0 0,-1 0-1 0 0,0 1 1 0 0,8 3-1 0 0,-11-4 25 0 0,0 1 0 0 0,-1-1 0 0 0,1 1 0 0 0,-1 0 0 0 0,0 0 0 0 0,0 0 0 0 0,0 0 0 0 0,0 0 0 0 0,0 1 0 0 0,-1-1 0 0 0,1 1 0 0 0,-1 0 0 0 0,0-1 0 0 0,0 1 0 0 0,2 6-1 0 0,1 9 258 0 0,0 0-1 0 0,0 0 1 0 0,-2 0-1 0 0,-1 0 0 0 0,0 1 1 0 0,-1 23-1 0 0,-15 119 976 0 0,11-137-1096 0 0,-66 395 1421 0 0,15-104-1050 0 0,-28 358-187 0 0,54-119-130 0 0,0-9-97 0 0,-21-3 541 0 0,-151 762 3613 0 0,193-1262-4020 0 0,4-20 235 0 0,-1 0 0 0 0,-1 0-1 0 0,-1-1 1 0 0,0 1 0 0 0,-14 28-1 0 0,16-45-392 0 0,0 0-1 0 0,-1-1 1 0 0,0 1 0 0 0,0-1-1 0 0,0 0 1 0 0,0 0 0 0 0,-1 0-1 0 0,0-1 1 0 0,0 0 0 0 0,0 0-1 0 0,0 0 1 0 0,-1-1 0 0 0,1 0-1 0 0,-1-1 1 0 0,-10 4 0 0 0,-11 1 4 0 0,1 0-1 0 0,-47 4 1 0 0,-46-4-1339 0 0,-196-13-1 0 0,273 4 634 0 0,-424-25-10599 0 0,343 17 4972 0 0,-3-5-3174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41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0 820 0 0,'0'0'3525'0'0,"0"9"-5940"0"0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42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 0 0,'0'0'3088'0'0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39:57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16999,'9'792'0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56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85 549 1668 0 0,'-6'-8'5386'0'0,"-26"-26"1461"0"0,16 23-3387 0 0,15 11-3388 0 0,0-1 0 0 0,0 1 0 0 0,0-1 0 0 0,0 1-1 0 0,0-1 1 0 0,0 1 0 0 0,1-1 0 0 0,-1 0 0 0 0,0 1 0 0 0,0-1 0 0 0,1 0-1 0 0,-1 1 1 0 0,1-1 0 0 0,-1 0 0 0 0,0 0 0 0 0,1 0 0 0 0,-1 0-1 0 0,1 1 1 0 0,0-1 0 0 0,-1 0 0 0 0,1 0 0 0 0,0 0 0 0 0,0 0 0 0 0,-1 0-1 0 0,1 0 1 0 0,0 0 0 0 0,0 0 0 0 0,0 0 0 0 0,0 0 0 0 0,1-2-1 0 0,-2-16-61 0 0,2 0 0 0 0,0 0 0 0 0,1 1 0 0 0,1-1 0 0 0,0 1 0 0 0,2-1 0 0 0,0 1 0 0 0,1 0 0 0 0,1 1 0 0 0,1-1 0 0 0,16-27 0 0 0,-10 23 2 0 0,0 0 0 0 0,2 1 0 0 0,0 1-1 0 0,2 0 1 0 0,0 1 0 0 0,1 1 0 0 0,40-29 0 0 0,-49 40-16 0 0,-7 4 1 0 0,1 0 0 0 0,0 1 0 0 0,1-1 1 0 0,-1 1-1 0 0,0 0 0 0 0,1 0 0 0 0,-1 1 1 0 0,1-1-1 0 0,-1 1 0 0 0,10-2 0 0 0,-10 3 3 0 0,0-1 0 0 0,0 0 0 0 0,0 1-1 0 0,0 0 1 0 0,0 0 0 0 0,0 0 0 0 0,0 0-1 0 0,-1 1 1 0 0,1 0 0 0 0,0-1 0 0 0,0 1-1 0 0,0 1 1 0 0,-1-1 0 0 0,1 0 0 0 0,0 1-1 0 0,-1 0 1 0 0,0 0 0 0 0,1 0-1 0 0,-1 0 1 0 0,0 1 0 0 0,0-1 0 0 0,0 1-1 0 0,0-1 1 0 0,-1 1 0 0 0,1 0 0 0 0,-1 0-1 0 0,4 5 1 0 0,-3-1-1 0 0,0-1 0 0 0,0 0 0 0 0,0 1 0 0 0,-1 0 0 0 0,0 0 0 0 0,0-1 1 0 0,-1 1-1 0 0,0 0 0 0 0,0 0 0 0 0,0 1 0 0 0,-1-1 0 0 0,0 0 0 0 0,-1 0 0 0 0,-1 11 0 0 0,-3 5 2 0 0,-2-1 0 0 0,0 0 0 0 0,-1-1 0 0 0,-13 25 0 0 0,-49 77 15 0 0,50-89-6 0 0,-12 13 78 0 0,31-46-76 0 0,-5 7 21 0 0,22-21-38 0 0,-14 11 4 0 0,-1 1 0 0 0,1-1-1 0 0,-1 1 1 0 0,1 0-1 0 0,0-1 1 0 0,-1 1 0 0 0,1 0-1 0 0,0 0 1 0 0,0 0-1 0 0,0 1 1 0 0,0-1-1 0 0,0 0 1 0 0,0 1 0 0 0,2-1-1 0 0,2-1 4 0 0,0 1 0 0 0,-1 0 0 0 0,1 0 0 0 0,0 0 0 0 0,0 1 0 0 0,-1 0-1 0 0,1 0 1 0 0,0 0 0 0 0,0 1 0 0 0,-1 0 0 0 0,1 0 0 0 0,0 0 0 0 0,7 3 0 0 0,-5 0 2 0 0,1 0 0 0 0,-1 0 1 0 0,0 1-1 0 0,-1 0 0 0 0,1 0 1 0 0,-1 1-1 0 0,13 12 0 0 0,-9-7 18 0 0,-1 1 0 0 0,-1 0-1 0 0,1 1 1 0 0,-2 0 0 0 0,0 1 0 0 0,0 0 0 0 0,-2 0-1 0 0,1 0 1 0 0,6 26 0 0 0,-11-27 85 0 0,0 0 0 0 0,0 0 1 0 0,-1 0-1 0 0,-1 1 0 0 0,0-1 1 0 0,-1 0-1 0 0,0 0 0 0 0,-1 1 1 0 0,-6 19-1 0 0,2-12 143 0 0,-2-1 1 0 0,1 0-1 0 0,-2-1 0 0 0,-1 0 0 0 0,-15 23 1 0 0,18-32-53 0 0,0 0 1 0 0,-1 0-1 0 0,0-1 0 0 0,0 0 1 0 0,-1 0-1 0 0,0-1 1 0 0,0-1-1 0 0,-1 1 1 0 0,-16 8-1 0 0,19-12-141 0 0,0-1-1 0 0,0-1 1 0 0,0 1 0 0 0,-1-1 0 0 0,1 0-1 0 0,0-1 1 0 0,-1 1 0 0 0,0-2-1 0 0,1 1 1 0 0,-1-1 0 0 0,1 0-1 0 0,-1-1 1 0 0,0 1 0 0 0,1-2 0 0 0,-1 1-1 0 0,-10-4 1 0 0,2-1-43 0 0,1 0 0 0 0,-1 0 0 0 0,2-1 0 0 0,-1-1 0 0 0,-16-12 0 0 0,9 3-2 0 0,1 0 0 0 0,-36-40 0 0 0,52 50-11 0 0,0 0 0 0 0,0-1 0 0 0,0 0 0 0 0,1 0 0 0 0,0 0 0 0 0,1 0 0 0 0,0-1 0 0 0,-2-8 0 0 0,4 15-6 0 0,-3-11-525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5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 1036 0 0,'0'-19'31724'0'0,"-26"517"-33633"0"0,9-333-3327 0 0,-2-1-5487 0 0,8-72-1765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13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38 1012 0 0,'0'0'1284'0'0,"-2"-12"3048"0"0,-1-14 5707 0 0,6 36-9180 0 0,2 32-858 0 0,-1 0-1 0 0,-3 64 1 0 0,-1-15 13 0 0,16 125-794 0 0,3-108-1965 0 0,10-4-3598 0 0,-15-66 1073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7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69 2196 0 0,'-18'-5'13185'0'0,"30"5"-12454"0"0,26-1-769 0 0,1-5-787 0 0,42-12 0 0 0,-59 12-2763 0 0,35-16 1 0 0,-37 12-1258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24 1316 0 0,'-11'-24'12152'0'0,"4"49"-9912"0"0,-7 34 1 0 0,-2 75-1023 0 0,2-19-813 0 0,8-82-291 0 0,-7 53-849 0 0,13-77-143 0 0,-1 1 1 0 0,1 0-1 0 0,1 0 0 0 0,0 0 1 0 0,0-1-1 0 0,4 15 0 0 0,4-8-4519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8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0 339 376 0 0,'21'-81'12585'0'0,"-2"4"-6219"0"0,-18 75-6195 0 0,2-31 826 0 0,-7 6-805 0 0,3 26-147 0 0,-4-19-50 0 0,4 19 1 0 0,1 0 0 0 0,-1 0 0 0 0,1 0 0 0 0,0 0 0 0 0,0-1 0 0 0,-1 1 0 0 0,1 0 0 0 0,0 0 0 0 0,0-1 0 0 0,0 1 0 0 0,1 0 0 0 0,-1 0 0 0 0,0-1 0 0 0,0 1 0 0 0,1 0 0 0 0,-1 0 0 0 0,1-2 0 0 0,10-2-30 0 0,0 0 0 0 0,0 1 0 0 0,1 0 1 0 0,0 1-1 0 0,20-4 0 0 0,-7 2-27 0 0,131-30-326 0 0,-155 34 429 0 0,18-2 727 0 0,-18 2-699 0 0,1 1 1 0 0,-1 0-1 0 0,0-1 1 0 0,0 1-1 0 0,0 0 1 0 0,0 0-1 0 0,0 0 1 0 0,0 0-1 0 0,0 0 1 0 0,1 0-1 0 0,-1 0 1 0 0,0 0-1 0 0,0 0 1 0 0,0 0-1 0 0,0 1 1 0 0,0-1 0 0 0,0 0-1 0 0,0 1 1 0 0,0-1-1 0 0,0 1 1 0 0,0-1-1 0 0,0 1 1 0 0,0 0-1 0 0,0-1 1 0 0,0 1-1 0 0,1 1 1 0 0,-1 1-61 0 0,-1 0 1 0 0,0-1-1 0 0,1 1 0 0 0,-1 0 1 0 0,0 0-1 0 0,-1-1 0 0 0,1 1 1 0 0,0 0-1 0 0,-1-1 1 0 0,1 1-1 0 0,-3 4 0 0 0,-49 185 176 0 0,-36 166-1126 0 0,87-353 861 0 0,-3 31-3141 0 0,4-34 2782 0 0,0-1 0 0 0,0 1-1 0 0,0 0 1 0 0,1 0 0 0 0,-1 0-1 0 0,0-1 1 0 0,1 1 0 0 0,-1 0-1 0 0,1-1 1 0 0,0 1 0 0 0,-1 0-1 0 0,1-1 1 0 0,0 1 0 0 0,0 0-1 0 0,2 1 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2:29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582 106 1176 0 0,'22'-33'5752'0'0,"11"-19"5969"0"0,-19 32-6733 0 0,-14 23-4206 0 0,-7 11-595 0 0,-104 164 356 0 0,-11 19-598 0 0,99-154 61 0 0,1 0 0 0 0,-26 80 0 0 0,43-107 23 0 0,0 0 0 0 0,1 1 0 0 0,1-1 0 0 0,0 1 0 0 0,1 20 0 0 0,1-33-17 0 0,2 1 1 0 0,-1-1 0 0 0,0 0-1 0 0,1 0 1 0 0,0 0 0 0 0,0 0-1 0 0,0 0 1 0 0,0 0-1 0 0,0 0 1 0 0,1 0 0 0 0,0 0-1 0 0,0-1 1 0 0,0 1 0 0 0,0-1-1 0 0,1 1 1 0 0,-1-1 0 0 0,1 0-1 0 0,0 0 1 0 0,0 0 0 0 0,0 0-1 0 0,0-1 1 0 0,1 1-1 0 0,-1-1 1 0 0,1 0 0 0 0,-1 0-1 0 0,6 2 1 0 0,-6-2 2 0 0,1-1-1 0 0,-1 0 1 0 0,1 0-1 0 0,0 0 1 0 0,-1-1 0 0 0,1 0-1 0 0,0 1 1 0 0,0-1-1 0 0,-1 0 1 0 0,1-1 0 0 0,0 1-1 0 0,-1-1 1 0 0,1 1-1 0 0,0-1 1 0 0,-1 0 0 0 0,1-1-1 0 0,-1 1 1 0 0,4-2-1 0 0,-2 0 45 0 0,0 0-1 0 0,0 0 0 0 0,-1 0 1 0 0,1 0-1 0 0,-1-1 1 0 0,0 0-1 0 0,0 1 0 0 0,0-2 1 0 0,-1 1-1 0 0,6-9 0 0 0,-8 12-32 0 0,0 0-1 0 0,0 0 1 0 0,-1 0-1 0 0,1-1 1 0 0,0 1-1 0 0,-1 0 1 0 0,1 0-1 0 0,-1-1 1 0 0,1 1-1 0 0,-1 0 1 0 0,0-1-1 0 0,0 1 1 0 0,1-1-1 0 0,-1 1 1 0 0,0 0-1 0 0,0-1 1 0 0,0 1-1 0 0,-1-1 0 0 0,1 1 1 0 0,0 0-1 0 0,0-1 1 0 0,-1 1-1 0 0,1 0 1 0 0,-2-3-1 0 0,1 3-22 0 0,0-1 0 0 0,-1 1 0 0 0,0-1-1 0 0,1 1 1 0 0,-1 0 0 0 0,1 0 0 0 0,-1-1 0 0 0,0 1-1 0 0,0 0 1 0 0,0 0 0 0 0,0 1 0 0 0,0-1-1 0 0,0 0 1 0 0,-3 0 0 0 0,-5-1-297 0 0,-1 0 0 0 0,0 1 0 0 0,0 0 0 0 0,-18 2 0 0 0,-6 2-1717 0 0,0 2 0 0 0,-63 17 0 0 0,-64 35-8137 0 0,110-37 2978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51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15 608 0 0,'0'0'5298'0'0,"0"-1"-5201"0"0,0 0-1 0 0,0 0 1 0 0,0 1 0 0 0,0-1 0 0 0,0 0 0 0 0,0 1 0 0 0,0-1-1 0 0,0 0 1 0 0,-1 0 0 0 0,1 1 0 0 0,0-1 0 0 0,-1 0-1 0 0,1 1 1 0 0,0-1 0 0 0,-1 0 0 0 0,1 1 0 0 0,-1-1-1 0 0,1 1 1 0 0,-2-2 0 0 0,-49 18-80 0 0,8 3-6 0 0,6-2-4 0 0,0 1-1 0 0,2 2 1 0 0,0 2 0 0 0,-51 42-1 0 0,54-36 30 0 0,2 2-1 0 0,-47 61 1 0 0,33-37-11 0 0,33-40 23 0 0,1 1 0 0 0,0 1 0 0 0,1-1 0 0 0,1 1-1 0 0,-6 18 1 0 0,7-19-10 0 0,3-4-5 0 0,0 0 1 0 0,1 1-1 0 0,-3 17 0 0 0,2-12-13 0 0,4-14-12 0 0,0 0-1 0 0,0 0 0 0 0,0 1 0 0 0,0-1 0 0 0,1 0 0 0 0,-1 1 1 0 0,1-1-1 0 0,0 0 0 0 0,0 0 0 0 0,0 0 0 0 0,0 0 0 0 0,0 0 0 0 0,1 0 1 0 0,0 0-1 0 0,2 4 0 0 0,-2-3 9 0 0,2 1 8 0 0,0-1 1 0 0,0 1-1 0 0,1-1 1 0 0,-1 0-1 0 0,1 0 0 0 0,0 0 1 0 0,0-1-1 0 0,0 0 0 0 0,0 0 1 0 0,1 0-1 0 0,-1 0 0 0 0,1-1 1 0 0,0 0-1 0 0,11 2 0 0 0,1 1 27 0 0,-1-2-1 0 0,1 0 0 0 0,-1-1 0 0 0,1-1 1 0 0,0-1-1 0 0,0 0 0 0 0,20-4 0 0 0,-32 4-10 0 0,4-1 359 0 0,0 0 0 0 0,-1-1 0 0 0,1 0 0 0 0,-1 0 0 0 0,18-7 0 0 0,-25 8-314 0 0,3-1-13 0 0,-1-1 1 0 0,0 0 0 0 0,0 0-1 0 0,-1 0 1 0 0,1 0 0 0 0,-1-1-1 0 0,1 1 1 0 0,3-6-1 0 0,-1 2-58 0 0,2-2 78 0 0,-1-1 1 0 0,0 0-1 0 0,0 0 0 0 0,-1 0 0 0 0,0-1 0 0 0,-1 0 1 0 0,0 0-1 0 0,-1-1 0 0 0,4-16 0 0 0,-6 22-59 0 0,1-11 7 0 0,0-1 0 0 0,-1 1-1 0 0,1-21 1 0 0,-3 35-28 0 0,0 1-1 0 0,0 0-1 0 0,0-1 1 0 0,-1 1-1 0 0,1 0 1 0 0,0 0-1 0 0,-1 0 1 0 0,1 0-1 0 0,-1 0 1 0 0,0 0-1 0 0,0 0 1 0 0,0 0-1 0 0,0 0 1 0 0,0 0-1 0 0,0 1 1 0 0,0-1-1 0 0,-1 0 1 0 0,1 1-1 0 0,-3-4 1 0 0,2 3-11 0 0,0 0 0 0 0,1 0 0 0 0,-1 0 0 0 0,0 0 0 0 0,0 1 0 0 0,0-1 0 0 0,0 0 0 0 0,-1 1 1 0 0,1 0-1 0 0,0-1 0 0 0,-1 1 0 0 0,1 0 0 0 0,-1 0 0 0 0,1 0 0 0 0,-5 0 0 0 0,3 0 2 0 0,-23-4-14 0 0,24 4-3 0 0,-1 2 3 0 0,-1-1 10 0 0,-1 0 0 0 0,1 1 0 0 0,-1 0 1 0 0,1 0-1 0 0,0 0 0 0 0,-1 0 0 0 0,1 1 0 0 0,0 0 0 0 0,0 0 0 0 0,-6 4 0 0 0,-1 1 3 0 0,-7 3 34 0 0,1 2 0 0 0,0 0 0 0 0,0 2 0 0 0,2-1 0 0 0,0 2 0 0 0,0 0 0 0 0,1 1-1 0 0,1 1 1 0 0,1 0 0 0 0,0 1 0 0 0,-13 25 0 0 0,23-37-47 0 0,0 1-1 0 0,1-1 1 0 0,-1 0-1 0 0,2 1 1 0 0,-1-1 0 0 0,0 1-1 0 0,1 0 1 0 0,1 0-1 0 0,-1-1 1 0 0,1 1 0 0 0,0 0-1 0 0,0 0 1 0 0,1-1-1 0 0,0 1 1 0 0,3 10 0 0 0,0-3-1213 0 0,2 0 1 0 0,-1 0 0 0 0,2 0 0 0 0,0 0 0 0 0,16 22 0 0 0,-7-15-3115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39 1784 0 0,'0'0'2974'0'0,"-22"13"3873"0"0,-23 10 8712 0 0,48-23-15520 0 0,0 0 0 0 0,1 0 0 0 0,-1 0 0 0 0,0 0 0 0 0,1-1 0 0 0,-1 1-1 0 0,0-1 1 0 0,0 0 0 0 0,1 0 0 0 0,-1 0 0 0 0,3-2 0 0 0,8-1 9 0 0,174-40-476 0 0,-125 33-3581 0 0,-2 4-5237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3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21 2032 0 0,'-114'75'13410'0'0,"114"-75"-13365"0"0,-1 0 0 0 0,1 1 0 0 0,-1-1 1 0 0,1 0-1 0 0,-1 1 0 0 0,1-1 0 0 0,-1 0 0 0 0,1 1 0 0 0,0-1 0 0 0,-1 1 0 0 0,1-1 0 0 0,-1 1 1 0 0,1-1-1 0 0,0 1 0 0 0,0 0 0 0 0,-1-1 0 0 0,1 1 0 0 0,0-1 0 0 0,0 1 0 0 0,0-1 1 0 0,-1 2-1 0 0,9 4 375 0 0,17-2-187 0 0,1-8-373 0 0,-1-1 0 0 0,28-10 0 0 0,-18 5-366 0 0,156-48-6806 0 0,-112 33 866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5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28 1700 0 0,'-14'0'7015'0'0,"11"0"-5838"0"0,-2 0-1061 0 0,-19 2 7178 0 0,27-2-7206 0 0,16 2-25 0 0,0-2 1 0 0,1 0 0 0 0,-1-1-1 0 0,39-7 1 0 0,-39 6-37 0 0,113-14-16 0 0,-45 12-2978 0 0,-81 4 2160 0 0,9 0-160 0 0,-3 4-4273 0 0,1 2-121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5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53 2272 0 0,'-43'22'10575'0'0,"95"-25"-10671"0"0,0-2 1 0 0,79-19 0 0 0,-35 5-2748 0 0,-35 8-303 0 0,3-2-1022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5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91 932 0 0,'5'-3'1573'0'0,"-1"0"0"0"0,1 0 0 0 0,-1 0 0 0 0,0 0 0 0 0,8-9 1091 0 0,-11 11-2488 0 0,-1 1 0 0 0,1 0 0 0 0,0 0-1 0 0,-1-1 1 0 0,1 1 0 0 0,0-1 0 0 0,-1 1 0 0 0,1-1 0 0 0,-1 1-1 0 0,1-1 1 0 0,-1 1 0 0 0,1-1 0 0 0,-1 1 0 0 0,1-1 0 0 0,-1 0-1 0 0,1 1 1 0 0,-1-1 0 0 0,0 0 0 0 0,0 1 0 0 0,1-1 0 0 0,-1 0-1 0 0,0 1 1 0 0,0-1 0 0 0,0 0 0 0 0,1 0 0 0 0,-1 1 0 0 0,0-1 0 0 0,0 0-1 0 0,0 0 1 0 0,-1 1 0 0 0,1-1 0 0 0,0 0 0 0 0,0 0 0 0 0,0 1-1 0 0,0-1 1 0 0,-1 0 0 0 0,1 1 0 0 0,0-1 0 0 0,-1 0 0 0 0,1 1-1 0 0,0-1 1 0 0,-1 0 0 0 0,1 1 0 0 0,-1-2 0 0 0,-11-3 60 0 0,0 0 1 0 0,0 0 0 0 0,0 1 0 0 0,0 0-1 0 0,-1 1 1 0 0,1 0 0 0 0,-21 0-1 0 0,6 1-143 0 0,0 1-1 0 0,-45 6 1 0 0,63-4-93 0 0,1 1 1 0 0,-1 0 0 0 0,1 1-1 0 0,-1-1 1 0 0,1 2 0 0 0,0-1-1 0 0,0 1 1 0 0,1 0 0 0 0,-1 1-1 0 0,1 0 1 0 0,0 0 0 0 0,0 0-1 0 0,0 1 1 0 0,1 0 0 0 0,0 1-1 0 0,0-1 1 0 0,0 1 0 0 0,1 0-1 0 0,0 0 1 0 0,1 1 0 0 0,0 0-1 0 0,-7 15 1 0 0,4-3 136 0 0,0 0 1 0 0,1 1-1 0 0,1-1 1 0 0,1 1-1 0 0,1 0 1 0 0,1 0-1 0 0,1 0 1 0 0,2 31-1 0 0,5 46 224 0 0,88 1114 4098 0 0,-41-759-3259 0 0,23 225 24 0 0,-42-349-1052 0 0,10 118-14 0 0,-29 3-33 0 0,-17-345 211 0 0,6 348 1008 0 0,-2-422-1278 0 0,1 0 0 0 0,1 0 0 0 0,16 56 0 0 0,-17-78-56 0 0,0 0 1 0 0,1 0-1 0 0,0 0 1 0 0,0 0-1 0 0,1-1 1 0 0,0 0-1 0 0,1 0 1 0 0,0 0-1 0 0,0-1 1 0 0,0 0-1 0 0,1 0 0 0 0,0 0 1 0 0,0-1-1 0 0,1 0 1 0 0,0 0-1 0 0,15 7 1 0 0,0-3 1 0 0,0-1 1 0 0,1-2-1 0 0,0 0 0 0 0,0-1 1 0 0,0-2-1 0 0,45 3 1 0 0,0-5-84 0 0,79-8 1 0 0,-35-5-2794 0 0,153-34 0 0 0,-21-23-6774 0 0,-175 42 3716 0 0,-11 0-2950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8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58 1020 0 0,'-3'0'1619'0'0,"-44"3"5674"0"0,44-3-6385 0 0,-33 5 7819 0 0,216-36-8290 0 0,-95 14-348 0 0,-79 15-75 0 0,44-9-412 0 0,-34 7-4300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49 124 0 0,'32'-49'15995'0'0,"-30"75"-14086"0"0,-38 192 2219 0 0,-1 113-2974 0 0,35-314-1071 0 0,-7 63-111 0 0,-4 45 397 0 0,10-44-3992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9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71 2616 0 0,'11'-21'7434'0'0,"19"-29"1461"0"0,-32 52-8742 0 0,1-1 0 0 0,0 1 0 0 0,-1 0 0 0 0,1 0 0 0 0,0 0 0 0 0,0 0 0 0 0,0 0 0 0 0,0 3 0 0 0,0-3 15 0 0,-49 108 1573 0 0,16-38-1312 0 0,-31 98-1 0 0,57-144-362 0 0,-25 102 111 0 0,31-117-145 0 0,0 1-1 0 0,1 0 0 0 0,0 0 0 0 0,1 0 0 0 0,1 0 1 0 0,0 0-1 0 0,0-1 0 0 0,6 21 0 0 0,-7-29-18 0 0,1-1 0 0 0,0 1 0 0 0,0 0-1 0 0,0-1 1 0 0,1 1 0 0 0,-1-1 0 0 0,1 0 0 0 0,-1 1-1 0 0,1-1 1 0 0,0 0 0 0 0,0 0 0 0 0,0 0 0 0 0,0 0 0 0 0,0 0-1 0 0,0 0 1 0 0,1-1 0 0 0,-1 1 0 0 0,1-1 0 0 0,2 2-1 0 0,-1-2-3 0 0,0 0 0 0 0,0 0 0 0 0,0 0 0 0 0,0-1 0 0 0,0 1-1 0 0,0-1 1 0 0,0 0 0 0 0,0 0 0 0 0,0-1 0 0 0,0 1 0 0 0,0-1-1 0 0,4-1 1 0 0,0 0 15 0 0,0 0 0 0 0,0-1 0 0 0,0-1-1 0 0,-1 1 1 0 0,1-1 0 0 0,-1 0 0 0 0,0-1 0 0 0,0 0 0 0 0,-1 0-1 0 0,1 0 1 0 0,-1-1 0 0 0,8-9 0 0 0,-9 8-5 0 0,0-1 1 0 0,-1 1 0 0 0,1-1-1 0 0,-2 0 1 0 0,1 0-1 0 0,-1 0 1 0 0,0-1-1 0 0,-1 1 1 0 0,0-1-1 0 0,2-16 1 0 0,-4 21-24 0 0,0 1 1 0 0,0-1 0 0 0,0 1-1 0 0,-1-1 1 0 0,1 1 0 0 0,-1 0-1 0 0,0-1 1 0 0,0 1 0 0 0,0 0-1 0 0,0-1 1 0 0,0 1-1 0 0,-1 0 1 0 0,1 0 0 0 0,-1 0-1 0 0,0 0 1 0 0,0 0 0 0 0,0 1-1 0 0,-1-1 1 0 0,1 1 0 0 0,0-1-1 0 0,-1 1 1 0 0,0 0-1 0 0,1 0 1 0 0,-1 0 0 0 0,0 0-1 0 0,0 0 1 0 0,0 1 0 0 0,-1-1-1 0 0,1 1 1 0 0,-6-2 0 0 0,5 0 4 0 0,-27 1-14 0 0,26 2 9 0 0,-3 0-120 0 0,0 0 0 0 0,0 0 0 0 0,0 1 0 0 0,1 0 0 0 0,-1 1 0 0 0,0-1 0 0 0,1 1 0 0 0,-11 5 0 0 0,12-5-1057 0 0,1 1 1 0 0,-1 1-1 0 0,1-1 1 0 0,0 1-1 0 0,0 0 1 0 0,-7 6-1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9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2756 0 0,'7'-54'19181'0'0,"-7"54"-19116"0"0,0 0 1 0 0,0 0 0 0 0,1 0 0 0 0,-1 0-1 0 0,0 0 1 0 0,0 0 0 0 0,0 0-1 0 0,0 0 1 0 0,1 0 0 0 0,-1 0-1 0 0,5 2 185 0 0,0 0-1 0 0,0 0 1 0 0,-1 0-1 0 0,1 1 1 0 0,0-1 0 0 0,-1 1-1 0 0,0 0 1 0 0,0 1-1 0 0,5 4 1 0 0,38 41 1129 0 0,-34-35-1203 0 0,92 117 1062 0 0,-59-69-2217 0 0,2-4-3948 0 0,-40-52 2153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93 1760 0 0,'-17'-44'8948'0'0,"12"35"-6299"0"0,1 0 0 0 0,-5-18-1 0 0,8 26-2623 0 0,1 1-1 0 0,0 0 1 0 0,0-1-1 0 0,-1 1 1 0 0,1 0-1 0 0,0 0 1 0 0,-1 0-1 0 0,1-1 1 0 0,0 1-1 0 0,-1 0 1 0 0,1 0-1 0 0,-1 0 1 0 0,1 0-1 0 0,0-1 0 0 0,-1 1 1 0 0,1 0-1 0 0,0 0 1 0 0,-1 0-1 0 0,1 0 1 0 0,-1 0-1 0 0,1 0 1 0 0,0 0-1 0 0,-1 0 1 0 0,1 0-1 0 0,-1 1 1 0 0,1-1-1 0 0,0 0 1 0 0,-1 0-1 0 0,1 0 1 0 0,0 0-1 0 0,-1 0 0 0 0,1 1 1 0 0,0-1-1 0 0,-1 0 1 0 0,1 0-1 0 0,0 0 1 0 0,-1 1-1 0 0,-11 6 181 0 0,-1 5-60 0 0,0 0 0 0 0,2 1 0 0 0,-1 0 0 0 0,2 0 0 0 0,-18 30 0 0 0,3-6-15 0 0,-16 22-25 0 0,3 2 1 0 0,2 2-1 0 0,-53 131 0 0 0,82-175-513 0 0,-11 29-729 0 0,18-46 722 0 0,-1 1 0 0 0,0 0 0 0 0,1-1-1 0 0,-1 1 1 0 0,1 0 0 0 0,0 0 0 0 0,0-1 0 0 0,0 1 0 0 0,0 0-1 0 0,0 0 1 0 0,1-1 0 0 0,-1 1 0 0 0,2 3 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0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336 120 1908 0 0,'3'-10'2852'0'0,"0"1"-1"0"0,0-1 1 0 0,2-18-1 0 0,-5 24-2326 0 0,0 0-1 0 0,0 1 1 0 0,0-1 0 0 0,-1 1 0 0 0,1-1-1 0 0,-1 1 1 0 0,0-1 0 0 0,0 1-1 0 0,0 0 1 0 0,-1-1 0 0 0,1 1 0 0 0,-1 0-1 0 0,1 0 1 0 0,-4-4 0 0 0,4 6-476 0 0,1 1 1 0 0,-1-1 0 0 0,0 0 0 0 0,0 1 0 0 0,0-1 0 0 0,0 1 0 0 0,0-1 0 0 0,0 1-1 0 0,0-1 1 0 0,0 1 0 0 0,0-1 0 0 0,0 1 0 0 0,0 0 0 0 0,0 0 0 0 0,0 0 0 0 0,0-1-1 0 0,0 1 1 0 0,0 0 0 0 0,0 0 0 0 0,-1 1 0 0 0,0-1 0 0 0,-23 6 296 0 0,9 1-255 0 0,0 1-1 0 0,0 0 1 0 0,1 1-1 0 0,0 1 1 0 0,0 1 0 0 0,1 0-1 0 0,1 1 1 0 0,-19 21-1 0 0,12-11-66 0 0,1 2-1 0 0,1 0 0 0 0,2 1 1 0 0,-19 36-1 0 0,31-51-2 0 0,0 1-1 0 0,0-1 1 0 0,0 0-1 0 0,2 1 1 0 0,-1 0-1 0 0,1 0 1 0 0,0 17-1 0 0,2-25-1 0 0,0 1 0 0 0,0 0-1 0 0,0 0 1 0 0,1 0 0 0 0,-1-1-1 0 0,1 1 1 0 0,0 0 0 0 0,1-1-1 0 0,-1 1 1 0 0,4 6 0 0 0,-4-8-6 0 0,0 0 0 0 0,1-1 1 0 0,-1 1-1 0 0,1 0 0 0 0,0-1 0 0 0,-1 1 1 0 0,1-1-1 0 0,0 1 0 0 0,0-1 0 0 0,0 0 1 0 0,0 0-1 0 0,0 0 0 0 0,0 0 0 0 0,0 0 1 0 0,1 0-1 0 0,-1-1 0 0 0,0 1 0 0 0,0-1 1 0 0,3 1-1 0 0,3-1-5 0 0,0 0 0 0 0,0 0 0 0 0,0 0 1 0 0,0-1-1 0 0,0-1 0 0 0,0 1 0 0 0,0-1 0 0 0,0-1 0 0 0,-1 0 1 0 0,0 0-1 0 0,1 0 0 0 0,-1 0 0 0 0,0-1 0 0 0,0-1 0 0 0,-1 1 1 0 0,1-1-1 0 0,9-10 0 0 0,2-2 26 0 0,-1-1 1 0 0,-1-1-1 0 0,0-1 0 0 0,16-28 1 0 0,34-66 5500 0 0,-65 113-5127 0 0,4 23-224 0 0,-28 142-109 0 0,-11 109-253 0 0,24-90-7862 0 0,10-170 6654 0 0,1 25-7114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8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84 504 0 0,'-35'-75'19039'0'0,"34"74"-18443"0"0,1 1-558 0 0,0-1 1 0 0,0 1 0 0 0,0 0 0 0 0,0 0 0 0 0,0 0 0 0 0,0-1-1 0 0,0 1 1 0 0,0 0 0 0 0,0 0 0 0 0,0 0 0 0 0,0-1 0 0 0,0 1 0 0 0,0 0-1 0 0,0 0 1 0 0,0 0 0 0 0,0 0 0 0 0,0-1 0 0 0,0 1 0 0 0,0 0 0 0 0,0 0-1 0 0,0 0 1 0 0,0-1 0 0 0,0 1 0 0 0,0 0 0 0 0,0 0 0 0 0,0 0 0 0 0,0 0-1 0 0,1-1 1 0 0,-1 1 0 0 0,0 0 0 0 0,0 0 0 0 0,0 0 0 0 0,0 0-1 0 0,0 0 1 0 0,1-1 0 0 0,-1 1 0 0 0,0 0 0 0 0,0 0 0 0 0,0 0 0 0 0,1 0-1 0 0,-1 0 1 0 0,11 8 363 0 0,-11-8-417 0 0,40 35 165 0 0,-2 1-1 0 0,-2 2 0 0 0,-1 1 1 0 0,32 49-1 0 0,-56-71-1551 0 0,21 23-1 0 0,-15-23-2153 0 0,1-2-3277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62 2488 0 0,'-22'-56'13269'0'0,"22"55"-12574"0"0,-10-4 699 0 0,5 8-1105 0 0,0 1 0 0 0,1-1 0 0 0,0 1 0 0 0,-1 0 0 0 0,2 0 0 0 0,-1 0 0 0 0,-5 7 0 0 0,-25 39 766 0 0,25-36-879 0 0,-134 228 1041 0 0,95-132-4511 0 0,47-106 2391 0 0,-3 8-191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88 1516 0 0,'23'-31'5979'0'0,"22"-26"7479"0"0,-47 59-13106 0 0,-8 5 3 0 0,0 0 1 0 0,1 1 0 0 0,0 0 0 0 0,1 1 0 0 0,-9 10 0 0 0,-36 54 244 0 0,51-70-602 0 0,-1 0 20 0 0,0 1 0 0 0,1 0 0 0 0,0 0 0 0 0,0 0 0 0 0,0 0 0 0 0,0 0 0 0 0,0 1 0 0 0,-1 8 0 0 0,3-12 5 0 0,0 1-1 0 0,0 0 0 0 0,0-1 1 0 0,0 1-1 0 0,0-1 1 0 0,0 1-1 0 0,1 0 0 0 0,-1-1 1 0 0,1 1-1 0 0,-1-1 0 0 0,1 1 1 0 0,0 0-1 0 0,-1-1 0 0 0,1 0 1 0 0,0 1-1 0 0,0-1 0 0 0,0 1 1 0 0,0-1-1 0 0,0 0 0 0 0,0 0 1 0 0,1 0-1 0 0,-1 0 1 0 0,0 0-1 0 0,1 0 0 0 0,1 2 1 0 0,17 8 36 0 0,0-1 1 0 0,42 15 0 0 0,-39-16-19 0 0,-1 0 1 0 0,30 17-1 0 0,-42-20 369 0 0,-1 0 0 0 0,1 0 1 0 0,-1 1-1 0 0,-1 1 0 0 0,0-1 0 0 0,0 2 0 0 0,0-1 1 0 0,9 13-1 0 0,-15-16-234 0 0,1-1 0 0 0,-1 0 0 0 0,0 1 0 0 0,0-1 0 0 0,-1 1-1 0 0,1 0 1 0 0,-1-1 0 0 0,0 1 0 0 0,0 0 0 0 0,-1 0 0 0 0,1 0 0 0 0,-1 0 0 0 0,0 0 0 0 0,0 0 0 0 0,-1 0 0 0 0,0-1 0 0 0,0 1 0 0 0,0 0 0 0 0,0 0 0 0 0,-1-1 0 0 0,-3 9 0 0 0,1-4-164 0 0,-1-1 1 0 0,-1 1-1 0 0,0-1 0 0 0,0 0 1 0 0,0 0-1 0 0,-1-1 1 0 0,0 0-1 0 0,-1 0 1 0 0,1 0-1 0 0,-1-1 0 0 0,-14 8 1 0 0,10-7-16 0 0,0 0-1 0 0,0-2 1 0 0,-1 1 0 0 0,0-1-1 0 0,0-1 1 0 0,0 0 0 0 0,-1-1-1 0 0,-13 1 1 0 0,21-4-210 0 0,1 1-1 0 0,-1-1 1 0 0,0-1 0 0 0,1 1 0 0 0,-1-1-1 0 0,0 0 1 0 0,1-1 0 0 0,-1 1-1 0 0,1-1 1 0 0,0 0 0 0 0,0 0 0 0 0,-1-1-1 0 0,1 1 1 0 0,1-1 0 0 0,-1 0-1 0 0,0-1 1 0 0,1 1 0 0 0,-1-1 0 0 0,1 0-1 0 0,0 0 1 0 0,1 0 0 0 0,-1 0-1 0 0,1-1 1 0 0,-1 0 0 0 0,1 1 0 0 0,1-1-1 0 0,-1 0 1 0 0,1-1 0 0 0,0 1-1 0 0,0 0 1 0 0,0-1 0 0 0,1 1 0 0 0,0-1-1 0 0,0 1 1 0 0,0-1 0 0 0,1 0-1 0 0,0 1 1 0 0,0-1 0 0 0,1-6 0 0 0,0-1-2920 0 0,1-1 0 0 0,0 1 0 0 0,8-26 0 0 0,2 10-6167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9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1 111 268 0 0,'2'-49'22887'0'0,"1"41"-21631"0"0,8 5-1027 0 0,0 0 0 0 0,0 1 0 0 0,1 0 0 0 0,11 0 1 0 0,14-2-50 0 0,185-24 398 0 0,-130 20-5856 0 0,-85 7 4546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0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2104 0 0,'1'-10'16231'0'0,"0"9"-16161"0"0,0 0 1 0 0,1 0-1 0 0,-1 0 1 0 0,0 0-1 0 0,1 0 0 0 0,-1 0 1 0 0,1 1-1 0 0,-1-1 1 0 0,1 0-1 0 0,-1 1 0 0 0,1-1 1 0 0,-1 1-1 0 0,1 0 1 0 0,3-1-1 0 0,32-2 342 0 0,-18 1-224 0 0,248-35 393 0 0,-173 24-235 0 0,-91 13-318 0 0,6-3 192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2684 0 0,'1'-2'2655'0'0,"10"-38"11892"0"0,-10 42-14302 0 0,1 1 1 0 0,-1 0-1 0 0,0-1 1 0 0,0 1-1 0 0,0 0 0 0 0,0 0 1 0 0,0-1-1 0 0,0 1 1 0 0,0 4-1 0 0,0 3 315 0 0,28 213 5005 0 0,-6 196-5664 0 0,-22-413-2389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211 126 260 0 0,'12'-19'5323'0'0,"0"-1"0"0"0,-2 0 0 0 0,13-37 0 0 0,-22 56-4680 0 0,-1-4 108 0 0,-1 1 169 0 0,-6 8-770 0 0,-6 7-34 0 0,1 0 0 0 0,1 1 0 0 0,-1 0 1 0 0,2 0-1 0 0,-16 24 0 0 0,13-17-52 0 0,-14 18 16 0 0,2 1 1 0 0,2 2-1 0 0,-21 46 0 0 0,36-67-76 0 0,0 0-1 0 0,2 1 1 0 0,0 0-1 0 0,1 0 1 0 0,1 0-1 0 0,1 1 1 0 0,0-1-1 0 0,2 1 0 0 0,1 26 1 0 0,1-41 9 0 0,0 1-1 0 0,1-1 1 0 0,-1 0 0 0 0,1 0-1 0 0,0 0 1 0 0,1 0 0 0 0,0 0-1 0 0,0 0 1 0 0,0 0 0 0 0,1-1-1 0 0,-1 0 1 0 0,1 0 0 0 0,0 0-1 0 0,1 0 1 0 0,-1 0 0 0 0,1-1-1 0 0,0 0 1 0 0,0 0 0 0 0,1 0-1 0 0,-1-1 1 0 0,1 0 0 0 0,6 3 0 0 0,-6-3 7 0 0,0 0 0 0 0,0-1 1 0 0,0 0-1 0 0,0-1 1 0 0,0 1-1 0 0,1-1 1 0 0,-1 0-1 0 0,0-1 1 0 0,1 1-1 0 0,-1-1 1 0 0,1-1-1 0 0,-1 1 1 0 0,0-1-1 0 0,1 0 1 0 0,-1-1-1 0 0,0 1 1 0 0,0-1-1 0 0,0 0 1 0 0,0-1-1 0 0,0 0 1 0 0,0 0-1 0 0,8-5 1 0 0,-10 4-9 0 0,0 1 1 0 0,0-1-1 0 0,0 1 1 0 0,0-1-1 0 0,-1 0 0 0 0,1-1 1 0 0,-1 1-1 0 0,0-1 1 0 0,-1 1-1 0 0,1-1 1 0 0,-1 0-1 0 0,0 0 1 0 0,0 0-1 0 0,0 0 1 0 0,1-9-1 0 0,-2 11-8 0 0,-1-1-1 0 0,0 1 1 0 0,0 0 0 0 0,0-1 0 0 0,0 1-1 0 0,0 0 1 0 0,-1 0 0 0 0,0-1 0 0 0,1 1-1 0 0,-1 0 1 0 0,0 0 0 0 0,-1 0 0 0 0,1 0-1 0 0,0 0 1 0 0,-1 0 0 0 0,0 0-1 0 0,1 0 1 0 0,-1 1 0 0 0,0-1 0 0 0,-1 1-1 0 0,1-1 1 0 0,0 1 0 0 0,-1 0 0 0 0,1 0-1 0 0,-1 0 1 0 0,-3-2 0 0 0,0 1-114 0 0,0-1 1 0 0,-1 1 0 0 0,0 1-1 0 0,1-1 1 0 0,-1 1-1 0 0,0 0 1 0 0,0 1 0 0 0,0-1-1 0 0,-1 1 1 0 0,1 1-1 0 0,-10 0 1 0 0,-14 3-3312 0 0,3 6-3501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25 556 0 0,'12'-25'21236'0'0,"-2"33"-20666"0"0,0 0 0 0 0,-1 1 0 0 0,0 0 0 0 0,-1 1-1 0 0,0-1 1 0 0,13 22 0 0 0,7 6-239 0 0,13 19 124 0 0,-4-5-2247 0 0,-9-20-4202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63 2556 0 0,'-22'-56'14310'0'0,"22"56"-14283"0"0,0-1 0 0 0,0 1 1 0 0,0 0-1 0 0,0 0 0 0 0,0 0 1 0 0,0-1-1 0 0,0 1 1 0 0,0 0-1 0 0,0 0 0 0 0,0-1 1 0 0,0 1-1 0 0,-1 0 1 0 0,1 0-1 0 0,0-1 0 0 0,0 1 1 0 0,0 0-1 0 0,0 0 0 0 0,0 0 1 0 0,0 0-1 0 0,0-1 1 0 0,-1 1-1 0 0,1 0 0 0 0,0 0 1 0 0,0 0-1 0 0,0 0 1 0 0,0-1-1 0 0,-1 1 0 0 0,1 0 1 0 0,0 0-1 0 0,0 0 1 0 0,0 0-1 0 0,-1 0 0 0 0,1 0 1 0 0,0 0-1 0 0,0 0 0 0 0,-1 0 1 0 0,1-1-1 0 0,-11 5 966 0 0,-6 7 95 0 0,-11 19-270 0 0,2 1-1 0 0,1 1 1 0 0,-33 56 0 0 0,-45 114-747 0 0,101-198-222 0 0,-15 44-1601 0 0,16-45 1307 0 0,0 0 0 0 0,1 0 1 0 0,-1-1-1 0 0,1 1 0 0 0,0 0 1 0 0,0 0-1 0 0,0 0 0 0 0,1 4 1 0 0,8 6-3428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2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1936 0 0,'43'-76'15394'0'0,"-37"68"-14117"0"0,-2 13-121 0 0,-3 18-378 0 0,-1-13-715 0 0,1-1 1 0 0,-1 1 0 0 0,1-1 0 0 0,1 1 0 0 0,0-1-1 0 0,0 0 1 0 0,1 0 0 0 0,0 0 0 0 0,1 0 0 0 0,0 0-1 0 0,6 9 1 0 0,-6-12-34 0 0,0-1 0 0 0,1 1 0 0 0,0-1-1 0 0,0 0 1 0 0,0 0 0 0 0,0 0 0 0 0,1-1 0 0 0,0 0-1 0 0,0 0 1 0 0,0 0 0 0 0,0-1 0 0 0,1 0 0 0 0,0 0-1 0 0,-1 0 1 0 0,1-1 0 0 0,7 1 0 0 0,-7-1-24 0 0,0-1 1 0 0,0 0 0 0 0,0 0 0 0 0,0-1-1 0 0,0 0 1 0 0,0 0 0 0 0,0-1 0 0 0,0 0-1 0 0,0 0 1 0 0,0 0 0 0 0,0-1 0 0 0,12-5-1 0 0,-10 3-8 0 0,-1-1 0 0 0,1 0-1 0 0,-1 0 1 0 0,-1 0 0 0 0,1-1-1 0 0,-1 0 1 0 0,0-1 0 0 0,12-14-1 0 0,32-36 2577 0 0,-50 56-2453 0 0,5-1 111 0 0,-1 2 39 0 0,-2 10 235 0 0,-2 29 299 0 0,-2 1 0 0 0,-11 76-1 0 0,7-71-620 0 0,-12 82-854 0 0,9-72-3034 0 0,-1 5-7219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7 140 2416 0 0,'-6'-22'13825'0'0,"7"21"-13681"0"0,0 0 0 0 0,1 0 0 0 0,-1 0-1 0 0,1 0 1 0 0,-1 0 0 0 0,1 0 0 0 0,-1 1 0 0 0,1-1-1 0 0,0 0 1 0 0,-1 1 0 0 0,1 0 0 0 0,0-1 0 0 0,3 1-1 0 0,327-73 1636 0 0,-327 72-1991 0 0,55-15-1417 0 0,-54 14-369 0 0,-1 0 0 0 0,1-1 0 0 0,-1 1 1 0 0,8-7-1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15 1916 0 0,'-3'0'2574'0'0,"-46"-14"8966"0"0,46 13-10920 0 0,-8 14 1868 0 0,8-1-1732 0 0,-1 0 0 0 0,2 1-1 0 0,-1-1 1 0 0,2 1 0 0 0,-1 21-1 0 0,6 70 103 0 0,0-42-615 0 0,-3-43-1281 0 0,1 1 1 0 0,7 35-1 0 0,-7-47-787 0 0,1 0 0 0 0,0 0 0 0 0,0 0 0 0 0,0-1 0 0 0,7 10 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1404 0 0,'5'-15'4915'0'0,"-1"1"0"0"0,0-1-1 0 0,7-23 1562 0 0,-11 38-6407 0 0,0 0 0 0 0,1 0 0 0 0,-1 1 0 0 0,0-1 0 0 0,1 0 0 0 0,-1 0 0 0 0,1 0 0 0 0,-1 0 0 0 0,0 0 0 0 0,1 1 0 0 0,-1-1 0 0 0,0 0 0 0 0,0 0 0 0 0,1 1 0 0 0,-1-1 0 0 0,0 0 0 0 0,0 0 0 0 0,1 1 0 0 0,-1-1 0 0 0,0 0 0 0 0,0 1 0 0 0,1-1 0 0 0,-1 0 0 0 0,0 1 0 0 0,0 0 0 0 0,9 35 1829 0 0,-1 0 0 0 0,-2 1 0 0 0,3 69 0 0 0,-7-66-2854 0 0,1-1 0 0 0,2 0-1 0 0,16 61 1 0 0,-6-66-2787 0 0,-4-19-544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94 400 0 0,'5'-39'9028'0'0,"-5"31"-7379"0"0,1 1 1 0 0,0-1 0 0 0,0 0-1 0 0,1 1 1 0 0,3-9 698 0 0,-2 16-1911 0 0,0 1-1 0 0,-1-1 1 0 0,1 1 0 0 0,0 0 0 0 0,0 0 0 0 0,0 0 0 0 0,3 3-1 0 0,-4-3-333 0 0,33 24 1211 0 0,0 2 1 0 0,-2 2-1 0 0,32 35 1 0 0,-63-62-1281 0 0,83 77-674 0 0,-26-33-6357 0 0,-45-40 2774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4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84 1920 0 0,'-9'-22'4445'0'0,"7"15"-3099"0"0,0 1 0 0 0,0-1 0 0 0,-1 1-1 0 0,0 0 1 0 0,-1 0 0 0 0,1 1 0 0 0,-1-1 0 0 0,-5-5 0 0 0,8 10-895 0 0,-3 1-62 0 0,-2 2-268 0 0,0-1 0 0 0,0 1-1 0 0,0 0 1 0 0,1 1 0 0 0,-1-1-1 0 0,0 1 1 0 0,1 0 0 0 0,0 0-1 0 0,0 1 1 0 0,0 0 0 0 0,0 0-1 0 0,-7 8 1 0 0,-10 10 163 0 0,-21 30 0 0 0,18-20-164 0 0,2 1 0 0 0,-27 50-1 0 0,40-64-1347 0 0,-10 31-1 0 0,20-49 1036 0 0,-6 21-2221 0 0,6-7-3976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4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172 106 3104 0 0,'5'-8'2034'0'0,"0"-1"-1"0"0,-1 0 0 0 0,1 0 0 0 0,-1-1 1 0 0,-1 1-1 0 0,0-1 0 0 0,3-17 0 0 0,-6 25-1531 0 0,0 1-455 0 0,0 1-1 0 0,0-1 0 0 0,-1 1 1 0 0,1-1-1 0 0,0 0 0 0 0,-1 1 1 0 0,1-1-1 0 0,0 0 0 0 0,-1 1 1 0 0,1-1-1 0 0,0 1 0 0 0,-1-1 1 0 0,1 1-1 0 0,-1-1 0 0 0,1 1 1 0 0,-1-1-1 0 0,0 1 0 0 0,1 0 1 0 0,-1-1-1 0 0,1 1 0 0 0,-1 0 1 0 0,0 0-1 0 0,1-1 0 0 0,-1 1 1 0 0,0 0-1 0 0,1 0 0 0 0,-1 0 0 0 0,0 0 1 0 0,1-1-1 0 0,-2 1 0 0 0,-1 1 18 0 0,0-1 0 0 0,0 0 0 0 0,0 1 0 0 0,0-1 0 0 0,0 1 0 0 0,1 0 0 0 0,-6 2-1 0 0,-2 2-6 0 0,0 0-1 0 0,1 0 1 0 0,-11 8-1 0 0,8-3-22 0 0,1 0 0 0 0,0 0 0 0 0,0 1 0 0 0,1 1 0 0 0,-17 24 0 0 0,23-29-17 0 0,0 0-1 0 0,0 0 1 0 0,0 0 0 0 0,1 0 0 0 0,0 1 0 0 0,1 0 0 0 0,0 0 0 0 0,0-1 0 0 0,0 1-1 0 0,1 0 1 0 0,0 0 0 0 0,1 14 0 0 0,0-20-9 0 0,0 0 1 0 0,1 0-1 0 0,-1 0 0 0 0,0 0 1 0 0,1 0-1 0 0,0 0 0 0 0,-1 0 0 0 0,1 0 1 0 0,0 0-1 0 0,0-1 0 0 0,0 1 1 0 0,0 0-1 0 0,0 0 0 0 0,0-1 1 0 0,1 1-1 0 0,-1-1 0 0 0,0 1 0 0 0,1-1 1 0 0,3 2-1 0 0,-2-1 1 0 0,0 0 1 0 0,0-1-1 0 0,0 0 1 0 0,0 0-1 0 0,1 0 1 0 0,-1 0-1 0 0,1 0 1 0 0,-1-1-1 0 0,0 1 1 0 0,7-1-1 0 0,0 0 2 0 0,-1-1 0 0 0,0-1 0 0 0,0 1 0 0 0,0-1 0 0 0,0-1 0 0 0,0 1 0 0 0,0-1 0 0 0,8-5 0 0 0,-8 3-17 0 0,0-1 1 0 0,-1 0 0 0 0,0 0-1 0 0,0-1 1 0 0,0 1 0 0 0,11-15-1 0 0,33-51 1724 0 0,-18 23 2920 0 0,-33 48-4483 0 0,2-2 123 0 0,1 0-100 0 0,0 11-24 0 0,4 50 470 0 0,-1-1 0 0 0,-4 1 0 0 0,-4 76 0 0 0,0-47-273 0 0,-1-37-1825 0 0,0-36 484 0 0,1 0-1 0 0,1 0 1 0 0,0 0 0 0 0,1 0-1 0 0,0 0 1 0 0,1-1 0 0 0,5 20-1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34 125 2836 0 0,'-34'-15'20084'0'0,"42"11"-18948"0"0,27-5-441 0 0,0 1 1 0 0,55-5-1 0 0,-26 5-426 0 0,89-19-463 0 0,-52 1-3818 0 0,-68 11-181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17 512 0 0,'-3'-1'2847'0'0,"-52"-15"12185"0"0,54 17-14855 0 0,0-1-1 0 0,0 1 1 0 0,0-1-1 0 0,0 1 1 0 0,0-1 0 0 0,0 1-1 0 0,0 0 1 0 0,0-1-1 0 0,1 1 1 0 0,-1 0 0 0 0,0 0-1 0 0,0 0 1 0 0,1 0-1 0 0,-1 0 1 0 0,0-1 0 0 0,1 1-1 0 0,-1 0 1 0 0,1 0-1 0 0,-1 1 1 0 0,1-1 0 0 0,0 0-1 0 0,-1 0 1 0 0,1 0 0 0 0,0 0-1 0 0,0 0 1 0 0,0 0-1 0 0,0 0 1 0 0,0 0 0 0 0,0 1-1 0 0,0-1 1 0 0,0 0-1 0 0,0 0 1 0 0,1 2 0 0 0,10 142 4370 0 0,-2-48-3843 0 0,-7-68-650 0 0,7 88 247 0 0,6-41-3610 0 0,-14-72 2657 0 0,0 0-1 0 0,1 0 1 0 0,-1 0 0 0 0,1 0 0 0 0,0 0-1 0 0,0 0 1 0 0,1-1 0 0 0,4 7-1 0 0,19 7-9025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5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60 0 0,'49'-100'21488'0'0,"-39"107"-18150"0"0,-7 6-2396 0 0,-1-1 0 0 0,0 0 1 0 0,-1 1-1 0 0,0-1 1 0 0,-1 19-1 0 0,0 1-354 0 0,-2 149 1084 0 0,1 23-4528 0 0,1-201 2333 0 0,3 24-2553 0 0,3-14-1537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1228 0 0,'7'-103'24031'0'0,"-3"140"-20545"0"0,-1 193 788 0 0,-13 0-7544 0 0,11-198-2165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31 2368 0 0,'-32'-31'17637'0'0,"32"32"-17443"0"0,-1 0-1 0 0,1 0 1 0 0,0 0-1 0 0,0 0 1 0 0,-1 0-1 0 0,1 0 1 0 0,0 0-1 0 0,0 0 1 0 0,0 0 0 0 0,0 0-1 0 0,0 0 1 0 0,0 0-1 0 0,0 0 1 0 0,1 0-1 0 0,-1 0 1 0 0,0 0-1 0 0,1 0 1 0 0,-1 0-1 0 0,0 0 1 0 0,1 0 0 0 0,-1 0-1 0 0,1 0 1 0 0,-1 0-1 0 0,2 1 1 0 0,17 26 1144 0 0,-16-24-884 0 0,94 124 2449 0 0,59 57-2825 0 0,-153-181-663 0 0,0 0-1 0 0,1-1 1 0 0,0 1-1 0 0,0-1 1 0 0,0 0 0 0 0,0 0-1 0 0,7 3 1 0 0,3-1-4083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36 1812 0 0,'-6'-6'2367'0'0,"0"1"0"0"0,0-1-1 0 0,0 1 1 0 0,-14-8 893 0 0,4 13-1579 0 0,14 0-1513 0 0,0 0 0 0 0,0 1-1 0 0,0-1 1 0 0,0 1 0 0 0,0-1 0 0 0,0 1-1 0 0,0 0 1 0 0,0 0 0 0 0,0 0 0 0 0,1 0-1 0 0,-1 0 1 0 0,0 0 0 0 0,-2 3 0 0 0,-20 21 1198 0 0,14-15-838 0 0,-12 14 42 0 0,1 1 0 0 0,1 1 0 0 0,-26 44 1 0 0,-38 91-176 0 0,83-160-422 0 0,-20 51-1915 0 0,15-18-4104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3096 0 0,'58'-68'23339'0'0,"-56"67"-22742"0"0,0-1-453 0 0,0 0 0 0 0,0 1 0 0 0,0-1-1 0 0,1 1 1 0 0,-1-1 0 0 0,1 1 0 0 0,-1 0 0 0 0,1 0 0 0 0,-1 0 0 0 0,1 1 0 0 0,3-2 0 0 0,115-23 576 0 0,-12 3-784 0 0,-58 11-987 0 0,-3 1-1855 0 0,-19 1-2227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7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 1584 0 0,'-3'0'2102'0'0,"1"1"-1780"0"0,-49 11 7943 0 0,45-10-7689 0 0,0 1 1 0 0,0-1 0 0 0,1 1 0 0 0,-1 0 0 0 0,1 1 0 0 0,0 0 0 0 0,-6 5 0 0 0,3-1-283 0 0,1 0 0 0 0,0 1-1 0 0,0 0 1 0 0,0 1 0 0 0,1 0 0 0 0,1 0 0 0 0,0 0-1 0 0,0 0 1 0 0,1 1 0 0 0,0 0 0 0 0,1 0-1 0 0,0 0 1 0 0,1 0 0 0 0,-2 21 0 0 0,4-30-252 0 0,-1 1-1 0 0,1-1 1 0 0,0 1 0 0 0,0 0 0 0 0,1-1 0 0 0,-1 1 0 0 0,0 0 0 0 0,1-1 0 0 0,0 1 0 0 0,-1-1 0 0 0,1 1 0 0 0,0-1 0 0 0,0 1 0 0 0,1-1 0 0 0,-1 1 0 0 0,0-1-1 0 0,1 0 1 0 0,-1 0 0 0 0,4 3 0 0 0,-2-3 18 0 0,0 0 0 0 0,0 0 1 0 0,0 0-1 0 0,0 0 0 0 0,0-1 0 0 0,1 1 0 0 0,-1-1 0 0 0,0 0 0 0 0,1 0 0 0 0,-1 0 0 0 0,1 0 0 0 0,6 0 0 0 0,5-1 93 0 0,0 0-1 0 0,0-1 0 0 0,0-1 1 0 0,0 0-1 0 0,25-7 0 0 0,159-45 2452 0 0,-196 54-2587 0 0,0-1-1 0 0,0 0 1 0 0,0 1 0 0 0,0 0 0 0 0,0 0-1 0 0,0 0 1 0 0,0 0 0 0 0,0 0 0 0 0,0 0-1 0 0,1 1 1 0 0,-1-1 0 0 0,0 1 0 0 0,0 0-1 0 0,-1 0 1 0 0,1 0 0 0 0,4 3 0 0 0,-2-1-2 0 0,-1 0 1 0 0,0 0 0 0 0,-1 0-1 0 0,1 0 1 0 0,0 1 0 0 0,-1 0-1 0 0,0-1 1 0 0,0 1 0 0 0,4 7 0 0 0,-2-3 97 0 0,-1 0 0 0 0,0 1 1 0 0,-1-1-1 0 0,0 1 0 0 0,0 0 1 0 0,-1 0-1 0 0,0 0 0 0 0,-1 0 1 0 0,1 0-1 0 0,-1 13 1 0 0,-2-13 183 0 0,0-1 0 0 0,0 1 0 0 0,-1-1 0 0 0,0 1 1 0 0,0-1-1 0 0,-1 0 0 0 0,0 0 0 0 0,0 0 0 0 0,-1 0 0 0 0,0-1 1 0 0,-1 1-1 0 0,0-1 0 0 0,-8 10 0 0 0,5-9-206 0 0,0 1-1 0 0,-1-2 0 0 0,0 1 1 0 0,-1-1-1 0 0,0 0 0 0 0,0-1 1 0 0,0 0-1 0 0,-1-1 0 0 0,-11 4 1 0 0,4-2-203 0 0,0-2-1 0 0,-1 0 1 0 0,0-1 0 0 0,1-1-1 0 0,-1-1 1 0 0,0 0 0 0 0,0-1 0 0 0,0-2-1 0 0,-1 0 1 0 0,1 0 0 0 0,-37-10 0 0 0,16 0-4098 0 0,-39-11-10472 0 0,51 16 4140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2024 0 0,'7'-72'15416'0'0,"9"88"-13224"0"0,-11-3-1699 0 0,0 0-1 0 0,-1 0 1 0 0,-1 0-1 0 0,0 0 1 0 0,-1 1-1 0 0,1 16 1 0 0,-3 84 522 0 0,0-96-840 0 0,-3 40 69 0 0,0 50-466 0 0,9-37-3417 0 0,-6-69 3101 0 0,6 22-1697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1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36 0 0,'51'-185'23498'0'0,"-40"233"-20958"0"0,-6-10-1379 0 0,-2 1 0 0 0,-3 51-1 0 0,-1-54-2359 0 0,2 1 0 0 0,9 67-1 0 0,-9-99 376 0 0,0 0 0 0 0,1 0 0 0 0,-1 0 0 0 0,1-1 0 0 0,0 1 0 0 0,5 8-1 0 0,-6-11 22 0 0,1 0 0 0 0,18 14-7231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2732 0 0,'2'-72'16635'0'0,"-2"71"-16601"0"0,0 1-1 0 0,0 0 1 0 0,0 0-1 0 0,0 0 1 0 0,0 0 0 0 0,0 0-1 0 0,-1-1 1 0 0,1 1-1 0 0,0 0 1 0 0,0 0 0 0 0,0 0-1 0 0,1 0 1 0 0,-1-1-1 0 0,0 1 1 0 0,0 0-1 0 0,0 0 1 0 0,0 0 0 0 0,0 0-1 0 0,0 0 1 0 0,0-1-1 0 0,0 1 1 0 0,0 0 0 0 0,0 0-1 0 0,0 0 1 0 0,0 0-1 0 0,0 0 1 0 0,0 0-1 0 0,1 0 1 0 0,-1-1 0 0 0,0 1-1 0 0,0 0 1 0 0,0 0-1 0 0,0 0 1 0 0,0 0 0 0 0,0 0-1 0 0,1 0 1 0 0,-1 0-1 0 0,0 0 1 0 0,0 0-1 0 0,0 0 1 0 0,0 0 0 0 0,0 0-1 0 0,1 0 1 0 0,-1 0-1 0 0,0 0 1 0 0,0 0 0 0 0,0 0-1 0 0,0 0 1 0 0,0 0-1 0 0,1 0 1 0 0,-1 0-1 0 0,0 0 1 0 0,0 0 0 0 0,11 7 1216 0 0,9 15 562 0 0,-20-22-1759 0 0,198 228 4890 0 0,-188-218-5033 0 0,43 46-2753 0 0,-47-50 547 0 0,0-1 1 0 0,1 0-1 0 0,13 7 1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2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93 1524 0 0,'-6'-14'3415'0'0,"-1"0"0"0"0,0 1 0 0 0,-1 0 0 0 0,-13-19-1 0 0,20 32-3331 0 0,1-1 0 0 0,-1 1 0 0 0,1-1 0 0 0,-1 1 0 0 0,1-1 0 0 0,-1 1 0 0 0,0-1 0 0 0,1 1 0 0 0,-1-1 0 0 0,0 1-1 0 0,1 0 1 0 0,-1-1 0 0 0,0 1 0 0 0,1 0 0 0 0,-1 0 0 0 0,0-1 0 0 0,1 1 0 0 0,-1 0 0 0 0,0 0 0 0 0,0 0 0 0 0,1 0 0 0 0,-1 0-1 0 0,0 0 1 0 0,0 0 0 0 0,1 0 0 0 0,-1 0 0 0 0,0 1 0 0 0,0-1 0 0 0,1 0 0 0 0,-1 0 0 0 0,-1 1 0 0 0,-19 14 1025 0 0,17-11-534 0 0,-15 12 429 0 0,1 0 0 0 0,1 2 0 0 0,-22 28 0 0 0,-41 66 183 0 0,51-69-883 0 0,-1 1-152 0 0,-29 56-1 0 0,51-82-1421 0 0,-11 29 0 0 0,17-22-1683 0 0,6-11-1573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2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115 146 188 0 0,'0'-1'650'0'0,"9"-11"1659"0"0,0 0 0 0 0,-1 0 0 0 0,0-1 0 0 0,-1 0 0 0 0,-1-1 0 0 0,0 1 0 0 0,-1-1 0 0 0,4-16 0 0 0,-8 28-1919 0 0,-1 2-373 0 0,0 0-1 0 0,0-1 0 0 0,0 1 0 0 0,0 0 1 0 0,0 0-1 0 0,1 0 0 0 0,-1-1 1 0 0,0 1-1 0 0,0 0 0 0 0,0 0 0 0 0,0-1 1 0 0,0 1-1 0 0,0 0 0 0 0,0 0 0 0 0,0-1 1 0 0,0 1-1 0 0,0 0 0 0 0,0 0 0 0 0,0-1 1 0 0,0 1-1 0 0,0 0 0 0 0,0 0 1 0 0,0-1-1 0 0,0 1 0 0 0,0 0 0 0 0,0 0 1 0 0,0 0-1 0 0,0-1 0 0 0,-1 1 0 0 0,1 0 1 0 0,0 0-1 0 0,0-1 0 0 0,0 1 0 0 0,0 0 1 0 0,0 0-1 0 0,-1 0 0 0 0,1 0 1 0 0,0-1-1 0 0,-12 1 582 0 0,-10 6-96 0 0,10 2-361 0 0,1 0 1 0 0,-1 1-1 0 0,1 1 0 0 0,1-1 1 0 0,0 2-1 0 0,0 0 0 0 0,-13 19 0 0 0,17-20-114 0 0,0-1 0 0 0,0 1-1 0 0,1 1 1 0 0,0-1 0 0 0,1 1-1 0 0,0 0 1 0 0,0 0 0 0 0,1 0-1 0 0,-2 22 1 0 0,5-28-2 0 0,0-1 0 0 0,0 1 0 0 0,0-1 0 0 0,1 1 0 0 0,-1-1 0 0 0,1 1 0 0 0,1-1 0 0 0,-1 1 0 0 0,0-1 0 0 0,5 8 0 0 0,-5-10-21 0 0,0 0 0 0 0,1 0 0 0 0,-1 0 0 0 0,1 0 0 0 0,-1 0 0 0 0,1 0 0 0 0,0-1 0 0 0,-1 1 0 0 0,1-1 0 0 0,0 1 1 0 0,0-1-1 0 0,1 0 0 0 0,-1 1 0 0 0,0-1 0 0 0,0 0 0 0 0,0 0 0 0 0,1-1 0 0 0,-1 1 0 0 0,1 0 0 0 0,-1-1 0 0 0,0 0 0 0 0,1 1 0 0 0,3-1 0 0 0,1-1 0 0 0,-1 1 0 0 0,1-1-1 0 0,-1 0 1 0 0,1-1 0 0 0,-1 1 0 0 0,0-1-1 0 0,0-1 1 0 0,0 1 0 0 0,0-1 0 0 0,6-3-1 0 0,0-2 98 0 0,-1 0 0 0 0,0 0-1 0 0,20-20 1 0 0,-19 17 891 0 0,0 0 0 0 0,23-14 0 0 0,-34 24-786 0 0,0 1-168 0 0,0 0 0 0 0,0 1 1 0 0,0-1-1 0 0,1 1 0 0 0,-1-1 0 0 0,0 1 1 0 0,0-1-1 0 0,0 1 0 0 0,0-1 1 0 0,-1 1-1 0 0,1 0 0 0 0,0 0 0 0 0,0 0 1 0 0,0-1-1 0 0,0 1 0 0 0,-1 0 0 0 0,1 0 1 0 0,0 0-1 0 0,-1 0 0 0 0,1 0 1 0 0,-1 0-1 0 0,1 0 0 0 0,-1 1 0 0 0,0-1 1 0 0,1 0-1 0 0,-1 2 0 0 0,7 35 941 0 0,-6-31-814 0 0,4 44 376 0 0,-3 1 0 0 0,-6 68-1 0 0,1-9-3623 0 0,3-105 2286 0 0,0-1-1 0 0,1 1 0 0 0,-1-1 0 0 0,1 0 0 0 0,1 1 0 0 0,2 8 0 0 0,12 13-10449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3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25 159 2832 0 0,'-25'-10'17759'0'0,"25"10"-17707"0"0,15-6 1146 0 0,32-7-1593 0 0,-27 7 758 0 0,81-21-174 0 0,33-11-1177 0 0,-48 6-3716 0 0,-82 30 3662 0 0,0 0 0 0 0,0-1 0 0 0,0 1 0 0 0,0-1 0 0 0,0 1 0 0 0,0-1 0 0 0,6-7 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1008 0 0,'0'-3'2600'0'0,"-6"-45"11438"0"0,5 48-13998 0 0,1 1 0 0 0,-1-1 0 0 0,1 0 0 0 0,-1 1 0 0 0,1-1 1 0 0,0 0-1 0 0,-1 1 0 0 0,1-1 0 0 0,0 1 0 0 0,-1-1 1 0 0,1 1-1 0 0,0-1 0 0 0,-1 1 0 0 0,1-1 0 0 0,0 1 0 0 0,0 0 1 0 0,0-1-1 0 0,0 1 0 0 0,0-1 0 0 0,-1 1 0 0 0,1-1 0 0 0,0 1 1 0 0,0 0-1 0 0,1 0 0 0 0,-2 19 684 0 0,1-19-573 0 0,22 368 4160 0 0,-20-345-4360 0 0,1 9 160 0 0,12 54 1 0 0,-13-79-675 0 0,0 1 0 0 0,1-1 1 0 0,0 0-1 0 0,0 0 0 0 0,1 0 0 0 0,0-1 0 0 0,0 1 1 0 0,1-1-1 0 0,0 0 0 0 0,0 0 0 0 0,10 9 0 0 0,-10-12-743 0 0,-1-1 0 0 0,1 0 0 0 0,0-1-1 0 0,-1 1 1 0 0,7 2 0 0 0,7 2-5709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31 106 1676 0 0,'17'-105'18545'0'0,"-15"125"-15277"0"0,-2 21-2170 0 0,-11 91 1400 0 0,-15 127-1164 0 0,16-179-5328 0 0,8-59 294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1332 0 0,'4'-69'12778'0'0,"-1"43"-9883"0"0,-3 24-2837 0 0,0 1 1 0 0,1-1-1 0 0,-1 0 1 0 0,0 1-1 0 0,1-1 1 0 0,-1 0-1 0 0,1 1 1 0 0,0-1-1 0 0,0 1 0 0 0,-1-1 1 0 0,1 1-1 0 0,0-1 1 0 0,0 1-1 0 0,0 0 1 0 0,1 0-1 0 0,-1-1 1 0 0,0 1-1 0 0,0 0 1 0 0,1 0-1 0 0,-1 0 0 0 0,1 0 1 0 0,-1 0-1 0 0,1 0 1 0 0,-1 1-1 0 0,1-1 1 0 0,-1 0-1 0 0,1 1 1 0 0,0-1-1 0 0,-1 1 1 0 0,1 0-1 0 0,0 0 1 0 0,-1-1-1 0 0,1 1 0 0 0,0 0 1 0 0,0 0-1 0 0,-1 1 1 0 0,1-1-1 0 0,0 0 1 0 0,-1 0-1 0 0,1 1 1 0 0,2 0-1 0 0,1 0-46 0 0,0 1 0 0 0,0-1 0 0 0,0 1 1 0 0,0 0-1 0 0,0 1 0 0 0,-1-1 0 0 0,1 1 0 0 0,0 0 0 0 0,-1 0 0 0 0,0 0 1 0 0,0 1-1 0 0,5 4 0 0 0,-5-3 15 0 0,-1 1 0 0 0,1-1 0 0 0,-1 1 0 0 0,0 0 0 0 0,-1 0 0 0 0,1 0 0 0 0,-1 0 0 0 0,0 0 0 0 0,-1 0 0 0 0,0 1 0 0 0,1 8 0 0 0,-1-4 45 0 0,-1-1-1 0 0,-1 0 1 0 0,0 1 0 0 0,0-1-1 0 0,-1 0 1 0 0,-4 15-1 0 0,-6 6 411 0 0,-1 0 1 0 0,-1 0-1 0 0,-24 37 0 0 0,34-61-337 0 0,-13 21 315 0 0,4-7 334 0 0,-16 36 0 0 0,28-56-673 0 0,2 0-97 0 0,0 0 1 0 0,0-1 0 0 0,-1 1 0 0 0,1-1 0 0 0,0 1 0 0 0,0-1 0 0 0,0 0 0 0 0,0 1 0 0 0,-1-1 0 0 0,1 0-1 0 0,0 0 1 0 0,0 1 0 0 0,0-1 0 0 0,0 0 0 0 0,0 0 0 0 0,0 0 0 0 0,0 0 0 0 0,0 0 0 0 0,-1 0 0 0 0,1-1-1 0 0,0 1 1 0 0,1 0 0 0 0,23-3 149 0 0,29-9-240 0 0,-1-3-1 0 0,81-33 1 0 0,-100 35-757 0 0,34-19-4281 0 0,-24 6-4492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4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65 3112 0 0,'0'-2'2448'0'0,"-2"-50"11767"0"0,4 42-12344 0 0,2 17-818 0 0,6 25 864 0 0,0 1-1 0 0,-2 0 0 0 0,6 67 0 0 0,-6 106-2895 0 0,-5-154-3147 0 0,3-27-352 0 0,6-4-4817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2416 0 0,'12'-61'14540'0'0,"1"67"-12590"0"0,10 26-1088 0 0,65 87 3111 0 0,-38-65-5774 0 0,-36-41-1984 0 0,28 20 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5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77 996 0 0,'-5'-13'2926'0'0,"-1"0"0"0"0,-1 0 0 0 0,0 1 1 0 0,-9-12-1 0 0,15 23-2456 0 0,0 1-340 0 0,-1 0-1 0 0,1 1 1 0 0,0-1-1 0 0,0 1 1 0 0,-1-1-1 0 0,1 1 1 0 0,0-1-1 0 0,0 1 1 0 0,0 0-1 0 0,0-1 1 0 0,0 1-1 0 0,0 0 1 0 0,0 0-1 0 0,0 0 1 0 0,0 0-1 0 0,-1 2 1 0 0,-15 21 1292 0 0,11-14-802 0 0,-103 146 3308 0 0,-78 109-2459 0 0,139-203-1461 0 0,15-21-1474 0 0,3 0-3414 0 0,23-31 1472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78 2228 0 0,'79'-66'15212'0'0,"-64"54"-12874"0"0,-16 15-1403 0 0,-22 20-467 0 0,9-12-397 0 0,1 0-1 0 0,1 0 1 0 0,0 1 0 0 0,1 1-1 0 0,0 0 1 0 0,-13 21-1 0 0,23-32-57 0 0,0 0-1 0 0,0 1 0 0 0,1-1 1 0 0,-1 0-1 0 0,0 0 0 0 0,1 0 1 0 0,0 0-1 0 0,-1 1 1 0 0,1-1-1 0 0,0 0 0 0 0,0 0 1 0 0,0 0-1 0 0,0 1 0 0 0,1-1 1 0 0,-1 0-1 0 0,0 0 0 0 0,1 0 1 0 0,0 0-1 0 0,0 1 0 0 0,-1-1 1 0 0,1 0-1 0 0,0 0 1 0 0,1 0-1 0 0,-1-1 0 0 0,0 1 1 0 0,0 0-1 0 0,1 0 0 0 0,-1-1 1 0 0,1 1-1 0 0,0-1 0 0 0,-1 1 1 0 0,1-1-1 0 0,0 0 0 0 0,3 3 1 0 0,8 3 51 0 0,-1-1 0 0 0,1 0 0 0 0,0 0 0 0 0,19 4 0 0 0,-17-4 8 0 0,79 30 270 0 0,-82-30-250 0 0,-1 0 1 0 0,1 0-1 0 0,-2 1 0 0 0,1 1 0 0 0,17 15 0 0 0,3 18 585 0 0,-30-40-656 0 0,-1 0 0 0 0,1 0 1 0 0,-1 1-1 0 0,0-1 0 0 0,1 0 1 0 0,-1 0-1 0 0,0 1 0 0 0,0-1 1 0 0,0 0-1 0 0,0 1 1 0 0,0-1-1 0 0,0 0 0 0 0,-1 0 1 0 0,1 1-1 0 0,0-1 0 0 0,-1 0 1 0 0,1 1-1 0 0,-1-1 1 0 0,1 0-1 0 0,-2 2 0 0 0,-14 22 203 0 0,9-19-379 0 0,0 0 1 0 0,0-1 0 0 0,-1 1 0 0 0,0-2 0 0 0,0 1-1 0 0,0-1 1 0 0,0 0 0 0 0,-1-1 0 0 0,1 1 0 0 0,-14 2-1 0 0,9-4-1377 0 0,0 1 0 0 0,-19 0 0 0 0,-25-6-7194 0 0,34 0 1405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5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0 204 164 0 0,'2'-7'1574'0'0,"-1"-1"0"0"0,1 0-1 0 0,0 1 1 0 0,3-10 0 0 0,-2 12-923 0 0,-1 0-1 0 0,1 0 1 0 0,0 0 0 0 0,0 0-1 0 0,6-6 1 0 0,-3 5-383 0 0,-1 1 0 0 0,1 0 0 0 0,1 0 0 0 0,-1 0 0 0 0,1 1-1 0 0,-1 0 1 0 0,1 0 0 0 0,0 1 0 0 0,13-5 0 0 0,12-2 91 0 0,1 1-1 0 0,66-9 1 0 0,71 4 424 0 0,-75 8-3321 0 0,-2-5-3829 0 0,-76 8 1201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5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465 113 2028 0 0,'7'-12'5265'0'0,"-5"10"-4564"0"0,-1 1 1 0 0,0-1 0 0 0,0 0-1 0 0,0 0 1 0 0,0 0 0 0 0,0 0 0 0 0,0 0-1 0 0,0 0 1 0 0,-1 0 0 0 0,1-3-1 0 0,4-7 3053 0 0,0-7 1305 0 0,-5 17-4937 0 0,0 0 0 0 0,0 0 0 0 0,-1 0 0 0 0,1 0 0 0 0,-1 0 0 0 0,1 0 1 0 0,-1 0-1 0 0,0 1 0 0 0,0-1 0 0 0,0 0 0 0 0,0 0 0 0 0,0 1 0 0 0,0-1 0 0 0,-1 0 0 0 0,1 1 0 0 0,0-1 0 0 0,-1 1 0 0 0,1 0 0 0 0,-1 0 0 0 0,0-1 0 0 0,1 1 0 0 0,-1 0 0 0 0,0 0 0 0 0,0 0 0 0 0,0 1 1 0 0,0-1-1 0 0,1 0 0 0 0,-1 1 0 0 0,0-1 0 0 0,0 1 0 0 0,-4-1 0 0 0,-6 0-84 0 0,0 1 0 0 0,0 0 0 0 0,1 0 0 0 0,-1 1 0 0 0,0 1 1 0 0,0 0-1 0 0,1 0 0 0 0,-1 1 0 0 0,1 1 0 0 0,0 0 0 0 0,0 1 0 0 0,-14 7 0 0 0,6-1-31 0 0,1 1 0 0 0,0 0-1 0 0,1 2 1 0 0,1 0 0 0 0,0 0-1 0 0,1 1 1 0 0,1 1 0 0 0,0 1 0 0 0,1 0-1 0 0,1 1 1 0 0,0 0 0 0 0,2 1-1 0 0,0 0 1 0 0,1 0 0 0 0,1 1 0 0 0,-11 40-1 0 0,4 12 374 0 0,3 1 0 0 0,-3 98-1 0 0,13 149 602 0 0,3-175-597 0 0,7 242 854 0 0,-1-113-552 0 0,20 252-686 0 0,-20-423 0 0 0,91 1202 0 0 0,-73-1015 0 0 0,28 390 0 0 0,-49-544 0 0 0,-3-61 0 0 0,12 85 0 0 0,-11-151 0 0 0,0 0 0 0 0,0 0 0 0 0,1 0 0 0 0,0 0 0 0 0,1 0 0 0 0,0 0 0 0 0,0-1 0 0 0,1 0 0 0 0,0 0 0 0 0,0 0 0 0 0,1-1 0 0 0,0 0 0 0 0,1 0 0 0 0,-1 0 0 0 0,14 10 0 0 0,-9-9 0 0 0,1-1 0 0 0,-1 0 0 0 0,1-1 0 0 0,1 0 0 0 0,-1-1 0 0 0,1 0 0 0 0,0-1 0 0 0,0 0 0 0 0,0-1 0 0 0,20 2 0 0 0,10-2-1471 0 0,74-3 0 0 0,-50-5-4663 0 0,106-24 1 0 0,-71 6-9021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58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1576 0 0,'11'-32'14033'0'0,"-7"16"-9778"0"0,-3 15-3667 0 0,1 1-236 0 0,40-3 552 0 0,57 5-1 0 0,-19 1-653 0 0,679 30 126 0 0,-549-12-314 0 0,-208-21-58 0 0,1 1 0 0 0,-1-1 1 0 0,1 1-1 0 0,-1 0 0 0 0,0 0 0 0 0,1 0 0 0 0,-1 0 0 0 0,0 0 0 0 0,0 0 0 0 0,0 1 0 0 0,0-1 0 0 0,0 1 0 0 0,0 0 0 0 0,0-1 0 0 0,0 1 0 0 0,-1 0 0 0 0,1 0 0 0 0,-1 0 0 0 0,1 0 0 0 0,-1 0 0 0 0,0 1 0 0 0,0-1 0 0 0,0 0 0 0 0,0 1 0 0 0,1 2 0 0 0,1 8 15 0 0,0 0 1 0 0,0-1 0 0 0,0 23-1 0 0,-1-19-2 0 0,53 680 4927 0 0,-29-317-3151 0 0,20 978 738 0 0,-36-483-2531 0 0,16-204 0 0 0,-4-415 0 0 0,-4-48 0 0 0,-12-59 0 0 0,4 58 0 0 0,-10-192 0 0 0,0 0 0 0 0,1-1 0 0 0,0-2 0 0 0,-1 0 0 0 0,-1 0 0 0 0,0-1 0 0 0,0-1 0 0 0,-5-2 0 0 0,-8-6 0 0 0,-2-1 0 0 0,-16 3 0 0 0,-1 1 0 0 0,-52 14 0 0 0,24-4 0 0 0,-271 59-4654 0 0,143-30-3466 0 0,107-25-9469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1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1608 0 0,'5'-6'1191'0'0,"0"-1"0"0"0,-1 0 0 0 0,0 0-1 0 0,-1 0 1 0 0,5-11 0 0 0,11-19 2156 0 0,4-8 406 0 0,-23 43-3682 0 0,1 3-70 0 0,0 0 0 0 0,-1 0 0 0 0,1-1 0 0 0,-1 1 0 0 0,0 0 0 0 0,1 0 0 0 0,-1-1 0 0 0,1 1 0 0 0,-1 0 0 0 0,0 0 0 0 0,0 0 0 0 0,0 0 0 0 0,1 0 0 0 0,-1 0 0 0 0,0-1 0 0 0,0 1 0 0 0,0 0 0 0 0,0 0 0 0 0,-1 1 0 0 0,2 23 12 0 0,-2-23-12 0 0,0 24 23 0 0,-8 46-1 0 0,5-52-5 0 0,1 1 0 0 0,1-1-1 0 0,1 37 1 0 0,2-54-9 0 0,-1-1-1 0 0,0 1 1 0 0,1-1-1 0 0,0 1 0 0 0,-1-1 1 0 0,1 1-1 0 0,0-1 1 0 0,0 0-1 0 0,0 1 1 0 0,1-1-1 0 0,-1 0 1 0 0,0 0-1 0 0,1 0 1 0 0,0 0-1 0 0,-1 0 0 0 0,1 0 1 0 0,0-1-1 0 0,2 3 1 0 0,0-2-1 0 0,0 1-1 0 0,0-1 1 0 0,0 0 0 0 0,1 0 0 0 0,-1-1-1 0 0,1 1 1 0 0,-1-1 0 0 0,1 0 0 0 0,5 1-1 0 0,8-1 17 0 0,1 0 1 0 0,0-1-1 0 0,33-4 0 0 0,-51 4-23 0 0,18-2 27 0 0,0-1 0 0 0,-1 0-1 0 0,1-2 1 0 0,-1 0 0 0 0,1-1-1 0 0,20-10 1 0 0,-35 14-1 0 0,1 0 0 0 0,-1 0 0 0 0,0-1 1 0 0,0 0-1 0 0,0 0 0 0 0,0 0 0 0 0,-1 0 0 0 0,1 0 0 0 0,-1-1 1 0 0,0 0-1 0 0,0 1 0 0 0,0-1 0 0 0,0 0 0 0 0,-1-1 1 0 0,1 1-1 0 0,-1 0 0 0 0,0-1 0 0 0,0 1 0 0 0,-1-1 0 0 0,0 0 1 0 0,1 1-1 0 0,-1-1 0 0 0,-1 0 0 0 0,1 0 0 0 0,-1 0 0 0 0,0 1 1 0 0,0-1-1 0 0,0 0 0 0 0,-1 0 0 0 0,-1-6 0 0 0,-7-36 1571 0 0,8 46-1483 0 0,-5-20 194 0 0,4 24-307 0 0,0 0 0 0 0,0 1 0 0 0,0-1-1 0 0,0 0 1 0 0,1 1 0 0 0,-1-1 0 0 0,1 1-1 0 0,0-1 1 0 0,0 1 0 0 0,0 4 0 0 0,-6 45 16 0 0,5-40-12 0 0,-24 286-652 0 0,18-199-2422 0 0,1 0-3644 0 0,4-49 28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76 444 0 0,'0'0'5656'0'0,"0"-10"-2364"0"0,9-39 61 0 0,-8 48-3346 0 0,0 0 1 0 0,-1 0 0 0 0,1 0-1 0 0,0 0 1 0 0,0 0 0 0 0,0 0 0 0 0,-1 0-1 0 0,1 0 1 0 0,0 0 0 0 0,0 0 0 0 0,0 1-1 0 0,0-1 1 0 0,1 0 0 0 0,-1 1 0 0 0,0-1-1 0 0,0 1 1 0 0,0-1 0 0 0,1 1 0 0 0,-1-1-1 0 0,0 1 1 0 0,0 0 0 0 0,1 0 0 0 0,-1 0-1 0 0,0-1 1 0 0,0 1 0 0 0,1 1 0 0 0,-1-1-1 0 0,0 0 1 0 0,1 0 0 0 0,-1 0 0 0 0,0 1-1 0 0,0-1 1 0 0,0 0 0 0 0,1 1-1 0 0,1 0 1 0 0,-1 1-9 0 0,0-1 1 0 0,0 1-1 0 0,0-1 0 0 0,-1 1 0 0 0,1 0 0 0 0,0 0 0 0 0,-1-1 1 0 0,1 1-1 0 0,-1 0 0 0 0,0 1 0 0 0,1-1 0 0 0,-1 0 1 0 0,0 0-1 0 0,0 0 0 0 0,0 1 0 0 0,-1-1 0 0 0,1 1 0 0 0,0 1 1 0 0,1 6 1 0 0,-1-1 0 0 0,0 0 0 0 0,-1 11 1 0 0,-1-4 11 0 0,0-1 1 0 0,-1 1-1 0 0,-1-1 1 0 0,-1 1-1 0 0,0-1 1 0 0,-1 0-1 0 0,0-1 1 0 0,-1 1-1 0 0,-1-1 1 0 0,0-1-1 0 0,-13 18 1 0 0,-12 14 118 0 0,-71 75 0 0 0,61-74-61 0 0,41-45-65 0 0,1-1-1 0 0,-1 0 1 0 0,1 1-1 0 0,0-1 1 0 0,-1 0 0 0 0,1 1-1 0 0,-1-1 1 0 0,1 0 0 0 0,0 1-1 0 0,-1-1 1 0 0,1 1 0 0 0,0-1-1 0 0,0 1 1 0 0,-1-1 0 0 0,1 1-1 0 0,0-1 1 0 0,0 1 0 0 0,0-1-1 0 0,0 1 1 0 0,0-1-1 0 0,-1 1 1 0 0,1-1 0 0 0,0 1-1 0 0,0 0 1 0 0,0-1 0 0 0,1 1-1 0 0,-1-1 1 0 0,0 1 0 0 0,0-1-1 0 0,0 1 1 0 0,0-1 0 0 0,1 2-1 0 0,0-2 1 0 0,0 1 0 0 0,0-1 0 0 0,0 1-1 0 0,0-1 1 0 0,0 1 0 0 0,0-1 0 0 0,0 0-1 0 0,0 1 1 0 0,1-1 0 0 0,-1 0 0 0 0,0 0 0 0 0,0 0-1 0 0,0 0 1 0 0,2 0 0 0 0,45-6 58 0 0,-47 6-60 0 0,124-27-1231 0 0,-41 6-4196 0 0,-45 12 626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4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85 1024 0 0,'-17'-15'23106'0'0,"12"10"-23124"0"0,5 5 21 0 0,0-1-1 0 0,0 1 1 0 0,0 0-1 0 0,0-1 1 0 0,0 1-1 0 0,0 0 1 0 0,0-1-1 0 0,0 1 0 0 0,0 0 1 0 0,0-1-1 0 0,0 1 1 0 0,-1 0-1 0 0,1-1 1 0 0,0 1-1 0 0,0 0 1 0 0,0-1-1 0 0,0 1 0 0 0,0 0 1 0 0,-1 0-1 0 0,1-1 1 0 0,0 1-1 0 0,0 0 1 0 0,0 0-1 0 0,-1-1 1 0 0,1 1-1 0 0,0 0 1 0 0,0 0-1 0 0,-1-1 0 0 0,1 1 1 0 0,0 0-1 0 0,-1 0 1 0 0,1 0-1 0 0,0 0 1 0 0,0 0-1 0 0,-1-1 1 0 0,1 1-1 0 0,0 0 0 0 0,-1 0 1 0 0,1 0-1 0 0,0 0 1 0 0,-1 0-1 0 0,1 0 1 0 0,0 0-1 0 0,-1 0 1 0 0,1 0-1 0 0,0 0 0 0 0,-1 0 1 0 0,1 0-1 0 0,0 1 1 0 0,-1-1-1 0 0,1 0 1 0 0,0 0-1 0 0,-1 0 1 0 0,1 0-1 0 0,0 0 1 0 0,-1 1-1 0 0,1-1 0 0 0,0 0 1 0 0,11-28-105 0 0,-10 26 93 0 0,1-1-1 0 0,0 1 1 0 0,-1 0 0 0 0,1 0-1 0 0,0 0 1 0 0,0 1 0 0 0,0-1 0 0 0,1 0-1 0 0,-1 1 1 0 0,0-1 0 0 0,0 1-1 0 0,1 0 1 0 0,-1 0 0 0 0,1 0 0 0 0,-1 0-1 0 0,1 0 1 0 0,0 1 0 0 0,-1-1-1 0 0,1 1 1 0 0,0-1 0 0 0,-1 1 0 0 0,1 0-1 0 0,0 0 1 0 0,0 0 0 0 0,-1 1-1 0 0,1-1 1 0 0,0 1 0 0 0,-1-1 0 0 0,1 1-1 0 0,-1 0 1 0 0,1 0 0 0 0,-1 0-1 0 0,1 0 1 0 0,-1 0 0 0 0,0 1-1 0 0,1-1 1 0 0,-1 1 0 0 0,0 0 0 0 0,0-1-1 0 0,0 1 1 0 0,0 0 0 0 0,0 0-1 0 0,2 3 1 0 0,0 2 6 0 0,-1 0 1 0 0,1 0-1 0 0,-1 0 0 0 0,0 0 1 0 0,0 0-1 0 0,-1 1 0 0 0,0-1 0 0 0,-1 1 1 0 0,1-1-1 0 0,-1 1 0 0 0,-1 0 1 0 0,1 0-1 0 0,-2-1 0 0 0,1 1 0 0 0,-2 10 1 0 0,-2 7 2 0 0,-1 0 0 0 0,-2-1 0 0 0,-12 34 0 0 0,3-21 10 0 0,-1 0 1 0 0,-2-2-1 0 0,-2 0 1 0 0,-1-1-1 0 0,-1-1 1 0 0,-2-1-1 0 0,-57 55 1 0 0,78-83-7 0 0,0 0 0 0 0,0 0 0 0 0,0-1 0 0 0,-1 0 0 0 0,0 0-1 0 0,0 0 1 0 0,0 0 0 0 0,0-1 0 0 0,0 0 0 0 0,-8 3 0 0 0,11-5-7 0 0,-17-1-31 0 0,18 1 29 0 0,1-1 1 0 0,-1 0-1 0 0,0 1 1 0 0,0-1-1 0 0,1 0 1 0 0,-1 1 0 0 0,1-1-1 0 0,-1 0 1 0 0,0 0-1 0 0,1 1 1 0 0,-1-1-1 0 0,1 0 1 0 0,0 0-1 0 0,-1 0 1 0 0,1 0-1 0 0,-1-1 1 0 0,1 0-27 0 0,0 2 22 0 0,0-1-1 0 0,0 1 1 0 0,0-1-1 0 0,0 1 1 0 0,0-1 0 0 0,0 1-1 0 0,0-1 1 0 0,0 1-1 0 0,1-1 1 0 0,-1 1-1 0 0,0 0 1 0 0,0-1 0 0 0,0 1-1 0 0,1-1 1 0 0,-1 1-1 0 0,0 0 1 0 0,0-1-1 0 0,1 1 1 0 0,0-1-1 0 0,2 0 7 0 0,1 0 0 0 0,-1 1 0 0 0,1-1 0 0 0,-1 1 0 0 0,1 0 0 0 0,-1 0-1 0 0,1 0 1 0 0,-1 0 0 0 0,1 1 0 0 0,0 0 0 0 0,-1-1 0 0 0,0 1 0 0 0,5 2-1 0 0,49 20 27 0 0,-46-17-12 0 0,14 5-257 0 0,124 49-2202 0 0,-128-54 260 0 0,37 7-1 0 0,-45-12 75 0 0,1 1 0 0 0,0-2 0 0 0,23-1-1 0 0,-13-4-3440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28 196 700 0 0,'-2'-5'1075'0'0,"-15"-58"12470"0"0,9 39-10989 0 0,7 22-2236 0 0,1 2-300 0 0,0-1 0 0 0,0 0-1 0 0,0 0 1 0 0,0 1 0 0 0,0-1 0 0 0,0 0-1 0 0,0 0 1 0 0,0 1 0 0 0,1-1-1 0 0,-1 0 1 0 0,0 0 0 0 0,0 1 0 0 0,0-1-1 0 0,1 0 1 0 0,-1 0 0 0 0,1 1 0 0 0,-1-1-1 0 0,0 1 1 0 0,1-1 0 0 0,-1 0-1 0 0,1 1 1 0 0,-1-1 0 0 0,1 1 0 0 0,0-1-1 0 0,-1 1 1 0 0,1-1 0 0 0,0 0-1 0 0,143-38 662 0 0,-70 19-1984 0 0,-1 0-4613 0 0,-60 16 1944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2392 0 0,'-3'1'1868'0'0,"-2"-1"-1284"0"0,1 2 1 0 0,-1-1 0 0 0,1 0-1 0 0,0 1 1 0 0,0 0 0 0 0,0 0 0 0 0,0 0-1 0 0,0 1 1 0 0,0-1 0 0 0,-6 6-1 0 0,5-3-301 0 0,1-1-1 0 0,0 1 1 0 0,0 0-1 0 0,1 0 1 0 0,-1 0-1 0 0,1 0 1 0 0,0 1-1 0 0,-2 6 1 0 0,-5 10-53 0 0,2 1 0 0 0,1 0 0 0 0,1 0 0 0 0,1 1 0 0 0,1-1 0 0 0,0 1 0 0 0,2 0 0 0 0,1 0 0 0 0,4 37 0 0 0,-3-60-218 0 0,0-1 0 0 0,1 1 0 0 0,-1 0 0 0 0,1-1 0 0 0,-1 1 0 0 0,1-1 0 0 0,-1 1 0 0 0,1 0 0 0 0,0-1 0 0 0,-1 0 0 0 0,1 1 0 0 0,0-1 0 0 0,-1 1 0 0 0,1-1 0 0 0,0 0 0 0 0,0 1 0 0 0,-1-1 0 0 0,1 0 0 0 0,0 0 0 0 0,0 1 0 0 0,0-1 0 0 0,-1 0 0 0 0,1 0 0 0 0,0 0 0 0 0,0 0 0 0 0,0 0 0 0 0,-1 0 0 0 0,1-1 0 0 0,0 1 0 0 0,0 0 0 0 0,0 0 0 0 0,-1 0 0 0 0,1-1 0 0 0,1 0 0 0 0,2 0 9 0 0,23-11 33 0 0,1 1 0 0 0,0 2 0 0 0,30-7 0 0 0,-53 16-51 0 0,0 0-1 0 0,0 0 1 0 0,0 0-1 0 0,0 0 0 0 0,0 1 1 0 0,0-1-1 0 0,-1 1 1 0 0,1 1-1 0 0,0-1 0 0 0,-1 1 1 0 0,1-1-1 0 0,-1 1 1 0 0,1 1-1 0 0,-1-1 0 0 0,0 1 1 0 0,0-1-1 0 0,0 1 1 0 0,0 0-1 0 0,-1 1 0 0 0,1-1 1 0 0,-1 1-1 0 0,1-1 1 0 0,-1 1-1 0 0,-1 0 0 0 0,5 6 1 0 0,-2-2 216 0 0,-1 1 0 0 0,0 0 0 0 0,0-1 0 0 0,0 1 0 0 0,-1 1 0 0 0,-1-1 0 0 0,1 0 0 0 0,-2 1 0 0 0,1-1 0 0 0,-1 1 0 0 0,0 13 0 0 0,-3-11 159 0 0,0 0 1 0 0,-1-1 0 0 0,0 1-1 0 0,-1-1 1 0 0,0 0 0 0 0,-1 0-1 0 0,0 0 1 0 0,0 0 0 0 0,-1-1-1 0 0,-1 0 1 0 0,0 0 0 0 0,0 0-1 0 0,-1-1 1 0 0,0-1 0 0 0,-1 1-1 0 0,-17 13 1 0 0,22-20-362 0 0,0 1-1 0 0,-1-1 1 0 0,0 0 0 0 0,1 0-1 0 0,-1-1 1 0 0,0 1-1 0 0,0-1 1 0 0,0 0 0 0 0,0-1-1 0 0,0 1 1 0 0,0-1 0 0 0,0 0-1 0 0,0 0 1 0 0,0 0 0 0 0,0-1-1 0 0,0 0 1 0 0,0 0-1 0 0,0 0 1 0 0,0 0 0 0 0,-6-3-1 0 0,11 3-152 0 0,-1 1-1 0 0,1 0 0 0 0,-1-1 0 0 0,1 1 1 0 0,-1-1-1 0 0,1 1 0 0 0,0-1 0 0 0,-1 1 1 0 0,1-1-1 0 0,0 1 0 0 0,-1-1 0 0 0,1 0 1 0 0,0 1-1 0 0,0-1 0 0 0,0 1 0 0 0,-1-1 1 0 0,1 0-1 0 0,0 1 0 0 0,0-1 0 0 0,0 1 0 0 0,0-1 1 0 0,0 0-1 0 0,0 1 0 0 0,0-1 0 0 0,0 1 1 0 0,1-2-1 0 0,4-14-3189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46 3216 0 0,'5'-46'12493'0'0,"-8"47"-12329"0"0,0-1 1 0 0,0 1-1 0 0,0 0 1 0 0,1 0-1 0 0,-1 0 1 0 0,0 0-1 0 0,1 1 1 0 0,-1-1-1 0 0,0 1 1 0 0,1-1-1 0 0,0 1 0 0 0,-1 0 1 0 0,1 0-1 0 0,0 0 1 0 0,0 0-1 0 0,0 0 1 0 0,-2 4-1 0 0,-7 9 327 0 0,-14 25 0 0 0,18-27-262 0 0,-12 20 131 0 0,1 1 0 0 0,-25 70 0 0 0,35-80-291 0 0,1 1-1 0 0,1 0 1 0 0,2 0-1 0 0,0 1 1 0 0,0 35-1 0 0,4-52-38 0 0,0 0 0 0 0,1 0 0 0 0,1-1 0 0 0,-1 1-1 0 0,1 0 1 0 0,1-1 0 0 0,-1 1 0 0 0,1-1 0 0 0,9 16-1 0 0,-10-20-13 0 0,1 0-1 0 0,0 0 0 0 0,-1 0 1 0 0,2 0-1 0 0,-1-1 1 0 0,0 1-1 0 0,1-1 0 0 0,0 0 1 0 0,0 0-1 0 0,0 0 0 0 0,0 0 1 0 0,0-1-1 0 0,0 0 0 0 0,1 0 1 0 0,-1 0-1 0 0,1 0 1 0 0,0-1-1 0 0,-1 1 0 0 0,9 0 1 0 0,-9-2-6 0 0,0 1 0 0 0,0-1 0 0 0,1-1 0 0 0,-1 1 0 0 0,0 0 0 0 0,0-1 0 0 0,0 0 0 0 0,0 0 0 0 0,0 0 0 0 0,0-1 0 0 0,0 1 0 0 0,-1-1 0 0 0,1 0 0 0 0,0 0 0 0 0,-1 0 0 0 0,1-1 0 0 0,-1 1 0 0 0,0-1 0 0 0,0 0 0 0 0,0 1 0 0 0,0-2 0 0 0,0 1 0 0 0,-1 0 0 0 0,0 0 0 0 0,1-1 0 0 0,-1 1 0 0 0,0-1 0 0 0,-1 0 0 0 0,1 0 0 0 0,-1 0 0 0 0,2-5 0 0 0,0-1-2 0 0,-1 0-1 0 0,-1 0 1 0 0,1 0 0 0 0,-2 0 0 0 0,1 0 0 0 0,-1-1-1 0 0,-1 1 1 0 0,-2-11 0 0 0,3 17-10 0 0,-1-1-1 0 0,0 1 1 0 0,-1 0 0 0 0,1 0 0 0 0,-1 0 0 0 0,0 0-1 0 0,0 0 1 0 0,0 0 0 0 0,0 0 0 0 0,-1 1-1 0 0,1-1 1 0 0,-1 1 0 0 0,0 0 0 0 0,0-1 0 0 0,0 1-1 0 0,-1 1 1 0 0,1-1 0 0 0,-1 0 0 0 0,1 1-1 0 0,-1 0 1 0 0,-5-3 0 0 0,5 3-306 0 0,0 0 1 0 0,0 1-1 0 0,1-1 0 0 0,-1 1 1 0 0,0 0-1 0 0,0 0 0 0 0,0 0 1 0 0,-1 0-1 0 0,1 1 0 0 0,0 0 1 0 0,0 0-1 0 0,-7 0 0 0 0,-4 8-4472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1072 0 0,'14'-28'17022'0'0,"0"38"-16353"0"0,0 1 0 0 0,-1 0 1 0 0,-1 1-1 0 0,1 1 0 0 0,9 14 1 0 0,17 15-62 0 0,3 4-222 0 0,44 62 1 0 0,-63-78-446 0 0,-13-17-430 0 0,-6-6-516 0 0,1-1 0 0 0,0 1 0 0 0,0-1 0 0 0,1 0 0 0 0,10 8 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97 892 0 0,'-4'-14'3292'0'0,"0"1"0"0"0,-1 0-1 0 0,-1 1 1 0 0,-14-24 0 0 0,19 35-3218 0 0,1 0 0 0 0,-1 1 0 0 0,0-1 0 0 0,0 0 0 0 0,1 1 0 0 0,-1-1-1 0 0,0 1 1 0 0,0-1 0 0 0,0 1 0 0 0,0-1 0 0 0,0 1 0 0 0,0-1 0 0 0,0 1 0 0 0,1 0 0 0 0,-1 0 0 0 0,0-1 0 0 0,0 1 0 0 0,0 0 0 0 0,0 0 0 0 0,0 0-1 0 0,0 0 1 0 0,0 0 0 0 0,0 0 0 0 0,0 1 0 0 0,0-1 0 0 0,0 0 0 0 0,0 0 0 0 0,0 1 0 0 0,0-1 0 0 0,0 1 0 0 0,0-1 0 0 0,0 1 0 0 0,0-1 0 0 0,0 1 0 0 0,0 0-1 0 0,-30 24 710 0 0,27-21-525 0 0,-22 22 328 0 0,2 2 0 0 0,0 1-1 0 0,-38 61 1 0 0,-42 105 28 0 0,99-183-700 0 0,-41 90 342 0 0,41-87-1133 0 0,1 0-1 0 0,-5 26 0 0 0,10-29-466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0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1672 0 0,'80'-115'23436'0'0,"-80"115"-23404"0"0,0 0 0 0 0,0 0-1 0 0,0 1 1 0 0,0-1 0 0 0,0 0-1 0 0,0 1 1 0 0,0-1 0 0 0,0 0-1 0 0,0 0 1 0 0,0 1 0 0 0,0-1-1 0 0,0 0 1 0 0,0 0 0 0 0,0 1-1 0 0,0-1 1 0 0,0 0 0 0 0,0 0-1 0 0,1 1 1 0 0,-1-1 0 0 0,0 0-1 0 0,0 0 1 0 0,0 0 0 0 0,0 1-1 0 0,1-1 1 0 0,-1 0 0 0 0,0 0 0 0 0,0 0-1 0 0,1 0 1 0 0,-1 1 0 0 0,0-1-1 0 0,0 0 1 0 0,1 0 0 0 0,-1 0-1 0 0,0 0 1 0 0,0 0 0 0 0,1 0-1 0 0,-1 0 1 0 0,0 0 0 0 0,0 0-1 0 0,1 0 1 0 0,-1 0 0 0 0,0 0-1 0 0,0 0 1 0 0,1 0 0 0 0,-1 0-1 0 0,0 0 1 0 0,1 0 0 0 0,-1 0-1 0 0,0 0 1 0 0,0 0 0 0 0,1 0-1 0 0,-1 0 1 0 0,0-1 0 0 0,0 1-1 0 0,0 0 1 0 0,1 0 0 0 0,-1 0-1 0 0,0 0 1 0 0,0-1 0 0 0,0 1-1 0 0,1 0 1 0 0,-1-1 0 0 0,-33 140 556 0 0,-1 9-286 0 0,25-105-251 0 0,5-29-16 0 0,1 0 0 0 0,0 0 0 0 0,1 0 0 0 0,1 0 0 0 0,0 1 0 0 0,1-1 0 0 0,2 18 0 0 0,-2-32-29 0 0,1 1-1 0 0,-1 0 1 0 0,0 0 0 0 0,1 0-1 0 0,-1-1 1 0 0,1 1 0 0 0,-1 0-1 0 0,1-1 1 0 0,0 1-1 0 0,-1-1 1 0 0,1 1 0 0 0,0-1-1 0 0,-1 1 1 0 0,1-1-1 0 0,0 1 1 0 0,0-1 0 0 0,-1 1-1 0 0,1-1 1 0 0,0 0-1 0 0,0 0 1 0 0,0 1 0 0 0,-1-1-1 0 0,1 0 1 0 0,0 0-1 0 0,0 0 1 0 0,0 0 0 0 0,1 0-1 0 0,22-1 47 0 0,-13-2-43 0 0,0 0 0 0 0,-1-1 1 0 0,1 0-1 0 0,-1-1 0 0 0,0 0 0 0 0,14-10 1 0 0,-4 1-2 0 0,35-31 0 0 0,-41 30 18 0 0,-1-1 1 0 0,0 0-1 0 0,-1-1 0 0 0,-1-1 0 0 0,0 0 0 0 0,10-24 1 0 0,-1-19 3941 0 0,-21 124-3968 0 0,-30 200 0 0 0,5-49 0 0 0,24-186-3619 0 0,-6 37-13962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2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46 1652 0 0,'0'0'2879'0'0,"-4"-2"-1783"0"0,1 0-1 0 0,-1-1 1 0 0,1 1 0 0 0,-1-1-1 0 0,-2-3 1 0 0,6 4-1086 0 0,1 1 0 0 0,-1 0 0 0 0,1 0 1 0 0,-1 0-1 0 0,1 0 0 0 0,-1 0 0 0 0,1 0 0 0 0,0 0 0 0 0,-1 0 0 0 0,1 0 1 0 0,0 0-1 0 0,0 0 0 0 0,0 0 0 0 0,0 0 0 0 0,0 1 0 0 0,0-1 0 0 0,0 0 1 0 0,0 1-1 0 0,0-1 0 0 0,0 1 0 0 0,0-1 0 0 0,0 1 0 0 0,0-1 1 0 0,2 1-1 0 0,2-2-1 0 0,0 1 0 0 0,-1 0 0 0 0,1 0 1 0 0,0 0-1 0 0,0 1 0 0 0,0 0 0 0 0,7 0 0 0 0,-8 0-7 0 0,0 1 0 0 0,-1 0 0 0 0,1-1 0 0 0,0 2 0 0 0,0-1-1 0 0,-1 0 1 0 0,1 1 0 0 0,-1-1 0 0 0,1 1 0 0 0,-1 0 0 0 0,0 0 0 0 0,1 0-1 0 0,-1 1 1 0 0,0-1 0 0 0,0 1 0 0 0,-1 0 0 0 0,1 0 0 0 0,-1 0 0 0 0,1 0-1 0 0,-1 0 1 0 0,0 0 0 0 0,0 1 0 0 0,0-1 0 0 0,-1 1 0 0 0,1-1-1 0 0,-1 1 1 0 0,0 0 0 0 0,0 0 0 0 0,0-1 0 0 0,-1 1 0 0 0,1 0 0 0 0,-1 0-1 0 0,0 0 1 0 0,0 0 0 0 0,0 0 0 0 0,0-1 0 0 0,-1 1 0 0 0,0 0 0 0 0,-1 6-1 0 0,-3 4 11 0 0,0 0-1 0 0,-1 0 1 0 0,-1-1-1 0 0,0 0 0 0 0,-1 0 1 0 0,0-1-1 0 0,-16 18 1 0 0,-5 9 52 0 0,9-14 15 0 0,-6 10 49 0 0,28-35-121 0 0,0 1-1 0 0,0-1 0 0 0,0 0 1 0 0,-1 0-1 0 0,1 0 1 0 0,0 0-1 0 0,0 0 1 0 0,0 0-1 0 0,0 0 1 0 0,0-1-1 0 0,2 0 0 0 0,86-26-216 0 0,2 4-1 0 0,118-14 0 0 0,-188 35-2491 0 0,34 2-1 0 0,-35 2-802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24 1000 0 0,'0'0'4378'0'0,"-3"0"-3304"0"0,-20 5 5802 0 0,31-15-6705 0 0,-2 7-156 0 0,1 0-1 0 0,0 0 1 0 0,0 1 0 0 0,1 0 0 0 0,10-2 0 0 0,-9 2-18 0 0,-3 2 1 0 0,-5 1 3 0 0,1-1 0 0 0,-1 0 0 0 0,1 1 0 0 0,-1-1 0 0 0,1 1 0 0 0,-1-1 0 0 0,0 1 0 0 0,1 0 0 0 0,-1 0 0 0 0,1-1 0 0 0,-1 1 1 0 0,0 0-1 0 0,0 0 0 0 0,0 0 0 0 0,1 1 0 0 0,-1-1 0 0 0,0 0 0 0 0,0 0 0 0 0,-1 1 0 0 0,1-1 0 0 0,0 0 0 0 0,0 1 0 0 0,-1-1 1 0 0,1 1-1 0 0,-1-1 0 0 0,1 1 0 0 0,-1-1 0 0 0,1 1 0 0 0,-1-1 0 0 0,0 1 0 0 0,0-1 0 0 0,0 1 0 0 0,0-1 0 0 0,0 1 0 0 0,0 3 0 0 0,-2 1 7 0 0,1 0-1 0 0,-1 1 0 0 0,0-1 0 0 0,-1 0 0 0 0,0 0 0 0 0,-3 6 0 0 0,5-10-5 0 0,-22 40 65 0 0,-40 57 1 0 0,63-99-66 0 0,0 0 1 0 0,-1 1-1 0 0,1-1 1 0 0,0 0-1 0 0,0 0 1 0 0,0 1-1 0 0,-1-1 1 0 0,1 0-1 0 0,0 0 1 0 0,0 1-1 0 0,0-1 1 0 0,0 0-1 0 0,-1 1 0 0 0,1-1 1 0 0,0 0-1 0 0,0 1 1 0 0,0-1-1 0 0,0 0 1 0 0,0 0-1 0 0,0 1 1 0 0,0-1-1 0 0,0 0 1 0 0,0 1-1 0 0,0-1 1 0 0,0 0-1 0 0,0 1 0 0 0,0-1 1 0 0,0 0-1 0 0,0 1 1 0 0,1-1-1 0 0,-1 0 1 0 0,0 1-1 0 0,0-1 1 0 0,0 0-1 0 0,0 0 1 0 0,1 1-1 0 0,12 2 33 0 0,18-8-16 0 0,20-8-180 0 0,160-38-7207 0 0,-157 39 3348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5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 1340 0 0,'12'-8'13468'0'0,"-12"9"-13384"0"0,1 17 1944 0 0,-4 30-1979 0 0,2-39 716 0 0,-40 505 3067 0 0,17-314-2730 0 0,23-170-1661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124 140 1684 0 0,'14'-55'10055'0'0,"-11"20"-6155"0"0,-3 33-3180 0 0,-2 3-698 0 0,0-1 0 0 0,0 1 0 0 0,0 0 0 0 0,-1-1 0 0 0,1 1-1 0 0,0 0 1 0 0,0 0 0 0 0,0 0 0 0 0,1 1 0 0 0,-1-1-1 0 0,0 0 1 0 0,0 1 0 0 0,1-1 0 0 0,-1 1 0 0 0,0 0 0 0 0,1-1-1 0 0,-2 4 1 0 0,-25 38 38 0 0,22-32-30 0 0,-6 9-21 0 0,2 1 1 0 0,0 0-1 0 0,1 1 1 0 0,-11 42-1 0 0,17-52 6 0 0,0 1 1 0 0,1 0-1 0 0,1 0 0 0 0,0 0 0 0 0,1 1 1 0 0,0-1-1 0 0,1 0 0 0 0,0 0 0 0 0,1 0 1 0 0,4 14-1 0 0,-5-23 35 0 0,0 0 1 0 0,1 0-1 0 0,-1-1 1 0 0,1 1-1 0 0,0-1 1 0 0,0 1 0 0 0,0-1-1 0 0,0 0 1 0 0,0 0-1 0 0,1 0 1 0 0,-1 0-1 0 0,1 0 1 0 0,0 0-1 0 0,0-1 1 0 0,0 0-1 0 0,0 1 1 0 0,1-1-1 0 0,-1 0 1 0 0,1-1-1 0 0,-1 1 1 0 0,1 0-1 0 0,-1-1 1 0 0,1 0-1 0 0,0 0 1 0 0,5 1-1 0 0,-2-2 30 0 0,0 1 0 0 0,-1-1 0 0 0,1-1 0 0 0,0 1 0 0 0,0-1 0 0 0,-1-1 0 0 0,1 1 0 0 0,0-1 0 0 0,-1 0 0 0 0,0-1 0 0 0,1 1 0 0 0,-1-1 0 0 0,10-7 0 0 0,-5 3-55 0 0,-1-2-1 0 0,0 1 1 0 0,0-1-1 0 0,-1-1 1 0 0,0 0-1 0 0,-1 0 1 0 0,0-1-1 0 0,-1 1 1 0 0,10-20-1 0 0,-10 17 74 0 0,-1-1-1 0 0,0 0 0 0 0,0-1 1 0 0,-2 0-1 0 0,0 1 1 0 0,-1-1-1 0 0,3-29 1 0 0,-6 35-25 0 0,0-1 0 0 0,-1 1 1 0 0,-1 0-1 0 0,1 0 1 0 0,-2 0-1 0 0,1 0 1 0 0,-1 0-1 0 0,0 0 1 0 0,-1 0-1 0 0,0 1 1 0 0,0 0-1 0 0,-1 0 1 0 0,0 0-1 0 0,-1 0 1 0 0,0 1-1 0 0,0 0 1 0 0,0 0-1 0 0,-1 0 0 0 0,0 1 1 0 0,0 0-1 0 0,-9-5 1 0 0,9 7-243 0 0,0-1 0 0 0,0 2 0 0 0,-1-1 0 0 0,1 1 0 0 0,-1 0 0 0 0,0 0 0 0 0,0 1 0 0 0,0 0 0 0 0,0 1-1 0 0,-14-2 1 0 0,15 3-570 0 0,0 0-1 0 0,0 1 0 0 0,0 0 1 0 0,0 0-1 0 0,0 0 0 0 0,0 1 1 0 0,0 0-1 0 0,1 1 0 0 0,-1-1 0 0 0,1 1 1 0 0,-1 0-1 0 0,1 1 0 0 0,-8 5 1 0 0,-6 7-6773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08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1020 0 0,'14'-15'12323'0'0,"2"16"-11874"0"0,-1 0 1 0 0,1-1 0 0 0,0-1 0 0 0,26-4 0 0 0,67-19-142 0 0,-88 19-190 0 0,240-58 281 0 0,-256 62-398 0 0,5 0-6 0 0,5-4-90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66 1264 0 0,'-21'-21'13441'0'0,"10"12"-11642"0"0,11 8-1772 0 0,0 1 1 0 0,0 0-1 0 0,0 0 1 0 0,0-1-1 0 0,0 1 1 0 0,0 0-1 0 0,0 0 1 0 0,1-1-1 0 0,-1 1 1 0 0,0 0-1 0 0,0 0 1 0 0,0-1-1 0 0,0 1 1 0 0,0 0-1 0 0,1 0 1 0 0,-1-1-1 0 0,0 1 1 0 0,0 0-1 0 0,0 0 1 0 0,0 0-1 0 0,1 0 1 0 0,-1-1-1 0 0,0 1 1 0 0,0 0-1 0 0,1 0 1 0 0,-1 0-1 0 0,0 0 1 0 0,0 0-1 0 0,1 0 1 0 0,-1-1-1 0 0,34-5 218 0 0,-21 3-180 0 0,22-2 11 0 0,43-1 0 0 0,-7 0-50 0 0,-68 6-174 0 0,0 0-230 0 0,11-1-202 0 0,-11 1-180 0 0,12 0-1149 0 0,20-2-5559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8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63 40 0 0,'2'-4'1653'0'0,"1"-1"-358"0"0,-1 1 0 0 0,0-1-1 0 0,0 0 1 0 0,0 0 0 0 0,-1 0 0 0 0,2-10 934 0 0,-4 1 739 0 0,-1 14-2921 0 0,1 0 0 0 0,-1 0-1 0 0,1 0 1 0 0,-1 0-1 0 0,0 0 1 0 0,1 0 0 0 0,-1 0-1 0 0,1 1 1 0 0,-1-1-1 0 0,1 1 1 0 0,-1-1 0 0 0,1 1-1 0 0,-1 0 1 0 0,1 0-1 0 0,-1-1 1 0 0,1 1 0 0 0,0 0-1 0 0,0 0 1 0 0,-1 0 0 0 0,1 0-1 0 0,0 1 1 0 0,-2 1-1 0 0,-29 31 320 0 0,32-34-366 0 0,-28 34 343 0 0,2 0 0 0 0,-37 65 0 0 0,50-75-276 0 0,1 0 0 0 0,1 1 0 0 0,2 1 0 0 0,0-1 0 0 0,-7 42 0 0 0,15-61-54 0 0,0 0 0 0 0,0 0 0 0 0,1 0 0 0 0,0 1 0 0 0,0-1-1 0 0,1 0 1 0 0,-1 0 0 0 0,1 1 0 0 0,1-1 0 0 0,-1 0 0 0 0,1 0 0 0 0,0 0-1 0 0,0-1 1 0 0,7 12 0 0 0,-7-13 2 0 0,1-1 1 0 0,0 1-1 0 0,0-1 0 0 0,0 0 0 0 0,1 1 1 0 0,-1-1-1 0 0,1-1 0 0 0,0 1 0 0 0,0 0 0 0 0,0-1 1 0 0,0 0-1 0 0,0 0 0 0 0,0 0 0 0 0,0 0 1 0 0,1-1-1 0 0,-1 0 0 0 0,1 0 0 0 0,-1 0 1 0 0,1 0-1 0 0,7-1 0 0 0,-6 1 6 0 0,0 0 0 0 0,0-1 1 0 0,1 0-1 0 0,-1-1 0 0 0,0 0 0 0 0,1 0 1 0 0,-1 0-1 0 0,0 0 0 0 0,0-1 0 0 0,0 0 1 0 0,0-1-1 0 0,0 1 0 0 0,-1-1 0 0 0,1 0 1 0 0,-1 0-1 0 0,0-1 0 0 0,1 0 0 0 0,-1 1 1 0 0,-1-2-1 0 0,1 1 0 0 0,-1-1 0 0 0,0 1 1 0 0,0-1-1 0 0,0 0 0 0 0,-1-1 0 0 0,1 1 1 0 0,-1-1-1 0 0,3-8 0 0 0,-5 13 1 0 0,-1-1-1 0 0,0 1 1 0 0,0-1 0 0 0,0 1-1 0 0,0-1 1 0 0,0 1 0 0 0,0-1-1 0 0,0 1 1 0 0,0-1-1 0 0,0 1 1 0 0,-1 0 0 0 0,1-1-1 0 0,0 1 1 0 0,-1 0 0 0 0,0-1-1 0 0,1 1 1 0 0,-1 0 0 0 0,0-1-1 0 0,1 1 1 0 0,-1 0 0 0 0,0 0-1 0 0,0 0 1 0 0,0 0-1 0 0,0 0 1 0 0,-2-1 0 0 0,0-2 11 0 0,-1 1 1 0 0,0-1 0 0 0,-1 1-1 0 0,1 1 1 0 0,-8-5 0 0 0,3 3-21 0 0,-1 1 0 0 0,0 0 0 0 0,0 0 1 0 0,-1 1-1 0 0,1 0 0 0 0,-20-1 0 0 0,6 3 24 0 0,-44 5-1 0 0,66-5-185 0 0,0 1-1 0 0,0-1 1 0 0,0 0-1 0 0,0 1 1 0 0,0 0-1 0 0,0-1 1 0 0,0 1 0 0 0,0 0-1 0 0,0 0 1 0 0,0 0-1 0 0,1 0 1 0 0,-1 1-1 0 0,0-1 1 0 0,1 0-1 0 0,-1 1 1 0 0,1-1 0 0 0,-1 1-1 0 0,1 0 1 0 0,-2 1-1 0 0,48 2-10039 0 0,-26-8 6184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0 183 1896 0 0,'16'-22'2515'0'0,"0"0"1"0"0,-2 0-1 0 0,-1-1 0 0 0,-1-1 0 0 0,10-28 1 0 0,-11 35-1170 0 0,-10 20-793 0 0,-4 10-280 0 0,1-2-197 0 0,-1 0 0 0 0,1 0 0 0 0,1 1 0 0 0,0-1 1 0 0,1 1-1 0 0,0-1 0 0 0,0 1 0 0 0,2-1 0 0 0,-1 0 1 0 0,1 1-1 0 0,1-1 0 0 0,0 0 0 0 0,5 11 0 0 0,-7-18-60 0 0,1 1 0 0 0,0-1-1 0 0,0 1 1 0 0,1-1-1 0 0,-1 0 1 0 0,1 0 0 0 0,0 0-1 0 0,0-1 1 0 0,0 1 0 0 0,1-1-1 0 0,-1 1 1 0 0,1-1-1 0 0,0 0 1 0 0,0-1 0 0 0,0 1-1 0 0,0 0 1 0 0,1-1 0 0 0,-1 0-1 0 0,0 0 1 0 0,1-1-1 0 0,0 1 1 0 0,-1-1 0 0 0,1 0-1 0 0,0 0 1 0 0,0 0 0 0 0,-1-1-1 0 0,1 0 1 0 0,0 0-1 0 0,0 0 1 0 0,0 0 0 0 0,0-1-1 0 0,7-2 1 0 0,-4 1-2 0 0,0 0-1 0 0,0-1 1 0 0,0 0 0 0 0,0-1-1 0 0,-1 0 1 0 0,1 0 0 0 0,-1 0 0 0 0,0-1-1 0 0,11-10 1 0 0,0-3 93 0 0,30-38-1 0 0,-21 24 248 0 0,-18 21 42 0 0,-1 1-45 0 0,-8 10-347 0 0,0 0 0 0 0,1 0-1 0 0,-1 0 1 0 0,0 0 0 0 0,1 0 0 0 0,-1 0 0 0 0,0 0-1 0 0,1 0 1 0 0,-1 0 0 0 0,0 0 0 0 0,0 0 0 0 0,1 0-1 0 0,-1 0 1 0 0,0 0 0 0 0,1 0 0 0 0,-1 0-1 0 0,0 0 1 0 0,0 0 0 0 0,1 1 0 0 0,-1-1 0 0 0,0 0-1 0 0,1 0 1 0 0,-1 0 0 0 0,0 0 0 0 0,0 1 0 0 0,0-1-1 0 0,1 0 1 0 0,-1 0 0 0 0,0 1 0 0 0,0-1-1 0 0,0 0 1 0 0,1 1 0 0 0,-1 0-1 0 0,0 0-1 0 0,0-1 1 0 0,1 1 0 0 0,-1 0-1 0 0,0 0 1 0 0,0 0-1 0 0,0 0 1 0 0,0 0 0 0 0,0 0-1 0 0,0 0 1 0 0,0 0 0 0 0,0-1-1 0 0,0 1 1 0 0,-1 0-1 0 0,1 0 1 0 0,0 0 0 0 0,-1 1-1 0 0,0 0 6 0 0,-28 145 649 0 0,16-96-536 0 0,3 1 0 0 0,2 0 1 0 0,-2 98-1 0 0,11-140-415 0 0,-1 0 0 0 0,2 0 1 0 0,-1-1-1 0 0,1 1 0 0 0,1-1 1 0 0,-1 1-1 0 0,7 12 0 0 0,-7-18-201 0 0,0 0-1 0 0,1 0 0 0 0,-1 0 0 0 0,1 0 1 0 0,0-1-1 0 0,0 1 0 0 0,6 4 0 0 0,-6-6-265 0 0,0 1-1 0 0,1-1 0 0 0,-1 0 0 0 0,1 0 0 0 0,0 0 1 0 0,0 0-1 0 0,-1 0 0 0 0,1-1 0 0 0,6 1 1 0 0,13 2-6417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9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2060 0 0,'19'-51'14415'0'0,"-15"40"-12239"0"0,-1 8-1978 0 0,-1 1 1 0 0,1 1-1 0 0,-1-1 0 0 0,1 0 0 0 0,0 0 0 0 0,-1 1 1 0 0,1 0-1 0 0,0 0 0 0 0,0-1 0 0 0,0 2 1 0 0,0-1-1 0 0,4-1 0 0 0,47-6 295 0 0,-27 5-245 0 0,42-8-340 0 0,86-16 594 0 0,-124 19-3716 0 0,38-14-1 0 0,-67 21 2377 0 0,0 0 1 0 0,0 0-1 0 0,1 0 0 0 0,-1 0 1 0 0,0-1-1 0 0,0 1 0 0 0,6-7-1675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22 2336 0 0,'-22'-15'10625'0'0,"20"14"-10376"0"0,-13-4 2606 0 0,15 5-2807 0 0,0 0-1 0 0,-1 0 1 0 0,1 0-1 0 0,0 0 1 0 0,-1 0-1 0 0,1 0 1 0 0,-1 0-1 0 0,1 0 1 0 0,0 0-1 0 0,-1 0 1 0 0,1 0-1 0 0,-1 1 1 0 0,1-1-1 0 0,0 0 1 0 0,-1 0-1 0 0,1 0 1 0 0,0 0-1 0 0,-1 1 1 0 0,1-1-1 0 0,0 0 1 0 0,0 0-1 0 0,-1 1 1 0 0,1-1-1 0 0,0 0 1 0 0,-1 1-1 0 0,1-1 1 0 0,0 0-1 0 0,0 1 0 0 0,0-1 1 0 0,0 0-1 0 0,-1 1 1 0 0,1-1-1 0 0,0 0 1 0 0,0 1-1 0 0,0-1 1 0 0,0 1-1 0 0,0-1 1 0 0,0 0-1 0 0,0 1 1 0 0,-8 65 2264 0 0,-23 137-973 0 0,14-140-1278 0 0,-1 7-2612 0 0,9-23-3847 0 0,8-36 2201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36 0 0,'1'-14'8191'0'0,"0"-2"-2477"0"0,0 15-5610 0 0,-1 0 0 0 0,0 0 0 0 0,1 1 0 0 0,-1-1-1 0 0,0 0 1 0 0,1 0 0 0 0,-1 0 0 0 0,1 0-1 0 0,0 0 1 0 0,-1 1 0 0 0,1-1 0 0 0,-1 0 0 0 0,1 1-1 0 0,1-2 1 0 0,8-5 176 0 0,0 1-1 0 0,1 0 1 0 0,0 1-1 0 0,0 0 0 0 0,19-5 1 0 0,64-14 80 0 0,-45 13-226 0 0,16-1-880 0 0,-25 10-7931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159 241 480 0 0,'15'-17'9485'0'0,"-14"15"-9170"0"0,-1 0 1 0 0,1 1 0 0 0,-1-1-1 0 0,1 0 1 0 0,-1 0-1 0 0,0 0 1 0 0,0 0-1 0 0,0 0 1 0 0,0 1 0 0 0,0-1-1 0 0,0 0 1 0 0,0 0-1 0 0,-1 0 1 0 0,1 0-1 0 0,0 0 1 0 0,-1 1 0 0 0,0-1-1 0 0,-1-2 1 0 0,-1-8 517 0 0,1 9-698 0 0,0 0 1 0 0,0 1 0 0 0,0-1 0 0 0,0 0 0 0 0,0 1 0 0 0,0-1-1 0 0,-1 1 1 0 0,-4-4 0 0 0,-1-1 29 0 0,-3-2-77 0 0,0 1 1 0 0,0 0-1 0 0,-1 0 1 0 0,-18-7-1 0 0,16 7-69 0 0,-27-18-1 0 0,39 25-37 0 0,-3 0-2 0 0,6-1 3 0 0,14-2 13 0 0,71 2 68 0 0,158-26-1 0 0,-238 27-50 0 0,34-11 37 0 0,-22 5-118 0 0,-16 6 56 0 0,-2 24 6 0 0,-16 50 449 0 0,-47 127 0 0 0,54-174-420 0 0,-23 63 100 0 0,-76 244-200 0 0,100-286-3197 0 0,7-26-5181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84 552 0 0,'2'-3'834'0'0,"2"-6"904"0"0,0-1 0 0 0,0 1 1 0 0,0-1-1 0 0,-1 0 1 0 0,-1 0-1 0 0,2-12 1 0 0,-16 29-637 0 0,5 1-656 0 0,1 0 0 0 0,0 1 0 0 0,0 0 0 0 0,1 0 0 0 0,0 0 0 0 0,-5 14 0 0 0,-1-1 67 0 0,-11 24 232 0 0,-25 69 1 0 0,42-98-694 0 0,0 0-1 0 0,1-1 1 0 0,0 1-1 0 0,2 1 1 0 0,0-1-1 0 0,1 0 1 0 0,1 0 0 0 0,2 20-1 0 0,-2-31-35 0 0,1-1 0 0 0,0 0 0 0 0,1 0-1 0 0,-1 0 1 0 0,1 0 0 0 0,0 0 0 0 0,0 0-1 0 0,1 0 1 0 0,0-1 0 0 0,-1 1 0 0 0,1-1 0 0 0,1 0-1 0 0,-1 0 1 0 0,1 0 0 0 0,-1 0 0 0 0,1 0 0 0 0,0-1-1 0 0,1 0 1 0 0,-1 0 0 0 0,0 0 0 0 0,1 0 0 0 0,0-1-1 0 0,8 4 1 0 0,-7-4-2 0 0,-1-1 1 0 0,1 1-1 0 0,0-1 0 0 0,0 0 0 0 0,1-1 0 0 0,-1 0 1 0 0,0 0-1 0 0,0 0 0 0 0,0 0 0 0 0,0-1 0 0 0,0 0 1 0 0,0 0-1 0 0,0-1 0 0 0,0 0 0 0 0,0 0 1 0 0,-1 0-1 0 0,1-1 0 0 0,-1 1 0 0 0,1-1 0 0 0,5-5 1 0 0,-3 2-8 0 0,0-1 1 0 0,-1 0 0 0 0,0-1-1 0 0,0 1 1 0 0,-1-1 0 0 0,0 0-1 0 0,0-1 1 0 0,-1 0 0 0 0,0 1-1 0 0,-1-2 1 0 0,0 1 0 0 0,0 0 0 0 0,-1-1-1 0 0,0 0 1 0 0,-1 0 0 0 0,0 0-1 0 0,0 0 1 0 0,-1 0 0 0 0,-1 0-1 0 0,1 0 1 0 0,-2 0 0 0 0,-1-12-1 0 0,1 9-7 0 0,-1 0-1 0 0,0 0 0 0 0,-1 0 0 0 0,-1 0 1 0 0,0 0-1 0 0,-1 1 0 0 0,0 0 0 0 0,-1 0 1 0 0,0 0-1 0 0,-1 0 0 0 0,0 1 0 0 0,-1 0 1 0 0,0 1-1 0 0,-1 0 0 0 0,0 0 0 0 0,-15-11 1 0 0,18 16 18 0 0,-1 0-1 0 0,0 0 1 0 0,-1 1 0 0 0,-14-6 0 0 0,20 9-87 0 0,-1 0 0 0 0,1 0 1 0 0,-1 0-1 0 0,1 1 0 0 0,-1-1 0 0 0,1 1 0 0 0,-1 0 0 0 0,0-1 1 0 0,1 1-1 0 0,-1 1 0 0 0,1-1 0 0 0,-1 0 0 0 0,0 1 0 0 0,1-1 0 0 0,-1 1 1 0 0,1 0-1 0 0,-1-1 0 0 0,1 1 0 0 0,0 1 0 0 0,-5 1 0 0 0,6-2-160 0 0,0 0-1 0 0,-1 0 1 0 0,1 0-1 0 0,0 0 1 0 0,0 0-1 0 0,0 0 0 0 0,1 1 1 0 0,-1-1-1 0 0,0 0 1 0 0,0 0-1 0 0,1 1 1 0 0,-1-1-1 0 0,1 0 0 0 0,-1 1 1 0 0,1-1-1 0 0,-1 1 1 0 0,1-1-1 0 0,0 0 1 0 0,-1 3-1 0 0,1-3-81 0 0,1 1 1 0 0,-1-1-1 0 0,0 0 0 0 0,0 0 1 0 0,1 0-1 0 0,-1 1 0 0 0,0-1 1 0 0,1 0-1 0 0,-1 0 0 0 0,1 0 1 0 0,0 0-1 0 0,-1 0 0 0 0,1 0 1 0 0,0 0-1 0 0,-1 0 1 0 0,1 0-1 0 0,0 0 0 0 0,0 0 1 0 0,0-1-1 0 0,0 1 0 0 0,0 0 1 0 0,0 0-1 0 0,0-1 0 0 0,0 1 1 0 0,2 0-1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5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75 1944 0 0,'4'-10'3432'0'0,"0"0"0"0"0,0-1 0 0 0,4-22 640 0 0,-6 22-1854 0 0,-31 161-165 0 0,0 8-1726 0 0,28-155-319 0 0,1 1-1 0 0,-1-1 1 0 0,1 1 0 0 0,0 0-1 0 0,0-1 1 0 0,0 1 0 0 0,0 0-1 0 0,1-1 1 0 0,0 1 0 0 0,-1-1-1 0 0,1 1 1 0 0,1-1 0 0 0,-1 1 0 0 0,0-1-1 0 0,1 0 1 0 0,3 6 0 0 0,-3-7-5 0 0,-1-1 0 0 0,1 0 0 0 0,-1 0 0 0 0,1 0 0 0 0,0 0 0 0 0,-1 0 0 0 0,1-1 0 0 0,0 1 0 0 0,0 0 0 0 0,0-1 0 0 0,0 1 0 0 0,0-1 0 0 0,3 0 0 0 0,-1 1 0 0 0,2 0-31 0 0,1 0 0 0 0,0 0 1 0 0,0-1-1 0 0,-1 0 0 0 0,1 0 0 0 0,0 0 1 0 0,12-3-1 0 0,44-15-267 0 0,-53 15 278 0 0,1 0-1 0 0,-1-1 0 0 0,0 0 0 0 0,0-1 0 0 0,0 0 0 0 0,0-1 0 0 0,-1 0 0 0 0,0 0 0 0 0,0-1-1 0 0,-1 0 1 0 0,0-1 0 0 0,0 1 0 0 0,-1-2 0 0 0,1 1 0 0 0,8-15 0 0 0,-9 11 767 0 0,0-1 1 0 0,-1 0-1 0 0,8-23 0 0 0,-11 20 467 0 0,-11 23-379 0 0,-13 27-352 0 0,-11 40-153 0 0,-27 93-1 0 0,-9 82-2934 0 0,51-175-1150 0 0,9-24-4655 0 0,6-24-903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1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18 640 0 0,'0'0'6991'0'0,"24"-10"-6919"0"0,-19 9-66 0 0,12-2-22 0 0,1 1 0 0 0,0 1-1 0 0,0 1 1 0 0,-1 0 0 0 0,1 1 0 0 0,28 6-1 0 0,-43-7 19 0 0,0 0 0 0 0,0 1-1 0 0,1 0 1 0 0,-1 0 0 0 0,0 0 0 0 0,0 0-1 0 0,0 0 1 0 0,0 0 0 0 0,0 1-1 0 0,0 0 1 0 0,-1-1 0 0 0,1 1-1 0 0,0 0 1 0 0,-1 0 0 0 0,1 1-1 0 0,-1-1 1 0 0,0 0 0 0 0,0 1 0 0 0,0-1-1 0 0,0 1 1 0 0,0 0 0 0 0,-1 0-1 0 0,1 0 1 0 0,-1 0 0 0 0,2 3-1 0 0,-2-3 7 0 0,0 1 0 0 0,-1-1-1 0 0,1 0 1 0 0,-1 0 0 0 0,1 0 0 0 0,-1 1-1 0 0,0-1 1 0 0,-1 0 0 0 0,1 1-1 0 0,0-1 1 0 0,-1 0 0 0 0,0 0 0 0 0,1 0-1 0 0,-3 5 1 0 0,-21 43 33 0 0,20-44-31 0 0,-65 95 117 0 0,69-101-129 0 0,-1 0 15 0 0,0 0 0 0 0,0 0 0 0 0,1-1 0 0 0,-1 1 0 0 0,0 0 0 0 0,1 0 0 0 0,-1 0 0 0 0,1 0 0 0 0,-1 0 0 0 0,1 0 0 0 0,0 0 0 0 0,-1 0 0 0 0,1 0 0 0 0,0 1 0 0 0,39-6-1 0 0,-36 3-29 0 0,0 1 17 0 0,5 1-1 0 0,1 0 0 0 0,-1 1 1 0 0,0-1-1 0 0,1 1 0 0 0,-1 1 1 0 0,0 0-1 0 0,-1 0 0 0 0,1 1 1 0 0,0-1-1 0 0,-1 2 0 0 0,0-1 1 0 0,0 1-1 0 0,0 0 0 0 0,-1 0 1 0 0,1 1-1 0 0,-1 0 0 0 0,10 13 1 0 0,-14-17 34 0 0,0 0 0 0 0,0 0-1 0 0,0 0 1 0 0,-1 0 0 0 0,1 0 0 0 0,-1 1 0 0 0,1-1 0 0 0,-1 1 0 0 0,0-1 0 0 0,0 1-1 0 0,0 0 1 0 0,0-1 0 0 0,0 1 0 0 0,0 0 0 0 0,-1 0 0 0 0,0-1 0 0 0,1 1 0 0 0,-1 0-1 0 0,0 0 1 0 0,0 0 0 0 0,0-1 0 0 0,-1 1 0 0 0,1 0 0 0 0,-1 0 0 0 0,0-1 0 0 0,1 1 0 0 0,-1 0-1 0 0,-1-1 1 0 0,1 1 0 0 0,0 0 0 0 0,0-1 0 0 0,-1 0 0 0 0,0 1 0 0 0,1-1 0 0 0,-1 0-1 0 0,0 0 1 0 0,-2 2 0 0 0,1-1-3 0 0,-1 0 1 0 0,1 0-1 0 0,-1-1 0 0 0,1 1 0 0 0,-1-1 0 0 0,0 0 1 0 0,0 0-1 0 0,0 0 0 0 0,0-1 0 0 0,0 1 0 0 0,0-1 1 0 0,-1 0-1 0 0,1 0 0 0 0,0-1 0 0 0,-8 1 0 0 0,-3-1-25 0 0,1-1 0 0 0,-1-1 0 0 0,-18-4 0 0 0,-4 0-386 0 0,35 6-190 0 0,-15-2-3739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18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89 512 0 0,'0'0'3204'0'0,"14"-29"4873"0"0,-13 29-7854 0 0,-1-1-1 0 0,0 1 1 0 0,1-1-1 0 0,-1 0 1 0 0,0 1-1 0 0,0-1 1 0 0,0 1 0 0 0,0-1-1 0 0,0 0 1 0 0,0 1-1 0 0,1-1 1 0 0,-1 0-1 0 0,-1 1 1 0 0,1-1-1 0 0,0 1 1 0 0,0-1 0 0 0,0 0-1 0 0,0 1 1 0 0,0-1-1 0 0,-1-1 1 0 0,-2-3-657 0 0,3 3 444 0 0,-6-7 1 0 0,-4-4 12 0 0,9 12-39 0 0,-1-1 11 0 0,1 0 0 0 0,-1 1-1 0 0,0 0 1 0 0,0-1-1 0 0,0 1 1 0 0,0 0-1 0 0,0 0 1 0 0,0 0-1 0 0,0 0 1 0 0,-1 0-1 0 0,1 1 1 0 0,0-1-1 0 0,-3 0 1 0 0,-3 1-7 0 0,0 1 1 0 0,1-1-1 0 0,-1 2 0 0 0,0-1 1 0 0,1 1-1 0 0,-1 0 1 0 0,1 0-1 0 0,0 1 1 0 0,0 0-1 0 0,-7 4 0 0 0,6-3-1 0 0,1 0 0 0 0,0 1-1 0 0,1 0 1 0 0,-1 0 0 0 0,1 0-1 0 0,0 1 1 0 0,0 0 0 0 0,1 0-1 0 0,0 0 1 0 0,0 1 0 0 0,0 0-1 0 0,1 0 1 0 0,0 0 0 0 0,0 0-1 0 0,1 1 1 0 0,0 0 0 0 0,-4 13-1 0 0,6-17 8 0 0,-3 5-5 0 0,1 1-1 0 0,0-1 1 0 0,1 0 0 0 0,0 1-1 0 0,0 0 1 0 0,1-1-1 0 0,0 1 1 0 0,1 0-1 0 0,0 0 1 0 0,1-1 0 0 0,2 17-1 0 0,-2-23 16 0 0,0 0 0 0 0,0 0 0 0 0,1 0 0 0 0,-1 0 1 0 0,0-1-1 0 0,1 1 0 0 0,0 0 0 0 0,0-1 0 0 0,0 1 0 0 0,0-1 0 0 0,0 0 0 0 0,0 0 0 0 0,0 0 0 0 0,1 0 0 0 0,-1 0 1 0 0,1 0-1 0 0,0 0 0 0 0,4 1 0 0 0,-3 0-14 0 0,-1-2 3 0 0,4 2 6 0 0,40 13 11 0 0,-45-15-7 0 0,25 7-29 0 0,-23-7 22 0 0,-1 0 0 0 0,0 0 0 0 0,0 0 0 0 0,1 1 0 0 0,-1-1-1 0 0,0 1 1 0 0,0-1 0 0 0,3 4 0 0 0,0-2-11 0 0,-5-2 7 0 0,11 8 569 0 0,-12-8-542 0 0,1-1 1 0 0,-1 0-1 0 0,0 0 0 0 0,1 0 0 0 0,-1 1 0 0 0,1-1 0 0 0,-1 0 0 0 0,0 0 1 0 0,1 1-1 0 0,-1-1 0 0 0,0 0 0 0 0,0 1 0 0 0,1-1 0 0 0,-1 0 0 0 0,0 1 0 0 0,0-1 1 0 0,1 0-1 0 0,-1 1 0 0 0,0-1 0 0 0,0 1 0 0 0,0-1 0 0 0,0 1 0 0 0,0-1 1 0 0,0 0-1 0 0,0 1 0 0 0,0-1 0 0 0,0 1 0 0 0,0-1 0 0 0,0 1 0 0 0,0 0 1 0 0,-30 1 126 0 0,17-1-136 0 0,-1 0 0 0 0,1 1 1 0 0,-1 1-1 0 0,1 0 0 0 0,0 1 1 0 0,-20 7-1 0 0,22-7-16 0 0,0 1-8 0 0,-18 18-2 0 0,14-8 12 0 0,12-12 4 0 0,-9 13 12 0 0,3 7-15 0 0,7-18 0 0 0,0-2 2 0 0,1 0-1 0 0,0 0 1 0 0,0 0 0 0 0,0 1-1 0 0,1-1 1 0 0,-1 0-1 0 0,1 0 1 0 0,0 1 0 0 0,0-1-1 0 0,0 0 1 0 0,0 5 0 0 0,0-5 1 0 0,0 0-1 0 0,0 0 1 0 0,0 0 0 0 0,0 0 0 0 0,0 0 0 0 0,0 0 0 0 0,1 0 0 0 0,0 0 0 0 0,-1 0 0 0 0,1 0 0 0 0,0 0 0 0 0,3 5 0 0 0,0-1 23 0 0,-2-1-7 0 0,1 0-1 0 0,0 0 0 0 0,1-1 0 0 0,0 0 1 0 0,-1 1-1 0 0,1-1 0 0 0,1-1 1 0 0,-1 1-1 0 0,1 0 0 0 0,0-1 1 0 0,0 0-1 0 0,0-1 0 0 0,1 1 0 0 0,-1-1 1 0 0,1 0-1 0 0,0 0 0 0 0,0 0 1 0 0,0-1-1 0 0,0 0 0 0 0,0 0 1 0 0,11 1-1 0 0,-11-2 68 0 0,-1-1 0 0 0,1 1 0 0 0,-1-1 1 0 0,0 0-1 0 0,1-1 0 0 0,-1 1 0 0 0,1-1 0 0 0,-1-1 0 0 0,1 1 1 0 0,-1 0-1 0 0,0-1 0 0 0,0 0 0 0 0,0-1 0 0 0,0 1 1 0 0,9-7-1 0 0,-4 2 112 0 0,-1 0 1 0 0,1-1-1 0 0,-1-1 1 0 0,0 1-1 0 0,14-20 0 0 0,-18 21 28 0 0,0 0-1 0 0,0-1 0 0 0,0 1 1 0 0,-1-1-1 0 0,-1 0 0 0 0,1 0 1 0 0,-1 0-1 0 0,4-17 0 0 0,-7 22-214 0 0,1-1 0 0 0,-1 1-1 0 0,0 0 1 0 0,0 0 0 0 0,0 0-1 0 0,-1-1 1 0 0,1 1 0 0 0,-1 0-1 0 0,1 0 1 0 0,-1 0 0 0 0,0 0-1 0 0,-1 0 1 0 0,1 0 0 0 0,0 0-1 0 0,-1 0 1 0 0,0 1 0 0 0,1-1-1 0 0,-1 0 1 0 0,0 1 0 0 0,0 0-1 0 0,-1-1 1 0 0,1 1 0 0 0,0 0-1 0 0,-1 0 1 0 0,1 0 0 0 0,-1 0-1 0 0,-4-1 1 0 0,-4-3-732 0 0,-1 1 0 0 0,0 0 0 0 0,0 1 0 0 0,0 0 0 0 0,-14-2 0 0 0,-19-5-7014 0 0,23 4 362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6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34 48 0 0,'-24'29'15661'0'0,"25"-28"-15634"0"0,1 0 0 0 0,-1-1 0 0 0,0 1 0 0 0,1-1 0 0 0,-1 1 0 0 0,1-1 0 0 0,-1 0 0 0 0,1 1 0 0 0,-1-1 0 0 0,1 0 0 0 0,-1 0 0 0 0,1 0 0 0 0,-1 0 0 0 0,1 0 0 0 0,-1 0 0 0 0,0-1 0 0 0,3 1 0 0 0,29-9 60 0 0,-26 7-33 0 0,73-16-204 0 0,-22 5-2277 0 0,-1-3-4511 0 0,-35 7 2521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53 1428 0 0,'-3'-14'6873'0'0,"2"8"-4997"0"0,0 0 1 0 0,0 1-1 0 0,0-1 0 0 0,-3-8 0 0 0,3 12-1626 0 0,0 15 255 0 0,3 120 1013 0 0,-1 101-144 0 0,-5-23-2395 0 0,5-159-3613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7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13 218 2756 0 0,'3'-29'6621'0'0,"-3"19"-4315"0"0,0-1 0 0 0,-1 1 1 0 0,-3-18 765 0 0,-3-2 813 0 0,6 29-3878 0 0,1 1 0 0 0,0-1 0 0 0,-1 1 0 0 0,1-1 0 0 0,0 1 0 0 0,0-1 0 0 0,0 1 0 0 0,-1-1-1 0 0,1 1 1 0 0,0-1 0 0 0,0 0 0 0 0,0 1 0 0 0,0-1 0 0 0,0 1 0 0 0,0-1 0 0 0,0 1 0 0 0,0-1-1 0 0,0 0 1 0 0,0 1 0 0 0,0-1 0 0 0,0 1 0 0 0,0-1 0 0 0,1 1 0 0 0,-1-1 0 0 0,0 1-1 0 0,0-1 1 0 0,1 1 0 0 0,-1-1 0 0 0,0 1 0 0 0,1-1 0 0 0,-1 1 0 0 0,0-1 0 0 0,1 1 0 0 0,-1 0-1 0 0,1-1 1 0 0,-1 1 0 0 0,0-1 0 0 0,1 1 0 0 0,-1 0 0 0 0,1 0 0 0 0,-1-1 0 0 0,1 1 0 0 0,0 0-1 0 0,-1 0 1 0 0,1 0 0 0 0,-1-1 0 0 0,1 1 0 0 0,-1 0 0 0 0,1 0 0 0 0,0 0 0 0 0,42-9-77 0 0,-25 7 85 0 0,241-55-42 0 0,-203 48 255 0 0,-53 9-116 0 0,0 3-62 0 0,-2-3-51 0 0,-1 0 0 0 0,0 0 0 0 0,0 0 0 0 0,0 0 0 0 0,1 0 1 0 0,-1 0-1 0 0,0 0 0 0 0,0 0 0 0 0,0 0 0 0 0,1 0 1 0 0,-1 0-1 0 0,0 1 0 0 0,0-1 0 0 0,0 0 0 0 0,0 0 0 0 0,0 0 1 0 0,1 0-1 0 0,-1 0 0 0 0,0 1 0 0 0,0-1 0 0 0,0 0 0 0 0,0 0 1 0 0,0 0-1 0 0,0 0 0 0 0,0 1 0 0 0,1-1 0 0 0,-1 0 1 0 0,0 0-1 0 0,0 0 0 0 0,0 1 0 0 0,0-1 0 0 0,0 0 0 0 0,0 0 1 0 0,0 0-1 0 0,0 1 0 0 0,0-1 0 0 0,-27 96 106 0 0,-21 155 0 0 0,17 6 49 0 0,22-164-14 0 0,1-22-2411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18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81 1772 0 0,'9'-10'5399'0'0,"12"-23"2765"0"0,-21 32-7830 0 0,0 0 0 0 0,0-1 0 0 0,0 1 0 0 0,0-1-1 0 0,0 1 1 0 0,0-1 0 0 0,-1 1 0 0 0,1 0 0 0 0,0-1-1 0 0,-1 1 1 0 0,1-1 0 0 0,-1 1 0 0 0,-1-2 0 0 0,0 1-243 0 0,-1 0 1 0 0,1 0-1 0 0,-1 1 1 0 0,0-1-1 0 0,0 1 1 0 0,0 0-1 0 0,1 0 1 0 0,-1 0-1 0 0,0 0 1 0 0,-1 0-1 0 0,1 0 1 0 0,0 1-1 0 0,0 0 1 0 0,0 0-1 0 0,0-1 1 0 0,0 2-1 0 0,0-1 1 0 0,-1 0-1 0 0,1 1 1 0 0,0-1-1 0 0,0 1 1 0 0,0 0-1 0 0,0 0 1 0 0,0 0 0 0 0,-2 2-1 0 0,-4 1-89 0 0,1 1 1 0 0,0 1-1 0 0,1-1 1 0 0,-1 1-1 0 0,1 0 1 0 0,0 1-1 0 0,-9 11 0 0 0,-2 4 14 0 0,1 1-1 0 0,1 0 1 0 0,2 2-1 0 0,0 0 0 0 0,1 0 1 0 0,-17 53-1 0 0,17-34-4 0 0,2-1-1 0 0,2 2 1 0 0,-5 73-1 0 0,13-104-4 0 0,1 1-1 0 0,0 0 0 0 0,1-1 0 0 0,1 1 0 0 0,0 0 0 0 0,1-1 0 0 0,10 28 0 0 0,-11-37 9 0 0,-1 0 0 0 0,1-1 0 0 0,1 1 0 0 0,-1 0-1 0 0,1-1 1 0 0,0 0 0 0 0,0 0 0 0 0,0 0 0 0 0,0 0-1 0 0,1 0 1 0 0,-1 0 0 0 0,1-1 0 0 0,0 0-1 0 0,0 0 1 0 0,1 0 0 0 0,-1 0 0 0 0,1-1 0 0 0,-1 1-1 0 0,1-1 1 0 0,0 0 0 0 0,-1-1 0 0 0,1 1 0 0 0,0-1-1 0 0,0 0 1 0 0,0 0 0 0 0,11 0 0 0 0,-10-1-2 0 0,1 0 1 0 0,0-1 0 0 0,-1 1-1 0 0,1-1 1 0 0,0-1-1 0 0,-1 1 1 0 0,0-1 0 0 0,1-1-1 0 0,-1 1 1 0 0,0-1-1 0 0,0 0 1 0 0,0 0 0 0 0,0-1-1 0 0,-1 1 1 0 0,1-1 0 0 0,-1-1-1 0 0,0 1 1 0 0,0-1-1 0 0,-1 0 1 0 0,1 0 0 0 0,-1 0-1 0 0,5-8 1 0 0,-6 7-3 0 0,0-1 0 0 0,0 1 0 0 0,-1-1 0 0 0,0 1 0 0 0,0-1 0 0 0,0 0 0 0 0,-1 1 0 0 0,1-11 0 0 0,-2 14-11 0 0,0 0 0 0 0,0-1 0 0 0,0 1 0 0 0,-1 0 0 0 0,1 0 0 0 0,-1 0 0 0 0,0 0 0 0 0,0 0 0 0 0,0 0-1 0 0,0 0 1 0 0,0 0 0 0 0,-1 0 0 0 0,1 0 0 0 0,-1 0 0 0 0,0 1 0 0 0,0-1 0 0 0,0 1 0 0 0,0-1 0 0 0,-3-1-1 0 0,3 2 2 0 0,0 1 0 0 0,0 0 0 0 0,0 0 0 0 0,0 0-1 0 0,0 0 1 0 0,-1 0 0 0 0,1 1 0 0 0,0-1-1 0 0,0 1 1 0 0,-1-1 0 0 0,1 1 0 0 0,0 0 0 0 0,-1 0-1 0 0,1 0 1 0 0,0 0 0 0 0,-1 1 0 0 0,1-1-1 0 0,0 0 1 0 0,-1 1 0 0 0,1 0 0 0 0,0-1-1 0 0,0 1 1 0 0,0 0 0 0 0,0 0 0 0 0,0 0 0 0 0,-4 3-1 0 0,-2 1-10 0 0,0 1-1 0 0,0-1 0 0 0,0 2 1 0 0,1-1-1 0 0,-6 8 0 0 0,9-10-422 0 0,0 0-1 0 0,1 1 0 0 0,0-1 1 0 0,0 1-1 0 0,0 0 0 0 0,0 0 1 0 0,1 0-1 0 0,0 0 0 0 0,0 0 0 0 0,0 1 1 0 0,-1 5-1 0 0,3-10 266 0 0,0 0 0 0 0,0-1 1 0 0,0 1-1 0 0,0 0 0 0 0,0-1 0 0 0,0 1 0 0 0,0 0 1 0 0,0-1-1 0 0,0 1 0 0 0,0 0 0 0 0,0-1 1 0 0,1 1-1 0 0,-1 0 0 0 0,0-1 0 0 0,0 1 0 0 0,1 0 1 0 0,0 0-1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2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59 420 0 0,'-10'6'11537'0'0,"8"-6"-11881"0"0,-2 1 1584 0 0,3-8-84 0 0,20-16-1168 0 0,-4 14 26 0 0,-13 9-25 0 0,0-2 11 0 0,1 0-1 0 0,-1 0 1 0 0,1 0 0 0 0,0 0-1 0 0,0 1 1 0 0,0 0 0 0 0,0-1-1 0 0,0 1 1 0 0,0 0 0 0 0,0 1 0 0 0,6-2-1 0 0,-7 2-4 0 0,0-1 14 0 0,-1 0 39 0 0,0 0-1 0 0,0 1 1 0 0,0-1 0 0 0,0 0 0 0 0,0 1-1 0 0,0-1 1 0 0,1 0 0 0 0,-1 1-1 0 0,0 0 1 0 0,0-1 0 0 0,1 1 0 0 0,-1 0-1 0 0,0-1 1 0 0,1 1 0 0 0,-1 0 0 0 0,0 0-1 0 0,1 0 1 0 0,-1 0 0 0 0,0 0-1 0 0,1 1 1 0 0,-1-1 0 0 0,0 0 0 0 0,2 1-1 0 0,1 0-52 0 0,1 0 0 0 0,-1 1 0 0 0,0-1 0 0 0,0 1 0 0 0,-1-1 0 0 0,1 1 0 0 0,7 5 0 0 0,15 9 2 0 0,-23-14 7 0 0,1-1-5 0 0,-1 1 0 0 0,0 0 0 0 0,0-1 0 0 0,0 1 1 0 0,0 0-1 0 0,-1 0 0 0 0,1 1 0 0 0,-1-1 0 0 0,1 1 0 0 0,-1-1 0 0 0,0 1 1 0 0,1 0-1 0 0,-2 0 0 0 0,1 0 0 0 0,0 0 0 0 0,0 0 0 0 0,-1 0 0 0 0,0 0 0 0 0,0 1 1 0 0,0-1-1 0 0,0 0 0 0 0,1 6 0 0 0,-2-5 4 0 0,-1 0 0 0 0,1 0-1 0 0,-1 0 1 0 0,0 0 0 0 0,0 0 0 0 0,0 0 0 0 0,-1-1-1 0 0,1 1 1 0 0,-1 0 0 0 0,0-1 0 0 0,0 1 0 0 0,-3 3-1 0 0,-32 34 42 0 0,32-36-29 0 0,-53 45 97 0 0,43-36-84 0 0,13-13-19 0 0,-4 3-36 0 0,8-3 24 0 0,0 0-1 0 0,0-1 1 0 0,1 1 0 0 0,-1-1 0 0 0,0 0-1 0 0,1 1 1 0 0,-1-1 0 0 0,3 0 0 0 0,-1 0-2 0 0,0 0 0 0 0,0 0 1 0 0,0 1-1 0 0,0 0 0 0 0,0-1 0 0 0,0 1 1 0 0,0 1-1 0 0,-1-1 0 0 0,1 0 0 0 0,0 1 1 0 0,-1 0-1 0 0,1 0 0 0 0,-1 0 0 0 0,4 3 1 0 0,-2-2-4 0 0,0 1-1 0 0,1 0 1 0 0,-2 0 0 0 0,1 1 0 0 0,6 7 0 0 0,-9-11 10 0 0,-1 1 1 0 0,0-1-1 0 0,0 0 1 0 0,-1 1 0 0 0,1 0-1 0 0,0-1 1 0 0,0 1-1 0 0,-1-1 1 0 0,1 1-1 0 0,-1 0 1 0 0,1-1-1 0 0,-1 1 1 0 0,0 0-1 0 0,0 0 1 0 0,1-1-1 0 0,-1 1 1 0 0,-1 0-1 0 0,1 0 1 0 0,0-1-1 0 0,0 1 1 0 0,-1 0-1 0 0,1 0 1 0 0,0-1-1 0 0,-1 1 1 0 0,0-1-1 0 0,1 1 1 0 0,-1 0-1 0 0,-2 2 1 0 0,0 0 9 0 0,0-1 1 0 0,0 0 0 0 0,0 1-1 0 0,-1-1 1 0 0,1 0-1 0 0,-1 0 1 0 0,0-1 0 0 0,0 1-1 0 0,0-1 1 0 0,0 0-1 0 0,-1 0 1 0 0,1 0 0 0 0,0-1-1 0 0,-1 0 1 0 0,1 1-1 0 0,-1-1 1 0 0,1-1 0 0 0,-1 1-1 0 0,-7-1 1 0 0,9 0 7 0 0,0 0-7 0 0,-2-1-10 0 0,1 1 0 0 0,0-1 0 0 0,-1 0 0 0 0,1 0 0 0 0,0 0 0 0 0,0-1 0 0 0,0 0 0 0 0,-6-2 0 0 0,-3-2-17 0 0,12 5-18 0 0,-7-3-1086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8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35 2572 0 0,'-7'3'13149'0'0,"149"-14"-11816"0"0,-67 4-1137 0 0,-38 1-2257 0 0,-3-7-5656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41 2584 0 0,'-11'-41'14726'0'0,"17"69"-10928"0"0,4 36 0 0 0,-3 78-719 0 0,-6-86-2383 0 0,1 181 630 0 0,-2-237-1153 0 0,0 11 1049 0 0,-1 6-4395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8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39 212 2404 0 0,'1'-2'2394'0'0,"9"-16"3025"0"0,-7 13-3670 0 0,0 0 1 0 0,0-1-1 0 0,-1 0 1 0 0,0 1-1 0 0,2-8 1 0 0,-3 10-1481 0 0,-1 1 0 0 0,0-1 0 0 0,0 0 0 0 0,0 0 0 0 0,0 0 0 0 0,0 0 0 0 0,-1 0 0 0 0,1 1 0 0 0,-1-1 0 0 0,0 0 0 0 0,0 0 0 0 0,0 1 0 0 0,0-1 0 0 0,-2-4 0 0 0,-2 0-106 0 0,1 0 0 0 0,-1 0-1 0 0,0 1 1 0 0,-7-8 0 0 0,-15-16-107 0 0,26 29-78 0 0,2 0-55 0 0,-1 1 76 0 0,1-1 0 0 0,-1 1-1 0 0,1-1 1 0 0,0 1 0 0 0,-1-1 0 0 0,1 1 0 0 0,0-1 0 0 0,-1 1 0 0 0,1 0-1 0 0,0-1 1 0 0,0 1 0 0 0,-1 0 0 0 0,1 0 0 0 0,0 0 0 0 0,0-1 0 0 0,-1 1-1 0 0,1 0 1 0 0,0 0 0 0 0,1 0 0 0 0,11-1-20 0 0,200-18-989 0 0,-167 14 972 0 0,-44 5 53 0 0,1-1 77 0 0,1 1 0 0 0,-1 0 0 0 0,0 0 1 0 0,0 0-1 0 0,1 0 0 0 0,-1 0 0 0 0,6 2 0 0 0,-7 0-54 0 0,-1-1 0 0 0,0 1-1 0 0,0 0 1 0 0,1 0 0 0 0,-1 0 0 0 0,0 0-1 0 0,-1 0 1 0 0,1 0 0 0 0,0 0-1 0 0,-1 0 1 0 0,1 0 0 0 0,-1 0-1 0 0,1 0 1 0 0,-1 0 0 0 0,0 1 0 0 0,0-1-1 0 0,0 2 1 0 0,-4 48 1164 0 0,1-29-738 0 0,-24 249 1958 0 0,8-94-1949 0 0,17-164-602 0 0,-1 26-1496 0 0,5-16-2293 0 0,31-24-9632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77 2096 0 0,'30'-76'17769'0'0,"-42"84"-16465"0"0,-1 6-499 0 0,0 0 1 0 0,1 0-1 0 0,1 1 1 0 0,0 1-1 0 0,-12 24 0 0 0,9-17-336 0 0,-8 15 55 0 0,2 2 0 0 0,-19 49-1 0 0,30-64-411 0 0,1 0 0 0 0,1 0 0 0 0,2 0-1 0 0,0 1 1 0 0,-1 29 0 0 0,6-48-76 0 0,0 0 0 0 0,0 1-1 0 0,0-1 1 0 0,1 0 0 0 0,0 0 0 0 0,1 0-1 0 0,-1-1 1 0 0,1 1 0 0 0,6 12 0 0 0,-6-15-18 0 0,0-1 1 0 0,0 1 0 0 0,1-1-1 0 0,-1 0 1 0 0,1 0-1 0 0,0 0 1 0 0,0 0 0 0 0,0 0-1 0 0,0-1 1 0 0,1 1-1 0 0,-1-1 1 0 0,1 0 0 0 0,-1 0-1 0 0,1 0 1 0 0,0 0-1 0 0,-1-1 1 0 0,9 2 0 0 0,-9-2-16 0 0,0 0 0 0 0,1-1 0 0 0,-1 1 0 0 0,0-1 1 0 0,1 0-1 0 0,-1 0 0 0 0,1 0 0 0 0,-1-1 0 0 0,0 1 0 0 0,1-1 1 0 0,-1 0-1 0 0,0 0 0 0 0,0 0 0 0 0,1 0 0 0 0,-1 0 0 0 0,0-1 1 0 0,0 0-1 0 0,0 1 0 0 0,0-1 0 0 0,-1 0 0 0 0,1 0 1 0 0,-1-1-1 0 0,1 1 0 0 0,-1-1 0 0 0,1 1 0 0 0,-1-1 0 0 0,0 0 1 0 0,0 1-1 0 0,-1-1 0 0 0,1 0 0 0 0,1-4 0 0 0,-1 3-4 0 0,0 0-1 0 0,-1 0 1 0 0,1 0-1 0 0,-1 0 0 0 0,0 0 1 0 0,0 0-1 0 0,-1 0 1 0 0,1 0-1 0 0,-1-1 1 0 0,0 1-1 0 0,0 0 1 0 0,0 0-1 0 0,-1-1 0 0 0,1 1 1 0 0,-1 0-1 0 0,0 0 1 0 0,0 0-1 0 0,-1 0 1 0 0,1 0-1 0 0,-1 0 1 0 0,0 0-1 0 0,0 0 0 0 0,0 1 1 0 0,-5-7-1 0 0,2 6 14 0 0,0-1 0 0 0,0 1 0 0 0,0 0-1 0 0,-1 0 1 0 0,1 0 0 0 0,-1 1 0 0 0,0 0 0 0 0,0 0-1 0 0,-1 1 1 0 0,1-1 0 0 0,-8 0 0 0 0,0-1-878 0 0,0 2 1 0 0,-1 0-1 0 0,-27 0 0 0 0,21 4-2714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9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2392 0 0,'3'-23'12830'0'0,"4"6"-6683"0"0,9 31-3546 0 0,-7-3-1946 0 0,4 3 313 0 0,-1 1 0 0 0,19 32 0 0 0,-7-11-419 0 0,36 67 578 0 0,-6-9-3630 0 0,-39-75-253 0 0,-5-11-1358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2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76 776 0 0,'-8'-12'3200'0'0,"-1"1"-1"0"0,0 0 1 0 0,0 0 0 0 0,-20-16-1 0 0,28 27-3115 0 0,0-1 1 0 0,0 1-1 0 0,0-1 0 0 0,0 1 1 0 0,-1 0-1 0 0,1-1 0 0 0,0 1 0 0 0,0 0 1 0 0,0 0-1 0 0,0 0 0 0 0,0 0 0 0 0,0 0 1 0 0,0 0-1 0 0,-1 0 0 0 0,1 0 0 0 0,0 0 1 0 0,0 1-1 0 0,0-1 0 0 0,0 0 0 0 0,0 1 1 0 0,-1 0-1 0 0,-20 11 819 0 0,-8 16-47 0 0,0 1 0 0 0,2 1 0 0 0,1 1 0 0 0,-30 47 0 0 0,8-13-455 0 0,38-50-527 0 0,-51 69 865 0 0,56-75-1332 0 0,0 1 0 0 0,1 0 0 0 0,0 0 0 0 0,1 1-1 0 0,0-1 1 0 0,-5 21 0 0 0,12-19-2501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0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2924 0 0,'44'-57'16519'0'0,"-42"58"-15956"0"0,0 1-414 0 0,0-1 0 0 0,-1 1 0 0 0,0 0 0 0 0,1 0 0 0 0,-1 0 0 0 0,0 0 0 0 0,0 0-1 0 0,0 1 1 0 0,0-1 0 0 0,-1 0 0 0 0,1 0 0 0 0,0 1 0 0 0,-1-1 0 0 0,0 0 0 0 0,1 4-1 0 0,0 48 832 0 0,-1-29-665 0 0,1 11-53 0 0,3 39 120 0 0,-3-67-337 0 0,0 0 0 0 0,0-1 0 0 0,1 1 0 0 0,0 0-1 0 0,1-1 1 0 0,6 15 0 0 0,-7-20-39 0 0,-1 1-1 0 0,1 0 1 0 0,0-1 0 0 0,-1 0 0 0 0,1 1-1 0 0,0-1 1 0 0,1 0 0 0 0,-1 0-1 0 0,0 0 1 0 0,0 0 0 0 0,1 0 0 0 0,-1-1-1 0 0,1 1 1 0 0,0-1 0 0 0,-1 1 0 0 0,1-1-1 0 0,0 0 1 0 0,0 0 0 0 0,0 0-1 0 0,0-1 1 0 0,0 1 0 0 0,0-1 0 0 0,0 1-1 0 0,0-1 1 0 0,0 0 0 0 0,0 0-1 0 0,0 0 1 0 0,0-1 0 0 0,0 1 0 0 0,0-1-1 0 0,0 0 1 0 0,0 0 0 0 0,0 0 0 0 0,-1 0-1 0 0,4-2 1 0 0,3-1-13 0 0,0-1 0 0 0,0 0-1 0 0,0-1 1 0 0,-1 0 0 0 0,0 0 0 0 0,0-1 0 0 0,-1 0-1 0 0,0-1 1 0 0,7-8 0 0 0,0-3 186 0 0,-1-1-1 0 0,17-36 1 0 0,-2-9 4092 0 0,-28 63-3835 0 0,4 28 1 0 0,-12 34-19 0 0,-2-1 0 0 0,-21 70 1 0 0,-5 24-5287 0 0,29-107 280 0 0,8-15-5192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83 116 2720 0 0,'-4'0'2366'0'0,"-47"-2"9032"0"0,48 3-11217 0 0,-17-1 2947 0 0,15-1-1806 0 0,14-3-1421 0 0,24-5 268 0 0,1 1 0 0 0,36-3 0 0 0,-14 2-116 0 0,-6 1-326 0 0,68-13-2066 0 0,-100 16 303 0 0,0 0 0 0 0,19-10 1 0 0,-20 7-2212 0 0,-1-2-1959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1:31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20 2640 0 0,'-11'-5'3940'0'0,"0"1"0"0"0,-19-6 0 0 0,29 10-3790 0 0,-1 1-1 0 0,1-1 1 0 0,0 1 0 0 0,0 0-1 0 0,0-1 1 0 0,0 1 0 0 0,0 0-1 0 0,0 0 1 0 0,0 0-1 0 0,0 0 1 0 0,0 0 0 0 0,0 0-1 0 0,0 0 1 0 0,1 0 0 0 0,-1 0-1 0 0,0 0 1 0 0,1 0 0 0 0,-1 1-1 0 0,1-1 1 0 0,-1 0 0 0 0,0 2-1 0 0,-7 29 2065 0 0,-8 46 0 0 0,0 95-614 0 0,15-145-1895 0 0,1 0 0 0 0,2-1 0 0 0,5 34-1 0 0,3-14-3354 0 0,6-2-3995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43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1028 0 0,'0'0'1412'0'0,"0"-12"3235"0"0,1 10-4523 0 0,-1 0 0 0 0,0 0 0 0 0,0-1 1 0 0,1 1-1 0 0,-1 0 0 0 0,1 0 0 0 0,0-1 1 0 0,-1 1-1 0 0,1 0 0 0 0,0 0 0 0 0,0 0 1 0 0,1 0-1 0 0,-1 0 0 0 0,0 1 0 0 0,1-1 1 0 0,-1 0-1 0 0,1 0 0 0 0,-1 1 0 0 0,1-1 1 0 0,0 1-1 0 0,0 0 0 0 0,-1-1 0 0 0,1 1 1 0 0,0 0-1 0 0,0 0 0 0 0,1 0 0 0 0,-1 0 1 0 0,0 1-1 0 0,0-1 0 0 0,0 0 0 0 0,4 0 1 0 0,0 0-137 0 0,-1 1 0 0 0,1-1 1 0 0,-1 1-1 0 0,0 0 0 0 0,1 0 1 0 0,-1 1-1 0 0,1-1 0 0 0,-1 1 1 0 0,1 0-1 0 0,-1 1 0 0 0,0-1 1 0 0,7 4-1 0 0,-11-4 16 0 0,1 0-1 0 0,-1 1 1 0 0,1-1-1 0 0,-1 0 1 0 0,1 1-1 0 0,-1-1 1 0 0,0 1 0 0 0,1-1-1 0 0,-1 1 1 0 0,0 0-1 0 0,0-1 1 0 0,-1 1-1 0 0,1 0 1 0 0,0 0-1 0 0,0 0 1 0 0,-1 0 0 0 0,1-1-1 0 0,-1 1 1 0 0,0 0-1 0 0,1 0 1 0 0,-1 0-1 0 0,0 0 1 0 0,0 0 0 0 0,0 0-1 0 0,-1 0 1 0 0,1 0-1 0 0,0 0 1 0 0,-1 0-1 0 0,1 0 1 0 0,-1 0-1 0 0,0 1 1 0 0,-5 6 9 0 0,1 0 0 0 0,-1-1 1 0 0,-1 0-1 0 0,1 0 0 0 0,-13 10 0 0 0,-29 34-5 0 0,47-50 21 0 0,1-2-27 0 0,0 1 1 0 0,0-1-1 0 0,0 1 1 0 0,1 0-1 0 0,-1-1 0 0 0,0 1 1 0 0,0-1-1 0 0,1 1 0 0 0,-1-1 1 0 0,0 1-1 0 0,1-1 1 0 0,-1 1-1 0 0,1-1 0 0 0,-1 0 1 0 0,0 1-1 0 0,1-1 1 0 0,-1 1-1 0 0,1-1 0 0 0,-1 0 1 0 0,1 1-1 0 0,-1-1 0 0 0,1 0 1 0 0,-1 0-1 0 0,1 0 1 0 0,0 1-1 0 0,-1-1 0 0 0,1 0 1 0 0,-1 0-1 0 0,2 0 1 0 0,19 2 19 0 0,-18-1-18 0 0,331 3-155 0 0,-209-5-2316 0 0,-100 3-1462 0 0,-10-1 1641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46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1 284 0 0,'0'0'1148'0'0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0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71 20 0 0,'10'-10'4358'0'0,"25"-30"1558"0"0,-34 39-5567 0 0,1-1-53 0 0,1-1 1 0 0,-1 0-1 0 0,1 1 0 0 0,-1 0 1 0 0,1 0-1 0 0,5-4 0 0 0,-7 18-267 0 0,-1 0 0 0 0,1-1-1 0 0,-2 1 1 0 0,0 0 0 0 0,0-1-1 0 0,-4 17 1 0 0,-2 11 124 0 0,-35 209 149 0 0,17-113-158 0 0,-18 102 300 0 0,35-196 57 0 0,8-39-392 0 0,-1 1-579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0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56 1600 0 0,'17'-48'10387'0'0,"-17"40"-8562"0"0,-1 28-1479 0 0,-2 0 0 0 0,0 0 0 0 0,-2-1 0 0 0,-9 28 0 0 0,-3 16 61 0 0,-15 65 22 0 0,31-128-421 0 0,1 1 0 0 0,0 0 0 0 0,0-1-1 0 0,0 1 1 0 0,0-1 0 0 0,0 1 0 0 0,0 0 0 0 0,0-1 0 0 0,0 1-1 0 0,0 0 1 0 0,0-1 0 0 0,0 1 0 0 0,0 0 0 0 0,0-1 0 0 0,0 1-1 0 0,0 0 1 0 0,1-1 0 0 0,-1 1 0 0 0,0-1 0 0 0,1 1 0 0 0,-1 0-1 0 0,0-1 1 0 0,1 1 0 0 0,-1-1 0 0 0,1 1 0 0 0,-1-1 0 0 0,1 1-1 0 0,-1-1 1 0 0,1 0 0 0 0,-1 1 0 0 0,1-1 0 0 0,-1 0 0 0 0,1 1-1 0 0,-1-1 1 0 0,1 0 0 0 0,0 1 0 0 0,-1-1 0 0 0,1 0 0 0 0,0 0-1 0 0,0 0 1 0 0,27 2 118 0 0,-26-2-122 0 0,16-2 34 0 0,1 0 0 0 0,-1 0 0 0 0,0-2 0 0 0,0 0 0 0 0,0-2 0 0 0,-1 1 0 0 0,0-2 0 0 0,0-1 0 0 0,0 0 1 0 0,17-12-1 0 0,-26 15-31 0 0,0 0 0 0 0,0-1 1 0 0,-1 0-1 0 0,0 0 0 0 0,0-1 1 0 0,-1 0-1 0 0,0 0 0 0 0,0-1 1 0 0,-1 0-1 0 0,1 0 0 0 0,-2 0 1 0 0,1 0-1 0 0,-1-1 0 0 0,-1 1 1 0 0,1-1-1 0 0,-1 0 0 0 0,-1-1 1 0 0,0 1-1 0 0,0 0 0 0 0,-1 0 1 0 0,0-11-1 0 0,1-24 23 0 0,-2 42-57 0 0,-1 2-24 0 0,0 1 50 0 0,0 0 0 0 0,-1-1 0 0 0,1 1 0 0 0,0-1 0 0 0,0 1-1 0 0,0 0 1 0 0,0 0 0 0 0,0 0 0 0 0,0 0 0 0 0,1 0 0 0 0,-1 0 0 0 0,0 0 0 0 0,0 0 0 0 0,1 0-1 0 0,-1 0 1 0 0,0 0 0 0 0,1 0 0 0 0,-1 3 0 0 0,-12 28-20 0 0,11-23 20 0 0,-13 38-6 0 0,3 0 1 0 0,-7 50 0 0 0,15-74 2 0 0,-29 222 237 0 0,29-142-3128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1 168 996 0 0,'13'-31'3968'0'0,"-2"-1"1"0"0,8-36-1 0 0,-10 33-1814 0 0,-9 33-1557 0 0,0 5-502 0 0,-19 101 372 0 0,-2 20-260 0 0,20-116-203 0 0,-1 8 50 0 0,1 1-1 0 0,1-1 0 0 0,3 33 1 0 0,-3-46-36 0 0,1 1 1 0 0,-1-1-1 0 0,1 0 0 0 0,0 1 0 0 0,0-1 1 0 0,0 0-1 0 0,1 0 0 0 0,-1 0 0 0 0,1 0 1 0 0,0 0-1 0 0,0 0 0 0 0,0 0 1 0 0,0-1-1 0 0,0 1 0 0 0,0-1 0 0 0,1 1 1 0 0,-1-1-1 0 0,1 0 0 0 0,0 0 1 0 0,-1 0-1 0 0,1 0 0 0 0,0-1 0 0 0,0 1 1 0 0,0-1-1 0 0,5 2 0 0 0,-5-3-6 0 0,1 1 0 0 0,0-1 0 0 0,0 0-1 0 0,-1 0 1 0 0,1 0 0 0 0,0 0 0 0 0,-1-1-1 0 0,1 0 1 0 0,0 1 0 0 0,-1-1 0 0 0,1-1 0 0 0,0 1-1 0 0,-1 0 1 0 0,5-3 0 0 0,3-3 19 0 0,1 1 0 0 0,14-13 0 0 0,-9 6-24 0 0,-1-1 0 0 0,-1-1 1 0 0,0 0-1 0 0,-1-2 0 0 0,14-20 0 0 0,-4 0 670 0 0,28-57 1 0 0,-32 56 200 0 0,-19 37-755 0 0,0 2-116 0 0,-1 0-1 0 0,0 0 0 0 0,1 0 1 0 0,-1 1-1 0 0,0-1 1 0 0,0 0-1 0 0,1 0 0 0 0,-1 1 1 0 0,0-1-1 0 0,0 0 1 0 0,0 1-1 0 0,-1-1 1 0 0,1 0-1 0 0,0 0 0 0 0,-1 3 1 0 0,1-3-3 0 0,-26 156 760 0 0,2-15-395 0 0,-3 151-85 0 0,22-222-154 0 0,1-17 298 0 0,4-52-376 0 0,3 5-882 0 0,41-42-12312 0 0,-25 19 7601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193 179 948 0 0,'13'-16'2161'0'0,"-1"3"-225"0"0,-1-1 0 0 0,0 0 0 0 0,-1-1 0 0 0,-1 1 0 0 0,0-2 0 0 0,10-24 1 0 0,-19 39-1875 0 0,1 0 0 0 0,-1 0 0 0 0,1 0 0 0 0,-1 0 0 0 0,0 0 1 0 0,0 0-1 0 0,1 0 0 0 0,-1 0 0 0 0,0 0 0 0 0,0 0 1 0 0,0 0-1 0 0,0 0 0 0 0,0 0 0 0 0,0 0 0 0 0,-1 0 1 0 0,1 0-1 0 0,0 0 0 0 0,0 0 0 0 0,-1 0 0 0 0,1 0 1 0 0,0 0-1 0 0,-1 0 0 0 0,1 0 0 0 0,-1 1 0 0 0,0-1 1 0 0,1 0-1 0 0,-1 0 0 0 0,1 0 0 0 0,-1 1 0 0 0,0-1 1 0 0,0 0-1 0 0,0 1 0 0 0,1-1 0 0 0,-1 1 0 0 0,0-1 0 0 0,0 1 1 0 0,0-1-1 0 0,-1 0 0 0 0,-1 1-23 0 0,0-1 1 0 0,0 0-1 0 0,0 1 0 0 0,0 0 1 0 0,1-1-1 0 0,-1 1 0 0 0,0 0 1 0 0,0 1-1 0 0,0-1 0 0 0,0 0 1 0 0,-4 2-1 0 0,-4 2-1 0 0,1 0 0 0 0,-1 1 0 0 0,1 0 0 0 0,0 1 0 0 0,1 0 0 0 0,0 1 0 0 0,0 0 0 0 0,-12 11 1 0 0,1 2-6 0 0,1 0 1 0 0,-20 30-1 0 0,29-36-19 0 0,1 1 0 0 0,-14 28 0 0 0,20-38-5 0 0,1 0 0 0 0,0 0 1 0 0,0 1-1 0 0,1-1 0 0 0,0 0 0 0 0,0 1 0 0 0,0-1 0 0 0,0 1 0 0 0,1-1 0 0 0,0 1 0 0 0,0-1 0 0 0,0 1 0 0 0,2 5 0 0 0,-1-9 0 0 0,-1 0 0 0 0,1 0 0 0 0,0-1 0 0 0,0 1 0 0 0,0 0 0 0 0,0 0-1 0 0,0-1 1 0 0,1 1 0 0 0,-1 0 0 0 0,0-1 0 0 0,1 1 0 0 0,-1-1 0 0 0,1 0 0 0 0,0 1-1 0 0,-1-1 1 0 0,1 0 0 0 0,0 0 0 0 0,0 0 0 0 0,-1 0 0 0 0,1 0 0 0 0,0-1 0 0 0,0 1 0 0 0,0-1-1 0 0,0 1 1 0 0,0-1 0 0 0,0 0 0 0 0,0 1 0 0 0,3-1 0 0 0,2 0 7 0 0,0 0 1 0 0,-1-1-1 0 0,1 0 1 0 0,-1 0 0 0 0,1 0-1 0 0,-1-1 1 0 0,13-4-1 0 0,-4-2 0 0 0,0-1-1 0 0,0 0 0 0 0,-1-1 0 0 0,0 0 1 0 0,-1-1-1 0 0,15-16 0 0 0,-1 3 60 0 0,-25 22-28 0 0,18-14 247 0 0,-19 16-289 0 0,0-1 0 0 0,0 1-1 0 0,-1 0 1 0 0,1-1 0 0 0,0 1 0 0 0,0 0 0 0 0,0 0 0 0 0,0 0 0 0 0,0 0 0 0 0,0 0-1 0 0,0 0 1 0 0,-1 0 0 0 0,1 0 0 0 0,0 0 0 0 0,0 0 0 0 0,0 0 0 0 0,0 0 0 0 0,0 1-1 0 0,1-1 1 0 0,-2 2 9 0 0,1-1-1 0 0,-1 0 0 0 0,1 0 1 0 0,-1 1-1 0 0,1-1 1 0 0,-1 0-1 0 0,0 0 0 0 0,0 1 1 0 0,1-1-1 0 0,-1 0 1 0 0,0 1-1 0 0,0-1 0 0 0,0 0 1 0 0,0 1-1 0 0,-1-1 0 0 0,1 2 1 0 0,-1 0 54 0 0,-1 42 571 0 0,-17 86 1 0 0,8-66-475 0 0,-3 8 49 0 0,-2 7-331 0 0,12-28-4287 0 0,4-51 3991 0 0,0 0-1 0 0,0 0 0 0 0,0 0 0 0 0,1 1 0 0 0,-1-1 0 0 0,0 0 1 0 0,0 0-1 0 0,1 0 0 0 0,-1 0 0 0 0,0 0 0 0 0,1 0 0 0 0,-1 0 1 0 0,1 0-1 0 0,0 0 0 0 0,7 7-2897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0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1588 0 0,'9'-33'14387'0'0,"-8"32"-14186"0"0,0-1-1 0 0,0 0 1 0 0,1 1 0 0 0,-1 0 0 0 0,0-1 0 0 0,1 1 0 0 0,-1 0-1 0 0,1 0 1 0 0,0-1 0 0 0,-1 1 0 0 0,1 1 0 0 0,0-1 0 0 0,-1 0-1 0 0,1 0 1 0 0,0 0 0 0 0,3 0 0 0 0,40-8 1299 0 0,-28 6-1175 0 0,88-13 598 0 0,-55 9-1872 0 0,88-23 0 0 0,-138 30 912 0 0,28-9-4280 0 0,-11 0-2524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0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22 2236 0 0,'-36'-17'13749'0'0,"25"13"-12960"0"0,8 3-142 0 0,-2 14 1315 0 0,2 30 343 0 0,3 60 0 0 0,2-38-1707 0 0,-8 68 567 0 0,2-67-1594 0 0,2-2-3855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0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1920 0 0,'7'-14'6753'0'0,"-7"9"-5130"0"0,0 3-982 0 0,1 0 0 0 0,-1 0 0 0 0,0-1 0 0 0,1 1 0 0 0,-1 0 0 0 0,1 0 0 0 0,0-1 0 0 0,0 1 0 0 0,0 0 0 0 0,0 0 0 0 0,1-2 0 0 0,-1 3-539 0 0,1 0-1 0 0,-1 0 1 0 0,0 0-1 0 0,0 0 1 0 0,0 0 0 0 0,1 0-1 0 0,-1 1 1 0 0,0-1-1 0 0,1 0 1 0 0,-1 1-1 0 0,0-1 1 0 0,1 1 0 0 0,-1 0-1 0 0,4-1 1 0 0,105-14 1019 0 0,-21 3-2570 0 0,-32 3-5552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1 548 0 0,'-9'1'817'0'0,"0"2"1"0"0,-1-1-1 0 0,1 1 1 0 0,1 1-1 0 0,-1-1 1 0 0,0 2-1 0 0,1-1 0 0 0,0 1 1 0 0,0 0-1 0 0,0 1 1 0 0,1 0-1 0 0,-14 13 0 0 0,12-9-545 0 0,0 1 1 0 0,0 0-1 0 0,1 0 0 0 0,0 1 0 0 0,1 0 0 0 0,1 1 0 0 0,0-1 0 0 0,-6 17 0 0 0,11-26-93 0 0,0 1 0 0 0,0-1-1 0 0,1 0 1 0 0,-1 1 0 0 0,1-1 0 0 0,0 1-1 0 0,-1-1 1 0 0,1 1 0 0 0,1-1-1 0 0,-1 1 1 0 0,1-1 0 0 0,-1 0 0 0 0,1 1-1 0 0,0-1 1 0 0,1 4 0 0 0,-1-6-105 0 0,0 0 0 0 0,0 0 1 0 0,0 1-1 0 0,0-1 0 0 0,0 0 0 0 0,0 0 1 0 0,0 0-1 0 0,0 0 0 0 0,0 0 0 0 0,0-1 1 0 0,1 1-1 0 0,-1 0 0 0 0,0 0 1 0 0,1-1-1 0 0,-1 1 0 0 0,0-1 0 0 0,3 1 1 0 0,23 5 438 0 0,-25-6-505 0 0,43 5 409 0 0,-28-3-374 0 0,1 0 0 0 0,-1 1-1 0 0,1 1 1 0 0,19 7 0 0 0,-31-9-28 0 0,0 1 0 0 0,-1-1-1 0 0,0 1 1 0 0,1 1 0 0 0,-1-1-1 0 0,-1 1 1 0 0,1 0 0 0 0,0 0-1 0 0,-1 1 1 0 0,0-1 0 0 0,0 1-1 0 0,0 0 1 0 0,-1 0 0 0 0,1 0-1 0 0,-1 0 1 0 0,2 7 0 0 0,-2-6 143 0 0,0 1-1 0 0,-1 0 1 0 0,0 0 0 0 0,0 0 0 0 0,0 0 0 0 0,-1 0 0 0 0,0 0-1 0 0,-1 1 1 0 0,0-1 0 0 0,0 0 0 0 0,0 0 0 0 0,-1 0-1 0 0,0 1 1 0 0,0-1 0 0 0,-1 0 0 0 0,0 0 0 0 0,0 0 0 0 0,-1-1-1 0 0,0 1 1 0 0,0 0 0 0 0,-6 8 0 0 0,4-8 24 0 0,0 0 1 0 0,0 0-1 0 0,-1-1 1 0 0,1 0-1 0 0,-2 0 1 0 0,1-1-1 0 0,-1 0 1 0 0,1 0 0 0 0,-1 0-1 0 0,-1-1 1 0 0,1 0-1 0 0,-1 0 1 0 0,1-1-1 0 0,-1 0 1 0 0,0 0-1 0 0,0-1 1 0 0,-1 0-1 0 0,-10 1 1 0 0,9-2-55 0 0,-1 0 0 0 0,1-1 0 0 0,-1-1 0 0 0,1 0 0 0 0,-16-3 0 0 0,21 3-212 0 0,1 0 1 0 0,0 0-1 0 0,-1 0 0 0 0,1-1 0 0 0,0 0 1 0 0,0 0-1 0 0,0 0 0 0 0,0 0 1 0 0,0-1-1 0 0,0 0 0 0 0,1 0 0 0 0,-1 0 1 0 0,1 0-1 0 0,0 0 0 0 0,-4-5 0 0 0,7 7-165 0 0,-1-1 0 0 0,0 1 0 0 0,0-1-1 0 0,1 0 1 0 0,-1 1 0 0 0,1-1 0 0 0,-1 0 0 0 0,1 1-1 0 0,0-1 1 0 0,0 0 0 0 0,0 0 0 0 0,0 1-1 0 0,0-1 1 0 0,0 0 0 0 0,0 0 0 0 0,0 1 0 0 0,1-1-1 0 0,-1 0 1 0 0,1 0 0 0 0,-1 1 0 0 0,1-1 0 0 0,0 0-1 0 0,0 1 1 0 0,0-1 0 0 0,-1 1 0 0 0,3-3-1 0 0,3-3-1678 0 0,0-1 0 0 0,0 1-1 0 0,13-10 1 0 0,-10 8-446 0 0,10-9-3996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1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88 1380 0 0,'-10'-51'20408'0'0,"13"48"-19953"0"0,-3 3-444 0 0,0-1 1 0 0,1 1 0 0 0,-1 0-1 0 0,0-1 1 0 0,0 1-1 0 0,0 0 1 0 0,0-1 0 0 0,1 1-1 0 0,-1 0 1 0 0,0-1-1 0 0,0 1 1 0 0,1 0 0 0 0,-1 0-1 0 0,0 0 1 0 0,0-1 0 0 0,1 1-1 0 0,-1 0 1 0 0,0 0-1 0 0,1 0 1 0 0,-1-1 0 0 0,0 1-1 0 0,1 0 1 0 0,-1 0-1 0 0,0 0 1 0 0,1 0 0 0 0,-1 0-1 0 0,0 0 1 0 0,1 0-1 0 0,205-20 576 0 0,-176 19-1187 0 0,-6 1-1662 0 0,3-1-855 0 0,-3-4-5579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 2028 0 0,'-15'4'4119'0'0,"7"0"-3411"0"0,1 0-1 0 0,0 0 1 0 0,0 1 0 0 0,0 0-1 0 0,1 0 1 0 0,-1 1-1 0 0,1-1 1 0 0,0 2 0 0 0,1-1-1 0 0,-8 12 1 0 0,-3 6 1001 0 0,-24 47 0 0 0,30-51-1222 0 0,-12 34 1 0 0,20-48-402 0 0,0 1 0 0 0,0 0 0 0 0,1-1 1 0 0,0 1-1 0 0,0 0 0 0 0,1 0 0 0 0,0 0 0 0 0,0 0 1 0 0,1 9-1 0 0,0-15-23 0 0,-1 1 1 0 0,1 0-1 0 0,-1 0 1 0 0,1-1-1 0 0,0 1 1 0 0,0-1-1 0 0,0 1 1 0 0,0 0-1 0 0,0-1 1 0 0,0 0-1 0 0,0 1 1 0 0,0-1-1 0 0,0 0 1 0 0,1 1-1 0 0,-1-1 1 0 0,1 0-1 0 0,-1 0 1 0 0,1 0-1 0 0,-1 0 1 0 0,1-1-1 0 0,0 1 1 0 0,-1 0-1 0 0,1-1 1 0 0,0 1-1 0 0,-1-1 1 0 0,1 1-1 0 0,2-1 1 0 0,6 2 107 0 0,0-2 0 0 0,0 1 0 0 0,20-3 0 0 0,-29 2-158 0 0,17-1 60 0 0,1 1 0 0 0,22 2 0 0 0,-34-2-61 0 0,1 2 0 0 0,0-1 0 0 0,0 1 0 0 0,-1 0 0 0 0,1 1 0 0 0,-1-1-1 0 0,0 2 1 0 0,10 4 0 0 0,-10-3 94 0 0,0 0 0 0 0,-1 0 0 0 0,0 0-1 0 0,0 1 1 0 0,0 0 0 0 0,-1 0-1 0 0,0 0 1 0 0,0 1 0 0 0,0-1 0 0 0,-1 1-1 0 0,0 1 1 0 0,5 12 0 0 0,-7-15 103 0 0,0 0 0 0 0,-1 0 0 0 0,0 0 0 0 0,0 0 0 0 0,0 1 0 0 0,-1-1 0 0 0,0 0 0 0 0,0 0 0 0 0,0 1 0 0 0,0-1 0 0 0,-1 0 0 0 0,0 0 0 0 0,0 0 0 0 0,-1 0 0 0 0,1 0 0 0 0,-1 0 0 0 0,0 0 0 0 0,0 0 0 0 0,-1 0 0 0 0,-3 5 0 0 0,1-4 34 0 0,1 0-1 0 0,-1-1 0 0 0,0 0 1 0 0,0 0-1 0 0,-1-1 0 0 0,1 0 1 0 0,-1 0-1 0 0,0 0 0 0 0,0 0 1 0 0,-1-1-1 0 0,1 0 0 0 0,-1 0 1 0 0,1-1-1 0 0,-1 0 0 0 0,0 0 1 0 0,-13 2-1 0 0,7-3-230 0 0,1 0 0 0 0,-1 0 0 0 0,0-2 1 0 0,0 1-1 0 0,1-2 0 0 0,-1 1 0 0 0,1-2 0 0 0,-21-6 0 0 0,22 6-651 0 0,-54-19-4775 0 0,43 14 152 0 0,0 0-3303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7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11 105 2780 0 0,'0'0'2025'0'0,"-9"-23"7882"0"0,8 22-9863 0 0,1 1 1 0 0,0 0-1 0 0,0-1 0 0 0,0 1 1 0 0,0-1-1 0 0,0 1 1 0 0,0-1-1 0 0,0 1 0 0 0,0 0 1 0 0,0-1-1 0 0,0 1 0 0 0,0-1 1 0 0,0 1-1 0 0,0 0 0 0 0,0-1 1 0 0,0 1-1 0 0,1-1 1 0 0,-1 1-1 0 0,0 0 0 0 0,0-1 1 0 0,0 1-1 0 0,1 0 0 0 0,-1-1 1 0 0,0 1-1 0 0,0 0 0 0 0,1-1 1 0 0,-1 1-1 0 0,0 0 0 0 0,1-1 1 0 0,-1 1-1 0 0,0 0 1 0 0,1 0-1 0 0,-1-1 0 0 0,0 1 1 0 0,1 0-1 0 0,-1 0 0 0 0,1 0 1 0 0,-1 0-1 0 0,0 0 0 0 0,1 0 1 0 0,-1-1-1 0 0,1 1 1 0 0,-1 0-1 0 0,1 0 0 0 0,-1 0 1 0 0,0 0-1 0 0,1 0 0 0 0,0 1 1 0 0,31-5-34 0 0,-21 4 161 0 0,74-8-42 0 0,-3 1-879 0 0,108-23 1 0 0,-159 21-2152 0 0,-12-2-2390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7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34 1264 0 0,'-1'-2'2286'0'0,"-1"-1"-1387"0"0,1 0 0 0 0,-1 0 0 0 0,0 0 0 0 0,0 0 0 0 0,-1 0 0 0 0,1 0 0 0 0,-1 1-1 0 0,1-1 1 0 0,-5-2 0 0 0,5 4-402 0 0,-9 22 1320 0 0,-17 187 3300 0 0,-2 9-4236 0 0,23-179-927 0 0,-8 53 109 0 0,12-30-3726 0 0,2-58 2780 0 0,2 7-327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8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233 153 652 0 0,'8'-6'1342'0'0,"-1"-1"0"0"0,0-1 0 0 0,-1 1-1 0 0,1-1 1 0 0,-1-1 0 0 0,-1 1 0 0 0,0-1 0 0 0,0 0 0 0 0,-1 0 0 0 0,0 0-1 0 0,4-14 1 0 0,-7 21-1280 0 0,-1 1 0 0 0,0 0-1 0 0,0-1 1 0 0,0 1 0 0 0,0 0-1 0 0,0-1 1 0 0,0 1 0 0 0,0 0 0 0 0,-1 0-1 0 0,1-1 1 0 0,0 1 0 0 0,-1 0-1 0 0,1 0 1 0 0,-1-1 0 0 0,0 1 0 0 0,1 0-1 0 0,-1 0 1 0 0,0 0 0 0 0,1 0-1 0 0,-1 0 1 0 0,0 0 0 0 0,0 0 0 0 0,0 0-1 0 0,0 0 1 0 0,0 0 0 0 0,0 1 0 0 0,0-1-1 0 0,0 0 1 0 0,-1 1 0 0 0,1-1-1 0 0,0 1 1 0 0,0-1 0 0 0,0 1 0 0 0,-1-1-1 0 0,-1 1 1 0 0,-2-2-22 0 0,0 1 1 0 0,0 0 0 0 0,0 1-1 0 0,0-1 1 0 0,0 1-1 0 0,0 0 1 0 0,-8 1-1 0 0,0 2-16 0 0,0 0 0 0 0,0 1-1 0 0,1 0 1 0 0,-1 1-1 0 0,1 0 1 0 0,0 1-1 0 0,1 1 1 0 0,0 0-1 0 0,0 0 1 0 0,-11 10-1 0 0,14-10-17 0 0,0 0-1 0 0,0 1 0 0 0,1 0 0 0 0,0 0 0 0 0,0 0 0 0 0,1 1 1 0 0,0 0-1 0 0,1 0 0 0 0,0 0 0 0 0,1 1 0 0 0,-1 0 0 0 0,-4 19 0 0 0,8-25 0 0 0,0-1 0 0 0,0 0 0 0 0,1 1 0 0 0,-1-1-1 0 0,1 1 1 0 0,0-1 0 0 0,0 1 0 0 0,0-1-1 0 0,1 0 1 0 0,-1 1 0 0 0,1-1 0 0 0,0 1-1 0 0,0-1 1 0 0,0 0 0 0 0,0 0 0 0 0,0 0-1 0 0,1 1 1 0 0,0-1 0 0 0,-1-1 0 0 0,1 1-1 0 0,0 0 1 0 0,1 0 0 0 0,-1-1 0 0 0,0 1 0 0 0,1-1-1 0 0,-1 0 1 0 0,1 1 0 0 0,0-1 0 0 0,5 3-1 0 0,-2-3 6 0 0,0 1-1 0 0,0-1 0 0 0,0 0 1 0 0,0-1-1 0 0,1 0 0 0 0,-1 0 1 0 0,0 0-1 0 0,1 0 0 0 0,-1-1 1 0 0,1 0-1 0 0,-1-1 0 0 0,0 1 1 0 0,1-1-1 0 0,-1-1 0 0 0,8-2 0 0 0,-2 0-7 0 0,0 0 0 0 0,-1-1 0 0 0,0-1-1 0 0,0 1 1 0 0,-1-2 0 0 0,1 0-1 0 0,-2 0 1 0 0,1-1 0 0 0,-1 0 0 0 0,0-1-1 0 0,8-9 1 0 0,7-12 58 0 0,-3 0 0 0 0,24-42 1 0 0,-30 47 92 0 0,-4 10-52 0 0,-11 15-95 0 0,0 0 0 0 0,0 0-1 0 0,0 0 1 0 0,0 0 0 0 0,1 0 0 0 0,-1 0-1 0 0,0 0 1 0 0,0 0 0 0 0,0 0 0 0 0,0 0-1 0 0,0 0 1 0 0,1 0 0 0 0,-1 0 0 0 0,0 0-1 0 0,0 0 1 0 0,0 0 0 0 0,0 0 0 0 0,0 0-1 0 0,0 1 1 0 0,1-1 0 0 0,-1 0 0 0 0,0 0-1 0 0,0 0 1 0 0,0 0 0 0 0,0 0 0 0 0,0 0-1 0 0,0 0 1 0 0,0 0 0 0 0,1 0 0 0 0,-1 0-1 0 0,0 1 1 0 0,0-1 0 0 0,0 0 0 0 0,0 0-1 0 0,0 0 1 0 0,0 0 0 0 0,0 0 0 0 0,0 0-1 0 0,0 1 1 0 0,0-1 0 0 0,0 0 0 0 0,0 0-1 0 0,0 0 1 0 0,0 0 0 0 0,0 0 0 0 0,0 1-1 0 0,0-1 1 0 0,0 0 0 0 0,0 0 0 0 0,0 0-1 0 0,0 0 1 0 0,-3 34 824 0 0,-81 383 2110 0 0,81-403-3057 0 0,-15 81 484 0 0,17-84-1131 0 0,0 0 1 0 0,1 0-1 0 0,0 0 1 0 0,0 0-1 0 0,1 0 1 0 0,4 16-1 0 0,-4-25 437 0 0,-1-1 0 0 0,1 0-1 0 0,-1 1 1 0 0,1-1 0 0 0,0 0 0 0 0,-1 1-1 0 0,1-1 1 0 0,0 0 0 0 0,0 0-1 0 0,0 0 1 0 0,0 0 0 0 0,2 2-1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8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2164 0 0,'1'-2'2449'0'0,"3"-43"9638"0"0,-4 44-11959 0 0,1 0 0 0 0,-1 0 0 0 0,1 0 0 0 0,-1 1 0 0 0,1-1 0 0 0,-1 0 0 0 0,1 0 0 0 0,0 0 0 0 0,-1 1 0 0 0,1-1 0 0 0,0 0 0 0 0,-1 1 1 0 0,1-1-1 0 0,0 1 0 0 0,0-1 0 0 0,0 0 0 0 0,0 1 0 0 0,0 0 0 0 0,-1-1 0 0 0,1 1 0 0 0,0 0 0 0 0,0-1 0 0 0,0 1 0 0 0,1 0 0 0 0,3-2 294 0 0,34-9 263 0 0,1 1 1 0 0,44-5 0 0 0,-8 2-462 0 0,-59 10-671 0 0,46-13-2898 0 0,-57 15 1731 0 0,-1-1-1 0 0,-1-1 1 0 0,1 1-1 0 0,0-1 1 0 0,7-5 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24 1728 0 0,'-15'-13'7813'0'0,"12"12"-6580"0"0,0-1-1 0 0,0 0 1 0 0,0 1-1 0 0,-1-1 1 0 0,-5-1-1 0 0,8 4-1104 0 0,0-1-1 0 0,0 0 0 0 0,0 0 1 0 0,0 1-1 0 0,0-1 1 0 0,0 1-1 0 0,0-1 0 0 0,1 0 1 0 0,-1 1-1 0 0,0 0 1 0 0,0-1-1 0 0,1 1 0 0 0,-1 0 1 0 0,0-1-1 0 0,1 1 1 0 0,-1 0-1 0 0,0 0 0 0 0,1-1 1 0 0,-1 1-1 0 0,1 0 1 0 0,-1 0-1 0 0,1 0 0 0 0,0 0 1 0 0,-1 0-1 0 0,1 0 0 0 0,0-1 1 0 0,0 1-1 0 0,0 0 1 0 0,-1 2-1 0 0,-2 35 1947 0 0,3-30-1363 0 0,-13 144 3421 0 0,-22 74-3026 0 0,29-195-1177 0 0,-6 32-1748 0 0,7-24-5537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83 2676 0 0,'15'-83'17961'0'0,"-30"102"-16917"0"0,-46 104-250 0 0,5 2 0 0 0,-45 156-1 0 0,97-268-760 0 0,0 0-1 0 0,2 1 0 0 0,0-1 1 0 0,0 1-1 0 0,1 0 1 0 0,1 0-1 0 0,0-1 0 0 0,1 1 1 0 0,4 23-1 0 0,-5-36-20 0 0,0 1 0 0 0,1-1 0 0 0,-1 0 0 0 0,0 1 0 0 0,1-1 0 0 0,0 0 0 0 0,-1 1 0 0 0,1-1 1 0 0,0 0-1 0 0,0 1 0 0 0,-1-1 0 0 0,1 0 0 0 0,0 0 0 0 0,0 0 0 0 0,0 0 0 0 0,1 0 0 0 0,-1 0 0 0 0,0 0 0 0 0,0 0 0 0 0,0-1 0 0 0,1 1 0 0 0,-1 0 0 0 0,0-1 0 0 0,1 1 0 0 0,-1-1 0 0 0,0 1 0 0 0,1-1 0 0 0,-1 0 0 0 0,1 0 0 0 0,-1 1 0 0 0,1-1 0 0 0,1 0 0 0 0,-1-1 8 0 0,1 1 0 0 0,-1 0 0 0 0,0-1 0 0 0,0 0-1 0 0,1 0 1 0 0,-1 1 0 0 0,0-1 0 0 0,0 0 0 0 0,0-1-1 0 0,0 1 1 0 0,0 0 0 0 0,0-1 0 0 0,0 1 0 0 0,-1-1 0 0 0,1 1-1 0 0,0-1 1 0 0,-1 0 0 0 0,1 0 0 0 0,1-3 0 0 0,0 0-3 0 0,-1 0 1 0 0,1-1-1 0 0,-1 1 0 0 0,-1 0 1 0 0,1-1-1 0 0,-1 1 1 0 0,0-1-1 0 0,0 0 1 0 0,-1 1-1 0 0,1-1 1 0 0,-1 0-1 0 0,0 1 0 0 0,-1-1 1 0 0,0 0-1 0 0,-1-6 1 0 0,1 8-15 0 0,0 1 1 0 0,0-1 0 0 0,0 1-1 0 0,-1-1 1 0 0,1 1-1 0 0,-1 0 1 0 0,0 0 0 0 0,0-1-1 0 0,0 1 1 0 0,0 0-1 0 0,-1 1 1 0 0,1-1 0 0 0,-1 0-1 0 0,1 1 1 0 0,-1-1-1 0 0,0 1 1 0 0,0 0 0 0 0,0 0-1 0 0,-1 0 1 0 0,1 1-1 0 0,0-1 1 0 0,-1 1 0 0 0,1-1-1 0 0,-1 1 1 0 0,-4-1-1 0 0,4 2-102 0 0,0-1-1 0 0,0 1 0 0 0,0 0 1 0 0,0 0-1 0 0,0 0 0 0 0,-1 0 0 0 0,1 1 1 0 0,-7 1-1 0 0,-15 8-3823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9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66 1336 0 0,'7'-44'12149'0'0,"-9"32"-8860"0"0,-3 15-3059 0 0,1 1 0 0 0,0-1 0 0 0,0 1 0 0 0,0 0 0 0 0,1 1 0 0 0,-1-1 0 0 0,1 1 0 0 0,0-1 0 0 0,0 1 0 0 0,1 0 0 0 0,-1 0 0 0 0,-1 6-1 0 0,-5 14 199 0 0,-7 29 0 0 0,9-28-267 0 0,1 0 1 0 0,-2 31 0 0 0,7-46-106 0 0,1-1-1 0 0,0 1 0 0 0,0 0 1 0 0,1 0-1 0 0,0-1 0 0 0,1 1 1 0 0,1-1-1 0 0,4 14 1 0 0,-6-20-32 0 0,1 0 1 0 0,0 0-1 0 0,0-1 1 0 0,0 1-1 0 0,1-1 1 0 0,-1 1-1 0 0,1-1 1 0 0,0 0-1 0 0,0 0 1 0 0,0 0-1 0 0,0 0 1 0 0,1-1 0 0 0,-1 1-1 0 0,1-1 1 0 0,-1 0-1 0 0,1 0 1 0 0,0 0-1 0 0,0 0 1 0 0,0-1-1 0 0,0 1 1 0 0,0-1-1 0 0,0 0 1 0 0,0 0-1 0 0,1-1 1 0 0,-1 0-1 0 0,0 1 1 0 0,0-1-1 0 0,1 0 1 0 0,-1-1 0 0 0,5 0-1 0 0,1-1-1 0 0,0 0 0 0 0,0 0 0 0 0,0-1 0 0 0,-1 0 0 0 0,1 0 1 0 0,-1-1-1 0 0,1-1 0 0 0,-1 0 0 0 0,-1 0 0 0 0,1 0 0 0 0,12-11 0 0 0,-12 6-23 0 0,0 0 1 0 0,0 0-1 0 0,-1-1 1 0 0,0 0-1 0 0,-1 0 0 0 0,0-1 1 0 0,-1 0-1 0 0,0 0 0 0 0,-1-1 1 0 0,0 1-1 0 0,-1-1 0 0 0,0 0 1 0 0,-1 0-1 0 0,1-18 1 0 0,-3 23-6 0 0,-1 0 1 0 0,0 0-1 0 0,0 0 1 0 0,-1 0 0 0 0,0 0-1 0 0,0 0 1 0 0,-1 0-1 0 0,0 0 1 0 0,-1 0 0 0 0,-5-13-1 0 0,5 16 3 0 0,-1-1 1 0 0,1 0-1 0 0,-1 1 0 0 0,0 0 0 0 0,-1 0 0 0 0,1 0 1 0 0,-1 0-1 0 0,0 1 0 0 0,0 0 0 0 0,-1 0 0 0 0,1 0 1 0 0,-1 1-1 0 0,0 0 0 0 0,-8-4 0 0 0,9 5-53 0 0,0 0 0 0 0,0 1 0 0 0,0 0 0 0 0,0 0-1 0 0,-1 0 1 0 0,1 1 0 0 0,0-1 0 0 0,0 1 0 0 0,0 0 0 0 0,-1 1 0 0 0,1-1-1 0 0,0 1 1 0 0,0 0 0 0 0,-6 2 0 0 0,7-1-390 0 0,0-1 0 0 0,-1 1 1 0 0,1 0-1 0 0,0 1 0 0 0,0-1 0 0 0,-6 6 0 0 0,7-6-268 0 0,1 1 0 0 0,-1-1-1 0 0,1 1 1 0 0,-1 0-1 0 0,1 0 1 0 0,0 0 0 0 0,0 0-1 0 0,1 0 1 0 0,-2 4 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29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61 2072 0 0,'5'-6'1445'0'0,"20"-20"4891"0"0,-23 24-5948 0 0,-1 0 0 0 0,1 1 0 0 0,-1-1 0 0 0,0 0 0 0 0,0 0 0 0 0,0 0 0 0 0,0 0 0 0 0,0 0-1 0 0,0 0 1 0 0,-1 0 0 0 0,1 0 0 0 0,0-3 0 0 0,-18 5 556 0 0,12 3-841 0 0,1 0 1 0 0,-1 0-1 0 0,1 1 0 0 0,0-1 1 0 0,1 1-1 0 0,-1 0 0 0 0,-4 6 1 0 0,-3 8 7 0 0,5-5-29 0 0,4-7-33 0 0,0-1 0 0 0,1 1 0 0 0,0 0 0 0 0,0-1 0 0 0,0 1 0 0 0,1 0 0 0 0,-1 0 0 0 0,1 0 0 0 0,1-1 0 0 0,-1 1 0 0 0,1 0 0 0 0,0 0 0 0 0,0-1 0 0 0,1 1 0 0 0,0 0 0 0 0,0-1 0 0 0,0 0 0 0 0,1 1 0 0 0,-1-1 0 0 0,1 0 0 0 0,1 0 0 0 0,-1 0 0 0 0,1-1 0 0 0,-1 1 0 0 0,7 4 0 0 0,10 10 382 0 0,1-1 0 0 0,0-1-1 0 0,2-1 1 0 0,27 15 0 0 0,-17-10-58 0 0,-22-14-222 0 0,7 4 158 0 0,31 26-1 0 0,-45-34-87 0 0,0 1 0 0 0,-1-1 0 0 0,1 1 0 0 0,-1 0 0 0 0,0 0 0 0 0,0 0 1 0 0,0 1-1 0 0,-1-1 0 0 0,1 1 0 0 0,-1-1 0 0 0,0 1 0 0 0,-1 0 0 0 0,3 6 0 0 0,-4-8 11 0 0,0 0-1 0 0,0 0 1 0 0,0 0-1 0 0,-1 0 0 0 0,1 0 1 0 0,-1 0-1 0 0,1 0 1 0 0,-1 0-1 0 0,0 0 0 0 0,0 0 1 0 0,0 0-1 0 0,-1-1 1 0 0,1 1-1 0 0,-1 0 1 0 0,1-1-1 0 0,-1 1 0 0 0,0-1 1 0 0,0 0-1 0 0,-4 4 1 0 0,-1 1 218 0 0,-1-1 1 0 0,1 1-1 0 0,-2-1 1 0 0,-10 6 0 0 0,11-8-325 0 0,1 0 1 0 0,-1-1 0 0 0,0 0 0 0 0,0 0 0 0 0,-1 0 0 0 0,1-1 0 0 0,0-1 0 0 0,-1 1-1 0 0,-13-1 1 0 0,18 0-355 0 0,0-1-1 0 0,-1-1 0 0 0,1 1 0 0 0,0-1 1 0 0,0 1-1 0 0,0-1 0 0 0,0 0 1 0 0,0-1-1 0 0,0 1 0 0 0,1-1 0 0 0,-1 1 1 0 0,0-1-1 0 0,1 0 0 0 0,-1-1 1 0 0,1 1-1 0 0,0 0 0 0 0,0-1 1 0 0,-1 0-1 0 0,2 0 0 0 0,-1 0 0 0 0,-3-4 1 0 0,2 1-1244 0 0,0 0 0 0 0,0 0 1 0 0,1 0-1 0 0,0-1 0 0 0,0 1 0 0 0,0-1 1 0 0,1 0-1 0 0,0 0 0 0 0,1 0 0 0 0,-2-12 1 0 0,2-3-7579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3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1636 0 0,'0'-16'6904'0'0,"1"-21"3110"0"0,1 35-9883 0 0,0 0 0 0 0,0 1 0 0 0,0-1 0 0 0,0 1 0 0 0,0-1 0 0 0,1 1 0 0 0,-1 0 0 0 0,0 0 0 0 0,1 0 0 0 0,-1 0 0 0 0,1 0 0 0 0,-1 0 0 0 0,4 0 0 0 0,-3 1 21 0 0,39-10 284 0 0,0 2-1 0 0,53-4 1 0 0,-48 8-507 0 0,71-17-1 0 0,-98 17-907 0 0,25-8-1586 0 0,-18-2-6256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3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692 149 128 0 0,'-49'-87'14048'0'0,"48"86"-13872"0"0,0 0 0 0 0,0 0 0 0 0,0 0 0 0 0,1-1 1 0 0,-1 1-1 0 0,1 0 0 0 0,-1-1 0 0 0,1 1 0 0 0,-1-1 0 0 0,1 1 0 0 0,0 0 0 0 0,-1-3 0 0 0,1 3-140 0 0,0 1-1 0 0,1-1 0 0 0,-1 0 0 0 0,0 1 1 0 0,0-1-1 0 0,0 1 0 0 0,0-1 0 0 0,1 1 0 0 0,-1-1 1 0 0,0 1-1 0 0,1-1 0 0 0,-1 1 0 0 0,0-1 1 0 0,1 1-1 0 0,-1-1 0 0 0,1 1 0 0 0,-1-1 0 0 0,1 1 1 0 0,-1 0-1 0 0,1-1 0 0 0,0 1 0 0 0,2-2-37 0 0,1 1 0 0 0,0 0 0 0 0,0 0 0 0 0,0 0-1 0 0,0 0 1 0 0,0 1 0 0 0,4-1 0 0 0,-3 1 97 0 0,97-8 65 0 0,52-5-160 0 0,-148 12-4 0 0,1 0 1 0 0,-1 1-1 0 0,0 0 1 0 0,1 0-1 0 0,-1 0 1 0 0,0 0-1 0 0,1 1 1 0 0,-1 0-1 0 0,0 1 1 0 0,0-1-1 0 0,0 1 1 0 0,0 1-1 0 0,9 3 1 0 0,-11-3-8 0 0,0 0 0 0 0,-1 0 0 0 0,1 1-1 0 0,-1-1 1 0 0,0 1 0 0 0,0-1 0 0 0,0 1 0 0 0,0 0 0 0 0,0 0 0 0 0,-1 0 0 0 0,0 1 0 0 0,0-1-1 0 0,0 1 1 0 0,-1-1 0 0 0,1 1 0 0 0,-1-1 0 0 0,1 8 0 0 0,6 47 249 0 0,-3 0 1 0 0,-2 70-1 0 0,0-2 498 0 0,92 642 2078 0 0,-24-270-2066 0 0,-39 28-616 0 0,-37 0 793 0 0,5-523-922 0 0,-19 571 376 0 0,-31-2 79 0 0,-11-73-620 0 0,53-406 235 0 0,-10 76 443 0 0,10-110-109 0 0,-11 60 858 0 0,15-104-998 0 0,0 0 0 0 0,-1 0 0 0 0,-1 0 0 0 0,0-1 0 0 0,-10 17 1 0 0,9-22-193 0 0,0 0 0 0 0,-1 0 1 0 0,-1-1-1 0 0,0 1 0 0 0,0-2 1 0 0,0 1-1 0 0,-1-2 0 0 0,-1 1 1 0 0,1-1-1 0 0,-1-1 0 0 0,-15 7 1 0 0,-16 6-2 0 0,-75 21 0 0 0,107-37-67 0 0,-351 83-3618 0 0,247-62 733 0 0,-81 15-7066 0 0,91-20-119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2688 0 0,'5'-29'17607'0'0,"-3"25"-15870"0"0,8 1-1462 0 0,1 0 0 0 0,0 1-1 0 0,0 0 1 0 0,0 1 0 0 0,-1 0 0 0 0,19 2-1 0 0,16-3-47 0 0,20-4-84 0 0,-9 3-134 0 0,0-4-1 0 0,73-17 0 0 0,-105 14-3137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3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76 888 0 0,'83'-58'10273'0'0,"-77"53"-9339"0"0,-11 4-280 0 0,-12 6-374 0 0,1 9-280 0 0,0 0 0 0 0,1 0 0 0 0,1 2 0 0 0,0 0 0 0 0,1 1 0 0 0,1 0 0 0 0,0 1 0 0 0,1 0 0 0 0,1 0 0 0 0,1 1 0 0 0,-10 31 0 0 0,17-46 5 0 0,1 1 0 0 0,-1 0-1 0 0,1 0 1 0 0,0 0 0 0 0,1 1-1 0 0,-1-1 1 0 0,1 0 0 0 0,0 0 0 0 0,0 0-1 0 0,0 0 1 0 0,1 0 0 0 0,0 0-1 0 0,0 1 1 0 0,0-1 0 0 0,4 8 0 0 0,-3-8 7 0 0,1 1 0 0 0,1-1 1 0 0,-1-1-1 0 0,1 1 0 0 0,0 0 1 0 0,0-1-1 0 0,0 0 1 0 0,0 0-1 0 0,1 0 0 0 0,0 0 1 0 0,0-1-1 0 0,0 1 0 0 0,7 2 1 0 0,57 25 19 0 0,-40-19-79 0 0,41 24-1 0 0,-62-32 51 0 0,-1 1 0 0 0,0 0-1 0 0,0 1 1 0 0,-1-1 0 0 0,1 1 0 0 0,-1 0-1 0 0,-1 1 1 0 0,1 0 0 0 0,-1 0-1 0 0,5 9 1 0 0,-8-12 63 0 0,0 0 0 0 0,-1 1-1 0 0,1-1 1 0 0,-1 1 0 0 0,0-1-1 0 0,-1 1 1 0 0,1-1 0 0 0,-1 1 0 0 0,1 0-1 0 0,-2-1 1 0 0,1 1 0 0 0,0 0-1 0 0,-1-1 1 0 0,0 1 0 0 0,0-1 0 0 0,0 1-1 0 0,-1-1 1 0 0,1 1 0 0 0,-1-1-1 0 0,0 0 1 0 0,-4 6 0 0 0,1-1 249 0 0,-1 0 0 0 0,0-1 0 0 0,-1 0 1 0 0,0 0-1 0 0,0 0 0 0 0,0-1 0 0 0,-1 0 0 0 0,-13 9 1 0 0,19-14-249 0 0,0-1 0 0 0,0 1 0 0 0,-1-1-1 0 0,1 0 1 0 0,-1 0 0 0 0,1 0 0 0 0,-1 0 0 0 0,1 0 0 0 0,-1 0 0 0 0,1-1 0 0 0,-1 1 0 0 0,0-1 0 0 0,1 0 0 0 0,-1 1 0 0 0,1-1 0 0 0,-1-1 0 0 0,0 1 0 0 0,1 0 0 0 0,-1-1 0 0 0,0 1 0 0 0,1-1 0 0 0,-1 0 0 0 0,1 0 0 0 0,-1 0 0 0 0,1 0 0 0 0,-1 0 0 0 0,1 0 0 0 0,0-1 0 0 0,0 1 0 0 0,0-1 0 0 0,0 0 0 0 0,0 1 0 0 0,0-1 0 0 0,0 0 0 0 0,0 0 0 0 0,0 0 0 0 0,1 0 0 0 0,0-1 0 0 0,-1 1 0 0 0,1 0-1 0 0,0-1 1 0 0,0 1 0 0 0,0-1 0 0 0,0 1 0 0 0,0-1 0 0 0,1 1 0 0 0,-1-1 0 0 0,1-5 0 0 0,-1-1-56 0 0,1 0 0 0 0,1 0 0 0 0,0 0 0 0 0,0 0 1 0 0,0 0-1 0 0,1 0 0 0 0,1 1 0 0 0,0-1 0 0 0,0 0 0 0 0,6-11 0 0 0,8-11-25 0 0,26-39 0 0 0,-31 52 15 0 0,55-75-25 0 0,-42 61 1 0 0,-2 0 0 0 0,-1-1 0 0 0,-2-1 0 0 0,18-42 0 0 0,-35 69 18 0 0,0 0 1 0 0,-1 0 0 0 0,-1 0-1 0 0,1 0 1 0 0,-1-1 0 0 0,0 1 0 0 0,0-1-1 0 0,-1 1 1 0 0,0-1 0 0 0,-1 1 0 0 0,-1-8-1 0 0,1 11 3 0 0,1 1-1 0 0,-1-1 0 0 0,-1 1 1 0 0,1 0-1 0 0,0 0 0 0 0,-1-1 1 0 0,0 1-1 0 0,0 0 1 0 0,0 0-1 0 0,0 1 0 0 0,0-1 1 0 0,0 0-1 0 0,-1 1 0 0 0,1-1 1 0 0,-1 1-1 0 0,0 0 0 0 0,0 0 1 0 0,0 0-1 0 0,0 0 0 0 0,0 1 1 0 0,0-1-1 0 0,0 1 0 0 0,-1-1 1 0 0,1 1-1 0 0,-4 0 1 0 0,0-1-1 0 0,0 1 0 0 0,-1 1 0 0 0,1-1 0 0 0,0 1 0 0 0,-1 0 0 0 0,1 1 0 0 0,0 0 0 0 0,0 0 0 0 0,0 1 0 0 0,0 0 0 0 0,0 0 0 0 0,0 0 0 0 0,0 1 0 0 0,0 0 0 0 0,1 0 0 0 0,-1 1 0 0 0,-6 5 0 0 0,8-6-183 0 0,1 1 1 0 0,0 0-1 0 0,-1 0 1 0 0,1 0 0 0 0,1 0-1 0 0,-1 1 1 0 0,1-1-1 0 0,-1 1 1 0 0,-4 10 0 0 0,7-11-240 0 0,-1 0 0 0 0,1 1 0 0 0,-1-1 0 0 0,1 0 0 0 0,1 1 0 0 0,-1-1 1 0 0,0 1-1 0 0,1-1 0 0 0,0 1 0 0 0,0-1 0 0 0,1 1 0 0 0,-1-1 0 0 0,3 8 1 0 0,8 13-5320 0 0,-3-14 1103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58 112 524 0 0,'-3'-22'6100'0'0,"-8"-40"3127"0"0,10 61-9188 0 0,1 1-1 0 0,0-1 1 0 0,0 0 0 0 0,0 0 0 0 0,0 1-1 0 0,0-1 1 0 0,0 0 0 0 0,0 1 0 0 0,0-1 0 0 0,0 0-1 0 0,0 0 1 0 0,0 1 0 0 0,0-1 0 0 0,1 0 0 0 0,-1 0-1 0 0,0 1 1 0 0,0-1 0 0 0,1 0 0 0 0,-1 1 0 0 0,1-1-1 0 0,-1 1 1 0 0,0-1 0 0 0,1 0 0 0 0,-1 1-1 0 0,1-1 1 0 0,1 0 0 0 0,-1 0-1 0 0,1 0 1 0 0,0 0-1 0 0,0 0 1 0 0,0 0-1 0 0,0 0 1 0 0,0 1-1 0 0,0-1 0 0 0,0 1 1 0 0,3-1-1 0 0,35 0 31 0 0,-40 1-63 0 0,5 1-8 0 0,0-1 1 0 0,-1 1-1 0 0,1 0 1 0 0,0 0-1 0 0,-1 0 1 0 0,0 1-1 0 0,1-1 1 0 0,-1 1-1 0 0,0 0 1 0 0,0 0-1 0 0,0 1 1 0 0,0-1-1 0 0,0 1 1 0 0,0 0-1 0 0,-1 0 1 0 0,1 0-1 0 0,-1 1 1 0 0,0-1-1 0 0,0 1 1 0 0,0 0-1 0 0,-1 0 1 0 0,1 0-1 0 0,-1 0 1 0 0,0 0-1 0 0,3 7 1 0 0,-3-4 3 0 0,0 1 1 0 0,-1-1 0 0 0,0 1 0 0 0,0-1 0 0 0,0 1-1 0 0,-1 0 1 0 0,0 0 0 0 0,-1-1 0 0 0,1 1 0 0 0,-2 0-1 0 0,1-1 1 0 0,-1 1 0 0 0,0-1 0 0 0,-5 11 0 0 0,-11 22 274 0 0,-2 0 1 0 0,-2-2-1 0 0,-40 55 1 0 0,61-92-46 0 0,3 0-235 0 0,-1 0 0 0 0,0-1 1 0 0,1 1-1 0 0,-1 0 0 0 0,0-1 1 0 0,1 1-1 0 0,-1-1 0 0 0,1 1 1 0 0,-1-1-1 0 0,1 0 1 0 0,-1 0-1 0 0,1 0 0 0 0,0 0 1 0 0,1 0-1 0 0,6 1-36 0 0,0 2 38 0 0,-1-1 0 0 0,1 1-1 0 0,-1 1 1 0 0,0-1 0 0 0,-1 2-1 0 0,1-1 1 0 0,0 1 0 0 0,-1 0 0 0 0,0 0-1 0 0,-1 1 1 0 0,1 0 0 0 0,-1 0 0 0 0,0 1-1 0 0,0-1 1 0 0,-1 1 0 0 0,0 0-1 0 0,0 1 1 0 0,-1 0 0 0 0,0-1 0 0 0,6 16-1 0 0,-9-20 94 0 0,-1-1 0 0 0,1 0-1 0 0,-1 0 1 0 0,1 1 0 0 0,-1-1-1 0 0,0 0 1 0 0,0 1 0 0 0,0-1-1 0 0,0 1 1 0 0,0-1 0 0 0,-1 0-1 0 0,1 1 1 0 0,-1-1 0 0 0,1 0-1 0 0,-1 0 1 0 0,0 1 0 0 0,0-1-1 0 0,0 0 1 0 0,0 0 0 0 0,0 0-1 0 0,-1 0 1 0 0,1 0 0 0 0,-1 0-1 0 0,1-1 1 0 0,-1 1 0 0 0,0 0-1 0 0,1-1 1 0 0,-1 1 0 0 0,0-1-1 0 0,-2 2 1 0 0,-2 0 118 0 0,1 0 1 0 0,-1 0 0 0 0,1-1-1 0 0,-1 1 1 0 0,0-1-1 0 0,0 0 1 0 0,0-1-1 0 0,0 0 1 0 0,-7 1-1 0 0,-3-2-140 0 0,0 0 0 0 0,-1-1 0 0 0,1-1-1 0 0,0-1 1 0 0,0 0 0 0 0,0-1-1 0 0,-25-11 1 0 0,30 12-351 0 0,10-3-2030 0 0,1 5 1928 0 0,0 0 0 0 0,1 0 0 0 0,-1-1 1 0 0,1 1-1 0 0,-1 0 0 0 0,1 0 0 0 0,-1 0 0 0 0,1 0 1 0 0,0 0-1 0 0,-1 0 0 0 0,1 0 0 0 0,0 0 0 0 0,0 0 1 0 0,0 0-1 0 0,0 0 0 0 0,0 0 0 0 0,0 0 0 0 0,0 1 1 0 0,0-1-1 0 0,0 0 0 0 0,0 1 0 0 0,0-1 0 0 0,0 1 1 0 0,0-1-1 0 0,3 0 0 0 0,7-4-2946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14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109 151 788 0 0,'0'-7'2296'0'0,"-1"-1"0"0"0,1 1 0 0 0,-2 0-1 0 0,-2-12 1 0 0,-7-11 1861 0 0,11 29-4113 0 0,-1 1 0 0 0,1-1 0 0 0,-1 1 0 0 0,1 0 0 0 0,-1-1 0 0 0,1 1-1 0 0,-1-1 1 0 0,1 1 0 0 0,-1 0 0 0 0,1 0 0 0 0,-1-1 0 0 0,0 1 0 0 0,1 0 0 0 0,-1 0 0 0 0,1 0-1 0 0,-1-1 1 0 0,0 1 0 0 0,1 0 0 0 0,-1 0 0 0 0,0 0 0 0 0,1 0 0 0 0,-1 0 0 0 0,1 0 0 0 0,-1 1-1 0 0,0-1 1 0 0,1 0 0 0 0,-1 0 0 0 0,0 0 0 0 0,1 0 0 0 0,-1 1 0 0 0,1-1 0 0 0,-1 0 0 0 0,1 1-1 0 0,-1-1 1 0 0,1 0 0 0 0,-1 1 0 0 0,1-1 0 0 0,-1 1 0 0 0,1-1 0 0 0,-1 1 0 0 0,-4 4 37 0 0,0 0 1 0 0,0 0-1 0 0,1 1 1 0 0,0-1-1 0 0,0 1 1 0 0,0 0-1 0 0,1 0 1 0 0,0 0-1 0 0,0 1 1 0 0,1-1-1 0 0,-3 11 1 0 0,-1 2 21 0 0,2 0 0 0 0,0 0 1 0 0,-1 20-1 0 0,4-23-61 0 0,1-1 0 0 0,0 1-1 0 0,1-1 1 0 0,1 0 0 0 0,0 0-1 0 0,1 1 1 0 0,0-1 0 0 0,2-1-1 0 0,-1 1 1 0 0,10 17 0 0 0,-11-26-8 0 0,0 0 0 0 0,0-1-1 0 0,1 0 1 0 0,-1 1 0 0 0,1-1 0 0 0,0-1 0 0 0,1 1 0 0 0,-1 0 0 0 0,1-1 0 0 0,0 0 0 0 0,0 0-1 0 0,1-1 1 0 0,-1 1 0 0 0,1-1 0 0 0,-1 0 0 0 0,1-1 0 0 0,0 0 0 0 0,0 1 0 0 0,0-2-1 0 0,1 1 1 0 0,-1-1 0 0 0,0 0 0 0 0,1 0 0 0 0,-1-1 0 0 0,0 1 0 0 0,1-2 0 0 0,6 0 0 0 0,-4 0 135 0 0,0 0 0 0 0,0-1 0 0 0,-1 0 0 0 0,1-1 1 0 0,-1 1-1 0 0,1-2 0 0 0,-1 1 0 0 0,0-1 1 0 0,0-1-1 0 0,-1 1 0 0 0,0-1 0 0 0,1-1 0 0 0,7-7 1 0 0,-6 4-31 0 0,-1 0 0 0 0,0-1 0 0 0,0 0 0 0 0,-1 0 1 0 0,0 0-1 0 0,-1-1 0 0 0,-1 0 0 0 0,9-24 1 0 0,-9 21-109 0 0,-1-1 1 0 0,0 0-1 0 0,-1 1 1 0 0,-1-1-1 0 0,0 0 1 0 0,-1-1-1 0 0,-1 1 1 0 0,0 0 0 0 0,-1 0-1 0 0,-1 0 1 0 0,0 0-1 0 0,-1 0 1 0 0,-1 0-1 0 0,0 1 1 0 0,-1-1-1 0 0,-8-16 1 0 0,10 26-72 0 0,0-1-1 0 0,0 1 1 0 0,-1 0 0 0 0,0 0 0 0 0,0 0-1 0 0,0 1 1 0 0,-1 0 0 0 0,1-1 0 0 0,-1 2-1 0 0,0-1 1 0 0,0 0 0 0 0,-1 1 0 0 0,1 0-1 0 0,-1 0 1 0 0,1 1 0 0 0,-1-1 0 0 0,0 1-1 0 0,0 0 1 0 0,0 1 0 0 0,0 0-1 0 0,0 0 1 0 0,0 0 0 0 0,-8 0 0 0 0,3 2-548 0 0,-1-1 0 0 0,1 2 1 0 0,0-1-1 0 0,-1 2 0 0 0,1 0 0 0 0,0 0 1 0 0,0 0-1 0 0,1 2 0 0 0,-1-1 1 0 0,1 1-1 0 0,-18 12 0 0 0,-34 26-7276 0 0,33-21 970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4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79 980 0 0,'2'-28'14303'0'0,"-7"24"-13986"0"0,-1 0 0 0 0,1 0 0 0 0,-1 1-1 0 0,0-1 1 0 0,0 2 0 0 0,0-1-1 0 0,0 0 1 0 0,-11-2 0 0 0,-51-10 29 0 0,64 14-311 0 0,-5 0-30 0 0,1 0 0 0 0,-1 1 0 0 0,0 0 0 0 0,0 0-1 0 0,0 1 1 0 0,1 0 0 0 0,-1 1 0 0 0,0-1 0 0 0,1 2 0 0 0,-1-1 0 0 0,1 1 0 0 0,0 1-1 0 0,0-1 1 0 0,0 1 0 0 0,0 1 0 0 0,1-1 0 0 0,-10 9 0 0 0,6-5-7 0 0,1 2-1 0 0,0-1 1 0 0,0 2 0 0 0,1-1-1 0 0,0 1 1 0 0,1 0 0 0 0,1 1 0 0 0,-1 0-1 0 0,2 0 1 0 0,-6 14 0 0 0,9-19 0 0 0,1 1 0 0 0,0-1 0 0 0,0 1 0 0 0,0-1-1 0 0,1 1 1 0 0,0 0 0 0 0,1-1 0 0 0,0 1 0 0 0,0 0 0 0 0,1-1 0 0 0,-1 1 0 0 0,2 0 0 0 0,2 9 0 0 0,-3-15 6 0 0,-1 0-1 0 0,2 0 1 0 0,-1 0-1 0 0,0 1 1 0 0,0-1 0 0 0,1-1-1 0 0,-1 1 1 0 0,1 0 0 0 0,-1 0-1 0 0,1 0 1 0 0,0-1-1 0 0,0 1 1 0 0,0-1 0 0 0,0 0-1 0 0,0 1 1 0 0,0-1-1 0 0,3 1 1 0 0,-1 0-1 0 0,0-1 0 0 0,0-1 0 0 0,0 1 0 0 0,-1 0 0 0 0,1-1 0 0 0,0 0 0 0 0,0 0 0 0 0,0 0 0 0 0,7-2 0 0 0,1 0 8 0 0,-1-1 0 0 0,0-1-1 0 0,-1 1 1 0 0,1-2 0 0 0,-1 0-1 0 0,13-7 1 0 0,-11 4 64 0 0,0 0 0 0 0,0-1 1 0 0,-1 0-1 0 0,0-1 0 0 0,-1 0 0 0 0,0 0 0 0 0,-1-1 1 0 0,0-1-1 0 0,0 0 0 0 0,-1 0 0 0 0,-1 0 0 0 0,0-1 1 0 0,-1 0-1 0 0,0-1 0 0 0,-1 1 0 0 0,0-1 0 0 0,3-20 1 0 0,-8 33 274 0 0,-1 1-341 0 0,0 0 0 0 0,1 1 1 0 0,-1-1-1 0 0,0 1 1 0 0,0-1-1 0 0,0 1 0 0 0,0-1 1 0 0,1 1-1 0 0,-1-1 1 0 0,0 1-1 0 0,0 0 0 0 0,1 0 1 0 0,-1-1-1 0 0,0 1 1 0 0,1 0-1 0 0,-1 0 0 0 0,1 0 1 0 0,-1-1-1 0 0,1 1 0 0 0,0 0 1 0 0,-1 0-1 0 0,1 1 1 0 0,-11 25 459 0 0,11-24-404 0 0,-132 543 2126 0 0,114-457-2105 0 0,6-12-58 0 0,8-46 10 0 0,-1-1 0 0 0,-11 36 1 0 0,10-24 152 0 0,5-40-261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9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 2736 0 0,'0'0'5629'0'0,"-17"-4"-2073"0"0,5 3-3104 0 0,-3-1-1840 0 0,3 5-2936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31 873 908 0 0,'0'0'1692'0'0,"-26"17"6095"0"0,25-15-7636 0 0,0 1 1 0 0,0-1-1 0 0,1 1 1 0 0,-1-1-1 0 0,1 1 1 0 0,0 0-1 0 0,0-1 1 0 0,0 1-1 0 0,0 0 1 0 0,0-1-1 0 0,1 1 1 0 0,-1-1-1 0 0,1 1 1 0 0,0 0-1 0 0,-1-1 1 0 0,1 1-1 0 0,0-1 1 0 0,1 0-1 0 0,-1 1 1 0 0,0-1-1 0 0,1 0 1 0 0,2 4-1 0 0,-3-5 221 0 0,1 0-299 0 0,-1-1 0 0 0,1 0 0 0 0,-1 0 1 0 0,1 1-1 0 0,-1-1 0 0 0,1 0 1 0 0,0 0-1 0 0,-1-1 0 0 0,1 1 0 0 0,-1 0 1 0 0,1 0-1 0 0,-1-1 0 0 0,0 1 0 0 0,1-1 1 0 0,-1 1-1 0 0,1-1 0 0 0,0 0 0 0 0,13-12 57 0 0,0-1 0 0 0,-1 0-1 0 0,-1-1 1 0 0,21-30 0 0 0,40-76-66 0 0,-56 90-28 0 0,181-336-78 0 0,-80 144-80 0 0,-62 123-16 0 0,-54 97 123 0 0,-3 3 20 0 0,1 0 0 0 0,-1-1 0 0 0,0 1 0 0 0,1 0 0 0 0,-1 0 0 0 0,1-1 0 0 0,-1 1 0 0 0,1 0 0 0 0,-1 0 0 0 0,1 0 0 0 0,-1 0 0 0 0,1 0 0 0 0,-1 0 0 0 0,1-1 0 0 0,-1 1 1 0 0,1 0-1 0 0,-1 0 0 0 0,1 0 0 0 0,-1 1 0 0 0,1-1 0 0 0,-1 0 0 0 0,1 0 0 0 0,-1 0 0 0 0,1 0 0 0 0,-1 0 0 0 0,1 1 0 0 0,-1-1 0 0 0,1 0 0 0 0,-1 0 0 0 0,1 1 0 0 0,-1-1 0 0 0,0 0 0 0 0,1 1 0 0 0,-1-1 0 0 0,1 0 0 0 0,-1 1 0 0 0,0-1 0 0 0,1 1 1 0 0,-1-1-1 0 0,0 1 0 0 0,0-1 0 0 0,1 0 0 0 0,-1 1 0 0 0,0 0 0 0 0,6 21 246 0 0,-6-21-229 0 0,3 26 254 0 0,-2 0 0 0 0,0 1 0 0 0,-2-1 0 0 0,-6 46 0 0 0,2-26-15 0 0,-49 396 1101 0 0,41-344-1232 0 0,-14 106 58 0 0,24-179-51 0 0,-8 33 0 0 0,10-57-60 0 0,0-3-79 0 0,0 0 1 0 0,1 0-1 0 0,-1 0 1 0 0,0 0-1 0 0,1 0 1 0 0,-1 0-1 0 0,0 0 1 0 0,1 0-1 0 0,-1 0 1 0 0,1 0-1 0 0,0 0 1 0 0,-1 0-1 0 0,1 0 1 0 0,0 0 0 0 0,-1 0-1 0 0,1-1 1 0 0,0 1-1 0 0,0-2 1 0 0,0-28-218 0 0,0 20 88 0 0,-1-21-287 0 0,-2 1-1 0 0,-1 0 1 0 0,-2 0 0 0 0,-15-48 0 0 0,16 65 311 0 0,0 1 1 0 0,-1 0-1 0 0,0 1 1 0 0,-1-1 0 0 0,-1 1-1 0 0,0 0 1 0 0,-1 1 0 0 0,0 0-1 0 0,0 1 1 0 0,-2-1 0 0 0,1 2-1 0 0,-17-13 1 0 0,16 14 76 0 0,0 1 1 0 0,-1 0 0 0 0,0 0-1 0 0,0 1 1 0 0,0 1-1 0 0,-1 0 1 0 0,0 1-1 0 0,0 0 1 0 0,0 1 0 0 0,0 0-1 0 0,0 1 1 0 0,-1 1-1 0 0,-18 0 1 0 0,30 1 27 0 0,0 0 0 0 0,0 1 0 0 0,0-1 1 0 0,0 1-1 0 0,0-1 0 0 0,0 1 0 0 0,0 0 0 0 0,0-1 1 0 0,0 1-1 0 0,1 0 0 0 0,-1 0 0 0 0,0 1 1 0 0,0-1-1 0 0,1 0 0 0 0,-1 0 0 0 0,1 1 0 0 0,-1-1 1 0 0,1 1-1 0 0,0 0 0 0 0,-1-1 0 0 0,1 1 0 0 0,0 0 1 0 0,0 0-1 0 0,-1 1 0 0 0,2-2 2 0 0,0 0 1 0 0,1-1-1 0 0,-1 1 0 0 0,0 0 1 0 0,0-1-1 0 0,0 1 0 0 0,0-1 0 0 0,1 1 1 0 0,-1 0-1 0 0,0-1 0 0 0,1 1 1 0 0,-1-1-1 0 0,0 1 0 0 0,1-1 0 0 0,-1 1 1 0 0,1-1-1 0 0,-1 1 0 0 0,1-1 1 0 0,-1 0-1 0 0,1 1 0 0 0,-1-1 1 0 0,1 1-1 0 0,-1-1 0 0 0,1 0 0 0 0,-1 0 1 0 0,1 1-1 0 0,0-1 0 0 0,-1 0 1 0 0,1 0-1 0 0,-1 0 0 0 0,2 0 0 0 0,21 4-2 0 0,20-7-788 0 0,0-1 0 0 0,78-20-1 0 0,-53 10-247 0 0,125-25-4895 0 0,-127 24 1816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1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20 504 0 0,'0'0'4155'0'0,"-11"29"6419"0"0,10-29-10491 0 0,1 0 0 0 0,0 1 1 0 0,-1-1-1 0 0,1 0 0 0 0,0 0 0 0 0,0 1 1 0 0,-1-1-1 0 0,1 0 0 0 0,0 1 1 0 0,0-1-1 0 0,0 0 0 0 0,-1 1 0 0 0,1-1 1 0 0,0 0-1 0 0,0 1 0 0 0,0-1 1 0 0,0 0-1 0 0,0 1 0 0 0,0-1 0 0 0,0 0 1 0 0,0 1-1 0 0,0-1 0 0 0,0 1 1 0 0,0-1-1 0 0,0 0 0 0 0,0 1 0 0 0,0-1 1 0 0,0 0-1 0 0,0 1 0 0 0,0-1 1 0 0,0 0-1 0 0,1 1 0 0 0,-1 0 0 0 0,14 2 1047 0 0,28-7-925 0 0,-35 3 3 0 0,147-28 429 0 0,-72 12-1862 0 0,0 4-4013 0 0,-67 13 2448 0 0,-3 2-1572 0 0,1-1 137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2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21 504 0 0,'-144'89'14415'0'0,"137"-84"-12920"0"0,8-3-592 0 0,13-1-317 0 0,25-8-426 0 0,289-52-3251 0 0,-116 24-4116 0 0,-124 19 1846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891 92 80 0 0,'2'-2'1814'0'0,"42"-52"9387"0"0,-43 53-10792 0 0,0 0 0 0 0,0-1 1 0 0,0 1-1 0 0,0 0 1 0 0,0-1-1 0 0,0 1 1 0 0,0 0-1 0 0,0-1 1 0 0,0 1-1 0 0,0-1 1 0 0,-1 1-1 0 0,1-1 0 0 0,-1 0 1 0 0,1 1-1 0 0,-1-3 1 0 0,-4 2-373 0 0,1 1 0 0 0,-1-1 0 0 0,0 1 0 0 0,0 0 0 0 0,0 0 0 0 0,0 0 0 0 0,0 0 0 0 0,-1 1 1 0 0,1 0-1 0 0,0 0 0 0 0,0 0 0 0 0,-8 2 0 0 0,-61 11 4 0 0,37-5 2 0 0,7-3-34 0 0,1 1 1 0 0,-1 2-1 0 0,2 1 0 0 0,-1 1 1 0 0,1 1-1 0 0,1 1 1 0 0,0 2-1 0 0,-27 18 1 0 0,47-27 37 0 0,-1 1 0 0 0,1-1 0 0 0,0 1 0 0 0,1 1 0 0 0,-1-1 0 0 0,1 1 1 0 0,0 0-1 0 0,1 0 0 0 0,0 0 0 0 0,0 0 0 0 0,0 1 0 0 0,1 0 1 0 0,0 0-1 0 0,1 0 0 0 0,0 0 0 0 0,-2 12 0 0 0,1 11 492 0 0,1 0 1 0 0,1 0-1 0 0,4 36 0 0 0,-1 5 267 0 0,-21 391 1242 0 0,-72 234-314 0 0,1-210-1020 0 0,-34 188-534 0 0,107-576-7 0 0,-59 428 199 0 0,71-478-346 0 0,-3 49 6 0 0,8-89-5 0 0,0 1 1 0 0,1-1 0 0 0,0 1-1 0 0,1-1 1 0 0,0 1-1 0 0,0-1 1 0 0,8 17 0 0 0,-8-22-18 0 0,0-1 1 0 0,0 0-1 0 0,1 0 1 0 0,-1 0-1 0 0,1-1 0 0 0,0 1 1 0 0,0-1-1 0 0,0 1 1 0 0,0-1-1 0 0,0 0 1 0 0,0 0-1 0 0,1 0 1 0 0,-1-1-1 0 0,1 1 0 0 0,-1-1 1 0 0,1 0-1 0 0,0 0 1 0 0,-1 0-1 0 0,1 0 1 0 0,0-1-1 0 0,0 1 1 0 0,4-1-1 0 0,13 1 6 0 0,-1-1-1 0 0,38-5 1 0 0,-50 4-14 0 0,339-60-2000 0 0,-237 33-1773 0 0,119-46 1 0 0,-77 5-5405 0 0,-80 28 443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109 222 1476 0 0,'-85'-60'11811'0'0,"66"46"-9520"0"0,19 13-2248 0 0,-1 1-1 0 0,1 0 1 0 0,0-1 0 0 0,-1 1-1 0 0,1 0 1 0 0,0-1-1 0 0,-1 1 1 0 0,1-1 0 0 0,0 1-1 0 0,0 0 1 0 0,-1-1-1 0 0,1 1 1 0 0,0-1-1 0 0,0 1 1 0 0,0-1 0 0 0,0 1-1 0 0,0-1 1 0 0,-1 1-1 0 0,1-1 1 0 0,0 1 0 0 0,0-1-1 0 0,0 1 1 0 0,0-1-1 0 0,0 1 1 0 0,1-1 0 0 0,-1 1-1 0 0,0-1 1 0 0,0 1-1 0 0,0-1 1 0 0,0 1-1 0 0,0-1 1 0 0,1 1 0 0 0,-1 0-1 0 0,0-1 1 0 0,0 1-1 0 0,1-1 1 0 0,-1 1 0 0 0,0 0-1 0 0,1-1 1 0 0,-1 1-1 0 0,1 0 1 0 0,-1-1 0 0 0,0 1-1 0 0,1 0 1 0 0,-1-1-1 0 0,1 1 1 0 0,-1 0-1 0 0,0 0 1 0 0,2-1 0 0 0,43-17 227 0 0,2 1 1 0 0,0 3-1 0 0,65-12 0 0 0,-64 16-220 0 0,87-17-362 0 0,-62 13-4116 0 0,-70 13 3407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4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 1536 0 0,'-39'6'4180'0'0,"-26"6"1300"0"0,63-11-5312 0 0,0 0 0 0 0,0 0 0 0 0,-1 1 1 0 0,1-1-1 0 0,0 1 0 0 0,0-1 0 0 0,0 1 1 0 0,0 0-1 0 0,1 0 0 0 0,-1 0 0 0 0,0 0 0 0 0,1 0 1 0 0,0 0-1 0 0,-3 5 0 0 0,-13 32 1340 0 0,17-38-1478 0 0,-7 20 409 0 0,1 0 1 0 0,-5 34-1 0 0,9-43-376 0 0,1-1 0 0 0,1 1 0 0 0,0 0 0 0 0,0 0 0 0 0,1 0 0 0 0,4 17 0 0 0,-5-27-28 0 0,0 0 0 0 0,1-1 0 0 0,-1 1 0 0 0,1 0 0 0 0,-1 0 0 0 0,1 0 0 0 0,0 0 0 0 0,-1-1 0 0 0,1 1-1 0 0,0 0 1 0 0,0-1 0 0 0,1 1 0 0 0,-1-1 0 0 0,0 1 0 0 0,0-1 0 0 0,1 0 0 0 0,-1 1 0 0 0,1-1 0 0 0,-1 0 0 0 0,1 0 0 0 0,-1 0 0 0 0,1 0-1 0 0,0 0 1 0 0,-1 0 0 0 0,1-1 0 0 0,0 1 0 0 0,0 0 0 0 0,0-1 0 0 0,0 1 0 0 0,0-1 0 0 0,-1 0 0 0 0,1 0 0 0 0,3 0 0 0 0,13-3 39 0 0,1 0 1 0 0,-1-2-1 0 0,-1 0 1 0 0,1-1-1 0 0,19-9 1 0 0,-19 7-53 0 0,0 1 1 0 0,0 0-1 0 0,0 2 0 0 0,1 0 1 0 0,28-3-1 0 0,-41 8 25 0 0,-1 0 0 0 0,0 1 1 0 0,1 0-1 0 0,-1 0 0 0 0,0 1 0 0 0,0-1 1 0 0,0 1-1 0 0,0 0 0 0 0,0 0 0 0 0,0 1 0 0 0,0-1 1 0 0,-1 1-1 0 0,1 0 0 0 0,-1 1 0 0 0,0-1 0 0 0,0 1 1 0 0,0-1-1 0 0,0 1 0 0 0,-1 1 0 0 0,0-1 0 0 0,6 9 1 0 0,-2-1 71 0 0,0-1 1 0 0,-1 1-1 0 0,0 0 1 0 0,-1 1 0 0 0,-1-1-1 0 0,0 1 1 0 0,5 24 0 0 0,-8-26-74 0 0,0 1 1 0 0,-1-1 0 0 0,0 1 0 0 0,-1 0 0 0 0,0-1-1 0 0,-1 1 1 0 0,0-1 0 0 0,-1 1 0 0 0,0-1-1 0 0,-1 0 1 0 0,-6 14 0 0 0,4-12 6 0 0,-2 0 1 0 0,1 0-1 0 0,-2-1 0 0 0,0 0 1 0 0,0 0-1 0 0,-1-1 0 0 0,0 0 1 0 0,-18 14-1 0 0,17-17-43 0 0,0 0 0 0 0,0-1 0 0 0,-1 0 1 0 0,0 0-1 0 0,0-1 0 0 0,-1-1 0 0 0,0 0 0 0 0,0-1 1 0 0,-17 4-1 0 0,20-7-54 0 0,-1 1 0 0 0,1-2 0 0 0,0 1 0 0 0,0-1 0 0 0,-1-1 0 0 0,1 0-1 0 0,0 0 1 0 0,0-1 0 0 0,0 0 0 0 0,0-1 0 0 0,0 0 0 0 0,-18-9 0 0 0,27 12-86 0 0,1 0-1 0 0,-1-1 1 0 0,0 1 0 0 0,0-1-1 0 0,0 1 1 0 0,1-1-1 0 0,-1 1 1 0 0,0-1-1 0 0,1 1 1 0 0,-1-1 0 0 0,1 1-1 0 0,-1-1 1 0 0,0 0-1 0 0,1 1 1 0 0,-1-1 0 0 0,1 0-1 0 0,0 0 1 0 0,-1 1-1 0 0,1-1 1 0 0,0 0-1 0 0,-1 0 1 0 0,1 0 0 0 0,0 1-1 0 0,0-1 1 0 0,-1 0-1 0 0,1 0 1 0 0,0 0-1 0 0,0 0 1 0 0,0 0 0 0 0,0 0-1 0 0,0 1 1 0 0,1-1-1 0 0,-1 0 1 0 0,0 0-1 0 0,0 0 1 0 0,1 0 0 0 0,-1 1-1 0 0,1-2 1 0 0,0-1-818 0 0,1 0 0 0 0,0 0 1 0 0,0 0-1 0 0,0 1 0 0 0,0-1 0 0 0,1 1 1 0 0,4-5-1 0 0,9-4-5331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1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147 101 876 0 0,'0'0'4039'0'0,"-18"-22"5331"0"0,18 21-9329 0 0,0-1 1 0 0,0 1-1 0 0,0 0 1 0 0,1-1-1 0 0,-1 1 1 0 0,1 0-1 0 0,-1-1 1 0 0,1 1-1 0 0,0 0 1 0 0,-1-1-1 0 0,1 1 0 0 0,0 0 1 0 0,0 0-1 0 0,0 0 1 0 0,0 0-1 0 0,0 0 1 0 0,1-1-1 0 0,29-17 301 0 0,-14 12-215 0 0,31-10 0 0 0,-35 14-97 0 0,1 0 0 0 0,0 0 0 0 0,24-1-1 0 0,-32 4-18 0 0,0 0-1 0 0,-1 1 0 0 0,1-1 1 0 0,0 1-1 0 0,-1 0 1 0 0,1 1-1 0 0,-1-1 0 0 0,1 1 1 0 0,-1 0-1 0 0,0 0 0 0 0,7 4 1 0 0,-10-5-3 0 0,-1 0-1 0 0,1 1 1 0 0,-1-1 0 0 0,1 0-1 0 0,-1 0 1 0 0,0 1 0 0 0,1-1-1 0 0,-1 0 1 0 0,0 1 0 0 0,0-1 0 0 0,0 1-1 0 0,0 0 1 0 0,-1-1 0 0 0,1 1-1 0 0,0 0 1 0 0,-1-1 0 0 0,1 1 0 0 0,-1 0-1 0 0,1 3 1 0 0,-1-2 7 0 0,0 1 0 0 0,0-1-1 0 0,0 1 1 0 0,-1-1 0 0 0,1 1-1 0 0,-1-1 1 0 0,0 1 0 0 0,0-1 0 0 0,-3 6-1 0 0,-2 2 23 0 0,0 0 0 0 0,-1 0 0 0 0,0-1 0 0 0,-14 17 0 0 0,-86 82 132 0 0,65-67-55 0 0,40-40-87 0 0,-1 3-9 0 0,-1 2 7 0 0,9-6-20 0 0,-1-1-7 0 0,-2 0-21 0 0,17 3 39 0 0,-12-1-20 0 0,0 0-1 0 0,-1 1 1 0 0,1-1-1 0 0,-1 1 1 0 0,0 1-1 0 0,0-1 0 0 0,0 1 1 0 0,0 0-1 0 0,-1 0 1 0 0,1 1-1 0 0,-1-1 1 0 0,0 1-1 0 0,0 1 1 0 0,4 5-1 0 0,-3-3 124 0 0,0-1 0 0 0,-1 1 1 0 0,1 1-1 0 0,-2-1 0 0 0,1 1 0 0 0,-1 0 0 0 0,0 0 0 0 0,-1 0 0 0 0,4 17 1 0 0,-7-20-12 0 0,0-1 1 0 0,0 1-1 0 0,0-1 1 0 0,-1 1-1 0 0,1-1 0 0 0,-1 1 1 0 0,-1-1-1 0 0,1 1 1 0 0,-1-1-1 0 0,0 0 1 0 0,0 0-1 0 0,0 0 1 0 0,-1 0-1 0 0,0 0 1 0 0,0 0-1 0 0,0-1 1 0 0,0 1-1 0 0,-1-1 1 0 0,0 0-1 0 0,-8 7 1 0 0,2-3 59 0 0,0 0 1 0 0,-1-1 0 0 0,0 0 0 0 0,0 0 0 0 0,0-1-1 0 0,-1-1 1 0 0,-23 8 0 0 0,25-11-130 0 0,1 0 1 0 0,-1 0-1 0 0,0-1 0 0 0,0 0 0 0 0,-1 0 1 0 0,1-1-1 0 0,0-1 0 0 0,0 0 1 0 0,0 0-1 0 0,0-1 0 0 0,0 0 0 0 0,-17-7 1 0 0,16 5-215 0 0,1 0 1 0 0,0-1-1 0 0,0-1 0 0 0,-11-8 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3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155 148 556 0 0,'-79'6'5282'0'0,"76"-6"-4821"0"0,-32 2 3282 0 0,22-2-3074 0 0,6 0 2435 0 0,6 0-2956 0 0,0 0 0 0 0,0 0 1 0 0,0 0-1 0 0,0 0 0 0 0,0 0 0 0 0,0 0 0 0 0,0 0 0 0 0,0 0 0 0 0,0 0 0 0 0,1-1 0 0 0,-1 1 0 0 0,0 0 1 0 0,0-1-1 0 0,0 1 0 0 0,0 0 0 0 0,-1-2 0 0 0,2 1-108 0 0,0 1 0 0 0,0-1 0 0 0,0 0 0 0 0,0 0 0 0 0,0 1 0 0 0,0-1 0 0 0,0 0 0 0 0,0 0 0 0 0,0 1 0 0 0,0-1 0 0 0,0 0 0 0 0,1 0 0 0 0,-1 1 0 0 0,0-1 0 0 0,1 0 0 0 0,-1 1 0 0 0,0-1 0 0 0,1 0 0 0 0,-1 1 0 0 0,1-1 0 0 0,-1 0 0 0 0,1 1 0 0 0,-1-1 0 0 0,2 0 0 0 0,6-9-19 0 0,0 1-1 0 0,1 0 1 0 0,0 1 0 0 0,1-1-1 0 0,0 2 1 0 0,0-1 0 0 0,1 2-1 0 0,0-1 1 0 0,15-6 0 0 0,10-1-30 0 0,61-18 0 0 0,-91 32 11 0 0,12-1-4 0 0,1 2 2 0 0,4 5 4 0 0,-20-4-1 0 0,0 1-2 0 0,-2-3 0 0 0,1 1 0 0 0,-1 0 0 0 0,0 1 0 0 0,0-1 0 0 0,1 0 0 0 0,-1 0-1 0 0,0 0 1 0 0,0 1 0 0 0,0-1 0 0 0,0 0 0 0 0,-1 1 0 0 0,1-1 0 0 0,0 1 0 0 0,-1-1 0 0 0,1 1-1 0 0,-1-1 1 0 0,1 1 0 0 0,-1 0 0 0 0,0-1 0 0 0,1 1 0 0 0,-1 2 0 0 0,0 0 1 0 0,0 0 0 0 0,0 0 1 0 0,0 0-1 0 0,0 0 0 0 0,-1 1 1 0 0,0-2-1 0 0,-1 6 0 0 0,-24 75 35 0 0,25-80-31 0 0,-1-1-6 0 0,1 1-1 0 0,0-1 0 0 0,-1 1 1 0 0,2-1-1 0 0,-1 1 0 0 0,0-1 1 0 0,1 1-1 0 0,-1 0 1 0 0,1 5-1 0 0,2-8 2 0 0,0 0-1 0 0,0 0 1 0 0,-1 0 0 0 0,1 0-1 0 0,0 0 1 0 0,0 0-1 0 0,0-1 1 0 0,0 1 0 0 0,0-1-1 0 0,0 1 1 0 0,0-1 0 0 0,0 0-1 0 0,0 1 1 0 0,4-1 0 0 0,-3 0-5 0 0,10 2 3 0 0,-5-2-2 0 0,0 1 0 0 0,0 1 0 0 0,-1-1 0 0 0,1 1 0 0 0,0 1 0 0 0,-1-1 0 0 0,13 7 0 0 0,4 3-10 0 0,-18-9 13 0 0,1 0 0 0 0,-1 1 0 0 0,0 0 0 0 0,0 0 0 0 0,0 1 0 0 0,6 5-1 0 0,-9-7 7 0 0,0 0-1 0 0,0 1 0 0 0,0-1 0 0 0,-1 0 0 0 0,1 1 0 0 0,-1 0 0 0 0,0 0 0 0 0,1-1 0 0 0,-2 1 0 0 0,1 1 1 0 0,1 3-1 0 0,-3-4 37 0 0,0 0 1 0 0,0 0 0 0 0,0 1 0 0 0,0-1-1 0 0,-1 0 1 0 0,0 0 0 0 0,0 0 0 0 0,0 0-1 0 0,0 0 1 0 0,-1 0 0 0 0,1-1 0 0 0,-1 1-1 0 0,0 0 1 0 0,0-1 0 0 0,-1 1 0 0 0,1-1-1 0 0,-1 0 1 0 0,-3 4 0 0 0,-5 5 168 0 0,-1 0 0 0 0,0-1 0 0 0,-15 10 0 0 0,15-11 22 0 0,0-1 0 0 0,-1 0 0 0 0,0-1 0 0 0,-1-1 0 0 0,1 0 0 0 0,-2 0 0 0 0,1-2 0 0 0,-1 0 0 0 0,0 0 0 0 0,0-1 0 0 0,0-1 0 0 0,-21 1 0 0 0,16-4-453 0 0,1-1-1 0 0,0 0 0 0 0,0-2 1 0 0,-20-5-1 0 0,28 4-3329 0 0,5 3 1648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4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29 156 1452 0 0,'18'-15'14226'0'0,"-19"14"-14071"0"0,1 0-87 0 0,-2-1-47 0 0,0 1 0 0 0,0 0 0 0 0,0-1-1 0 0,1 1 1 0 0,-1-1 0 0 0,1 0-1 0 0,-1 1 1 0 0,1-1 0 0 0,0 0-1 0 0,-2-2 1 0 0,-4-6 29 0 0,6 9-37 0 0,-1 0-9 0 0,1 0-1 0 0,-1 0 0 0 0,1 0 1 0 0,-1 0-1 0 0,1-1 1 0 0,0 1-1 0 0,0 0 1 0 0,0-1-1 0 0,0 1 0 0 0,0-1 1 0 0,0 0-1 0 0,0 1 1 0 0,0-1-1 0 0,-1-2 0 0 0,11-1 2 0 0,1 1 0 0 0,-1 1-1 0 0,0 0 1 0 0,1 0-1 0 0,0 1 1 0 0,15-2-1 0 0,-3 0 6 0 0,93-16 14 0 0,135-5 0 0 0,-199 17 653 0 0,-49 7-517 0 0,0 0-181 0 0,5-1 765 0 0,-7 2-734 0 0,0 0 0 0 0,0 1 1 0 0,0-1-1 0 0,0 0 0 0 0,1 0 0 0 0,-1 0 1 0 0,0 0-1 0 0,0 0 0 0 0,0 0 0 0 0,0 1 0 0 0,0-1 1 0 0,0 0-1 0 0,0 0 0 0 0,0 0 0 0 0,1 0 1 0 0,-1 1-1 0 0,0-1 0 0 0,0 0 0 0 0,0 0 0 0 0,0 0 1 0 0,0 0-1 0 0,0 1 0 0 0,0-1 0 0 0,0 0 1 0 0,0 0-1 0 0,0 0 0 0 0,0 0 0 0 0,0 1 0 0 0,0-1 1 0 0,0 0-1 0 0,0 0 0 0 0,0 0 0 0 0,0 0 1 0 0,0 1-1 0 0,-1-1 0 0 0,1 0 0 0 0,0 0 0 0 0,0 0 1 0 0,0 0-1 0 0,0 1 0 0 0,0-1 0 0 0,0 0 1 0 0,0 0-1 0 0,-1 0 0 0 0,1 0 0 0 0,0 0 1 0 0,0 0-1 0 0,0 0 0 0 0,0 1 0 0 0,-1-1 0 0 0,-32 57 314 0 0,-24 46-112 0 0,-97 269 76 0 0,147-353-787 0 0,-10 29-1125 0 0,16-44 804 0 0,0 0-1 0 0,0-1 1 0 0,1 1-1 0 0,-1 0 1 0 0,1 0-1 0 0,0 0 1 0 0,0 0-1 0 0,0-1 0 0 0,1 1 1 0 0,0 4-1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42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76 1012 0 0,'0'0'1902'0'0,"-6"-32"7938"0"0,6 31-9757 0 0,0 1 0 0 0,-1-1 0 0 0,1 0 1 0 0,0 0-1 0 0,0 0 0 0 0,-1 0 0 0 0,1 0 0 0 0,0 0 0 0 0,0 0 1 0 0,0 1-1 0 0,0-1 0 0 0,0 0 0 0 0,0 0 0 0 0,1 0 1 0 0,-1 0-1 0 0,0 0 0 0 0,0 0 0 0 0,1 0 0 0 0,-1 1 0 0 0,0-1 1 0 0,1 0-1 0 0,-1 0 0 0 0,1 0 0 0 0,-1 1 0 0 0,1-1 1 0 0,-1 0-1 0 0,2 0 0 0 0,0-1-17 0 0,0 0 0 0 0,0 1-1 0 0,1-1 1 0 0,-1 1 0 0 0,1 0 0 0 0,-1 0-1 0 0,1 0 1 0 0,-1 0 0 0 0,5-1 0 0 0,2 0-56 0 0,0 1 1 0 0,0 0-1 0 0,0 0 0 0 0,0 1 0 0 0,11 1 1 0 0,-13-1-4 0 0,-1 1 1 0 0,1 1-1 0 0,-1-1 1 0 0,1 1-1 0 0,-1 0 1 0 0,0 1-1 0 0,1-1 1 0 0,-1 1-1 0 0,0 1 1 0 0,-1-1-1 0 0,9 7 1 0 0,-11-8-2 0 0,-1 0 0 0 0,0 1 0 0 0,0-1 0 0 0,0 1 0 0 0,0 0 1 0 0,0-1-1 0 0,0 1 0 0 0,-1 0 0 0 0,0 0 0 0 0,1 0 0 0 0,-1 0 1 0 0,0 0-1 0 0,0 0 0 0 0,-1 0 0 0 0,1 1 0 0 0,-1-1 0 0 0,1 0 1 0 0,-1 0-1 0 0,0 1 0 0 0,0-1 0 0 0,-1 0 0 0 0,1 0 0 0 0,0 0 0 0 0,-1 1 1 0 0,-2 4-1 0 0,-2 6 34 0 0,-1-1-1 0 0,0 0 1 0 0,-1-1 0 0 0,0 1 0 0 0,-1-1 0 0 0,0-1 0 0 0,-1 1-1 0 0,0-2 1 0 0,-14 13 0 0 0,-10 7 508 0 0,-60 42 1 0 0,-83 57 622 0 0,176-129-1166 0 0,-1 0 0 0 0,1 0 0 0 0,0 0 0 0 0,-1 0 0 0 0,1 1 0 0 0,0-1 0 0 0,-1 0 0 0 0,1 0 0 0 0,0 1 0 0 0,-1-1 0 0 0,1 0 0 0 0,0 0 0 0 0,-1 1 0 0 0,1-1 0 0 0,0 0 0 0 0,0 1 0 0 0,0-1 0 0 0,-1 0 0 0 0,1 1 0 0 0,0-1 0 0 0,0 1 0 0 0,0-1 0 0 0,0 0 0 0 0,-1 1 0 0 0,1-1 0 0 0,0 1 0 0 0,0-1 0 0 0,0 0 0 0 0,0 1 0 0 0,0-1 0 0 0,0 1 0 0 0,0-1 0 0 0,0 1 0 0 0,1-1 0 0 0,-1 0 0 0 0,0 1 0 0 0,0 0 0 0 0,1 0 3 0 0,0-1 0 0 0,0 1 0 0 0,0 0 0 0 0,1 0 0 0 0,-1-1 0 0 0,0 1 1 0 0,0-1-1 0 0,0 1 0 0 0,1-1 0 0 0,-1 0 0 0 0,3 1 0 0 0,36 3 74 0 0,43-8 2 0 0,134-24 0 0 0,-141 16-59 0 0,7-4-190 0 0,-56 10-3000 0 0,-3-2-4605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34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148 157 792 0 0,'-3'-1'1956'0'0,"-2"-1"-1078"0"0,-1-1 1 0 0,1 1 0 0 0,0-1 0 0 0,0 0 0 0 0,0 0-1 0 0,1-1 1 0 0,-1 1 0 0 0,1-1 0 0 0,-9-8 0 0 0,13 10-820 0 0,-1 1 1 0 0,0 0 0 0 0,1-1 0 0 0,-1 1 0 0 0,1-1-1 0 0,0 1 1 0 0,-1-1 0 0 0,1 1 0 0 0,0 0-1 0 0,0-1 1 0 0,0 1 0 0 0,0-1 0 0 0,0 1 0 0 0,0-1-1 0 0,0 1 1 0 0,1-1 0 0 0,-1 1 0 0 0,0-1-1 0 0,1 1 1 0 0,-1 0 0 0 0,1-1 0 0 0,0 1 0 0 0,-1 0-1 0 0,1-1 1 0 0,0 1 0 0 0,0 0 0 0 0,0 0-1 0 0,1-2 1 0 0,3-3 46 0 0,1 0-1 0 0,0 0 1 0 0,9-8-1 0 0,-11 11-14 0 0,3-2-66 0 0,0 0 0 0 0,0 1 0 0 0,1 0 0 0 0,0 0 0 0 0,0 1 0 0 0,0 0 0 0 0,0 0-1 0 0,0 1 1 0 0,1 0 0 0 0,-1 0 0 0 0,1 1 0 0 0,0 0 0 0 0,-1 0 0 0 0,1 1 0 0 0,0 0 0 0 0,11 3 0 0 0,-16-3-23 0 0,0 0 0 0 0,-1 1 1 0 0,1 0-1 0 0,-1 0 0 0 0,1 0 1 0 0,-1 0-1 0 0,1 1 0 0 0,-1-1 0 0 0,0 1 1 0 0,1 0-1 0 0,-1 0 0 0 0,0 0 0 0 0,0 0 1 0 0,0 1-1 0 0,-1-1 0 0 0,1 1 0 0 0,-1-1 1 0 0,1 1-1 0 0,-1 0 0 0 0,0 0 1 0 0,0 0-1 0 0,0 0 0 0 0,0 1 0 0 0,-1-1 1 0 0,1 0-1 0 0,-1 1 0 0 0,0-1 0 0 0,0 1 1 0 0,0 0-1 0 0,-1-1 0 0 0,1 1 0 0 0,-1 0 1 0 0,0-1-1 0 0,0 6 0 0 0,-1 3 27 0 0,-1 0-1 0 0,0 0 0 0 0,0 0 1 0 0,-1 0-1 0 0,-1-1 0 0 0,0 1 1 0 0,0-1-1 0 0,-1 0 0 0 0,-8 12 1 0 0,-13 17 383 0 0,-1-1 1 0 0,-47 51-1 0 0,-73 63 764 0 0,133-138-1064 0 0,13-14-103 0 0,-3 2 51 0 0,1 0-1 0 0,0 1 1 0 0,0-1 0 0 0,0 1-1 0 0,0 0 1 0 0,0 0 0 0 0,1 0 0 0 0,-3 6-1 0 0,5-9-24 0 0,1 0 1 0 0,0 0-1 0 0,0 0 0 0 0,0 0 0 0 0,1 0 0 0 0,-1-1 0 0 0,0 1 1 0 0,0 0-1 0 0,0-1 0 0 0,0 1 0 0 0,1-1 0 0 0,-1 0 0 0 0,0 1 1 0 0,0-1-1 0 0,1 0 0 0 0,-1 1 0 0 0,0-1 0 0 0,1 0 1 0 0,1 0-1 0 0,241-20 1033 0 0,-138 8-6108 0 0,-84 7-1125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3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416 161 1992 0 0,'15'-26'6835'0'0,"19"-50"-1"0"0,-22 49-3123 0 0,-12 27-3654 0 0,1-1 1 0 0,-1 0 0 0 0,0 1-1 0 0,1-1 1 0 0,-1 0-1 0 0,1 0 1 0 0,-1 1 0 0 0,0-1-1 0 0,0 0 1 0 0,1 0-1 0 0,-1 0 1 0 0,0 1 0 0 0,0-1-1 0 0,0 0 1 0 0,0 0-1 0 0,0 0 1 0 0,0 0 0 0 0,0 1-1 0 0,0-1 1 0 0,0 0-1 0 0,-1 0 1 0 0,1 0 0 0 0,0 1-1 0 0,0-1 1 0 0,-1 0 0 0 0,1 0-1 0 0,0 1 1 0 0,-1-1-1 0 0,1 0 1 0 0,-1 1 0 0 0,1-1-1 0 0,-1 0 1 0 0,1 1-1 0 0,-1-1 1 0 0,0 1 0 0 0,1-1-1 0 0,-1 1 1 0 0,0-1-1 0 0,1 1 1 0 0,-1-1 0 0 0,0 1-1 0 0,1 0 1 0 0,-1-1-1 0 0,0 1 1 0 0,-1-1 0 0 0,-1 1-28 0 0,1 0 0 0 0,-1-1 0 0 0,0 1 0 0 0,0 0 0 0 0,1 0 1 0 0,-1 1-1 0 0,0-1 0 0 0,0 0 0 0 0,1 1 0 0 0,-4 0 0 0 0,-7 5 4 0 0,0 0 0 0 0,1 1-1 0 0,0 0 1 0 0,0 1-1 0 0,1 1 1 0 0,-17 14 0 0 0,-56 65 48 0 0,77-80-76 0 0,-26 30 17 0 0,2 3-1 0 0,1 0 1 0 0,2 2-1 0 0,2 1 1 0 0,2 1-1 0 0,-25 66 1 0 0,45-99-24 0 0,0 0 1 0 0,1 1 0 0 0,0-1-1 0 0,1 1 1 0 0,0-1 0 0 0,1 1-1 0 0,1 0 1 0 0,0 0 0 0 0,3 22-1 0 0,-2-30 6 0 0,0 0-1 0 0,0 0 1 0 0,0-1-1 0 0,1 1 1 0 0,0-1-1 0 0,0 1 1 0 0,0-1 0 0 0,1 0-1 0 0,-1 0 1 0 0,1 0-1 0 0,0 0 1 0 0,0 0-1 0 0,0 0 1 0 0,1-1-1 0 0,-1 0 1 0 0,1 1-1 0 0,0-2 1 0 0,0 1-1 0 0,0 0 1 0 0,0-1-1 0 0,0 1 1 0 0,1-1 0 0 0,-1 0-1 0 0,1-1 1 0 0,-1 1-1 0 0,1-1 1 0 0,0 0-1 0 0,5 1 1 0 0,-1-1 18 0 0,0 0 1 0 0,0-1-1 0 0,-1 0 1 0 0,1-1 0 0 0,0 1-1 0 0,0-2 1 0 0,-1 1-1 0 0,1-1 1 0 0,-1 0-1 0 0,1-1 1 0 0,13-7 0 0 0,-16 8-10 0 0,0-1 1 0 0,-1-1-1 0 0,1 1 1 0 0,-1-1 0 0 0,0 0-1 0 0,0 0 1 0 0,0-1 0 0 0,0 1-1 0 0,-1-1 1 0 0,0 0-1 0 0,0-1 1 0 0,0 1 0 0 0,-1 0-1 0 0,0-1 1 0 0,0 0 0 0 0,3-7-1 0 0,-6 11-14 0 0,1 0 0 0 0,-1 0 0 0 0,1 0 0 0 0,-1 1 0 0 0,0-1 0 0 0,1 0 0 0 0,-1 0-1 0 0,0 0 1 0 0,0 0 0 0 0,-1 0 0 0 0,1 1 0 0 0,0-1 0 0 0,-1 0 0 0 0,1 0 0 0 0,-1 0 0 0 0,1 0 0 0 0,-1 1 0 0 0,0-1 0 0 0,0 0 0 0 0,-1-2-1 0 0,-1 1 3 0 0,1 1 0 0 0,-1-1-1 0 0,1 0 1 0 0,-1 1 0 0 0,0 0 0 0 0,0 0-1 0 0,0 0 1 0 0,-1 0 0 0 0,-5-3-1 0 0,0 1-7 0 0,-1 1 0 0 0,1 0 0 0 0,-1 1 0 0 0,0 0 0 0 0,0 0 0 0 0,-15 0 0 0 0,11 2-118 0 0,2 0-488 0 0,-1 0 0 0 0,-17 3 1 0 0,-6 8-4519 0 0,29-5 2883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431 211 772 0 0,'0'0'5831'0'0,"19"-9"-2504"0"0,-16 6-3116 0 0,-1-1-1 0 0,0 1 1 0 0,0-1-1 0 0,0 1 1 0 0,0-1-1 0 0,-1 0 1 0 0,1 0-1 0 0,-1 0 1 0 0,0 0-1 0 0,0 0 1 0 0,-1 0-1 0 0,1 0 1 0 0,-1 0-1 0 0,0 0 1 0 0,0-7 0 0 0,0 4-145 0 0,-1 1 0 0 0,0-1 0 0 0,0 1 0 0 0,0 0 0 0 0,-1-1 0 0 0,0 1 1 0 0,0 0-1 0 0,0 0 0 0 0,-6-10 0 0 0,4 10-30 0 0,0 0 0 0 0,0 1 0 0 0,0-1 1 0 0,-1 1-1 0 0,0 0 0 0 0,-7-6 0 0 0,8 9-35 0 0,1 0 0 0 0,-1 0 1 0 0,0 0-1 0 0,0 0 0 0 0,0 1 0 0 0,0 0 0 0 0,0 0 0 0 0,0 0 1 0 0,0 0-1 0 0,0 0 0 0 0,0 1 0 0 0,-1 0 0 0 0,1 0 0 0 0,-7 1 1 0 0,0 1-3 0 0,0 0 0 0 0,0 0 1 0 0,0 2-1 0 0,1-1 1 0 0,-1 1-1 0 0,1 1 1 0 0,0 0-1 0 0,0 0 0 0 0,1 1 1 0 0,0 0-1 0 0,0 1 1 0 0,-11 9-1 0 0,-1 4 27 0 0,0 1 1 0 0,1 1-1 0 0,-22 34 0 0 0,24-32 11 0 0,2 1-1 0 0,1 1 1 0 0,-13 30-1 0 0,24-47-30 0 0,1 0 1 0 0,-1 0-1 0 0,2 0 0 0 0,-1 1 0 0 0,1-1 0 0 0,0 1 0 0 0,1-1 1 0 0,1 1-1 0 0,-1 0 0 0 0,1-1 0 0 0,1 1 0 0 0,0 0 0 0 0,3 13 1 0 0,-3-18-8 0 0,0-1 1 0 0,1 0 0 0 0,0 0 0 0 0,0 0-1 0 0,0 0 1 0 0,0 0 0 0 0,0-1 0 0 0,1 1-1 0 0,0-1 1 0 0,-1 0 0 0 0,1 1-1 0 0,1-1 1 0 0,-1 0 0 0 0,0-1 0 0 0,1 1-1 0 0,6 4 1 0 0,-4-5 2 0 0,0 1 0 0 0,0-1 0 0 0,1 0-1 0 0,-1 0 1 0 0,0-1 0 0 0,1 0 0 0 0,-1 0 0 0 0,1-1 0 0 0,-1 1-1 0 0,11-2 1 0 0,-6 0 3 0 0,0-1-1 0 0,1 0 1 0 0,-1 0-1 0 0,0-1 1 0 0,0-1-1 0 0,0 0 1 0 0,-1 0-1 0 0,1-1 1 0 0,-1 0-1 0 0,0-1 1 0 0,0 0-1 0 0,13-12 1 0 0,-13 8-23 0 0,0-1 0 0 0,-1 0 0 0 0,0 0 0 0 0,-1-1 1 0 0,0 0-1 0 0,-1 0 0 0 0,6-15 0 0 0,0-5-70 0 0,15-59-1 0 0,-13 35-19 0 0,-15 55 72 0 0,0 0 10 0 0,1 2 24 0 0,-1-1-1 0 0,0 0 0 0 0,0 0 1 0 0,0 1-1 0 0,0-1 0 0 0,0 0 0 0 0,1 0 1 0 0,-1 0-1 0 0,0 1 0 0 0,0-1 1 0 0,0 0-1 0 0,1 0 0 0 0,-1 0 1 0 0,0 0-1 0 0,0 0 0 0 0,1 0 0 0 0,-1 1 1 0 0,0-1-1 0 0,0 0 0 0 0,1 0 1 0 0,-1 0-1 0 0,0 0 0 0 0,0 0 0 0 0,1 0 1 0 0,-1 0-1 0 0,0 0 0 0 0,1 0 1 0 0,-1 0-1 0 0,0 0 0 0 0,0 0 0 0 0,1 0 1 0 0,-1 0-1 0 0,0 0 0 0 0,0-1 1 0 0,1 1-1 0 0,-1 0 0 0 0,0 0 0 0 0,0 0 1 0 0,0 0-1 0 0,1 0 0 0 0,-1-1 1 0 0,0 1-1 0 0,0 0 0 0 0,0 0 1 0 0,1 0-1 0 0,-1 0 0 0 0,0-1 0 0 0,0 1 1 0 0,0 0-1 0 0,0 0 0 0 0,0-1 1 0 0,1 1-1 0 0,-1 0 0 0 0,0 0 0 0 0,0-1 1 0 0,0 1-1 0 0,0 0 0 0 0,0 0 1 0 0,0-1-1 0 0,0 1 0 0 0,0 0 0 0 0,0 0 1 0 0,0-1-1 0 0,0 1 0 0 0,0 0 1 0 0,0-1-1 0 0,4 8 18 0 0,0 0 1 0 0,-1 0-1 0 0,1 1 0 0 0,-1-1 1 0 0,-1 1-1 0 0,1 0 0 0 0,0 9 1 0 0,8 20 73 0 0,5 9-217 0 0,-7-20 410 0 0,20 41 0 0 0,-25-58-881 0 0,1-1 0 0 0,1 0 0 0 0,-1 0 0 0 0,13 13-1 0 0,-15-19-104 0 0,0 0-1 0 0,0 0 0 0 0,0 0 0 0 0,0 0 0 0 0,0 0 0 0 0,0-1 0 0 0,7 3 0 0 0,-10-4 612 0 0,12 4-3387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373 550 1604 0 0,'0'-1'415'0'0,"6"-13"2479"0"0,-1-1 1 0 0,6-24 0 0 0,-10 35-2728 0 0,-1 0 1 0 0,1 0-1 0 0,-1-1 1 0 0,0 1-1 0 0,0 0 1 0 0,0-1 0 0 0,0 1-1 0 0,-1 0 1 0 0,0 0-1 0 0,0-1 1 0 0,0 1-1 0 0,-1 0 1 0 0,1 0-1 0 0,-3-5 1 0 0,2 7-150 0 0,1 0 1 0 0,-1 0-1 0 0,0 0 0 0 0,1 1 1 0 0,-1-1-1 0 0,0 0 0 0 0,0 1 1 0 0,0-1-1 0 0,0 1 0 0 0,-1 0 1 0 0,1 0-1 0 0,0-1 0 0 0,-1 1 1 0 0,1 1-1 0 0,0-1 0 0 0,-1 0 1 0 0,-4 0-1 0 0,0 0-9 0 0,1 0 0 0 0,-1 1 1 0 0,0 0-1 0 0,1 0 0 0 0,-11 2 0 0 0,4 1 6 0 0,-1 0 0 0 0,0 2-1 0 0,1 0 1 0 0,0 0 0 0 0,0 1-1 0 0,0 0 1 0 0,1 2 0 0 0,0-1-1 0 0,0 1 1 0 0,1 1 0 0 0,-18 17-1 0 0,14-11 20 0 0,2 0 0 0 0,-1 1-1 0 0,2 0 1 0 0,0 1 0 0 0,1 0-1 0 0,1 1 1 0 0,-12 29 0 0 0,18-39-35 0 0,1 1-1 0 0,1-1 1 0 0,0 1 0 0 0,0 0 0 0 0,1 0 0 0 0,0 0 0 0 0,1 18 0 0 0,0-25 3 0 0,0 1-1 0 0,0-1 1 0 0,0 1-1 0 0,1-1 1 0 0,-1 1 0 0 0,1-1-1 0 0,-1 1 1 0 0,1-1 0 0 0,0 0-1 0 0,0 1 1 0 0,0-1-1 0 0,1 0 1 0 0,-1 0 0 0 0,0 0-1 0 0,1 0 1 0 0,-1 0 0 0 0,1 0-1 0 0,0 0 1 0 0,0 0-1 0 0,0 0 1 0 0,0-1 0 0 0,0 1-1 0 0,0-1 1 0 0,0 0 0 0 0,0 0-1 0 0,0 1 1 0 0,1-1-1 0 0,-1 0 1 0 0,0-1 0 0 0,1 1-1 0 0,3 0 1 0 0,3 0-2 0 0,-1-1 1 0 0,1 0-1 0 0,-1 0 1 0 0,0-1-1 0 0,1 0 1 0 0,-1-1-1 0 0,0 0 1 0 0,0 0-1 0 0,0 0 1 0 0,0-1-1 0 0,0-1 1 0 0,0 1-1 0 0,7-6 1 0 0,2-1-14 0 0,-1-1 1 0 0,0-1-1 0 0,-1-1 1 0 0,20-20-1 0 0,-16 12-11 0 0,-2-1-1 0 0,0-1 1 0 0,-2 0-1 0 0,0-1 1 0 0,13-30 0 0 0,47-134-97 0 0,-55 124 58 0 0,-3-1 0 0 0,11-94 0 0 0,-25 140 28 0 0,-1 1-215 0 0,-2 37 152 0 0,-31 314 352 0 0,29-292-27 0 0,4 80 0 0 0,-1-106-690 0 0,2 0 1 0 0,0-1-1 0 0,7 22 1 0 0,-7-28-432 0 0,1 1 0 0 0,0-1 0 0 0,0 0 0 0 0,1 0 1 0 0,0 0-1 0 0,10 11 0 0 0,-2-5-2498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97 1588 0 0,'18'-97'11852'0'0,"-18"113"-11275"0"0,-9 107 1978 0 0,3-58-1797 0 0,-8 103 1100 0 0,-48 233 1 0 0,57-378-1442 0 0,-2 1 0 0 0,0-1 0 0 0,-1-1 0 0 0,-2 1 0 0 0,0-1 1 0 0,-17 26-1 0 0,24-45-326 0 0,0 1-1 0 0,1-1 1 0 0,-1 0 0 0 0,-1 0 0 0 0,1 0-1 0 0,0 0 1 0 0,-1-1 0 0 0,1 1 0 0 0,-1-1-1 0 0,0 0 1 0 0,0 0 0 0 0,0 0-1 0 0,0 0 1 0 0,-4 0 0 0 0,1 0-25 0 0,0-1-1 0 0,0 0 1 0 0,0 0 0 0 0,-1-1 0 0 0,1 0-1 0 0,0 0 1 0 0,0 0 0 0 0,-9-3 0 0 0,6 1-111 0 0,0 0 0 0 0,0-1 1 0 0,0 0-1 0 0,0-1 1 0 0,1 0-1 0 0,-1-1 0 0 0,1 0 1 0 0,0 0-1 0 0,1-1 1 0 0,-1 0-1 0 0,1-1 0 0 0,-8-8 1 0 0,13 12-337 0 0,0-1 1 0 0,1 0 0 0 0,-1 0-1 0 0,1-1 1 0 0,0 1 0 0 0,0 0-1 0 0,0-1 1 0 0,1 1 0 0 0,-1-1-1 0 0,1 0 1 0 0,0 1 0 0 0,1-1-1 0 0,-1-8 1 0 0,0-5-2685 0 0,2-1-1 0 0,3-22 1 0 0,-2 31 1217 0 0,2-20-4719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7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2068 0 0,'13'-90'12060'0'0,"-9"58"-13832"0"0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17 669 1176 0 0,'0'0'3798'0'0,"-13"12"-1770"0"0,12-10-1721 0 0,-2 28 4792 0 0,7-32-4932 0 0,0 0 1 0 0,0 0-1 0 0,0 0 0 0 0,0 0 1 0 0,-1-1-1 0 0,1 0 0 0 0,-1 1 1 0 0,0-1-1 0 0,0 0 1 0 0,0-1-1 0 0,0 1 0 0 0,3-6 1 0 0,34-54 308 0 0,-30 45-375 0 0,52-96-21 0 0,57-151 1 0 0,-66 142-131 0 0,-17 40-221 0 0,-35 81 214 0 0,0 1 1 0 0,-1 1 55 0 0,1 0-1 0 0,-1-1 0 0 0,0 1 0 0 0,0 0 1 0 0,0 0-1 0 0,1-1 0 0 0,-1 1 0 0 0,0 0 1 0 0,0 0-1 0 0,1 0 0 0 0,-1-1 1 0 0,0 1-1 0 0,0 0 0 0 0,1 0 0 0 0,-1 0 1 0 0,0 0-1 0 0,1 0 0 0 0,-1-1 1 0 0,0 1-1 0 0,1 0 0 0 0,-1 0 0 0 0,0 0 1 0 0,1 0-1 0 0,-1 0 0 0 0,0 0 1 0 0,1 0-1 0 0,-1 0 0 0 0,0 0 0 0 0,1 0 1 0 0,-1 0-1 0 0,0 0 0 0 0,1 1 1 0 0,-1-1-1 0 0,0 0 0 0 0,0 0 0 0 0,1 0 1 0 0,-1 0-1 0 0,0 0 0 0 0,1 1 1 0 0,-1-1-1 0 0,0 0 0 0 0,0 0 0 0 0,1 0 1 0 0,-1 1-1 0 0,0-1 0 0 0,0 0 1 0 0,0 0-1 0 0,1 1 0 0 0,-1-1 0 0 0,0 0 1 0 0,0 1-1 0 0,0-1 0 0 0,0 0 0 0 0,0 1 1 0 0,1 0-1 0 0,3 6-3 0 0,0 1 1 0 0,-1-1-1 0 0,1 1 0 0 0,-1 1 1 0 0,-1-1-1 0 0,4 16 0 0 0,4 57 60 0 0,-7-49-31 0 0,10 238 274 0 0,-8-84 14 0 0,-3-142-143 0 0,-2-42-125 0 0,2 6 88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8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74 100 1916 0 0,'-3'-1'1772'0'0,"-45"-14"7038"0"0,46 14-8252 0 0,0 1-330 0 0,0-1 0 0 0,-1 1 0 0 0,1-1 1 0 0,0 0-1 0 0,0 0 0 0 0,0 0 0 0 0,-4-2 0 0 0,11 0-197 0 0,0 1 0 0 0,-1-1 0 0 0,1 1 0 0 0,0 0 0 0 0,0 0 0 0 0,0 0 0 0 0,7 0 0 0 0,44-9 6 0 0,-35 8-31 0 0,40-8-720 0 0,23-4-1858 0 0,-28 5-2171 0 0,-25 3 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8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80 1260 0 0,'-7'-10'3799'0'0,"1"-1"1"0"0,0 0-1 0 0,-8-21 1 0 0,13 30-3264 0 0,-3-9 1390 0 0,7 9-1287 0 0,14 11-799 0 0,-12-5 281 0 0,11 8-104 0 0,-1 0 0 0 0,0 1 0 0 0,-1 1 0 0 0,0 1 0 0 0,-1 0-1 0 0,-1 0 1 0 0,0 1 0 0 0,12 25 0 0 0,4 10 42 0 0,31 85 0 0 0,-46-100-21 0 0,0 1 0 0 0,-3 0 0 0 0,-1 1 1 0 0,-2 0-1 0 0,-1 0 0 0 0,-2 1 0 0 0,-2 0 1 0 0,-1 0-1 0 0,-2-1 0 0 0,-2 1 0 0 0,-2 0 1 0 0,-1-1-1 0 0,-2 0 0 0 0,-20 59 0 0 0,4-35-594 0 0,-2-1 0 0 0,-3-1 0 0 0,-49 77-1 0 0,41-83-3721 0 0,-71 81-1 0 0,46-69-2898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4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512 104 1716 0 0,'13'-30'5274'0'0,"-12"23"-4550"0"0,0 1 0 0 0,0-1 0 0 0,-1 0 1 0 0,0-7-1 0 0,0 12-690 0 0,0 1-1 0 0,0 0 1 0 0,0-1-1 0 0,0 1 1 0 0,-1-1 0 0 0,1 1-1 0 0,0 0 1 0 0,-1-1 0 0 0,0 1-1 0 0,1 0 1 0 0,-1 0-1 0 0,0-1 1 0 0,1 1 0 0 0,-1 0-1 0 0,0 0 1 0 0,0 0-1 0 0,0 0 1 0 0,0 0 0 0 0,0 0-1 0 0,0 0 1 0 0,0 0-1 0 0,0 1 1 0 0,-1-1 0 0 0,1 0-1 0 0,0 1 1 0 0,0-1 0 0 0,-1 1-1 0 0,1-1 1 0 0,0 1-1 0 0,-1-1 1 0 0,1 1 0 0 0,-1 0-1 0 0,1 0 1 0 0,0 0-1 0 0,-1 0 1 0 0,1 0 0 0 0,-1 0-1 0 0,1 0 1 0 0,0 0 0 0 0,-1 0-1 0 0,1 1 1 0 0,0-1-1 0 0,-1 1 1 0 0,1-1 0 0 0,0 1-1 0 0,-1-1 1 0 0,0 2-1 0 0,-6 4-29 0 0,1 0-1 0 0,0 0 0 0 0,0 1 0 0 0,0 0 0 0 0,1 0 0 0 0,-10 16 0 0 0,-27 53 8 0 0,31-53-3 0 0,-135 298 206 0 0,26 10 185 0 0,46-81-84 0 0,68-215-265 0 0,1 0-1 0 0,1 0 1 0 0,2 0-1 0 0,2 1 1 0 0,4 46 0 0 0,-2-66-28 0 0,2-1 1 0 0,0 0 0 0 0,1 1-1 0 0,0-1 1 0 0,1-1 0 0 0,1 1 0 0 0,1-1-1 0 0,0 0 1 0 0,0 0 0 0 0,2-1-1 0 0,-1 0 1 0 0,16 17 0 0 0,-10-16 2 0 0,0 0 1 0 0,1-1-1 0 0,0-1 0 0 0,1 0 1 0 0,1-1-1 0 0,-1-1 0 0 0,2-1 1 0 0,-1 0-1 0 0,30 9 0 0 0,14 2-21 0 0,1-4-1 0 0,1-2 1 0 0,0-3-1 0 0,77 4 1 0 0,263-12-1846 0 0,-63-23-3168 0 0,-167 3 209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50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19 163 976 0 0,'0'-3'1591'0'0,"9"-55"4927"0"0,-5 31-2363 0 0,9-38-1 0 0,-12 63-3958 0 0,0-6 134 0 0,1 13-322 0 0,0-1 0 0 0,-1 1 0 0 0,0-1 0 0 0,0 1 0 0 0,0 0 0 0 0,0-1-1 0 0,0 9 1 0 0,-1 42 236 0 0,-1-31-7 0 0,-11 154 618 0 0,2-58-600 0 0,0-34-406 0 0,10-86 46 0 0,0 1-1 0 0,0-1 1 0 0,0 0-1 0 0,0 1 1 0 0,0-1 0 0 0,0 1-1 0 0,0-1 1 0 0,0 0-1 0 0,0 1 1 0 0,0-1-1 0 0,0 1 1 0 0,0-1 0 0 0,0 0-1 0 0,0 1 1 0 0,0-1-1 0 0,0 1 1 0 0,-1-1-1 0 0,1 0 1 0 0,0 1 0 0 0,0-1-1 0 0,0 0 1 0 0,-1 1-1 0 0,1-1 1 0 0,0 0-1 0 0,0 1 1 0 0,-1-1 0 0 0,1 0-1 0 0,0 0 1 0 0,-1 1-1 0 0,1-1 1 0 0,0 0-1 0 0,-1 0 1 0 0,1 1 0 0 0,-1-1-1 0 0,1 0 1 0 0,0 0-1 0 0,-1 0 1 0 0,1 0-1 0 0,-1 0 1 0 0,1 0 0 0 0,0 0-1 0 0,-1 0 1 0 0,0 0-47 0 0,0 0 0 0 0,1 0 0 0 0,-1-1 1 0 0,0 1-1 0 0,1 0 0 0 0,-1-1 0 0 0,1 1 1 0 0,-1-1-1 0 0,1 1 0 0 0,-1 0 0 0 0,1-1 0 0 0,-1 1 1 0 0,1-1-1 0 0,-1 0 0 0 0,1 1 0 0 0,-1-1 1 0 0,1 1-1 0 0,0-1 0 0 0,-1 0 0 0 0,1 1 0 0 0,0-1 1 0 0,0 0-1 0 0,-1 0 0 0 0,-2-28-4664 0 0,3 13 789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19:51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1 343 1100 0 0,'9'-44'2941'0'0,"21"-84"2697"0"0,-26 116-5096 0 0,0 0 0 0 0,1 0 0 0 0,0 0 0 0 0,1 0 1 0 0,1 1-1 0 0,0 0 0 0 0,14-17 0 0 0,-14 21-435 0 0,-1 2 0 0 0,1-1-1 0 0,0 1 1 0 0,0 0 0 0 0,0 0 0 0 0,1 1 0 0 0,0 0 0 0 0,0 1-1 0 0,0-1 1 0 0,0 1 0 0 0,0 1 0 0 0,1 0 0 0 0,-1 0-1 0 0,1 1 1 0 0,16-1 0 0 0,-20 1-99 0 0,1 1 0 0 0,-1 0 0 0 0,1 1 0 0 0,-1 0 0 0 0,1 0 0 0 0,-1 0 0 0 0,0 0 0 0 0,1 1 0 0 0,-1 0 0 0 0,0 0 0 0 0,0 0 0 0 0,0 1 0 0 0,0-1 0 0 0,-1 1 0 0 0,1 0 0 0 0,-1 1 0 0 0,0-1 0 0 0,1 1 0 0 0,-2 0 0 0 0,1 0 0 0 0,0 0 0 0 0,-1 1 0 0 0,0-1 0 0 0,0 1 0 0 0,0-1 0 0 0,2 7 0 0 0,-3-5 14 0 0,0 1 0 0 0,0-1 0 0 0,-1 1 0 0 0,0 0 0 0 0,0 0 0 0 0,0 0 0 0 0,-1 0 0 0 0,0 0 0 0 0,-1-1 0 0 0,1 1 0 0 0,-1 0 0 0 0,-1 0 0 0 0,1 0 0 0 0,-1-1 1 0 0,0 1-1 0 0,-7 12 0 0 0,-3 6 56 0 0,-2 0 0 0 0,-29 40 1 0 0,37-57-64 0 0,-80 106 355 0 0,82-110-652 0 0,-9 13 1509 0 0,15-13-281 0 0,9-6-661 0 0,1-2-284 0 0,1 0-1 0 0,0 1 1 0 0,1 0-1 0 0,-1 1 0 0 0,0 1 1 0 0,1 0-1 0 0,-1 1 1 0 0,0 0-1 0 0,1 1 0 0 0,-1 0 1 0 0,1 2-1 0 0,-1-1 1 0 0,0 1-1 0 0,0 1 0 0 0,-1 1 1 0 0,21 9-1 0 0,-14-4 50 0 0,0 1 1 0 0,-1 2-1 0 0,-1-1 0 0 0,0 2 1 0 0,20 19-1 0 0,-28-23-5 0 0,0 0-1 0 0,0 1 1 0 0,-1 0 0 0 0,-1 0-1 0 0,0 1 1 0 0,0-1-1 0 0,-1 2 1 0 0,-1-1 0 0 0,7 22-1 0 0,-10-27 188 0 0,-1 1 0 0 0,0-1 0 0 0,0 0 0 0 0,-1 1 0 0 0,0-1 0 0 0,0 1 0 0 0,-1-1 0 0 0,0 1 0 0 0,0-1 0 0 0,-1 0 0 0 0,0 1 0 0 0,0-1 0 0 0,-1 0 0 0 0,1 0-1 0 0,-2 0 1 0 0,1-1 0 0 0,-1 1 0 0 0,0-1 0 0 0,0 0 0 0 0,-1 0 0 0 0,0 0 0 0 0,0-1 0 0 0,0 1 0 0 0,-6 4 0 0 0,1-2 109 0 0,-1 0-1 0 0,1 0 1 0 0,-1-1-1 0 0,0-1 1 0 0,-1 0-1 0 0,1 0 1 0 0,-1-1 0 0 0,-1 0-1 0 0,1-1 1 0 0,0-1-1 0 0,-1 0 1 0 0,-20 2-1 0 0,23-5-261 0 0,0 0-1 0 0,0-1 1 0 0,1 0 0 0 0,-1 0-1 0 0,0-1 1 0 0,1-1-1 0 0,-17-6 1 0 0,-3 0 62 0 0,-4-3-56 0 0,31 11-96 0 0,-21-7 96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54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96 0 0,'0'0'1296'0'0,"-2"-9"-928"0"0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8T11:20:5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11 304 0 0,'0'0'1608'0'0,"7"-9"-504"0"0,5 8-2064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26 112 0 0,'0'0'1280'0'0,"6"-7"-116"0"0,-2-1-692 0 0,-3-2-428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1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60 728 0 0,'0'0'3290'0'0,"-15"-11"-3475"0"0,34-26 904 0 0,-18 36-495 0 0,3-2-131 0 0,-3 2-80 0 0,0 1-1 0 0,-1-1 0 0 0,1 0 1 0 0,0 1-1 0 0,-1-1 1 0 0,1 1-1 0 0,0-1 1 0 0,0 1-1 0 0,0 0 1 0 0,-1-1-1 0 0,1 1 0 0 0,0 0 1 0 0,0-1-1 0 0,1 1 1 0 0,36 0-594 0 0,-35 0 442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39:5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0 580 0 0,'0'0'2380'0'0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0 252 0 0,'0'0'2468'0'0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0:0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14 876 0 0,'13'-4'6372'0'0,"21"-5"-2472"0"0,-32 9-4502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6:29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16 473 436 0 0,'0'0'8455'0'0,"-15"1"-6442"0"0,15-1-1997 0 0,0 0-1 0 0,0 0 1 0 0,0 1 0 0 0,0-1 0 0 0,0 0 0 0 0,0 0 0 0 0,0 0 0 0 0,0 0 0 0 0,0 0 0 0 0,0 0 0 0 0,0 0 0 0 0,0 0 0 0 0,0 1-1 0 0,0-1 1 0 0,0 0 0 0 0,0 0 0 0 0,0 0 0 0 0,0 0 0 0 0,0 0 0 0 0,0 0 0 0 0,0 0 0 0 0,0 0 0 0 0,0 1 0 0 0,0-1-1 0 0,0 0 1 0 0,0 0 0 0 0,0 0 0 0 0,0 0 0 0 0,0 0 0 0 0,1 0 0 0 0,-1 0 0 0 0,0 0 0 0 0,0 0 0 0 0,0 0 0 0 0,0 0-1 0 0,0 0 1 0 0,0 1 0 0 0,0-1 0 0 0,0 0 0 0 0,0 0 0 0 0,1 0 0 0 0,-1 0 0 0 0,0 0 0 0 0,0 0 0 0 0,0 0 0 0 0,0 0-1 0 0,0 0 1 0 0,0 0 0 0 0,0 0 0 0 0,0 0 0 0 0,1 0 0 0 0,-1 0 0 0 0,0 0 0 0 0,0 0 0 0 0,0 0 0 0 0,0 0 0 0 0,0 0-1 0 0,0-1 1 0 0,0 1 0 0 0,0 0 0 0 0,1 0 0 0 0,15 0 388 0 0,28-5 167 0 0,7-3-531 0 0,570-78 1136 0 0,358 23-1114 0 0,-643 43-50 0 0,1129-92-274 0 0,246-25 132 0 0,-410 102 99 0 0,-987 26 221 0 0,-311 9-194 0 0,0 0 15 0 0,25-2-105 0 0,-25 2-139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4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1800 0 0,'-19'20'11221'0'0,"18"-20"-11189"0"0,1 0 0 0 0,-1 1 0 0 0,1-1 0 0 0,0 0 0 0 0,-1 1 0 0 0,1-1 0 0 0,0 0-1 0 0,-1 1 1 0 0,1-1 0 0 0,0 0 0 0 0,0 1 0 0 0,-1-1 0 0 0,1 1 0 0 0,0-1 0 0 0,0 1 0 0 0,0-1 0 0 0,0 0 0 0 0,0 1-1 0 0,-1-1 1 0 0,1 1 0 0 0,0-1 0 0 0,0 1 0 0 0,0-1 0 0 0,0 1 0 0 0,0-1 0 0 0,0 1 0 0 0,1-1 0 0 0,-1 1 0 0 0,0-1-1 0 0,0 0 1 0 0,0 1 0 0 0,0-1 0 0 0,0 1 0 0 0,1-1 0 0 0,-1 1 0 0 0,0-1 0 0 0,2 1-30 0 0,0 0 0 0 0,0 0 0 0 0,1-1 0 0 0,-1 1 1 0 0,0-1-1 0 0,0 0 0 0 0,0 0 0 0 0,0 0 0 0 0,4 0 0 0 0,69-3-370 0 0,-25-2-2836 0 0,-26 6-1372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49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 1452 0 0,'-80'75'12547'0'0,"79"-73"-11823"0"0,1-2-711 0 0,0 0-1 0 0,1 1 1 0 0,-1-1-1 0 0,1 0 0 0 0,-1 0 1 0 0,1 1-1 0 0,-1-1 0 0 0,1 0 1 0 0,-1 0-1 0 0,1 0 1 0 0,-1 0-1 0 0,1 0 0 0 0,-1 0 1 0 0,0 1-1 0 0,1-1 1 0 0,-1 0-1 0 0,1 0 0 0 0,-1-1 1 0 0,1 1-1 0 0,-1 0 0 0 0,1 0 1 0 0,-1 0-1 0 0,1 0 1 0 0,-1 0-1 0 0,2-1 0 0 0,12-2 80 0 0,122-38-718 0 0,-1 9-4728 0 0,-101 24 3200 0 0,22-4-2445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55 1444 0 0,'3'-10'15278'0'0,"-4"8"-15072"0"0,0 1 1 0 0,0-1 0 0 0,1 1 0 0 0,-1-1-1 0 0,0 1 1 0 0,0-1 0 0 0,-1 1 0 0 0,1 0-1 0 0,0-1 1 0 0,0 1 0 0 0,-1 0 0 0 0,1 0-1 0 0,-1 0 1 0 0,1 0 0 0 0,-4-1 0 0 0,-3-2-225 0 0,-1 1 0 0 0,0 0 0 0 0,-16-3 0 0 0,-15 2-4 0 0,13 2-30 0 0,25 2 23 0 0,-1 0-11 0 0,-10 0 5 0 0,10 0 9 0 0,0 0-8 0 0,-1 1 23 0 0,-15 5-67 0 0,15-2 63 0 0,-1-1-1 0 0,1 1 1 0 0,0 0 0 0 0,0 0 0 0 0,-4 7 0 0 0,3-4 2 0 0,0 0-1 0 0,1 0 0 0 0,0 1 1 0 0,1 0-1 0 0,-1 0 0 0 0,1 0 1 0 0,1 0-1 0 0,0 0 0 0 0,0 0 1 0 0,-1 14-1 0 0,0 11-30 0 0,3 47 1 0 0,0-41 22 0 0,34 443 144 0 0,-10-220 2 0 0,43 1120 203 0 0,-67 164-60 0 0,-20-556-137 0 0,8-602-36 0 0,-26 53-15 0 0,-8-116 107 0 0,19-127-99 0 0,22-162-82 0 0,-3 15 13 0 0,-1 62 0 0 0,8-110-9 0 0,1 0 1 0 0,1 1 0 0 0,-1-1 0 0 0,0 0 0 0 0,1 1 0 0 0,0-1 0 0 0,-1 0 0 0 0,1 0-1 0 0,0 0 1 0 0,1 0 0 0 0,-1 0 0 0 0,1 0 0 0 0,-1 0 0 0 0,1 0 0 0 0,0 0 0 0 0,0-1-1 0 0,0 1 1 0 0,4 3 0 0 0,-2-3 5 0 0,1 0 0 0 0,-1-1 0 0 0,1 1 0 0 0,0-1 0 0 0,0 1-1 0 0,-1-2 1 0 0,2 1 0 0 0,-1 0 0 0 0,0-1 0 0 0,9 1 0 0 0,25 3-52 0 0,0-2 0 0 0,66-4 1 0 0,79-16-1747 0 0,-27-5-1752 0 0,-51 4-1885 0 0,-5-1-2467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3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1 760 0 0,'5'40'22832'0'0,"-5"-33"-23705"0"0,-18 269 200 0 0,6-159-2271 0 0,5 1-4178 0 0,8-91 3149 0 0,2-2-1630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4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45 3096 0 0,'1'-3'2394'0'0,"1"-38"8738"0"0,-15 63-10552 0 0,6-13-462 0 0,-3 10-32 0 0,0 1-1 0 0,1 0 1 0 0,1 0-1 0 0,0 1 1 0 0,-8 43-1 0 0,13-46-57 0 0,1 0-1 0 0,0 0 1 0 0,1 0-1 0 0,1 0 1 0 0,1 0-1 0 0,0 0 1 0 0,7 30-1 0 0,-6-42-16 0 0,-1-1-1 0 0,1 1 1 0 0,0-1-1 0 0,0 0 1 0 0,1 0-1 0 0,0 0 1 0 0,0 0-1 0 0,0 0 1 0 0,0-1-1 0 0,1 1 1 0 0,0-1-1 0 0,-1 0 1 0 0,2 0-1 0 0,-1 0 1 0 0,0-1-1 0 0,1 1 1 0 0,0-1-1 0 0,-1 0 1 0 0,1-1-1 0 0,1 1 1 0 0,-1-1-1 0 0,0 0 1 0 0,0 0-1 0 0,1 0 1 0 0,-1-1-1 0 0,1 0 1 0 0,0 0-1 0 0,-1 0 1 0 0,1-1-1 0 0,5 0 1 0 0,-2 0 3 0 0,-1-1 0 0 0,0 0 0 0 0,1 0 0 0 0,-1 0 0 0 0,0-1 0 0 0,0-1 0 0 0,0 1 0 0 0,0-1 0 0 0,0 0-1 0 0,-1-1 1 0 0,0 0 0 0 0,1 0 0 0 0,-1-1 0 0 0,-1 0 0 0 0,1 0 0 0 0,-1 0 0 0 0,0-1 0 0 0,0 0 0 0 0,10-13 0 0 0,-10 8 108 0 0,1-1-1 0 0,-2 1 1 0 0,0-1-1 0 0,0 0 0 0 0,-1 0 1 0 0,0-1-1 0 0,-1 0 1 0 0,-1 1-1 0 0,0-1 0 0 0,0 0 1 0 0,-2 0-1 0 0,1 0 1 0 0,-2 0-1 0 0,-2-17 0 0 0,2 21-80 0 0,0 1-1 0 0,-1-1 0 0 0,0 1 1 0 0,-1-1-1 0 0,0 1 0 0 0,0 0 1 0 0,-1 0-1 0 0,0 0 0 0 0,0 1 1 0 0,-1 0-1 0 0,1-1 1 0 0,-2 1-1 0 0,1 1 0 0 0,-1-1 1 0 0,0 1-1 0 0,-1 0 0 0 0,1 0 1 0 0,-1 1-1 0 0,0 0 0 0 0,0 0 1 0 0,-1 1-1 0 0,-9-5 0 0 0,12 7-77 0 0,-1 0 0 0 0,1 1 0 0 0,-1-1 0 0 0,0 1 0 0 0,1 0 0 0 0,-1 1 0 0 0,0-1 0 0 0,0 1-1 0 0,0 0 1 0 0,-9 2 0 0 0,12-2-204 0 0,0 1 1 0 0,0 0-1 0 0,0-1 0 0 0,0 1 0 0 0,0 1 1 0 0,0-1-1 0 0,1 0 0 0 0,-1 1 0 0 0,0-1 0 0 0,1 1 1 0 0,-1 0-1 0 0,1 0 0 0 0,0 0 0 0 0,0 0 1 0 0,0 0-1 0 0,0 0 0 0 0,0 0 0 0 0,0 1 0 0 0,0-1 1 0 0,1 1-1 0 0,-3 5 0 0 0,3-7-139 0 0,1 1 0 0 0,0-1 0 0 0,-1 1 1 0 0,1-1-1 0 0,0 1 0 0 0,0 0 0 0 0,0-1 0 0 0,0 1 0 0 0,0-1 0 0 0,0 1 0 0 0,0-1 1 0 0,1 1-1 0 0,-1-1 0 0 0,0 1 0 0 0,1-1 0 0 0,0 1 0 0 0,-1-1 0 0 0,1 0 0 0 0,0 1 0 0 0,-1-1 1 0 0,2 2-1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1644 0 0,'6'-10'3231'0'0,"-1"0"1"0"0,0 0-1 0 0,-1 0 1 0 0,5-19-1 0 0,-3 10-1511 0 0,-5 18-1689 0 0,-1 0-1 0 0,1 0 1 0 0,0 0-1 0 0,-1 0 1 0 0,1 0 0 0 0,0 0-1 0 0,0 1 1 0 0,-1-1-1 0 0,1 0 1 0 0,0 0-1 0 0,0 1 1 0 0,0-1-1 0 0,0 1 1 0 0,0-1 0 0 0,0 1-1 0 0,0-1 1 0 0,0 1-1 0 0,0 0 1 0 0,0-1-1 0 0,0 1 1 0 0,0 0 0 0 0,0 0-1 0 0,0 0 1 0 0,1 0-1 0 0,-1 0 1 0 0,0 0-1 0 0,0 0 1 0 0,0 0 0 0 0,0 0-1 0 0,0 0 1 0 0,2 1-1 0 0,1 0-16 0 0,1 0 0 0 0,-1 0 0 0 0,0 1 0 0 0,0-1 0 0 0,0 1 0 0 0,0 0 0 0 0,4 3 0 0 0,-1 0 0 0 0,0 1-1 0 0,-1 0 1 0 0,1 0-1 0 0,-1 0 1 0 0,0 1-1 0 0,-1 0 0 0 0,0 0 1 0 0,0 1-1 0 0,0-1 1 0 0,-1 1-1 0 0,4 10 1 0 0,-4-6-1 0 0,0 1-1 0 0,0-1 1 0 0,-2 1 0 0 0,0-1 0 0 0,0 1 0 0 0,-1 0-1 0 0,-1 14 1 0 0,-1-3 1 0 0,-1 0 1 0 0,-2 0-1 0 0,0 0 0 0 0,-2-1 0 0 0,-1 0 1 0 0,0 0-1 0 0,-20 40 0 0 0,-3-9 12 0 0,16-31 21 0 0,-13 32 1 0 0,7-18 161 0 0,19-35-167 0 0,33 0 23 0 0,90-24 152 0 0,-45 8-2165 0 0,0 2-6283 0 0,-63 10 4456 0 0,0-1-1510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76 1980 0 0,'-17'-68'13143'0'0,"17"67"-12648"0"0,-3-1 160 0 0,-2-2 13 0 0,3 15-476 0 0,2 11-80 0 0,1 0 1 0 0,1 0-1 0 0,8 36 1 0 0,-8-48-77 0 0,1-1 0 0 0,0 1-1 0 0,1 0 1 0 0,0-1 0 0 0,1 0 0 0 0,0 0 0 0 0,0 0 0 0 0,1-1 0 0 0,0 1 0 0 0,11 10 0 0 0,-16-17-20 0 0,1 0 1 0 0,0 0 0 0 0,0-1 0 0 0,1 1 0 0 0,-1-1 0 0 0,0 1 0 0 0,0-1-1 0 0,1 0 1 0 0,-1 0 0 0 0,1 0 0 0 0,-1 0 0 0 0,1 0 0 0 0,-1 0 0 0 0,1-1-1 0 0,-1 1 1 0 0,1-1 0 0 0,5 0 0 0 0,-5 0-2 0 0,1-1 0 0 0,0 0 0 0 0,0 0 0 0 0,-1 0 0 0 0,1 0 0 0 0,0 0 0 0 0,-1-1 0 0 0,1 0 0 0 0,-1 1 0 0 0,7-6 0 0 0,1-2 5 0 0,-1-1-1 0 0,1 0 1 0 0,-1 0-1 0 0,-1-1 1 0 0,11-17-1 0 0,3-6 123 0 0,17-23 1129 0 0,-40 57-1265 0 0,0-1 0 0 0,0 1-1 0 0,0 0 1 0 0,0 0-1 0 0,1-1 1 0 0,-1 1-1 0 0,0 0 1 0 0,0 0-1 0 0,0 0 1 0 0,1-1-1 0 0,-1 1 1 0 0,0 0-1 0 0,0 0 1 0 0,0 0-1 0 0,1 0 1 0 0,-1-1-1 0 0,0 1 1 0 0,1 0 0 0 0,-1 0-1 0 0,0 0 1 0 0,0 0-1 0 0,1 0 1 0 0,-1 0-1 0 0,0 0 1 0 0,0 0-1 0 0,1 0 1 0 0,-1 0-1 0 0,0 0 1 0 0,1 0-1 0 0,-1 0 1 0 0,0 0-1 0 0,0 0 1 0 0,1 0-1 0 0,-1 0 1 0 0,0 0-1 0 0,1 0 1 0 0,3 12 65 0 0,-4 16 71 0 0,-11 46 557 0 0,-36 127 0 0 0,26-125-968 0 0,-15 110 1 0 0,35-176-374 0 0,1 0 1 0 0,-1 1-1 0 0,2-1 1 0 0,-1 0 0 0 0,4 15-1 0 0,-3-19-705 0 0,1 0-1 0 0,0 1 0 0 0,0-1 1 0 0,1 0-1 0 0,5 10 0 0 0,5 1-5568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57 107 2484 0 0,'-3'0'2668'0'0,"-47"-2"9782"0"0,48 2-11791 0 0,2 0-625 0 0,0 0-1 0 0,0 0 1 0 0,0-1 0 0 0,0 1 0 0 0,0 0-1 0 0,0 0 1 0 0,0 0 0 0 0,0 0 0 0 0,0 0-1 0 0,0 0 1 0 0,0 0 0 0 0,1 0 0 0 0,-1-1-1 0 0,0 1 1 0 0,0 0 0 0 0,0 0-1 0 0,0 0 1 0 0,0 0 0 0 0,0 0 0 0 0,0 0-1 0 0,0 0 1 0 0,0-1 0 0 0,0 1 0 0 0,0 0-1 0 0,0 0 1 0 0,0 0 0 0 0,0 0-1 0 0,0 0 1 0 0,0 0 0 0 0,0 0 0 0 0,-1-1-1 0 0,1 1 1 0 0,0 0 0 0 0,0 0 0 0 0,0 0-1 0 0,0 0 1 0 0,0 0 0 0 0,0 0 0 0 0,0 0-1 0 0,0 0 1 0 0,0-1 0 0 0,0 1-1 0 0,0 0 1 0 0,-1 0 0 0 0,1 0 0 0 0,0 0-1 0 0,0 0 1 0 0,0 0 0 0 0,0 0 0 0 0,0 0-1 0 0,0 0 1 0 0,-1 0 0 0 0,22-9 468 0 0,32-6-346 0 0,241-61-1547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5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53 640 0 0,'7'-53'20153'0'0,"-8"158"-17987"0"0,-28 185 0 0 0,12-181-2018 0 0,-18 94 141 0 0,28-168-477 0 0,-3 13-1911 0 0,-2-20-2145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40 0 0,'20'-56'14801'0'0,"-17"50"-13324"0"0,-2 3-297 0 0,0 12-656 0 0,2 41-134 0 0,-2-27-313 0 0,0 0 0 0 0,8 34 1 0 0,-6-44-32 0 0,1 0 0 0 0,0 0 0 0 0,7 15 0 0 0,-9-24-21 0 0,0 0 1 0 0,1 0-1 0 0,-1 0 0 0 0,1 0 0 0 0,0-1 0 0 0,0 1 0 0 0,0-1 0 0 0,0 0 0 0 0,0 0 0 0 0,1 0 0 0 0,-1 0 0 0 0,9 4 0 0 0,-8-6-13 0 0,0-1 0 0 0,0 1 0 0 0,0-1 0 0 0,-1 0 0 0 0,1 0 0 0 0,0 0 1 0 0,0 0-1 0 0,0-1 0 0 0,0 0 0 0 0,0 1 0 0 0,0-2 0 0 0,0 1 0 0 0,-1 0 0 0 0,1-1 1 0 0,0 0-1 0 0,6-3 0 0 0,1-3 12 0 0,0-1 1 0 0,0 1-1 0 0,-1-2 1 0 0,0 0-1 0 0,-1 0 1 0 0,13-18-1 0 0,43-75 192 0 0,-43 65-98 0 0,-3 6-23 0 0,-18 31-85 0 0,4 10 187 0 0,-3 6 59 0 0,-2-1 0 0 0,1 1-1 0 0,-2 0 1 0 0,0 0 0 0 0,-4 19-1 0 0,0-2 9 0 0,-3 51-326 0 0,-5 0-1 0 0,-31 112 1 0 0,29-154-2914 0 0,2-15-5470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6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84 2544 0 0,'5'-73'15354'0'0,"-5"72"-14679"0"0,0-8 581 0 0,-3 8-582 0 0,1 11-364 0 0,-4 45-229 0 0,-4 62-57 0 0,10-105-4 0 0,1 0 0 0 0,0-1 0 0 0,0 1 0 0 0,1-1 0 0 0,0 1 0 0 0,1-1-1 0 0,8 20 1 0 0,-10-28-6 0 0,1-1 0 0 0,-1 1-1 0 0,0 0 1 0 0,1-1-1 0 0,0 0 1 0 0,-1 1 0 0 0,1-1-1 0 0,0 0 1 0 0,0 0 0 0 0,1 0-1 0 0,-1 0 1 0 0,0 0 0 0 0,1 0-1 0 0,-1-1 1 0 0,1 1-1 0 0,-1-1 1 0 0,1 0 0 0 0,2 1-1 0 0,-1-1-3 0 0,0 0-1 0 0,0 0 1 0 0,0-1 0 0 0,0 0-1 0 0,0 0 1 0 0,0 0-1 0 0,0 0 1 0 0,0-1-1 0 0,0 1 1 0 0,-1-1 0 0 0,8-3-1 0 0,1 0 16 0 0,-2-1-1 0 0,1 0 0 0 0,-1-1 1 0 0,1 0-1 0 0,-2-1 1 0 0,1 0-1 0 0,16-16 1 0 0,-7 2 221 0 0,0-1 1 0 0,-1-1-1 0 0,-1 0 1 0 0,21-42-1 0 0,-6 12 2639 0 0,-31 52-2802 0 0,-1 1-79 0 0,0-1 0 0 0,-1 1 0 0 0,1 0 0 0 0,0 0 0 0 0,0 0 0 0 0,0 0 0 0 0,0 0 0 0 0,0-1 0 0 0,0 1 1 0 0,0 0-1 0 0,0 0 0 0 0,1 0 0 0 0,-1 0 0 0 0,0 0 0 0 0,0-1 0 0 0,0 1 0 0 0,0 0 0 0 0,0 0 0 0 0,0 0 0 0 0,0 0 0 0 0,0 0 0 0 0,0-1 0 0 0,0 1 0 0 0,0 0 0 0 0,1 0 0 0 0,-1 0 0 0 0,0 0 0 0 0,0 0 0 0 0,0 0 0 0 0,0 0 1 0 0,0 0-1 0 0,0 0 0 0 0,1 0 0 0 0,-1-1 0 0 0,0 1 0 0 0,0 0 0 0 0,0 0 0 0 0,0 0 0 0 0,0 0 0 0 0,1 0 0 0 0,-1 0 0 0 0,3 12-3 0 0,-28 256 11 0 0,23-251-10 0 0,-33 191-1893 0 0,18-139-2127 0 0,-4-2-3852 0 0,8-30-1979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03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77 872 0 0,'-2'0'3522'0'0,"-6"1"-2503"0"0,-21 3 7384 0 0,21-3-7118 0 0,2 2 604 0 0,12-7-1489 0 0,28-8-337 0 0,0 2 0 0 0,1 1 0 0 0,58-6 0 0 0,-60 10-47 0 0,150-18 2 0 0,-144 19-18 0 0,-22 2 4 0 0,27 0 51 0 0,-41 2-99 0 0,15 0 210 0 0,-18 0-183 0 0,1 0-1 0 0,-1 0 1 0 0,1 0 0 0 0,-1 0-1 0 0,1 1 1 0 0,-1-1 0 0 0,1 0-1 0 0,-1 0 1 0 0,1 0 0 0 0,-1 0-1 0 0,0 1 1 0 0,1-1 0 0 0,-1 0-1 0 0,1 0 1 0 0,-1 1 0 0 0,0-1-1 0 0,1 0 1 0 0,-1 1 0 0 0,0-1-1 0 0,1 0 1 0 0,-1 1 0 0 0,0-1-1 0 0,1 1 1 0 0,-1-1 0 0 0,0 0-1 0 0,0 1 1 0 0,0-1 0 0 0,1 1-1 0 0,-1-1 1 0 0,0 1 0 0 0,0-1-1 0 0,0 1 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0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80 188 0 0,'7'-8'2574'0'0,"0"-1"-1"0"0,0 1 1 0 0,6-14 0 0 0,-12 22-2493 0 0,-1-1 1 0 0,1 0-1 0 0,-1 1 1 0 0,1-1-1 0 0,-1 0 0 0 0,0 0 1 0 0,1 0-1 0 0,-1 1 1 0 0,0-1-1 0 0,1 0 0 0 0,-1 0 1 0 0,0 0-1 0 0,0 0 1 0 0,0 1-1 0 0,0-1 0 0 0,0 0 1 0 0,0 0-1 0 0,0 0 1 0 0,0 0-1 0 0,-1 0 0 0 0,1 1 1 0 0,0-1-1 0 0,0 0 1 0 0,-1 0-1 0 0,1 0 0 0 0,0 1 1 0 0,-1-1-1 0 0,1 0 1 0 0,-1 0-1 0 0,1 1 0 0 0,-1-1 1 0 0,1 0-1 0 0,-1 1 1 0 0,0-1-1 0 0,1 1 0 0 0,-1-1 1 0 0,0 0-1 0 0,1 1 1 0 0,-1 0-1 0 0,0-1 0 0 0,0 1 1 0 0,1-1-1 0 0,-1 1 1 0 0,0 0-1 0 0,0 0 0 0 0,0-1 1 0 0,0 1-1 0 0,1 0 1 0 0,-1 0-1 0 0,0 0 0 0 0,0 0 1 0 0,0 0-1 0 0,0 0 1 0 0,0 0-1 0 0,1 0 0 0 0,-1 0 1 0 0,0 1-1 0 0,0-1 1 0 0,0 0-1 0 0,0 0 0 0 0,1 1 1 0 0,-1-1-1 0 0,0 1 1 0 0,0-1-1 0 0,1 1 0 0 0,-1-1 1 0 0,0 1-1 0 0,-17 10 55 0 0,1 1-1 0 0,1 1 1 0 0,0 0-1 0 0,1 1 1 0 0,-16 19-1 0 0,1 2 28 0 0,-31 48 0 0 0,37-45-64 0 0,-38 77-1 0 0,54-96-80 0 0,0 0 0 0 0,2 1 0 0 0,0-1 0 0 0,1 1 0 0 0,1 0 0 0 0,-2 31 0 0 0,5-46-11 0 0,1 0 1 0 0,0 0 0 0 0,0 0 0 0 0,0 0 0 0 0,1-1-1 0 0,0 1 1 0 0,0 0 0 0 0,0 0 0 0 0,0-1 0 0 0,1 1-1 0 0,0 0 1 0 0,0-1 0 0 0,0 1 0 0 0,0-1 0 0 0,1 0-1 0 0,-1 0 1 0 0,1 0 0 0 0,0 0 0 0 0,0 0 0 0 0,1-1-1 0 0,-1 0 1 0 0,1 1 0 0 0,0-1 0 0 0,0 0 0 0 0,0-1-1 0 0,0 1 1 0 0,0-1 0 0 0,1 0 0 0 0,-1 0 0 0 0,1 0-1 0 0,-1 0 1 0 0,1-1 0 0 0,0 0 0 0 0,0 0-1 0 0,8 1 1 0 0,-7-2 6 0 0,1 0-1 0 0,-1 0 1 0 0,1 0 0 0 0,-1-1-1 0 0,1 0 1 0 0,-1 0-1 0 0,0-1 1 0 0,1 1 0 0 0,-1-1-1 0 0,0-1 1 0 0,0 1-1 0 0,0-1 1 0 0,-1 0 0 0 0,1-1-1 0 0,-1 1 1 0 0,10-9-1 0 0,-12 10-11 0 0,-1 0 0 0 0,0 0-1 0 0,0 0 1 0 0,1 0 0 0 0,-1-1-1 0 0,-1 1 1 0 0,1-1-1 0 0,0 1 1 0 0,-1-1 0 0 0,1 0-1 0 0,-1 1 1 0 0,0-1-1 0 0,0 0 1 0 0,0 0 0 0 0,0 0-1 0 0,0 0 1 0 0,-1 0-1 0 0,1 0 1 0 0,-1 0 0 0 0,0 0-1 0 0,0 0 1 0 0,0 0-1 0 0,0 0 1 0 0,0 0 0 0 0,-1 0-1 0 0,0 0 1 0 0,1 0-1 0 0,-1 0 1 0 0,0 0 0 0 0,-1 0-1 0 0,1 0 1 0 0,0 0 0 0 0,-1 1-1 0 0,1-1 1 0 0,-1 1-1 0 0,-4-6 1 0 0,1 3 4 0 0,0 1 1 0 0,0-1-1 0 0,0 1 1 0 0,-1-1-1 0 0,0 2 1 0 0,0-1-1 0 0,0 1 1 0 0,0-1-1 0 0,0 2 1 0 0,-1-1-1 0 0,1 1 0 0 0,-10-2 1 0 0,0 0-382 0 0,-1 1 0 0 0,0 1 0 0 0,-28 0 1 0 0,35 5-379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0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52 147 2156 0 0,'5'-7'1551'0'0,"-1"-1"0"0"0,0-1 0 0 0,-1 1 0 0 0,0-1 0 0 0,0 1 0 0 0,-1-1 0 0 0,0 0 0 0 0,0 0 0 0 0,-1 0 0 0 0,0 0 0 0 0,-1 0 0 0 0,-1-15 0 0 0,1 23-1111 0 0,-1-9 537 0 0,1 1-329 0 0,-6 14-578 0 0,2 4-58 0 0,0 0 0 0 0,0 0 0 0 0,1 0-1 0 0,-4 14 1 0 0,-1 3-103 0 0,-4 9 99 0 0,-13 70 1 0 0,22-92 6 0 0,2 1 1 0 0,-1 0-1 0 0,2 0 1 0 0,0-1-1 0 0,1 1 1 0 0,0 0-1 0 0,1 0 1 0 0,5 19-1 0 0,-6-30-14 0 0,0 0-1 0 0,0 1 1 0 0,0-1-1 0 0,1 0 1 0 0,0 0-1 0 0,-1 0 1 0 0,1 0-1 0 0,0 0 1 0 0,0-1-1 0 0,1 1 1 0 0,-1-1-1 0 0,0 1 1 0 0,1-1-1 0 0,0 0 1 0 0,0 0-1 0 0,-1 0 1 0 0,7 3-1 0 0,-4-3 1 0 0,0 0 0 0 0,0-1 0 0 0,0 0 0 0 0,0 0 0 0 0,0 0 0 0 0,0 0 0 0 0,1-1 0 0 0,-1 0 0 0 0,0 0 0 0 0,9-1 0 0 0,1-2-5 0 0,-1-1 0 0 0,1 0 0 0 0,-1 0 0 0 0,-1-1 0 0 0,1-1 0 0 0,-1-1 0 0 0,18-10 0 0 0,-18 9 15 0 0,-1-1 1 0 0,0 0 0 0 0,-1 0-1 0 0,0-1 1 0 0,-1-1 0 0 0,0 0-1 0 0,0 0 1 0 0,-1-1 0 0 0,-1 0-1 0 0,0 0 1 0 0,10-21 0 0 0,10-41 11 0 0,-25 59-106 0 0,-7 28 95 0 0,-84 360 422 0 0,55-183-3493 0 0,4 1-8874 0 0,24-158 4237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86 976 0 0,'-6'-6'15301'0'0,"11"8"-15077"0"0,0-1 1 0 0,0 0-1 0 0,0-1 1 0 0,0 1-1 0 0,0-1 1 0 0,1 0-1 0 0,-1-1 1 0 0,7 0-1 0 0,50-11 377 0 0,-40 7-445 0 0,6-1-350 0 0,158-32 1159 0 0,-65 16-5239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33 2364 0 0,'-28'-13'4856'0'0,"20"9"-3406"0"0,0 0 0 0 0,-1 0-1 0 0,-9-2 1 0 0,16 5-1015 0 0,1 1-390 0 0,0 0 0 0 0,0 0 0 0 0,0 0 0 0 0,0 0 0 0 0,0 0 0 0 0,0 0 0 0 0,0 0 0 0 0,0 0 0 0 0,0 0 0 0 0,0 1 0 0 0,0-1 0 0 0,0 0 0 0 0,0 1 0 0 0,0-1 0 0 0,0 1 1 0 0,0-1-1 0 0,0 1 0 0 0,0-1 0 0 0,1 1 0 0 0,-1 0 0 0 0,0-1 0 0 0,0 1 0 0 0,1 0 0 0 0,-1 0 0 0 0,0-1 0 0 0,1 1 0 0 0,-1 0 0 0 0,1 0 0 0 0,-1 1 0 0 0,-15 27 1018 0 0,8-11-716 0 0,1 1 0 0 0,1 1 1 0 0,-6 32-1 0 0,-4 63 87 0 0,14-96-363 0 0,-12 154 198 0 0,12-100-7395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2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317 182 1548 0 0,'2'-5'564'0'0,"6"-13"3291"0"0,9-35 0 0 0,-16 48-3370 0 0,1-1-1 0 0,-2 1 1 0 0,1-1-1 0 0,-1 1 1 0 0,1-1-1 0 0,-2 0 0 0 0,1 1 1 0 0,0-1-1 0 0,-1 0 1 0 0,0 1-1 0 0,-3-7 0 0 0,4 10-406 0 0,-1 0 0 0 0,0 1 0 0 0,1-1 0 0 0,-1 0 0 0 0,0 0 0 0 0,0 1 0 0 0,-1-1 0 0 0,1 1-1 0 0,0-1 1 0 0,0 1 0 0 0,-1-1 0 0 0,1 1 0 0 0,-1 0 0 0 0,1 0 0 0 0,-1 0 0 0 0,0 0 0 0 0,1 0-1 0 0,-1 0 1 0 0,0 0 0 0 0,-3-1 0 0 0,1 1-7 0 0,0 1-1 0 0,0-1 1 0 0,0 1-1 0 0,0 0 1 0 0,0 0-1 0 0,0 0 1 0 0,0 1 0 0 0,0-1-1 0 0,-6 3 1 0 0,-3 1-6 0 0,0 0 1 0 0,1 1 0 0 0,0 1 0 0 0,0 0 0 0 0,-12 8 0 0 0,8-2-32 0 0,0 0 0 0 0,0 0 0 0 0,1 2 0 0 0,1 0 0 0 0,1 1 0 0 0,0 0 0 0 0,0 1 1 0 0,2 0-1 0 0,0 1 0 0 0,1 0 0 0 0,-13 28 0 0 0,21-39-26 0 0,1-1 1 0 0,-1 0-1 0 0,1 0 0 0 0,0 1 0 0 0,0-1 1 0 0,1 1-1 0 0,0-1 0 0 0,0 0 0 0 0,0 1 1 0 0,0-1-1 0 0,1 1 0 0 0,0-1 1 0 0,0 0-1 0 0,0 1 0 0 0,3 5 0 0 0,-2-8-2 0 0,-1 1 0 0 0,1-1 0 0 0,0 0 0 0 0,0 0 0 0 0,1 0 0 0 0,-1 0 0 0 0,0-1 0 0 0,1 1-1 0 0,0-1 1 0 0,0 1 0 0 0,0-1 0 0 0,0 0 0 0 0,0 0 0 0 0,0 0 0 0 0,0 0 0 0 0,0-1 0 0 0,1 1 0 0 0,-1-1 0 0 0,1 0-1 0 0,-1 0 1 0 0,1 0 0 0 0,0-1 0 0 0,4 1 0 0 0,2 0 1 0 0,0 0 1 0 0,0-2-1 0 0,0 1 0 0 0,0-1 1 0 0,0 0-1 0 0,-1-1 0 0 0,1 0 1 0 0,0-1-1 0 0,-1 0 0 0 0,0 0 1 0 0,17-9-1 0 0,-14 5-4 0 0,0-1 0 0 0,0-1-1 0 0,-1 1 1 0 0,0-2 0 0 0,0 0 0 0 0,-1 0-1 0 0,13-18 1 0 0,52-81 3300 0 0,-73 108-3041 0 0,-2 4-155 0 0,1 1 0 0 0,-1 0 0 0 0,0 0-1 0 0,0-1 1 0 0,0 1 0 0 0,0 0 0 0 0,-1 5 0 0 0,0-5 12 0 0,-20 141 2490 0 0,6-51-1815 0 0,-28 179 410 0 0,34-212-1332 0 0,-4 27 467 0 0,9-29-8159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74 2784 0 0,'-7'-11'18418'0'0,"18"11"-18820"0"0,156-8 1659 0 0,-81-7-2625 0 0,-66 10-624 0 0,-1 0 0 0 0,21-10 0 0 0,-14 0-4406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10 536 0 0,'-3'-1'2554'0'0,"-4"-1"-499"0"0,4 1-1011 0 0,0 0 1 0 0,0 0 0 0 0,0 0 0 0 0,0 0 0 0 0,-1 0-1 0 0,-4 0 1 0 0,7 2-894 0 0,0-1 0 0 0,0 0 0 0 0,0 0 0 0 0,0 0 0 0 0,0 0 1 0 0,0 1-1 0 0,1-1 0 0 0,-1 0 0 0 0,0 1 0 0 0,0-1 0 0 0,0 1 0 0 0,1-1 0 0 0,-1 1 0 0 0,0-1 0 0 0,1 1 0 0 0,-1 0 0 0 0,0-1 0 0 0,1 1 0 0 0,-1 0 0 0 0,1-1 0 0 0,-1 1 0 0 0,1 0 0 0 0,-1 0 0 0 0,1-1 0 0 0,0 1 0 0 0,-1 0 0 0 0,1 0 0 0 0,0 0 0 0 0,0 0 1 0 0,-1-1-1 0 0,1 3 0 0 0,-2 13 707 0 0,1 0 1 0 0,1 1-1 0 0,2 28 1 0 0,0-11-453 0 0,-3 48-345 0 0,-4 0 0 0 0,-18 98 0 0 0,16-133-1738 0 0,4-33-80 0 0,1-6-647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39 924 0 0,'-14'15'18197'0'0,"-1"-2"-16126"0"0,14-10-1764 0 0,7-6 481 0 0,0 1-769 0 0,0 0 0 0 0,0 0 0 0 0,1 1 0 0 0,-1-1 0 0 0,8 1 0 0 0,8-3 7 0 0,61-12-38 0 0,155-10 0 0 0,-128 19 160 0 0,-107 7-138 0 0,-1-1-5 0 0,0 1 80 0 0,21-3-2423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65 297 672 0 0,'16'-2'5914'0'0,"9"-5"2657"0"0,-9 1-1995 0 0,-14 4-6073 0 0,-1-4-859 0 0,-1 4 475 0 0,-36-30 254 0 0,-21-13-308 0 0,56 44-70 0 0,-21-17 14 0 0,21 17 26 0 0,0 1-39 0 0,1 0-1 0 0,-1-1 0 0 0,1 1 1 0 0,-1-1-1 0 0,1 1 1 0 0,-1 0-1 0 0,1-1 1 0 0,-1 1-1 0 0,1-1 1 0 0,0 1-1 0 0,-1-1 1 0 0,1 1-1 0 0,0-1 1 0 0,0 1-1 0 0,-1-1 1 0 0,1 1-1 0 0,0-1 1 0 0,0 0-1 0 0,9-5-4 0 0,1 2 1 0 0,0-1-1 0 0,0 1 0 0 0,1 1 0 0 0,-1 0 1 0 0,16-3-1 0 0,-7 2-3 0 0,289-65 26 0 0,-296 67-15 0 0,-10 2 5 0 0,0 0 0 0 0,0 0-1 0 0,0-1 1 0 0,0 1-1 0 0,0 0 1 0 0,0-1 0 0 0,0 0-1 0 0,-1 1 1 0 0,1-1 0 0 0,0 0-1 0 0,0 0 1 0 0,-1 0 0 0 0,1 0-1 0 0,0 0 1 0 0,-1 0-1 0 0,3-3 1 0 0,-3 3 0 0 0,-1 0 4 0 0,0 0-7 0 0,0 0-1 0 0,0 0 1 0 0,0 0-1 0 0,0 0 1 0 0,0 0-1 0 0,0 0 1 0 0,0 0-1 0 0,0 0 0 0 0,0 0 1 0 0,-1 0-1 0 0,1 0 1 0 0,0 1-1 0 0,-1-1 1 0 0,1 0-1 0 0,0 0 1 0 0,-1 0-1 0 0,0 0 1 0 0,1 0-1 0 0,-1 1 1 0 0,1-1-1 0 0,-2-1 1 0 0,0 0 109 0 0,0-1-1 0 0,1 1 1 0 0,-2 0 0 0 0,1 0 0 0 0,0-1 0 0 0,0 1-1 0 0,-1 1 1 0 0,-3-3 0 0 0,6 4-104 0 0,-1-1 0 0 0,0 1 1 0 0,0 0-1 0 0,0 0 0 0 0,1 0 0 0 0,-1-1 1 0 0,0 1-1 0 0,0 0 0 0 0,0 0 0 0 0,1 1 0 0 0,-1-1 1 0 0,0 0-1 0 0,0 0 0 0 0,0 0 0 0 0,1 0 1 0 0,-1 1-1 0 0,0-1 0 0 0,0 0 0 0 0,1 1 1 0 0,-1-1-1 0 0,0 0 0 0 0,1 1 0 0 0,-1-1 1 0 0,0 1-1 0 0,1-1 0 0 0,-1 1 0 0 0,1 0 0 0 0,-1-1 1 0 0,1 1-1 0 0,-1 0 0 0 0,1-1 0 0 0,-1 1 1 0 0,0 1-1 0 0,-12 20 1 0 0,1 0 1 0 0,1 1-1 0 0,1 1 0 0 0,-12 40 1 0 0,5-12-16 0 0,-56 159 117 0 0,54-147-139 0 0,-14 88 0 0 0,31-131-390 0 0,0-4-2017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0 121 984 0 0,'12'-19'3781'0'0,"-2"2"-1036"0"0,18-25 1 0 0,-8 7 2297 0 0,-19 32-4833 0 0,0-1-668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3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107 119 300 0 0,'4'-7'1382'0'0,"7"-22"10269"0"0,-11 29-11538 0 0,0-1 0 0 0,0 1 0 0 0,0-1 0 0 0,0 1-1 0 0,0-1 1 0 0,0 1 0 0 0,0-1 0 0 0,0 1 0 0 0,0-1 0 0 0,0 1 0 0 0,0-1-1 0 0,0 0 1 0 0,-1 1 0 0 0,1-1 0 0 0,0 1 0 0 0,0 0 0 0 0,-1-1 0 0 0,1 1-1 0 0,0-1 1 0 0,-1 1 0 0 0,1-1 0 0 0,0 1 0 0 0,-1 0 0 0 0,1-1 0 0 0,-1 0-1 0 0,-9-9 1945 0 0,-21-6 209 0 0,30 15-2259 0 0,1 1 0 0 0,-1-1 0 0 0,0 1 0 0 0,0 0 0 0 0,1-1 0 0 0,-1 1 0 0 0,0 0 0 0 0,0 0 0 0 0,0-1 0 0 0,0 1 0 0 0,0 0 0 0 0,1 0 0 0 0,-1 0 0 0 0,0 0 0 0 0,0 0 0 0 0,0 0 0 0 0,0 0 0 0 0,0 0 0 0 0,1 1 0 0 0,-1-1 0 0 0,0 0 0 0 0,0 1 0 0 0,0-1 0 0 0,1 0 0 0 0,-1 1 0 0 0,0-1 0 0 0,0 1 0 0 0,-1 1-10 0 0,1 1 1 0 0,-1-1-1 0 0,1 0 1 0 0,0 1-1 0 0,0-1 1 0 0,0 0-1 0 0,-2 6 1 0 0,-1 6 30 0 0,-5 14 6 0 0,1 0 0 0 0,2 0 0 0 0,0 0 0 0 0,2 1 0 0 0,0 42 0 0 0,5-57-34 0 0,0 1 0 0 0,1 0 0 0 0,1-1-1 0 0,0 0 1 0 0,1 1 0 0 0,0-1 0 0 0,12 24 0 0 0,-13-30 1 0 0,1 0-1 0 0,1 0 1 0 0,-1-1 0 0 0,1 1-1 0 0,1-1 1 0 0,-1 0 0 0 0,1-1-1 0 0,0 1 1 0 0,1-1 0 0 0,-1 0-1 0 0,1-1 1 0 0,1 0 0 0 0,-1 0 0 0 0,9 5-1 0 0,-9-8 5 0 0,0 0 1 0 0,1 0-1 0 0,-1-1 0 0 0,1 0 0 0 0,-1 0 1 0 0,1-1-1 0 0,0 0 0 0 0,-1 0 0 0 0,1-1 1 0 0,-1 1-1 0 0,1-2 0 0 0,-1 1 0 0 0,10-4 0 0 0,-2 0 3 0 0,0 0 0 0 0,-1-1-1 0 0,1-1 1 0 0,-1 0-1 0 0,17-13 1 0 0,-19 12 76 0 0,-1-1 0 0 0,-1 0 0 0 0,0-1 0 0 0,0 0 0 0 0,-1-1 0 0 0,0 0 0 0 0,-1 0 0 0 0,0-1 0 0 0,-1 0 0 0 0,0-1 0 0 0,-1 1 0 0 0,-1-1 0 0 0,0 0 0 0 0,0-1 0 0 0,-2 1 0 0 0,4-21 0 0 0,-5 24-67 0 0,-1 0-1 0 0,-1 0 1 0 0,1 0-1 0 0,-2 0 1 0 0,1 0-1 0 0,-1 0 1 0 0,-1 1-1 0 0,0-1 1 0 0,0 0-1 0 0,-1 1 1 0 0,0-1 0 0 0,-1 1-1 0 0,0 0 1 0 0,-1 0-1 0 0,1 0 1 0 0,-2 1-1 0 0,1 0 1 0 0,-1 0-1 0 0,0 0 1 0 0,-1 1-1 0 0,0 0 1 0 0,0 0-1 0 0,-1 0 1 0 0,-8-5-1 0 0,7 6-8 0 0,0 1 0 0 0,0 0 0 0 0,-1 1-1 0 0,1 0 1 0 0,-1 0 0 0 0,0 1 0 0 0,-20-3-1 0 0,5 2-223 0 0,0 2 0 0 0,-26 0-1 0 0,49 2-108 0 0,0 0-1 0 0,0 0 1 0 0,0 0-1 0 0,0 1 1 0 0,0-1-1 0 0,0 0 1 0 0,0 1 0 0 0,0-1-1 0 0,0 1 1 0 0,0 0-1 0 0,0-1 1 0 0,0 1-1 0 0,0 0 1 0 0,1 0 0 0 0,-1 0-1 0 0,0 1 1 0 0,1-1-1 0 0,-3 3 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54 968 0 0,'0'0'3144'0'0,"0"-39"8157"0"0,0 38-11127 0 0,0 1 1 0 0,0-1 0 0 0,0 0-1 0 0,0 0 1 0 0,0 0 0 0 0,0 1-1 0 0,0-1 1 0 0,0 0-1 0 0,-1 0 1 0 0,1 0 0 0 0,0 1-1 0 0,-1-1 1 0 0,1 0 0 0 0,0 1-1 0 0,-1-1 1 0 0,0-1-1 0 0,1 2-146 0 0,0 0-1 0 0,-1 0 1 0 0,1 0-1 0 0,0 0 1 0 0,0 0-1 0 0,-1 0 1 0 0,1 0-1 0 0,0 0 1 0 0,-1 0-1 0 0,1 0 0 0 0,0 0 1 0 0,0 0-1 0 0,-1 0 1 0 0,1 0-1 0 0,0 0 1 0 0,0 0-1 0 0,-1 0 1 0 0,1 0-1 0 0,0 0 1 0 0,0 1-1 0 0,-1-1 0 0 0,1 0 1 0 0,0 0-1 0 0,0 0 1 0 0,-1 0-1 0 0,1 0 1 0 0,0 1-1 0 0,0-1 1 0 0,0 0-1 0 0,-1 0 0 0 0,1 1 1 0 0,0-1-1 0 0,0 0 1 0 0,0 0-1 0 0,0 0 1 0 0,0 1-1 0 0,0-1 1 0 0,-1 0-1 0 0,1 0 1 0 0,0 1-1 0 0,0 0 0 0 0,-10 20 192 0 0,2 2 0 0 0,0-1 0 0 0,1 1 0 0 0,1 0 0 0 0,-4 41 0 0 0,7-42-166 0 0,-1 34 1 0 0,4-50-48 0 0,0 0 1 0 0,1 0-1 0 0,-1 0 1 0 0,1 0-1 0 0,1 0 1 0 0,-1 0-1 0 0,1 0 1 0 0,0 0-1 0 0,0-1 0 0 0,6 11 1 0 0,-6-14-5 0 0,-1 1-1 0 0,1-1 1 0 0,0 0 0 0 0,0 0 0 0 0,1 0 0 0 0,-1 0-1 0 0,0 0 1 0 0,1 0 0 0 0,-1 0 0 0 0,1-1-1 0 0,-1 0 1 0 0,1 1 0 0 0,0-1 0 0 0,-1 0-1 0 0,1 0 1 0 0,0 0 0 0 0,0-1 0 0 0,0 1 0 0 0,0-1-1 0 0,0 0 1 0 0,0 1 0 0 0,0-1 0 0 0,0 0-1 0 0,0-1 1 0 0,0 1 0 0 0,0-1 0 0 0,0 1-1 0 0,-1-1 1 0 0,6-1 0 0 0,0-1-6 0 0,0-1 0 0 0,0 0 0 0 0,0 0 0 0 0,0 0 0 0 0,0-1 0 0 0,-1 0 0 0 0,0 0 0 0 0,11-11 0 0 0,-4-1 0 0 0,0 0 0 0 0,-1 0 0 0 0,0-2 0 0 0,-2 0 0 0 0,14-28 0 0 0,10-17 1308 0 0,-36 70-1008 0 0,0 0 0 0 0,0-1 0 0 0,-1 1 0 0 0,1 0 0 0 0,-1-1 0 0 0,-1 1 0 0 0,-2 6 0 0 0,-6 14 244 0 0,-22 75 17 0 0,4 2-1 0 0,-18 130 1 0 0,27-112-2838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4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2224 0 0,'6'-10'13805'0'0,"-5"9"-13465"0"0,0 0 0 0 0,-1 0 0 0 0,1 0 1 0 0,0 1-1 0 0,0-1 0 0 0,0 0 0 0 0,0 0 0 0 0,0 1 1 0 0,0-1-1 0 0,0 0 0 0 0,0 1 0 0 0,0-1 0 0 0,0 1 1 0 0,0 0-1 0 0,0-1 0 0 0,0 1 0 0 0,0 0 1 0 0,0-1-1 0 0,2 1 0 0 0,27-1 1050 0 0,-16 1-968 0 0,84-9 842 0 0,-37 4-997 0 0,75-15-1 0 0,-133 19-330 0 0,11-2-754 0 0,0 0 1 0 0,17-8-1 0 0,-5-4-4005 0 0,-7-8-5018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18 2140 0 0,'-21'-15'8246'0'0,"20"15"-7903"0"0,0-1-1 0 0,-1 1 1 0 0,1-1 0 0 0,0 1 0 0 0,-1 0 0 0 0,1 0-1 0 0,0 0 1 0 0,0 0 0 0 0,-1 0 0 0 0,1 0 0 0 0,0 0 0 0 0,-3 1-1 0 0,2-1-92 0 0,0 1 0 0 0,0 0 0 0 0,0 1 0 0 0,0-1-1 0 0,0 0 1 0 0,0 0 0 0 0,1 1 0 0 0,-1-1 0 0 0,0 1 0 0 0,1 0-1 0 0,-1-1 1 0 0,1 1 0 0 0,0 0 0 0 0,-1 0 0 0 0,1 0-1 0 0,0 0 1 0 0,-1 3 0 0 0,-7 15 1222 0 0,1 0 0 0 0,-9 32 0 0 0,-13 97 663 0 0,12-46-1614 0 0,-2 3-138 0 0,4-16-737 0 0,3-33-2943 0 0,13-44 606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5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202 174 584 0 0,'10'-11'2111'0'0,"0"-1"0"0"0,-1 0 1 0 0,-1-1-1 0 0,0 0 0 0 0,-1 0 0 0 0,-1-1 0 0 0,0 0 0 0 0,7-22 0 0 0,-12 34-1963 0 0,-1 1-1 0 0,0-1 0 0 0,1 1 0 0 0,-1 0 0 0 0,0-1 0 0 0,0 1 0 0 0,1-1 0 0 0,-1 1 0 0 0,0-1 1 0 0,-1 1-1 0 0,1-1 0 0 0,0 1 0 0 0,0-1 0 0 0,-1 1 0 0 0,0-3 0 0 0,1 3-95 0 0,-1 1 0 0 0,1-1 0 0 0,-1 0-1 0 0,0 0 1 0 0,1 1 0 0 0,-1-1 0 0 0,0 1 0 0 0,1-1-1 0 0,-1 1 1 0 0,0-1 0 0 0,1 1 0 0 0,-1-1 0 0 0,0 1-1 0 0,0 0 1 0 0,0-1 0 0 0,0 1 0 0 0,1 0 0 0 0,-1 0 0 0 0,-2-1-1 0 0,0 1-7 0 0,0 0 0 0 0,-1 0 0 0 0,1 1 0 0 0,0-1 0 0 0,-1 1 0 0 0,1-1 0 0 0,0 1 0 0 0,0 0 0 0 0,-1 0 0 0 0,1 1 0 0 0,0-1 0 0 0,-4 3-1 0 0,-9 7 16 0 0,1 0 0 0 0,0 1 0 0 0,1 1 0 0 0,0 1 0 0 0,1 0 0 0 0,1 0 0 0 0,-14 21 0 0 0,10-11-49 0 0,1 0 0 0 0,1 1 0 0 0,2 1 0 0 0,-12 33 0 0 0,21-52-8 0 0,1 1 0 0 0,1-1 0 0 0,-1 1 0 0 0,1 0 1 0 0,0 0-1 0 0,1 0 0 0 0,0 0 0 0 0,1 13 0 0 0,-1-18 0 0 0,1-1 0 0 0,-1 1 0 0 0,1-1 0 0 0,-1 1-1 0 0,1-1 1 0 0,0 1 0 0 0,0-1 0 0 0,0 0 0 0 0,0 1 0 0 0,1-1 0 0 0,-1 0 0 0 0,1 0-1 0 0,-1 0 1 0 0,1 0 0 0 0,0 0 0 0 0,-1 0 0 0 0,1-1 0 0 0,0 1 0 0 0,0 0 0 0 0,0-1 0 0 0,1 1-1 0 0,-1-1 1 0 0,0 0 0 0 0,0 0 0 0 0,1 0 0 0 0,-1 0 0 0 0,1 0 0 0 0,-1-1 0 0 0,1 1-1 0 0,-1-1 1 0 0,5 1 0 0 0,0-1-1 0 0,0 0-1 0 0,1-1 0 0 0,-1 0 1 0 0,0 0-1 0 0,0-1 1 0 0,0 1-1 0 0,0-2 0 0 0,0 1 1 0 0,-1-1-1 0 0,1 0 0 0 0,-1 0 1 0 0,1-1-1 0 0,-1 0 1 0 0,0 0-1 0 0,-1 0 0 0 0,1-1 1 0 0,-1 0-1 0 0,1 0 1 0 0,5-8-1 0 0,9-12 19 0 0,0-2 0 0 0,-2 0 0 0 0,16-31 1 0 0,-11 18-31 0 0,-22 38-13 0 0,12-17 181 0 0,-13 19-151 0 0,0 0 0 0 0,0 0 1 0 0,0-1-1 0 0,0 1 0 0 0,0 0 0 0 0,0 0 1 0 0,0 0-1 0 0,1 0 0 0 0,-1 0 0 0 0,0 0 1 0 0,0 0-1 0 0,0 0 0 0 0,0 0 0 0 0,0 0 1 0 0,0 0-1 0 0,0 0 0 0 0,0 0 1 0 0,0 0-1 0 0,0 0 0 0 0,0 0 0 0 0,0 0 1 0 0,1 0-1 0 0,-1 0 0 0 0,0 0 0 0 0,0 0 1 0 0,0 0-1 0 0,0 0 0 0 0,0 0 0 0 0,0 0 1 0 0,0 0-1 0 0,0 0 0 0 0,0 0 0 0 0,1 0 1 0 0,-1 0-1 0 0,0 0 0 0 0,0 0 1 0 0,0 0-1 0 0,0 0 0 0 0,0 0 0 0 0,0 0 1 0 0,0 0-1 0 0,0 0 0 0 0,0 0 0 0 0,0 0 1 0 0,0 0-1 0 0,0 0 0 0 0,1 0 0 0 0,-1 0 1 0 0,0 0-1 0 0,0 0 0 0 0,0 1 0 0 0,0-1 1 0 0,0 0-1 0 0,0 0 0 0 0,0 0 0 0 0,0 0 1 0 0,0 0-1 0 0,-1 14 538 0 0,-51 224 2653 0 0,10-64-2735 0 0,17-35-1206 0 0,16-80-6577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6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186 172 1604 0 0,'7'-11'1779'0'0,"-1"-1"0"0"0,0 1 0 0 0,0-1 0 0 0,-1 0 0 0 0,-1 0 0 0 0,0-1 0 0 0,0 1 0 0 0,-2-1 0 0 0,3-21 0 0 0,-5 33-1711 0 0,0 0 0 0 0,0 0-1 0 0,0 0 1 0 0,0 0 0 0 0,0-1 0 0 0,0 1-1 0 0,0 0 1 0 0,0 0 0 0 0,-1 0-1 0 0,1 0 1 0 0,-1 0 0 0 0,1 0-1 0 0,0 0 1 0 0,-1 0 0 0 0,0 0-1 0 0,1 0 1 0 0,-1 0 0 0 0,0 0-1 0 0,1 0 1 0 0,-1 1 0 0 0,0-1-1 0 0,0 0 1 0 0,0 0 0 0 0,1 1-1 0 0,-1-1 1 0 0,0 0 0 0 0,0 1-1 0 0,0-1 1 0 0,0 1 0 0 0,0-1 0 0 0,0 1-1 0 0,-1 0 1 0 0,1-1 0 0 0,0 1-1 0 0,0 0 1 0 0,0 0 0 0 0,0 0-1 0 0,0 0 1 0 0,0 0 0 0 0,0 0-1 0 0,-1 0 1 0 0,0 0 0 0 0,-3 1 30 0 0,0 0 0 0 0,0 0 0 0 0,0 0 0 0 0,1 1 0 0 0,-1-1 0 0 0,0 1 0 0 0,-6 4 0 0 0,-3 3 35 0 0,0 1 0 0 0,1 0 0 0 0,0 0 0 0 0,0 2-1 0 0,1-1 1 0 0,1 2 0 0 0,-14 17 0 0 0,20-23-116 0 0,0 1 0 0 0,0-1-1 0 0,1 1 1 0 0,0 0-1 0 0,0 0 1 0 0,1 1 0 0 0,0-1-1 0 0,0 1 1 0 0,1-1 0 0 0,0 1-1 0 0,0 0 1 0 0,1 0-1 0 0,1 0 1 0 0,-1 0 0 0 0,2 11-1 0 0,-1-17-10 0 0,1 0 0 0 0,-1-1 0 0 0,1 1 0 0 0,0 0-1 0 0,-1-1 1 0 0,1 1 0 0 0,0-1 0 0 0,1 1 0 0 0,-1-1 0 0 0,0 1-1 0 0,1-1 1 0 0,-1 0 0 0 0,1 0 0 0 0,0 0 0 0 0,-1 0 0 0 0,1 0-1 0 0,0 0 1 0 0,0 0 0 0 0,1-1 0 0 0,-1 1 0 0 0,0-1-1 0 0,1 1 1 0 0,-1-1 0 0 0,0 0 0 0 0,1 0 0 0 0,-1 0 0 0 0,1 0-1 0 0,0-1 1 0 0,-1 1 0 0 0,1-1 0 0 0,0 1 0 0 0,4-1 0 0 0,1 0 1 0 0,-1 0 0 0 0,0-1 0 0 0,0 0 1 0 0,0 0-1 0 0,0-1 0 0 0,0 0 0 0 0,0 0 1 0 0,0-1-1 0 0,0 0 0 0 0,-1 0 0 0 0,10-6 1 0 0,10-11-8 0 0,0-1 0 0 0,-1-2 0 0 0,-1 0 1 0 0,31-41-1 0 0,-45 52 29 0 0,-9 11 14 0 0,0 0 0 0 0,-1 0 0 0 0,1 0 0 0 0,0 0 0 0 0,0 1-1 0 0,0-1 1 0 0,0 0 0 0 0,0 0 0 0 0,0 0 0 0 0,0 1 0 0 0,0-1 0 0 0,0 0-1 0 0,0 1 1 0 0,0-1 0 0 0,0 1 0 0 0,1 0 0 0 0,1-1 0 0 0,-2 1 5 0 0,-1 0 1 0 0,1 0-1 0 0,-1 1 1 0 0,1-1-1 0 0,-1 0 1 0 0,1 1-1 0 0,-1-1 0 0 0,1 0 1 0 0,-1 1-1 0 0,0-1 1 0 0,1 1-1 0 0,-1-1 1 0 0,1 0-1 0 0,-1 1 1 0 0,0-1-1 0 0,0 1 1 0 0,1-1-1 0 0,-1 1 1 0 0,0 0-1 0 0,0-1 0 0 0,1 1 1 0 0,-1-1-1 0 0,0 1 1 0 0,0-1-1 0 0,0 1 1 0 0,0 0-1 0 0,1 8 644 0 0,0 1-1 0 0,-1-1 0 0 0,-2 14 1 0 0,2-15-265 0 0,-6 55 671 0 0,-18 77 0 0 0,6-48-528 0 0,-40 161-570 0 0,47-221 0 0 0,7-23 0 0 0,-1-3 0 0 0,-4-9 0 0 0,2-11-3811 0 0,7 11 2422 0 0,-1 0 1 0 0,1 0-1 0 0,0-1 0 0 0,0 1 0 0 0,0 0 0 0 0,0-1 0 0 0,1 1 0 0 0,-1 0 0 0 0,1 0 1 0 0,4-11-2779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8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 2008 0 0,'-2'0'4087'0'0,"-20"0"1506"0"0,33 1-3323 0 0,42-3-1699 0 0,239-43 435 0 0,-290 45-969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2:5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83 2708 0 0,'1'-3'567'0'0,"0"0"-1"0"0,0 0 1 0 0,0 0-1 0 0,0-1 1 0 0,-1 1 0 0 0,1 0-1 0 0,-1-1 1 0 0,0 1-1 0 0,0 0 1 0 0,0-1-1 0 0,0 1 1 0 0,-1 0-1 0 0,0 0 1 0 0,1-1-1 0 0,-1 1 1 0 0,0 0-1 0 0,0 0 1 0 0,-2-3 0 0 0,2 4-179 0 0,-15 4 202 0 0,14-2-552 0 0,-1 0 0 0 0,1 1 1 0 0,0 0-1 0 0,0 0 0 0 0,-1 0 0 0 0,1 0 0 0 0,0 0 0 0 0,0 0 0 0 0,0 0 0 0 0,0 1 0 0 0,0-1 0 0 0,0 1 0 0 0,-3 3 0 0 0,-19 25 142 0 0,20-24-133 0 0,-1 1-34 0 0,1 0-1 0 0,-1 0 1 0 0,1 0-1 0 0,1 0 0 0 0,-1 0 1 0 0,1 1-1 0 0,1 0 1 0 0,-1-1-1 0 0,1 1 1 0 0,-1 10-1 0 0,3-14-7 0 0,0 1 0 0 0,0-1 0 0 0,1 0 0 0 0,-1 1 0 0 0,1-1 1 0 0,0 0-1 0 0,0 0 0 0 0,0 1 0 0 0,1-1 0 0 0,0 0 0 0 0,-1 0 0 0 0,1-1 0 0 0,1 1 0 0 0,-1 0 0 0 0,0-1 1 0 0,1 1-1 0 0,0-1 0 0 0,0 0 0 0 0,0 0 0 0 0,0 0 0 0 0,4 3 0 0 0,13 9 92 0 0,0-1 0 0 0,1-1 0 0 0,38 18 1 0 0,73 22 129 0 0,-78-33-185 0 0,62 32 1 0 0,-101-44-38 0 0,-2-2 15 0 0,-1 1 0 0 0,21 14 1 0 0,-31-19 46 0 0,0-1 1 0 0,0 1-1 0 0,0-1 1 0 0,-1 1-1 0 0,1-1 1 0 0,0 1-1 0 0,-1 0 0 0 0,1 0 1 0 0,-1 0-1 0 0,0 0 1 0 0,0 0-1 0 0,1 0 1 0 0,-1 0-1 0 0,-1 1 1 0 0,1-1-1 0 0,0 0 0 0 0,0 1 1 0 0,-1-1-1 0 0,0 0 1 0 0,1 1-1 0 0,-1-1 1 0 0,0 0-1 0 0,0 3 1 0 0,-1-1 43 0 0,-1 0 0 0 0,1-1 1 0 0,-1 1-1 0 0,0-1 1 0 0,0 1-1 0 0,0-1 0 0 0,0 0 1 0 0,0 1-1 0 0,-1-1 1 0 0,1-1-1 0 0,-1 1 0 0 0,0 0 1 0 0,0-1-1 0 0,0 1 1 0 0,0-1-1 0 0,-1 0 0 0 0,1 0 1 0 0,-6 3-1 0 0,-7 2 268 0 0,0 0 1 0 0,-29 7-1 0 0,32-10-161 0 0,0-1 1 0 0,0-1-1 0 0,-1 0 1 0 0,-17 1-1 0 0,27-3-185 0 0,1 0-1 0 0,0 0 1 0 0,-1 0-1 0 0,1 0 1 0 0,0-1-1 0 0,-1 1 1 0 0,1-1-1 0 0,0 0 1 0 0,0 0-1 0 0,0 0 1 0 0,0 0-1 0 0,0-1 1 0 0,0 1-1 0 0,0-1 1 0 0,0 0-1 0 0,0 0 1 0 0,1 0-1 0 0,-1 0 1 0 0,1 0-1 0 0,-1-1 1 0 0,1 1-1 0 0,0-1 1 0 0,-2-3-1 0 0,2 3-19 0 0,1 0 0 0 0,0 0 0 0 0,0-1 0 0 0,1 1 0 0 0,-1 0 0 0 0,1-1 1 0 0,-1 1-1 0 0,1 0 0 0 0,0-1 0 0 0,1 1 0 0 0,-1-1 0 0 0,0 1 0 0 0,1 0 0 0 0,0-1 0 0 0,0 1 0 0 0,2-5 0 0 0,2-7 61 0 0,2 0-1 0 0,9-16 0 0 0,-11 23-52 0 0,70-117 196 0 0,-42 74-216 0 0,-2-2 1 0 0,24-59-1 0 0,-52 107-4 0 0,-1-1 0 0 0,0-1 0 0 0,0 1 0 0 0,-1 0 0 0 0,1 0 0 0 0,-2-1-1 0 0,1 1 1 0 0,-1-1 0 0 0,1 1 0 0 0,-2-1 0 0 0,0-7 0 0 0,0 11 1 0 0,0 0 1 0 0,1 1-1 0 0,-1-1 1 0 0,-1 0-1 0 0,1 1 1 0 0,0-1-1 0 0,0 1 0 0 0,-1-1 1 0 0,0 1-1 0 0,1 0 1 0 0,-1 0-1 0 0,0 0 0 0 0,0 0 1 0 0,0 0-1 0 0,0 0 1 0 0,-1 0-1 0 0,1 1 1 0 0,0-1-1 0 0,-1 1 0 0 0,1-1 1 0 0,-1 1-1 0 0,0 0 1 0 0,1 0-1 0 0,-1 0 1 0 0,0 1-1 0 0,1-1 0 0 0,-6 0 1 0 0,-4 0-7 0 0,1 0 0 0 0,-1 1 0 0 0,0 1 0 0 0,0 0-1 0 0,1 0 1 0 0,-1 1 0 0 0,1 1 0 0 0,-1 0 0 0 0,-17 7 0 0 0,14-4-389 0 0,0 1 0 0 0,0 0-1 0 0,0 2 1 0 0,1-1 0 0 0,0 2-1 0 0,-14 12 1 0 0,22-16-204 0 0,0-1-1 0 0,1 1 0 0 0,0 1 1 0 0,0-1-1 0 0,1 1 1 0 0,-5 8-1 0 0,-7 26-7869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00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168 116 732 0 0,'-12'-26'8343'0'0,"-2"-4"-1565"0"0,13 26-6308 0 0,0 1-1 0 0,0-1 0 0 0,0 0 1 0 0,0 1-1 0 0,0-1 0 0 0,1-4 0 0 0,0 7-436 0 0,0 0-1 0 0,1-1 0 0 0,-1 1 0 0 0,0 0 0 0 0,1 1 1 0 0,-1-1-1 0 0,1 0 0 0 0,-1 0 0 0 0,1 0 0 0 0,-1 0 1 0 0,1 0-1 0 0,0 0 0 0 0,-1 1 0 0 0,1-1 1 0 0,0 0-1 0 0,0 0 0 0 0,0 1 0 0 0,0-1 0 0 0,-1 1 1 0 0,1-1-1 0 0,0 1 0 0 0,0-1 0 0 0,0 1 0 0 0,2-1 1 0 0,23-6 252 0 0,-24 6-273 0 0,4 1 5 0 0,1-1 0 0 0,-1 1-1 0 0,0 0 1 0 0,1 0 0 0 0,-1 1-1 0 0,0 0 1 0 0,0 0 0 0 0,1 0-1 0 0,-1 1 1 0 0,0 0 0 0 0,0 0 0 0 0,-1 1-1 0 0,1 0 1 0 0,0 0 0 0 0,-1 0-1 0 0,10 8 1 0 0,-12-9-17 0 0,0 0 0 0 0,0 0-1 0 0,0 1 1 0 0,-1 0 0 0 0,1-1 0 0 0,-1 1-1 0 0,0 0 1 0 0,1 0 0 0 0,-1 1 0 0 0,-1-1-1 0 0,1 0 1 0 0,0 1 0 0 0,-1-1 0 0 0,0 1-1 0 0,0-1 1 0 0,0 1 0 0 0,0-1 0 0 0,0 1 0 0 0,-1 0-1 0 0,0 0 1 0 0,1-1 0 0 0,-1 1 0 0 0,-1 0-1 0 0,1-1 1 0 0,-1 1 0 0 0,1 0 0 0 0,-1 0-1 0 0,0-1 1 0 0,-2 5 0 0 0,-5 7-24 0 0,0-1 0 0 0,-2 0 1 0 0,0 0-1 0 0,0-1 0 0 0,-1 0 0 0 0,-1-1 0 0 0,-21 18 1 0 0,-2 3 41 0 0,22-22 25 0 0,9-9-37 0 0,1 0 0 0 0,0 1-1 0 0,1-1 1 0 0,-1 1 0 0 0,0 0 0 0 0,1-1 0 0 0,-4 7 0 0 0,5-8-1 0 0,31 12-51 0 0,-12-8 5 0 0,-1 1 0 0 0,0 1 0 0 0,0 1 0 0 0,24 15 0 0 0,-32-18 23 0 0,0 1 0 0 0,-1 0 0 0 0,0 1 0 0 0,0 0 0 0 0,-1 0 0 0 0,0 0 0 0 0,0 1 0 0 0,0 0-1 0 0,-1 1 1 0 0,5 8 0 0 0,-10-14 52 0 0,1 0-1 0 0,-1-1 1 0 0,0 1 0 0 0,0 0-1 0 0,-1 0 1 0 0,1 0-1 0 0,-1 0 1 0 0,1 0 0 0 0,-1 0-1 0 0,0 0 1 0 0,0 0 0 0 0,0 0-1 0 0,0 0 1 0 0,-1 0-1 0 0,1 0 1 0 0,-3 6 0 0 0,1-5 30 0 0,0 1 1 0 0,0-1-1 0 0,0 1 1 0 0,-1-1-1 0 0,0 0 1 0 0,0 0 0 0 0,0 0-1 0 0,-1-1 1 0 0,-5 6-1 0 0,-1 0 160 0 0,-1-1 0 0 0,-1-1 1 0 0,0 1-1 0 0,0-2 0 0 0,0 0 0 0 0,-20 8 0 0 0,19-10-84 0 0,1 0 0 0 0,-1-1-1 0 0,1-1 1 0 0,-1 1 0 0 0,0-2 0 0 0,0 0 0 0 0,0-1 0 0 0,0 0 0 0 0,0-1 0 0 0,0 0 0 0 0,0-1-1 0 0,0 0 1 0 0,1-1 0 0 0,-1-1 0 0 0,1 0 0 0 0,-14-6 0 0 0,26 10-268 0 0,-1 0 0 0 0,0-1 0 0 0,0 1 0 0 0,1 0 1 0 0,-1 0-1 0 0,0 0 0 0 0,1-1 0 0 0,-1 1 0 0 0,0 0 0 0 0,1-1 0 0 0,-1 1 0 0 0,1-1 0 0 0,-1 1 1 0 0,0-1-1 0 0,1 1 0 0 0,-1-1 0 0 0,1 1 0 0 0,0-1 0 0 0,-1 1 0 0 0,1-1 0 0 0,-1 0 0 0 0,1 1 1 0 0,0-1-1 0 0,-1 0 0 0 0,1 1 0 0 0,0-1 0 0 0,0 0 0 0 0,0 1 0 0 0,-1-1 0 0 0,1 0 0 0 0,0 0 1 0 0,0 1-1 0 0,0-1 0 0 0,0 0 0 0 0,0 0 0 0 0,0 1 0 0 0,0-1 0 0 0,1 0 0 0 0,-1 1 0 0 0,0-1 1 0 0,0 0-1 0 0,1 0 0 0 0,-1 1 0 0 0,0-1 0 0 0,1 1 0 0 0,-1-1 0 0 0,0 0 0 0 0,2 0 0 0 0,0-2-1158 0 0,4-3-1287 0 0,-3 3 1286 0 0,1 1 1 0 0,-1 0-1 0 0,5-3 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0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138 212 1172 0 0,'1'-4'1344'0'0,"0"0"-1"0"0,0 0 1 0 0,0 0 0 0 0,0 0-1 0 0,0-1 1 0 0,-1 1 0 0 0,0 0-1 0 0,0 0 1 0 0,-1-7-1 0 0,1 5-89 0 0,-1 1-1 0 0,0-1 1 0 0,-1 1-1 0 0,1 0 1 0 0,-5-10-1 0 0,5 13-695 0 0,0-1 8 0 0,1 3-552 0 0,0 0 0 0 0,0 0 0 0 0,0 0 0 0 0,0 0 0 0 0,0-1 0 0 0,0 1 1 0 0,0 0-1 0 0,0 0 0 0 0,0 0 0 0 0,0 0 0 0 0,0-1 0 0 0,-1 1 1 0 0,1 0-1 0 0,0 0 0 0 0,0 0 0 0 0,0 0 0 0 0,0-1 0 0 0,0 1 0 0 0,0 0 1 0 0,0 0-1 0 0,0 0 0 0 0,0 0 0 0 0,-1 0 0 0 0,1 0 0 0 0,0-1 1 0 0,0 1-1 0 0,0 0 0 0 0,0 0 0 0 0,0 0 0 0 0,0 0 0 0 0,-1 0 0 0 0,1 0 1 0 0,0 0-1 0 0,0 0 0 0 0,0 0 0 0 0,0 0 0 0 0,-1 0 0 0 0,1 0 1 0 0,0 0-1 0 0,0 0 0 0 0,0 0 0 0 0,0 0 0 0 0,-1 0 0 0 0,1 0 1 0 0,0 0-1 0 0,0 0 0 0 0,0 0 0 0 0,-1 0 0 0 0,-5 3 27 0 0,0 0-1 0 0,0 1 1 0 0,0 0 0 0 0,1 0-1 0 0,-1 0 1 0 0,1 1-1 0 0,0 0 1 0 0,0 0 0 0 0,1 0-1 0 0,0 1 1 0 0,-1-1-1 0 0,2 1 1 0 0,-7 11 0 0 0,1 1-82 0 0,1 0 0 0 0,0 1 0 0 0,-8 34 1 0 0,14-47 26 0 0,0 1 1 0 0,1 0 0 0 0,0 0 0 0 0,0 0 0 0 0,1 0 0 0 0,0 0 0 0 0,0 0-1 0 0,1 0 1 0 0,0 0 0 0 0,0 0 0 0 0,0 0 0 0 0,1 0 0 0 0,0 0 0 0 0,0-1-1 0 0,1 1 1 0 0,0-1 0 0 0,0 0 0 0 0,0 1 0 0 0,1-1 0 0 0,0-1 0 0 0,0 1 0 0 0,1-1-1 0 0,-1 1 1 0 0,1-1 0 0 0,1 0 0 0 0,-1-1 0 0 0,0 0 0 0 0,1 1 0 0 0,0-2-1 0 0,0 1 1 0 0,0-1 0 0 0,1 0 0 0 0,12 5 0 0 0,-5-4 51 0 0,1 0 1 0 0,0-1-1 0 0,0 0 0 0 0,0-1 1 0 0,1-1-1 0 0,-1 0 0 0 0,0-1 1 0 0,1-1-1 0 0,-1-1 0 0 0,0 0 1 0 0,0 0-1 0 0,0-2 1 0 0,0 0-1 0 0,-1 0 0 0 0,1-2 1 0 0,-1 0-1 0 0,0 0 0 0 0,15-11 1 0 0,-14 8 25 0 0,-1 0 0 0 0,0-2 0 0 0,0 0 0 0 0,-1 0 0 0 0,-1-1 0 0 0,0-1 0 0 0,-1 0 0 0 0,0 0 0 0 0,-1-1 0 0 0,0 0 0 0 0,-1-1 0 0 0,-1 0 0 0 0,0-1 0 0 0,-1 0 0 0 0,8-30 0 0 0,-13 39-32 0 0,-1 0 0 0 0,0 0-1 0 0,0 0 1 0 0,-1 0 0 0 0,1 0-1 0 0,-2-1 1 0 0,1 1 0 0 0,-1 0-1 0 0,0 0 1 0 0,-1 0 0 0 0,1 1-1 0 0,-1-1 1 0 0,-1 0-1 0 0,1 0 1 0 0,-1 1 0 0 0,-1 0-1 0 0,1 0 1 0 0,-1-1 0 0 0,0 2-1 0 0,0-1 1 0 0,0 0 0 0 0,-1 1-1 0 0,0 0 1 0 0,0 0 0 0 0,-9-6-1 0 0,6 5-42 0 0,-1 0 1 0 0,0 1-1 0 0,0 0 0 0 0,0 0 0 0 0,-1 1 0 0 0,0 0 0 0 0,0 0 1 0 0,0 1-1 0 0,0 1 0 0 0,-1 0 0 0 0,1 0 0 0 0,0 1 0 0 0,-1 0 1 0 0,1 1-1 0 0,-1 0 0 0 0,-17 3 0 0 0,13 0-505 0 0,-1 1 0 0 0,1 0 0 0 0,0 1 0 0 0,0 1 0 0 0,-24 13 0 0 0,-13 13-3248 0 0,0 6-3889 0 0,17-11-1727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24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83 1492 0 0,'1'-10'7561'0'0,"-1"-7"-727"0"0,-4 8-5215 0 0,-2 4-1561 0 0,1 0 0 0 0,-1 1-1 0 0,0-1 1 0 0,0 2 0 0 0,0-1-1 0 0,-1 1 1 0 0,1-1-1 0 0,-1 2 1 0 0,0-1 0 0 0,0 1-1 0 0,0 0 1 0 0,0 0 0 0 0,0 1-1 0 0,0 0 1 0 0,0 1 0 0 0,0-1-1 0 0,-1 1 1 0 0,1 1 0 0 0,0-1-1 0 0,0 1 1 0 0,-1 0 0 0 0,1 1-1 0 0,0 0 1 0 0,0 0 0 0 0,1 0-1 0 0,-1 1 1 0 0,0 0-1 0 0,1 0 1 0 0,-11 8 0 0 0,5-3-88 0 0,1 0-1 0 0,-1 1 1 0 0,2 0 0 0 0,-1 0 0 0 0,1 2 0 0 0,1-1-1 0 0,0 1 1 0 0,0 0 0 0 0,1 1 0 0 0,0 0 0 0 0,1 1-1 0 0,1-1 1 0 0,0 1 0 0 0,0 0 0 0 0,2 1 0 0 0,-6 21-1 0 0,10-29 21 0 0,0 1-1 0 0,0-1 0 0 0,0 1 0 0 0,1-1 1 0 0,0 0-1 0 0,0 0 0 0 0,1 1 0 0 0,0-1 0 0 0,0 0 1 0 0,0 0-1 0 0,1-1 0 0 0,3 7 0 0 0,0 0 6 0 0,1-4 4 0 0,3 0 3 0 0,-4-4 6 0 0,-1 0 1 0 0,1-1 0 0 0,0 1-1 0 0,0-1 1 0 0,0-1 0 0 0,1 1 0 0 0,-1-1-1 0 0,0 0 1 0 0,1 0 0 0 0,0-1-1 0 0,-1 0 1 0 0,9 0 0 0 0,8 0 59 0 0,-1-1 1 0 0,26-4 0 0 0,-47 4-67 0 0,2-1 23 0 0,18 0 35 0 0,6 0-712 0 0,-17 2-2753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2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21 600 0 0,'0'0'13570'0'0,"-10"-6"-10234"0"0,5 4-3261 0 0,0-1 0 0 0,0 1 0 0 0,0 1 0 0 0,0-1 0 0 0,0 1 0 0 0,-1 0 0 0 0,1 0 0 0 0,0 0 0 0 0,-1 1 0 0 0,1 0 0 0 0,0 0 0 0 0,-1 0 0 0 0,1 1 0 0 0,0-1 0 0 0,0 1 0 0 0,-6 2 0 0 0,4 0-74 0 0,0 0 0 0 0,0 0-1 0 0,0 0 1 0 0,1 1 0 0 0,-1 0-1 0 0,1 1 1 0 0,0-1 0 0 0,0 1-1 0 0,0 1 1 0 0,-6 7 0 0 0,4-3-31 0 0,0 0 0 0 0,1 0-1 0 0,0 0 1 0 0,1 1 0 0 0,0 1 0 0 0,1-1 0 0 0,0 1 0 0 0,0-1 0 0 0,2 1 0 0 0,-1 1-1 0 0,1-1 1 0 0,1 0 0 0 0,-1 19 0 0 0,3-27 30 0 0,0 0 1 0 0,0-1-1 0 0,1 1 1 0 0,-1 0-1 0 0,1 0 0 0 0,0-1 1 0 0,0 1-1 0 0,0 0 1 0 0,0-1-1 0 0,1 1 0 0 0,-1-1 1 0 0,1 0-1 0 0,0 1 1 0 0,0-1-1 0 0,0 0 0 0 0,1 0 1 0 0,-1 0-1 0 0,4 3 1 0 0,-2-3 7 0 0,1 0 0 0 0,-1 0 0 0 0,1-1 0 0 0,0 1 0 0 0,-1-1 1 0 0,1 0-1 0 0,0 0 0 0 0,0 0 0 0 0,1-1 0 0 0,-1 0 0 0 0,9 1 0 0 0,-1-1 32 0 0,1 0-1 0 0,0-1 1 0 0,-1-1-1 0 0,1 0 0 0 0,-1-1 1 0 0,1-1-1 0 0,-1 0 1 0 0,0-1-1 0 0,16-6 0 0 0,-21 6 81 0 0,0 1-1 0 0,-1-2 0 0 0,0 1 0 0 0,0-1 0 0 0,0 0 0 0 0,0 0 0 0 0,-1-1 1 0 0,0 0-1 0 0,0 0 0 0 0,8-12 0 0 0,-11 14-416 0 0,0-1 0 0 0,0-1 0 0 0,0 1 0 0 0,-1 0 0 0 0,0-1 0 0 0,0 1-1 0 0,0-1 1 0 0,1-9 0 0 0,-3 10-1208 0 0,1 0-1 0 0,-1-1 0 0 0,0 1 1 0 0,0-1-1 0 0,-3-10 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2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1480 0 0,'2'-12'6817'0'0,"4"-6"-2317"0"0,3-6 419 0 0,-8 21-4785 0 0,1 1 0 0 0,0 0 0 0 0,-1 0 0 0 0,1 0 0 0 0,0 0 0 0 0,0 0-1 0 0,0 0 1 0 0,1 1 0 0 0,3-3 0 0 0,20-8 80 0 0,0 1 0 0 0,1 1 0 0 0,-1 1 1 0 0,2 2-1 0 0,42-7 0 0 0,0-1-1363 0 0,-57 13 162 0 0,18-4-2784 0 0,-16-3-2677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3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1 996 0 0,'-14'1'2405'0'0,"5"0"-761"0"0,-1 0 1 0 0,1 0 0 0 0,-14 5 0 0 0,20-5-1377 0 0,-1 0 1 0 0,1 1-1 0 0,0-1 1 0 0,0 1-1 0 0,0 0 1 0 0,1 0-1 0 0,-1 0 1 0 0,0 0 0 0 0,1 1-1 0 0,-1-1 1 0 0,1 1-1 0 0,0-1 1 0 0,-3 5-1 0 0,1-1-83 0 0,0 0-1 0 0,0 0 0 0 0,1 1 1 0 0,0 0-1 0 0,0-1 1 0 0,1 1-1 0 0,0 0 0 0 0,0 0 1 0 0,1 1-1 0 0,-1-1 1 0 0,1 0-1 0 0,1 0 0 0 0,0 1 1 0 0,0-1-1 0 0,0 0 1 0 0,1 0-1 0 0,0 1 0 0 0,0-1 1 0 0,1 0-1 0 0,0 0 1 0 0,0 0-1 0 0,1 0 0 0 0,0-1 1 0 0,0 1-1 0 0,7 11 1 0 0,-6-12-154 0 0,1 0 1 0 0,0 0 0 0 0,0 0 0 0 0,0-1-1 0 0,1 0 1 0 0,-1 0 0 0 0,1 0 0 0 0,0-1-1 0 0,1 1 1 0 0,-1-1 0 0 0,1-1-1 0 0,0 0 1 0 0,0 0 0 0 0,0 0 0 0 0,0 0-1 0 0,0-1 1 0 0,1-1 0 0 0,-1 1 0 0 0,1-1-1 0 0,-1 0 1 0 0,1-1 0 0 0,-1 0 0 0 0,1 0-1 0 0,-1-1 1 0 0,1 1 0 0 0,13-5-1 0 0,119-23 22 0 0,-134 28-53 0 0,1-1 0 0 0,0 1 0 0 0,-1 1 0 0 0,1-1 0 0 0,-1 1-1 0 0,1 0 1 0 0,-1 0 0 0 0,1 1 0 0 0,-1 0 0 0 0,7 3 0 0 0,-7-3 42 0 0,0 1 1 0 0,0 0-1 0 0,0 1 0 0 0,0 0 1 0 0,0 0-1 0 0,-1 0 1 0 0,0 0-1 0 0,0 1 1 0 0,0 0-1 0 0,0 0 0 0 0,-1 0 1 0 0,0 1-1 0 0,0-1 1 0 0,0 1-1 0 0,-1 0 1 0 0,1 0-1 0 0,2 8 0 0 0,-4-8 75 0 0,0-1 0 0 0,-1 0 0 0 0,1 1-1 0 0,-1-1 1 0 0,0 1 0 0 0,0 0 0 0 0,-1-1-1 0 0,0 1 1 0 0,0 0 0 0 0,0-1-1 0 0,0 1 1 0 0,-1 0 0 0 0,0-1 0 0 0,-1 1-1 0 0,1-1 1 0 0,-1 1 0 0 0,0-1-1 0 0,0 0 1 0 0,0 0 0 0 0,-1 0 0 0 0,-4 6-1 0 0,-1-1 7 0 0,0-1-1 0 0,-1 1 1 0 0,0-1-1 0 0,-1-1 1 0 0,0 0-1 0 0,-1 0 1 0 0,1-1-1 0 0,-1-1 1 0 0,-1 1-1 0 0,1-2 1 0 0,-23 9-1 0 0,23-11-129 0 0,1 0 0 0 0,-1 0 0 0 0,0-1 0 0 0,0 0-1 0 0,0-1 1 0 0,0-1 0 0 0,0 1 0 0 0,0-2 0 0 0,0 1-1 0 0,0-2 1 0 0,0 1 0 0 0,0-2 0 0 0,0 1 0 0 0,-12-6 0 0 0,21 7-240 0 0,0 0 1 0 0,0 0 0 0 0,0 0 0 0 0,0 0 0 0 0,0-1 0 0 0,0 1 0 0 0,1 0 0 0 0,-1-1 0 0 0,0 0 0 0 0,1 1 0 0 0,-1-1 0 0 0,1 0-1 0 0,0 0 1 0 0,0 0 0 0 0,-2-2 0 0 0,3 2-406 0 0,-1 0-1 0 0,0 0 0 0 0,1 0 1 0 0,-1 0-1 0 0,1 0 0 0 0,-1 0 1 0 0,1 0-1 0 0,0 0 0 0 0,0 0 1 0 0,0 0-1 0 0,0-1 0 0 0,0 1 1 0 0,1 0-1 0 0,-1 0 0 0 0,1 0 1 0 0,1-3-1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3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15 153 2580 0 0,'-12'-24'12271'0'0,"9"15"-10677"0"0,3 8-1498 0 0,0 0 1 0 0,0-1-1 0 0,1 1 0 0 0,-1 0 0 0 0,0 0 0 0 0,0 0 0 0 0,1-1 0 0 0,-1 1 0 0 0,1 0 0 0 0,-1 0 0 0 0,1 0 0 0 0,0 0 0 0 0,-1 0 0 0 0,1 0 0 0 0,0 0 0 0 0,0 0 0 0 0,-1 0 0 0 0,1 0 0 0 0,0 1 0 0 0,0-1 0 0 0,0 0 0 0 0,0 0 0 0 0,0 1 0 0 0,0-1 0 0 0,2 0 0 0 0,12-7 40 0 0,1 2-1 0 0,0-1 1 0 0,0 2-1 0 0,1 0 0 0 0,-1 1 1 0 0,30-3-1 0 0,-4-1-34 0 0,10 0-285 0 0,33-9-3031 0 0,-73 14 146 0 0,-1 0 0 0 0,19-10 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3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3 580 0 0,'-52'-2'10219'0'0,"49"2"-9197"0"0,-8 0-188 0 0,8 0-151 0 0,-13 2 1154 0 0,14-1-1803 0 0,0 0-1 0 0,0 0 0 0 0,0 0 0 0 0,1 0 0 0 0,-1 1 0 0 0,1-1 0 0 0,-1 0 0 0 0,1 1 1 0 0,-1-1-1 0 0,1 1 0 0 0,0 0 0 0 0,-1-1 0 0 0,1 1 0 0 0,0 0 0 0 0,0 0 0 0 0,1-1 1 0 0,-1 1-1 0 0,0 0 0 0 0,0 0 0 0 0,1 0 0 0 0,-1 0 0 0 0,1 0 0 0 0,0 4 0 0 0,-3 11 12 0 0,0 33 0 0 0,2-32 32 0 0,0 1-33 0 0,-2 17 145 0 0,5 66 0 0 0,-2-101-128 0 0,1 0 0 0 0,-1 0 0 0 0,0 1 1 0 0,1-1-1 0 0,0 0 0 0 0,-1 0 0 0 0,1 0 0 0 0,0 1 1 0 0,-1-1-1 0 0,1 0 0 0 0,0 0 0 0 0,0 0 0 0 0,0 0 1 0 0,0 0-1 0 0,0-1 0 0 0,0 1 0 0 0,0 0 0 0 0,0 0 1 0 0,0-1-1 0 0,1 1 0 0 0,-1-1 0 0 0,0 1 0 0 0,0-1 1 0 0,1 1-1 0 0,-1-1 0 0 0,0 0 0 0 0,1 1 0 0 0,-1-1 1 0 0,0 0-1 0 0,1 0 0 0 0,1 0 0 0 0,5 0 95 0 0,-1 0-1 0 0,1 0 1 0 0,14-3-1 0 0,68-22 344 0 0,-69 18-447 0 0,1 1 0 0 0,42-7 0 0 0,-57 13-54 0 0,-4 0 2 0 0,1 0 0 0 0,0 1 0 0 0,-1-1 0 0 0,1 1 0 0 0,0 0 0 0 0,-1-1 0 0 0,1 2 0 0 0,-1-1 0 0 0,0 0 0 0 0,1 1 0 0 0,-1-1 0 0 0,0 1 0 0 0,0 0 0 0 0,0 0 0 0 0,0 1 0 0 0,0-1 0 0 0,0 0 0 0 0,0 1 0 0 0,3 4 0 0 0,-1-1-2 0 0,5 6 74 0 0,-1 0 0 0 0,0 1 0 0 0,-1 0 0 0 0,0 0 0 0 0,-1 1 0 0 0,-1 0 1 0 0,0 0-1 0 0,-1 0 0 0 0,-1 1 0 0 0,0 0 0 0 0,0 0 0 0 0,0 17 0 0 0,-3-26 75 0 0,-1 0 0 0 0,0 0 0 0 0,0-1 0 0 0,-1 1 0 0 0,0 0-1 0 0,0-1 1 0 0,0 1 0 0 0,-1 0 0 0 0,1-1 0 0 0,-1 1 0 0 0,-5 8 0 0 0,2-5 88 0 0,-1-1 1 0 0,1-1 0 0 0,-1 1 0 0 0,0-1-1 0 0,-1 0 1 0 0,-11 10 0 0 0,4-6 38 0 0,-1 0 1 0 0,0-2-1 0 0,0 0 1 0 0,-1 0 0 0 0,0-2-1 0 0,-1 0 1 0 0,-19 6-1 0 0,24-10-93 0 0,0 0 0 0 0,0-1-1 0 0,0-1 1 0 0,-1 0-1 0 0,1 0 1 0 0,0-1 0 0 0,0-1-1 0 0,-21-3 1 0 0,17 1-1111 0 0,1-1 1 0 0,-17-7-1 0 0,2-2-4237 0 0,-1-2-3611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6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14 932 0 0,'-16'-2'3011'0'0,"-34"-9"18292"0"0,65 15-20669 0 0,-1 0 0 0 0,1-2 0 0 0,-1 1 0 0 0,1-2 1 0 0,18 1-1 0 0,4 0-188 0 0,191 17 338 0 0,-212-18-930 0 0,-4 0-153 0 0,1 0 1 0 0,-1-1 0 0 0,0-1 0 0 0,0 0-1 0 0,19-3 1 0 0,-29 3-278 0 0,0 1 0 0 0,-1-1 0 0 0,1 0 1 0 0,-1 1-1 0 0,1-1 0 0 0,-1 0 0 0 0,1 0 0 0 0,-1 0 0 0 0,1 0 0 0 0,3-5-1152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3:57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41 1860 0 0,'-33'-41'21135'0'0,"30"51"-20176"0"0,1-1-1 0 0,0 1 0 0 0,1 0 0 0 0,0 0 1 0 0,1-1-1 0 0,0 17 0 0 0,-1 24 569 0 0,-8 43-1015 0 0,-4-1 1 0 0,-34 119-1 0 0,38-171-4685 0 0,8-31 2044 0 0,-1-1 0 0 0,0 1-1 0 0,0-1 1 0 0,-1 1 0 0 0,0-1-1 0 0,0 0 1 0 0,-8 13 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23 64 0 0,'-5'-18'16061'0'0,"3"17"-15985"0"0,-1 0 0 0 0,0 1 0 0 0,1-1 0 0 0,-1 0-1 0 0,0 1 1 0 0,1 0 0 0 0,-1 0 0 0 0,0 0-1 0 0,0 0 1 0 0,1 0 0 0 0,-1 0 0 0 0,0 1-1 0 0,1-1 1 0 0,-5 2 0 0 0,-42 14 53 0 0,41-13-92 0 0,-12 6-22 0 0,0 1 1 0 0,0 1 0 0 0,1 0 0 0 0,0 1 0 0 0,1 1-1 0 0,1 1 1 0 0,0 1 0 0 0,1 0 0 0 0,-20 24 0 0 0,5-1 13 0 0,3 2 0 0 0,1 0 0 0 0,-28 56 0 0 0,43-73-10 0 0,0 1 0 0 0,2 1-1 0 0,1 0 1 0 0,1 0 0 0 0,-7 37-1 0 0,14-51-17 0 0,-1-1 1 0 0,1 0-1 0 0,1 1 0 0 0,0-1 0 0 0,0 1 0 0 0,1-1 0 0 0,0 1 1 0 0,1-1-1 0 0,0 0 0 0 0,1 0 0 0 0,0 0 0 0 0,0 0 1 0 0,1 0-1 0 0,1 0 0 0 0,-1-1 0 0 0,11 14 0 0 0,-10-16 4 0 0,1-2-1 0 0,0 1 1 0 0,1-1-1 0 0,-1 1 1 0 0,1-2-1 0 0,0 1 1 0 0,0-1-1 0 0,0 0 1 0 0,1 0-1 0 0,-1-1 1 0 0,1 0-1 0 0,0-1 1 0 0,0 1-1 0 0,0-2 1 0 0,0 1-1 0 0,0-1 1 0 0,1 0-1 0 0,-1-1 1 0 0,11 0-1 0 0,-5 0 10 0 0,0-1-1 0 0,0-1 0 0 0,0 0 0 0 0,0-1 1 0 0,0 0-1 0 0,-1-1 0 0 0,0 0 0 0 0,0-2 1 0 0,0 1-1 0 0,21-13 0 0 0,-28 13-10 0 0,1 0 0 0 0,-1-1 0 0 0,0 0 0 0 0,-1 0-1 0 0,1 0 1 0 0,-1 0 0 0 0,0-1 0 0 0,-1 0 0 0 0,1 0 0 0 0,-1 0-1 0 0,-1-1 1 0 0,0 1 0 0 0,0-1 0 0 0,0 0 0 0 0,-1 0 0 0 0,2-9-1 0 0,-3 12-3 0 0,-1 1 0 0 0,1 0 0 0 0,-1 0 0 0 0,0 0-1 0 0,0 0 1 0 0,0 0 0 0 0,-1-1 0 0 0,1 1-1 0 0,-1 0 1 0 0,0 0 0 0 0,0 0 0 0 0,-1 0 0 0 0,1 0-1 0 0,-1 1 1 0 0,0-1 0 0 0,0 0 0 0 0,0 1 0 0 0,0-1-1 0 0,-1 1 1 0 0,0 0 0 0 0,1 0 0 0 0,-1 0-1 0 0,0 0 1 0 0,0 0 0 0 0,-1 0 0 0 0,1 1 0 0 0,-1 0-1 0 0,1 0 1 0 0,-1 0 0 0 0,0 0 0 0 0,1 0-1 0 0,-1 1 1 0 0,-5-2 0 0 0,4 1-1 0 0,0 1 0 0 0,1 0 0 0 0,-1 0 0 0 0,0 1 0 0 0,1-1 0 0 0,-1 1 0 0 0,0 0 0 0 0,0 0 0 0 0,1 1 0 0 0,-1 0 0 0 0,-5 1-1 0 0,8-2-247 0 0,-1 1 0 0 0,1 0 0 0 0,-1 0 0 0 0,1 0 0 0 0,-1 0 0 0 0,1 1 0 0 0,0-1 0 0 0,0 1 0 0 0,0-1 0 0 0,0 1 0 0 0,0 0 0 0 0,0 0 0 0 0,0 0 0 0 0,0 0 0 0 0,1 0-1 0 0,-1 0 1 0 0,1 0 0 0 0,0 1 0 0 0,-2 3 0 0 0,3-6 87 0 0,-1 1-1 0 0,1 0 0 0 0,0-1 1 0 0,0 1-1 0 0,0 0 0 0 0,0 0 1 0 0,0-1-1 0 0,0 1 0 0 0,0 0 1 0 0,0-1-1 0 0,0 1 1 0 0,0 0-1 0 0,0-1 0 0 0,1 1 1 0 0,-1 0-1 0 0,1 1 0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70 204 1272 0 0,'3'-5'1236'0'0,"0"1"0"0"0,-1-1 0 0 0,1 1 0 0 0,-1-1 0 0 0,0 0 0 0 0,0 0 0 0 0,-1 0 0 0 0,3-12 1640 0 0,-6 19-2270 0 0,-3 1-356 0 0,1 1 1 0 0,-1 0-1 0 0,1 0 0 0 0,0 1 1 0 0,0 0-1 0 0,0-1 0 0 0,1 1 1 0 0,0 0-1 0 0,0 1 1 0 0,0-1-1 0 0,-2 7 0 0 0,-6 13 305 0 0,-7 29-1 0 0,14-42-487 0 0,1 0-1 0 0,1 0 1 0 0,0 0 0 0 0,1 1-1 0 0,0-1 1 0 0,0 0-1 0 0,2 1 1 0 0,-1-1 0 0 0,6 23-1 0 0,-5-30-54 0 0,0-1-1 0 0,0 1 1 0 0,1-1-1 0 0,0 1 1 0 0,0-1-1 0 0,0 0 1 0 0,0 0-1 0 0,0 1 1 0 0,1-2-1 0 0,0 1 1 0 0,0 0-1 0 0,0-1 1 0 0,1 1-1 0 0,-1-1 1 0 0,1 0-1 0 0,-1 0 1 0 0,1 0-1 0 0,0-1 1 0 0,0 1-1 0 0,0-1 1 0 0,1 0-1 0 0,-1 0 1 0 0,1 0-1 0 0,-1-1 1 0 0,1 1-1 0 0,-1-1 0 0 0,1-1 1 0 0,7 2-1 0 0,0-1 22 0 0,0-1 0 0 0,1-1-1 0 0,-1 1 1 0 0,0-2 0 0 0,0 0-1 0 0,1 0 1 0 0,-2-1 0 0 0,1-1-1 0 0,0 0 1 0 0,-1 0-1 0 0,1-1 1 0 0,-1-1 0 0 0,-1 0-1 0 0,1 0 1 0 0,-1-1 0 0 0,0 0-1 0 0,0-1 1 0 0,-1 0-1 0 0,16-19 1 0 0,-15 15 5 0 0,0-1 0 0 0,-1 0 0 0 0,-1-1 0 0 0,0 0 1 0 0,0 0-1 0 0,-2 0 0 0 0,0-1 0 0 0,0 0 0 0 0,-1 0 0 0 0,-1-1 0 0 0,-1 1 0 0 0,0-1 0 0 0,-1 0 0 0 0,-1 0 1 0 0,0-16-1 0 0,-2 22-35 0 0,1 1 0 0 0,-1 0 1 0 0,-1-1-1 0 0,0 1 0 0 0,0 0 1 0 0,-1 0-1 0 0,0 0 0 0 0,-1 0 1 0 0,1 0-1 0 0,-2 1 0 0 0,1-1 1 0 0,-7-7-1 0 0,8 12-2 0 0,-1 0 1 0 0,0 0 0 0 0,0 0-1 0 0,0 0 1 0 0,0 1-1 0 0,-1 0 1 0 0,1 0-1 0 0,-1 0 1 0 0,0 0-1 0 0,0 1 1 0 0,0-1-1 0 0,0 1 1 0 0,0 1-1 0 0,0-1 1 0 0,0 1 0 0 0,-1 0-1 0 0,1 0 1 0 0,-1 0-1 0 0,1 1 1 0 0,-1 0-1 0 0,1 0 1 0 0,-7 1-1 0 0,1 0-199 0 0,-1 1 0 0 0,1 0-1 0 0,0 1 1 0 0,0 1 0 0 0,-17 7-1 0 0,24-10 117 0 0,0 1-1 0 0,1-1 1 0 0,0 1 0 0 0,-1 0-1 0 0,1 0 1 0 0,0 1-1 0 0,0-1 1 0 0,0 1-1 0 0,0-1 1 0 0,1 1 0 0 0,-1 0-1 0 0,1 0 1 0 0,-1 0-1 0 0,1 1 1 0 0,0-1-1 0 0,0 0 1 0 0,1 1 0 0 0,-1-1-1 0 0,1 1 1 0 0,-2 4-1 0 0,3-5-305 0 0,0-1-1 0 0,0 0 0 0 0,0 0 1 0 0,0 0-1 0 0,0 0 1 0 0,0 1-1 0 0,1-1 0 0 0,-1 0 1 0 0,1 0-1 0 0,0 0 0 0 0,-1 0 1 0 0,1 0-1 0 0,0 0 0 0 0,0 0 1 0 0,0 0-1 0 0,1-1 1 0 0,-1 1-1 0 0,0 0 0 0 0,1 0 1 0 0,-1-1-1 0 0,1 1 0 0 0,-1-1 1 0 0,1 0-1 0 0,0 1 1 0 0,0-1-1 0 0,-1 0 0 0 0,1 0 1 0 0,4 2-1 0 0,6 3-4111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1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61 1632 0 0,'7'-4'1406'0'0,"0"0"0"0"0,0 0 0 0 0,0 0 0 0 0,-1-1 0 0 0,0 0 0 0 0,0-1-1 0 0,-1 1 1 0 0,9-11 769 0 0,-14 16-2109 0 0,0 0 0 0 0,0 0-1 0 0,0-1 1 0 0,0 1 0 0 0,0 0-1 0 0,0-1 1 0 0,0 1 0 0 0,0 0 0 0 0,0 0-1 0 0,0-1 1 0 0,0 1 0 0 0,-1 0 0 0 0,1-1-1 0 0,0 1 1 0 0,0 0 0 0 0,0 0-1 0 0,0-1 1 0 0,0 1 0 0 0,-1 0 0 0 0,1 0-1 0 0,0 0 1 0 0,0-1 0 0 0,0 1 0 0 0,-1 0-1 0 0,1 0 1 0 0,0 0 0 0 0,0-1-1 0 0,0 1 1 0 0,-1 0 0 0 0,1 0 0 0 0,0 0-1 0 0,-1 0 1 0 0,1 0 0 0 0,0 0 0 0 0,-13 2 1084 0 0,-13 14-311 0 0,23-13-554 0 0,-6 2-144 0 0,1 1-1 0 0,0 0 1 0 0,1 0-1 0 0,0 1 1 0 0,0 0 0 0 0,0 0-1 0 0,1 1 1 0 0,0 0-1 0 0,0 0 1 0 0,1 1-1 0 0,-7 14 1 0 0,11-21-119 0 0,0-1 1 0 0,1 1-1 0 0,0-1 0 0 0,-1 1 1 0 0,1-1-1 0 0,0 1 0 0 0,-1 0 1 0 0,1-1-1 0 0,0 1 0 0 0,0-1 1 0 0,0 1-1 0 0,1 0 0 0 0,-1-1 1 0 0,0 1-1 0 0,1-1 0 0 0,-1 1 1 0 0,1-1-1 0 0,-1 1 0 0 0,1-1 1 0 0,0 1-1 0 0,0 1 0 0 0,1-1 30 0 0,1 1 0 0 0,-1-1-1 0 0,0 1 1 0 0,1-1 0 0 0,-1 0-1 0 0,1 0 1 0 0,-1 0-1 0 0,1 0 1 0 0,6 2 0 0 0,0 0 56 0 0,1 0 1 0 0,0-1 0 0 0,0 0-1 0 0,1 0 1 0 0,13 1-1 0 0,-5-2-19 0 0,9 0 166 0 0,-1 1-1 0 0,1 2 1 0 0,-1 1 0 0 0,34 11-1 0 0,-55-15-110 0 0,0 0 0 0 0,0 1-1 0 0,0 0 1 0 0,-1 0 0 0 0,1 0-1 0 0,-1 1 1 0 0,1 0 0 0 0,-1 0-1 0 0,-1 0 1 0 0,1 1 0 0 0,0-1-1 0 0,-1 1 1 0 0,0 0 0 0 0,0 1-1 0 0,-1-1 1 0 0,1 1 0 0 0,-1-1 0 0 0,0 1-1 0 0,-1 0 1 0 0,1 0 0 0 0,-1 0-1 0 0,-1 0 1 0 0,1 1 0 0 0,0 6-1 0 0,-2-6-13 0 0,0-1-1 0 0,0 1 1 0 0,-1 0-1 0 0,0-1 1 0 0,0 1 0 0 0,-1-1-1 0 0,1 1 1 0 0,-1-1-1 0 0,-1 0 1 0 0,1 0-1 0 0,-1 0 1 0 0,-1 0 0 0 0,1 0-1 0 0,-1 0 1 0 0,0-1-1 0 0,0 0 1 0 0,0 0-1 0 0,-1 0 1 0 0,-7 6-1 0 0,-3 3 12 0 0,-1-1-1 0 0,-1-1 0 0 0,0-1 0 0 0,0 0 0 0 0,-21 8 0 0 0,29-14-130 0 0,-1-1-1 0 0,0 0 1 0 0,1-1 0 0 0,-1 0 0 0 0,-1 0 0 0 0,1-1-1 0 0,0-1 1 0 0,-18 1 0 0 0,24-2-232 0 0,1 0-1 0 0,-1-1 1 0 0,1 1-1 0 0,-1-1 1 0 0,1 0-1 0 0,0 0 1 0 0,-1 0-1 0 0,1-1 1 0 0,0 1-1 0 0,0-1 1 0 0,0 1-1 0 0,-4-4 1 0 0,4 3-306 0 0,1-1 0 0 0,-1 1 0 0 0,1-1 1 0 0,0 0-1 0 0,0 1 0 0 0,0-1 1 0 0,0 0-1 0 0,0 0 0 0 0,1-1 1 0 0,0 1-1 0 0,-1 0 0 0 0,1 0 1 0 0,0-1-1 0 0,0-4 0 0 0,-3-29-8659 0 0,4 14 137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10 194 2452 0 0,'-5'-31'9962'0'0,"0"4"-3774"0"0,6 25-5636 0 0,0-1-472 0 0,0 1 1 0 0,1-1-1 0 0,0 1 1 0 0,-1 0-1 0 0,1 0 1 0 0,0-1-1 0 0,0 1 0 0 0,0 0 1 0 0,0 0-1 0 0,1 1 1 0 0,-1-1-1 0 0,0 0 1 0 0,1 1-1 0 0,-1 0 1 0 0,1-1-1 0 0,0 1 1 0 0,-1 0-1 0 0,6-1 0 0 0,11-4 70 0 0,30-5-1 0 0,-40 9-85 0 0,101-19 272 0 0,57-12-3929 0 0,-130 21-156 0 0,-14 0-2283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74 860 0 0,'-42'-26'20499'0'0,"58"22"-18502"0"0,-8 3-2286 0 0,422-38 1699 0 0,-408 38-1404 0 0,-12 0-3 0 0,0 0-1 0 0,1 1 0 0 0,-1 0 0 0 0,12 2 0 0 0,-19-1-1 0 0,0-1 0 0 0,-1 1 0 0 0,1 0 0 0 0,0 0 0 0 0,-1 0 0 0 0,1 0 0 0 0,-1 0 0 0 0,1 1 0 0 0,-1-1 0 0 0,0 1 1 0 0,0 0-1 0 0,0-1 0 0 0,0 1 0 0 0,0 0 0 0 0,0 0 0 0 0,0 0 0 0 0,0 1 0 0 0,-1-1 0 0 0,1 0 0 0 0,0 3 0 0 0,4 7 14 0 0,-2 1 0 0 0,1-1 0 0 0,-2 1 0 0 0,1-1 0 0 0,1 20 0 0 0,2 68 378 0 0,-6-74-241 0 0,-1 433 1273 0 0,-25-1-683 0 0,24-438-708 0 0,-25 755 287 0 0,-22 1219 1682 0 0,-21-1192-1834 0 0,45-561-37 0 0,-9 42 924 0 0,27-237 678 0 0,3-37-1734 0 0,-8-2 0 0 0,2-4 0 0 0,0-1 0 0 0,0 0 0 0 0,0-1 0 0 0,0 0 0 0 0,-17-1 0 0 0,-12 2 0 0 0,-375 55-4783 0 0,3 27-2454 0 0,316-59 191 0 0,-7-1-4251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109 128 828 0 0,'-5'0'2456'0'0,"-93"5"9268"0"0,96-5-11147 0 0,-1 0-124 0 0,161-46 1580 0 0,-55 13-2261 0 0,20 0-2254 0 0,-41 16-5046 0 0,-62 14 2099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3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302 307 700 0 0,'-67'51'9308'0'0,"-138"80"0"0"0,177-108-7491 0 0,27-21-1554 0 0,4-2-44 0 0,11-2-154 0 0,0-1 0 0 0,-1 0 0 0 0,1 0 0 0 0,-1-2 0 0 0,0 0 1 0 0,0 0-1 0 0,13-9 0 0 0,6 0 32 0 0,557-248-2430 0 0,-396 175-1811 0 0,-73 28-1384 0 0,-23 7-2296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3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557 232 488 0 0,'2'-8'1916'0'0,"4"-13"2100"0"0,0 0 0 0 0,3-33 0 0 0,-8 48-3713 0 0,-1 1 0 0 0,0-1 0 0 0,0 1 0 0 0,0 0 0 0 0,-1-1 0 0 0,1 1 0 0 0,-1-1 0 0 0,0 1 0 0 0,-1 0 0 0 0,0 0 0 0 0,0-1 0 0 0,0 1 0 0 0,0 0 0 0 0,-1 1 0 0 0,-4-8 0 0 0,4 9-290 0 0,0-1-1 0 0,0 1 0 0 0,0 0 0 0 0,0 1 0 0 0,-1-1 1 0 0,1 1-1 0 0,-1-1 0 0 0,1 1 0 0 0,-1 0 0 0 0,0 0 0 0 0,0 1 1 0 0,0-1-1 0 0,0 1 0 0 0,0 0 0 0 0,0 0 0 0 0,-1 0 1 0 0,1 1-1 0 0,0-1 0 0 0,0 1 0 0 0,-1 0 0 0 0,1 0 0 0 0,0 1 1 0 0,-1-1-1 0 0,1 1 0 0 0,-4 1 0 0 0,1 0 4 0 0,1 0 1 0 0,-1 0-1 0 0,1 1 0 0 0,0 0 1 0 0,0 0-1 0 0,0 0 0 0 0,0 1 1 0 0,0 0-1 0 0,1 0 0 0 0,0 1 1 0 0,0-1-1 0 0,0 1 0 0 0,0 0 1 0 0,-6 10-1 0 0,3-1-12 0 0,1 0 0 0 0,0 0 0 0 0,1 0 0 0 0,0 1 0 0 0,2 0-1 0 0,0 0 1 0 0,0 1 0 0 0,-1 19 0 0 0,1 21 24 0 0,2 56 0 0 0,2-42-18 0 0,-33 500 1592 0 0,-23-2 86 0 0,51-519-1640 0 0,-93 1170 726 0 0,50-611-659 0 0,-16 381-175 0 0,74-199-112 0 0,-1-467 131 0 0,7 59 244 0 0,-16-378-181 0 0,0 0 0 0 0,1 0 0 0 0,-1 0 0 0 0,1 0 1 0 0,0 0-1 0 0,0 0 0 0 0,0 0 0 0 0,1 0 0 0 0,2 5 0 0 0,-3-8-13 0 0,0 0-1 0 0,0 0 0 0 0,1 0 0 0 0,-1 0 0 0 0,0 0 0 0 0,0 0 1 0 0,1 0-1 0 0,-1 0 0 0 0,0-1 0 0 0,1 1 0 0 0,-1-1 0 0 0,1 1 0 0 0,-1-1 1 0 0,1 1-1 0 0,-1-1 0 0 0,1 0 0 0 0,-1 0 0 0 0,1 0 0 0 0,0 0 1 0 0,-1 0-1 0 0,1 0 0 0 0,-1 0 0 0 0,1 0 0 0 0,-1-1 0 0 0,1 1 0 0 0,2-1 1 0 0,39-11-72 0 0,0-2 0 0 0,74-35 0 0 0,-54 21-376 0 0,245-92-5553 0 0,-156 63-1534 0 0,-55 20-486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4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80 644 0 0,'-2'-73'13657'0'0,"2"72"-13059"0"0,-2-5 1611 0 0,-1 17-1653 0 0,0 0 0 0 0,1 0 0 0 0,0 0 0 0 0,1 0 0 0 0,0 18 0 0 0,-2 22 130 0 0,-7 15-272 0 0,-34 342-231 0 0,46-343-3299 0 0,4-24-5256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99 161 2408 0 0,'1'-3'593'0'0,"0"1"1"0"0,-1-1-1 0 0,1 0 0 0 0,-1 0 0 0 0,0 1 0 0 0,0-1 0 0 0,0 0 0 0 0,0 0 1 0 0,0 0-1 0 0,-1 0 0 0 0,1 1 0 0 0,-1-1 0 0 0,0 0 0 0 0,0 1 1 0 0,0-1-1 0 0,-2-4 1137 0 0,0 8-656 0 0,-1 0-815 0 0,1 1-1 0 0,-1-1 0 0 0,1 1 1 0 0,0 0-1 0 0,-1 0 0 0 0,1 0 1 0 0,0 1-1 0 0,0-1 0 0 0,0 1 1 0 0,1 0-1 0 0,-1 0 0 0 0,1 0 0 0 0,-1 0 1 0 0,1 0-1 0 0,0 0 0 0 0,0 0 1 0 0,0 1-1 0 0,1-1 0 0 0,-2 5 1 0 0,-6 12 481 0 0,2 0 0 0 0,-5 24 1 0 0,9-34-654 0 0,2-1 0 0 0,-1 1 0 0 0,1 0 1 0 0,1 0-1 0 0,-1 0 0 0 0,2 0 0 0 0,0 0 0 0 0,0 0 1 0 0,0 0-1 0 0,1 0 0 0 0,1-1 0 0 0,0 1 1 0 0,5 11-1 0 0,-6-16-73 0 0,0-1 1 0 0,1 1-1 0 0,-1-1 0 0 0,1 0 1 0 0,0 0-1 0 0,0 0 0 0 0,1 0 1 0 0,-1 0-1 0 0,1-1 0 0 0,-1 1 1 0 0,1-1-1 0 0,1 0 0 0 0,-1 0 1 0 0,0-1-1 0 0,1 1 0 0 0,-1-1 1 0 0,1 0-1 0 0,-1 0 0 0 0,1-1 1 0 0,0 1-1 0 0,0-1 0 0 0,0 0 1 0 0,0 0-1 0 0,0-1 0 0 0,0 1 1 0 0,0-1-1 0 0,10-1 0 0 0,-5 0 10 0 0,0-1 0 0 0,0 0 0 0 0,0 0 0 0 0,0-1 0 0 0,-1 0 0 0 0,1-1 0 0 0,-1 0 0 0 0,1-1 0 0 0,-1 1 0 0 0,-1-2 0 0 0,1 1 0 0 0,-1-1 0 0 0,0-1-1 0 0,0 0 1 0 0,-1 0 0 0 0,9-10 0 0 0,-9 8-30 0 0,0-1 0 0 0,-1 0-1 0 0,0 0 1 0 0,0 0 0 0 0,-1-1-1 0 0,0 0 1 0 0,-1 0 0 0 0,-1-1-1 0 0,1 1 1 0 0,-2-1 0 0 0,0 1-1 0 0,0-1 1 0 0,0-22 0 0 0,-2 24 2 0 0,-1 1 1 0 0,0-1 0 0 0,0 0 0 0 0,-1 1-1 0 0,0-1 1 0 0,-1 1 0 0 0,0 0 0 0 0,-1-1-1 0 0,0 1 1 0 0,0 1 0 0 0,0-1-1 0 0,-1 1 1 0 0,-1 0 0 0 0,1 0 0 0 0,-10-10-1 0 0,9 13-1 0 0,1-1-1 0 0,-1 1 1 0 0,-1 0-1 0 0,1 1 1 0 0,-1-1-1 0 0,1 1 1 0 0,-1 0-1 0 0,0 1 1 0 0,-1 0-1 0 0,1 0 1 0 0,-1 1-1 0 0,1 0 1 0 0,-1 0-1 0 0,0 0 0 0 0,1 1 1 0 0,-1 0-1 0 0,0 1 1 0 0,0 0-1 0 0,-10 1 1 0 0,13-1-337 0 0,-1 1-1 0 0,0 0 1 0 0,1 0 0 0 0,-1 1-1 0 0,1 0 1 0 0,-1 0 0 0 0,1 0 0 0 0,0 0-1 0 0,-6 5 1 0 0,8-6-269 0 0,1 1 1 0 0,0 0-1 0 0,-1 0 1 0 0,1 0-1 0 0,0 0 1 0 0,0 1-1 0 0,0-1 1 0 0,1 0-1 0 0,-1 1 1 0 0,1 0-1 0 0,-3 4 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26 115 244 0 0,'13'-11'3793'0'0,"39"-33"4788"0"0,-38 34-7136 0 0,0 0-1 0 0,17-8 1 0 0,-25 15-1240 0 0,0 0 0 0 0,-1 0 0 0 0,1 0 0 0 0,0 1 0 0 0,0 0 0 0 0,0 1 0 0 0,1-1 0 0 0,-1 1 1 0 0,0 0-1 0 0,1 1 0 0 0,-1-1 0 0 0,0 1 0 0 0,1 1 0 0 0,-1-1 0 0 0,0 1 0 0 0,1 0 0 0 0,-1 1 0 0 0,0-1 0 0 0,7 4 0 0 0,-11-4-129 0 0,1 0 0 0 0,-1 0 0 0 0,0 0 0 0 0,0 0 0 0 0,0 1 0 0 0,0-1 0 0 0,0 1-1 0 0,0 0 1 0 0,0-1 0 0 0,-1 1 0 0 0,1 0 0 0 0,-1 0 0 0 0,1 0 0 0 0,-1 0 0 0 0,1 1 0 0 0,-1-1-1 0 0,1 4 1 0 0,-1-2 6 0 0,0 0 1 0 0,0 0-1 0 0,0 0 0 0 0,-1 1 0 0 0,0-1 0 0 0,0 0 0 0 0,0 0 0 0 0,0 0 0 0 0,-2 8 1 0 0,-3 5 63 0 0,0 0 1 0 0,-1-1-1 0 0,-1 0 1 0 0,-9 16 0 0 0,12-24-93 0 0,-27 48 274 0 0,-72 95 0 0 0,62-94-34 0 0,-43 76-1 0 0,83-131-283 0 0,-10 24 88 0 0,11-25-93 0 0,0 0-1 0 0,0-1 1 0 0,0 1-1 0 0,0 0 1 0 0,0-1-1 0 0,0 1 1 0 0,0 0-1 0 0,0-1 1 0 0,0 1-1 0 0,0 0 1 0 0,0-1-1 0 0,1 1 1 0 0,-1-1-1 0 0,0 1 1 0 0,0 0-1 0 0,1-1 1 0 0,-1 1-1 0 0,0-1 1 0 0,1 1-1 0 0,-1-1 1 0 0,1 1-1 0 0,-1-1 1 0 0,1 1-1 0 0,-1-1 1 0 0,1 1-1 0 0,-1-1 1 0 0,1 1-1 0 0,-1-1 1 0 0,1 0-1 0 0,-1 1 0 0 0,1-1 1 0 0,0 0-1 0 0,-1 0 1 0 0,1 1-1 0 0,-1-1 1 0 0,1 0-1 0 0,0 0 1 0 0,-1 0-1 0 0,1 0 1 0 0,0 0-1 0 0,-1 0 1 0 0,2 0-1 0 0,16 0-4 0 0,0 0 0 0 0,0-2 1 0 0,0 0-1 0 0,0-1 0 0 0,-1-1 0 0 0,29-10 0 0 0,105-46-3037 0 0,-137 53 2386 0 0,89-43-4396 0 0,-38 10-1717 0 0,-22 12-906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21 104 1636 0 0,'-21'-103'17154'0'0,"25"156"-14036"0"0,-3-34-2854 0 0,1-1 0 0 0,0 0 0 0 0,6 23 1 0 0,-3-25-194 0 0,0-1 0 0 0,1 1 0 0 0,1-1 0 0 0,13 24 0 0 0,-17-35-57 0 0,0 1 0 0 0,0-1 0 0 0,0 0 0 0 0,0 0 0 0 0,1 0-1 0 0,0 0 1 0 0,0-1 0 0 0,0 1 0 0 0,0-1 0 0 0,0 0 0 0 0,1 0 0 0 0,-1-1-1 0 0,1 1 1 0 0,-1-1 0 0 0,1 0 0 0 0,0 0 0 0 0,0-1 0 0 0,7 2-1 0 0,-6-3-8 0 0,1 0-1 0 0,-1 0 0 0 0,0-1 0 0 0,1 1 1 0 0,-1-1-1 0 0,0-1 0 0 0,1 1 0 0 0,-1-1 1 0 0,0-1-1 0 0,0 1 0 0 0,0-1 0 0 0,-1 0 1 0 0,1 0-1 0 0,-1 0 0 0 0,1-1 0 0 0,-1 0 1 0 0,7-6-1 0 0,2-4 6 0 0,0-1-1 0 0,-1 0 1 0 0,0 0 0 0 0,12-21-1 0 0,54-110 1519 0 0,-70 129-1066 0 0,-8 15 44 0 0,-2 14 80 0 0,-2 15-119 0 0,-13 46-1 0 0,5-25-348 0 0,-5 30-489 0 0,-34 179 1286 0 0,30-84-8054 0 0,20-142 1611 0 0,0-21 1728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0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89 936 0 0,'-15'-1'3915'0'0,"-1"-1"685"0"0,3 2-1090 0 0,10 0-2849 0 0,-11 0 2966 0 0,0 2-1311 0 0,1-1-1048 0 0,-3 1 74 0 0,-29 6 791 0 0,43-7-1811 0 0,-5 3-239 0 0,323-62-148 0 0,-237 47-136 0 0,-37 5-89 0 0,187-21-6513 0 0,-221 26 5928 0 0,-3 1 64 0 0,1-1 0 0 0,-1 1 0 0 0,0 0 0 0 0,1 0-1 0 0,-1 1 1 0 0,0 0 0 0 0,1 0 0 0 0,5 2 0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49 107 792 0 0,'2'-9'1463'0'0,"-1"-1"0"0"0,1 1 1 0 0,1-1-1 0 0,0 1 0 0 0,0 0 0 0 0,8-15 0 0 0,-10 23-926 0 0,1-10 772 0 0,2-3 2668 0 0,-8 20-2468 0 0,-10 32-981 0 0,-11 54 1 0 0,13-47-398 0 0,4-15-59 0 0,-7 55 1 0 0,14-76-62 0 0,0 0 0 0 0,1 0 0 0 0,0 0 0 0 0,0 1 0 0 0,1-1 0 0 0,0 0 0 0 0,1 0 0 0 0,0 0 0 0 0,0 0 0 0 0,6 13 0 0 0,-5-17-3 0 0,0-1 0 0 0,1 0 0 0 0,-1 0 0 0 0,1 0 0 0 0,-1 0-1 0 0,1 0 1 0 0,1-1 0 0 0,-1 1 0 0 0,0-1 0 0 0,1 0-1 0 0,-1-1 1 0 0,1 1 0 0 0,0-1 0 0 0,0 0 0 0 0,0 0 0 0 0,0 0-1 0 0,0-1 1 0 0,1 0 0 0 0,-1 0 0 0 0,0 0 0 0 0,1 0-1 0 0,5-1 1 0 0,-1 0 2 0 0,0 0-1 0 0,0 0 0 0 0,1-1 1 0 0,-1 0-1 0 0,0-1 0 0 0,-1 0 1 0 0,1-1-1 0 0,0 0 0 0 0,-1 0 1 0 0,18-10-1 0 0,-20 9-12 0 0,0-1 0 0 0,-1 0 0 0 0,1-1 0 0 0,-1 0 0 0 0,-1 0 0 0 0,1 0 0 0 0,-1-1 0 0 0,0 1 0 0 0,-1-1 0 0 0,7-14 0 0 0,1-5 382 0 0,15-48 0 0 0,-20 50 332 0 0,-6 23-531 0 0,-1 21-66 0 0,-38 181 767 0 0,22-105-628 0 0,-2 42-3050 0 0,17-92-1601 0 0,1 0-3342 0 0,2-31 2112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125 170 1228 0 0,'0'0'17818'0'0,"-9"-27"-17235"0"0,8 25-581 0 0,0-1-1 0 0,0 0 0 0 0,0 1 1 0 0,0-1-1 0 0,0 0 0 0 0,0 1 1 0 0,1-1-1 0 0,-1 0 1 0 0,1 0-1 0 0,0 1 0 0 0,0-1 1 0 0,0 0-1 0 0,0 0 0 0 0,0 0 1 0 0,1 0-1 0 0,-1 1 1 0 0,1-1-1 0 0,2-5 0 0 0,-1 4-1 0 0,0 0 0 0 0,1 0 0 0 0,-1 1 0 0 0,1-1-1 0 0,0 1 1 0 0,0-1 0 0 0,0 1 0 0 0,1 0-1 0 0,-1 0 1 0 0,8-4 0 0 0,0 0-2 0 0,1 1 0 0 0,0 0-1 0 0,0 1 1 0 0,0 0 0 0 0,1 1 0 0 0,-1 1-1 0 0,18-3 1 0 0,-24 5 2 0 0,0 1 0 0 0,0-1 0 0 0,0 1 0 0 0,0 0 0 0 0,0 1 0 0 0,0 0 0 0 0,0 0 0 0 0,0 0 0 0 0,0 0 0 0 0,0 1 0 0 0,-1 0 0 0 0,1 0 0 0 0,0 1 0 0 0,-1 0 0 0 0,0 0 0 0 0,7 4 0 0 0,-9-4 2 0 0,0-1 0 0 0,0 1 0 0 0,-1 0 0 0 0,1 0 1 0 0,0 1-1 0 0,-1-1 0 0 0,0 0 0 0 0,0 1 1 0 0,0-1-1 0 0,0 1 0 0 0,0 0 0 0 0,-1 0 0 0 0,0 0 1 0 0,0-1-1 0 0,0 1 0 0 0,0 0 0 0 0,0 1 0 0 0,-1-1 1 0 0,0 0-1 0 0,0 0 0 0 0,0 0 0 0 0,0 0 0 0 0,-1 0 1 0 0,-1 8-1 0 0,-3 5 8 0 0,-1 1 1 0 0,-1-1 0 0 0,0 0 0 0 0,-1-1-1 0 0,-1 0 1 0 0,0 0 0 0 0,-1-1-1 0 0,-19 22 1 0 0,-9 6 32 0 0,-61 53 0 0 0,30-37 11 0 0,-33 31-6 0 0,102-90-47 0 0,0 1 1 0 0,-1-1-1 0 0,1 0 1 0 0,0 0-1 0 0,0 0 1 0 0,-1 1-1 0 0,1-1 1 0 0,0 0-1 0 0,0 0 0 0 0,-1 1 1 0 0,1-1-1 0 0,0 0 1 0 0,0 1-1 0 0,-1-1 1 0 0,1 0-1 0 0,0 1 1 0 0,0-1-1 0 0,0 0 1 0 0,0 1-1 0 0,0-1 0 0 0,0 0 1 0 0,-1 1-1 0 0,1-1 1 0 0,0 0-1 0 0,0 1 1 0 0,0-1-1 0 0,0 0 1 0 0,0 1-1 0 0,0-1 1 0 0,1 1-1 0 0,-1-1 1 0 0,0 0-1 0 0,0 1 0 0 0,0-1 1 0 0,0 1-1 0 0,14 2 28 0 0,23-7-4 0 0,-36 3-23 0 0,369-75-1434 0 0,-364 74 1078 0 0,50-11-2955 0 0,-21 1-3603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62 476 0 0,'-9'-32'10368'0'0,"5"12"-6647"0"0,3 18-3121 0 0,-1-5 1737 0 0,0 24-1306 0 0,1 0-1 0 0,0 21 0 0 0,0 9-132 0 0,-14 105 445 0 0,6-79-1899 0 0,0 132-1 0 0,9-199-214 0 0,5 35-1320 0 0,3-23-1220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44 173 756 0 0,'5'-21'3484'0'0,"-3"11"-175"0"0,0 0 1 0 0,0 1 0 0 0,0-16-1 0 0,-16 43-592 0 0,7-4-2314 0 0,1-1 0 0 0,0 1 0 0 0,1 0-1 0 0,0 1 1 0 0,1-1 0 0 0,1 1 0 0 0,0-1 0 0 0,1 1 0 0 0,1 0-1 0 0,0 24 1 0 0,2-32-381 0 0,0 0 1 0 0,0 1-1 0 0,0-1 0 0 0,1 0 1 0 0,0 0-1 0 0,0 0 0 0 0,0 0 1 0 0,1 0-1 0 0,1 0 0 0 0,-1-1 1 0 0,1 0-1 0 0,0 1 0 0 0,0-1 1 0 0,1-1-1 0 0,-1 1 0 0 0,1-1 0 0 0,1 1 1 0 0,-1-1-1 0 0,1-1 0 0 0,0 1 1 0 0,0-1-1 0 0,0 0 0 0 0,9 4 1 0 0,-4-3 1 0 0,0-1 1 0 0,1 0 0 0 0,-1-1-1 0 0,1 0 1 0 0,0 0 0 0 0,0-1 0 0 0,0-1-1 0 0,0 0 1 0 0,0-1 0 0 0,0 0-1 0 0,0-1 1 0 0,0 0 0 0 0,0-1-1 0 0,-1 0 1 0 0,1-1 0 0 0,19-7 0 0 0,-21 6-20 0 0,1-1 1 0 0,-1 0 0 0 0,-1 0 0 0 0,1-1 0 0 0,-1 0 0 0 0,0-1-1 0 0,0 0 1 0 0,-1-1 0 0 0,0 0 0 0 0,0 0 0 0 0,-1 0-1 0 0,0-1 1 0 0,0 0 0 0 0,-1-1 0 0 0,-1 1 0 0 0,1-1 0 0 0,7-21-1 0 0,-10 21 10 0 0,0-1 0 0 0,-1 1 0 0 0,0-1-1 0 0,-1 0 1 0 0,0 1 0 0 0,-1-1 0 0 0,0 0 0 0 0,-1 0-1 0 0,0 0 1 0 0,0 1 0 0 0,-1-1 0 0 0,-1 1 0 0 0,0-1-1 0 0,0 1 1 0 0,-1 0 0 0 0,-9-17 0 0 0,9 20-114 0 0,0 0 0 0 0,0 0 0 0 0,-1 0 0 0 0,0 1 0 0 0,0 0 0 0 0,-1 0 0 0 0,0 0 0 0 0,0 1 0 0 0,0 0 0 0 0,0 0 0 0 0,-1 0 0 0 0,0 1 0 0 0,0 0 0 0 0,0 1 0 0 0,0-1 0 0 0,-1 1 0 0 0,0 0 0 0 0,1 1 0 0 0,-1 0 0 0 0,0 1 0 0 0,0-1 0 0 0,0 1 0 0 0,-9 0 0 0 0,9 2-722 0 0,0 0 0 0 0,0 0 0 0 0,0 0 0 0 0,1 1 0 0 0,-1 0 1 0 0,-11 5-1 0 0,-22 12-6731 0 0,16-6-308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19 1380 0 0,'-9'-1'13261'0'0,"23"2"-11960"0"0,29 2-679 0 0,90-13 298 0 0,-9 1-2418 0 0,-45 6-7602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5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66 1292 0 0,'3'-7'1731'0'0,"-1"-1"435"0"0,1 1 0 0 0,-1 0 1 0 0,0-1-1 0 0,-1 1 0 0 0,1-15 1982 0 0,-19 30-2993 0 0,11-3-950 0 0,1 0 1 0 0,-1 1-1 0 0,1-1 0 0 0,0 1 0 0 0,1 0 1 0 0,-1 1-1 0 0,-5 11 0 0 0,0-1 55 0 0,-21 34 231 0 0,2 1 0 0 0,-27 70 0 0 0,41-83-404 0 0,1 1 1 0 0,3 0 0 0 0,1 1-1 0 0,-4 44 1 0 0,12-74-86 0 0,1 0-1 0 0,1 0 1 0 0,0 0-1 0 0,1 0 1 0 0,0 0-1 0 0,1 0 1 0 0,0 0 0 0 0,0 0-1 0 0,1-1 1 0 0,1 0-1 0 0,0 1 1 0 0,5 9-1 0 0,-6-15 2 0 0,1 1-1 0 0,-1-1 0 0 0,1 0 0 0 0,0 0 1 0 0,1 0-1 0 0,-1-1 0 0 0,1 1 0 0 0,0-1 1 0 0,0 0-1 0 0,0 0 0 0 0,0-1 0 0 0,1 0 1 0 0,0 0-1 0 0,-1 0 0 0 0,1 0 1 0 0,0-1-1 0 0,0 0 0 0 0,1-1 0 0 0,-1 1 1 0 0,0-1-1 0 0,9 0 0 0 0,-9 0 14 0 0,0-1 0 0 0,1 0 0 0 0,-1-1 0 0 0,0 1 0 0 0,1-1 1 0 0,-1 0-1 0 0,0-1 0 0 0,0 0 0 0 0,0 0 0 0 0,0 0 0 0 0,0-1 0 0 0,0 0 0 0 0,0 0 0 0 0,5-4 0 0 0,-9 5-13 0 0,1 0 0 0 0,-1 0-1 0 0,0 0 1 0 0,0 0 0 0 0,0 0 0 0 0,0 0 0 0 0,0-1-1 0 0,-1 1 1 0 0,1-1 0 0 0,-1 1 0 0 0,1-1-1 0 0,-1 0 1 0 0,0 0 0 0 0,0 0 0 0 0,0 1-1 0 0,0-1 1 0 0,-1 0 0 0 0,1 0 0 0 0,-1 0-1 0 0,0 0 1 0 0,0 0 0 0 0,0 0 0 0 0,0 0-1 0 0,0 0 1 0 0,-1 0 0 0 0,1 0 0 0 0,-1 0-1 0 0,0 0 1 0 0,0 0 0 0 0,0 1 0 0 0,-3-6-1 0 0,1 3-3 0 0,0 0-1 0 0,0 1 0 0 0,-1-1 0 0 0,1 1 0 0 0,-1 0 0 0 0,0 0 0 0 0,0 0 0 0 0,-1 0 0 0 0,1 1 0 0 0,-1 0 0 0 0,0 0 1 0 0,1 0-1 0 0,-2 1 0 0 0,1-1 0 0 0,0 1 0 0 0,-10-3 0 0 0,0 1 9 0 0,0 1 1 0 0,0 0-1 0 0,0 1 0 0 0,-31-1 0 0 0,-20 7 102 0 0,60-3-458 0 0,0 0 0 0 0,1 0 0 0 0,-1 1 0 0 0,0 0-1 0 0,1 0 1 0 0,-1 0 0 0 0,1 1 0 0 0,-10 5 0 0 0,15-7 166 0 0,-1-1 0 0 0,1 0-1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5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1 121 328 0 0,'30'-66'8929'0'0,"-6"12"1318"0"0,-24 54-10193 0 0,1 1-1 0 0,-1-1 1 0 0,1 0-1 0 0,-1 1 1 0 0,0-1-1 0 0,1 1 1 0 0,-1-1-1 0 0,0 1 1 0 0,0-1-1 0 0,1 1 1 0 0,-1-1-1 0 0,0 1 0 0 0,0-1 1 0 0,0 1-1 0 0,0-1 1 0 0,0 1-1 0 0,0-1 1 0 0,1 1-1 0 0,-1-1 1 0 0,0 1-1 0 0,0-1 1 0 0,-1 1-1 0 0,1-1 1 0 0,0 1-1 0 0,0-1 1 0 0,0 2-1 0 0,-2 16 515 0 0,2-17-457 0 0,-3 17 90 0 0,2 0-1 0 0,0-1 1 0 0,1 1-1 0 0,1 0 1 0 0,0-1-1 0 0,2 1 0 0 0,0-1 1 0 0,1 0-1 0 0,0 0 1 0 0,10 23-1 0 0,-12-35-188 0 0,0-1-1 0 0,1 0 1 0 0,-1 0-1 0 0,0 0 1 0 0,1 0-1 0 0,0 0 1 0 0,0-1-1 0 0,0 1 1 0 0,1-1-1 0 0,-1 0 0 0 0,1 0 1 0 0,0 0-1 0 0,0-1 1 0 0,0 1-1 0 0,0-1 1 0 0,0 0-1 0 0,0 0 1 0 0,1 0-1 0 0,-1 0 1 0 0,1-1-1 0 0,-1 0 1 0 0,1 0-1 0 0,-1 0 1 0 0,1-1-1 0 0,5 1 1 0 0,-3-1-19 0 0,0-1 0 0 0,1 0 0 0 0,-1 0 0 0 0,0 0 1 0 0,0-1-1 0 0,-1 0 0 0 0,1-1 0 0 0,0 1 0 0 0,-1-1 1 0 0,1 0-1 0 0,-1-1 0 0 0,0 0 0 0 0,0 0 0 0 0,0 0 0 0 0,-1 0 1 0 0,6-6-1 0 0,1-4 42 0 0,-1 0 0 0 0,0 0-1 0 0,0-2 1 0 0,-2 1 0 0 0,0-1 0 0 0,-1 0 0 0 0,11-31 0 0 0,-18 45 499 0 0,-9 21 272 0 0,-10 27-377 0 0,-51 142 1382 0 0,56-144-3016 0 0,2-1-1 0 0,-9 65 1 0 0,19-99-192 0 0,0 1 0 0 0,1-1 0 0 0,1 19 0 0 0,0-25 532 0 0,-1 0 1 0 0,1 0-1 0 0,0 0 0 0 0,0 0 0 0 0,0 1 1 0 0,0-1-1 0 0,1-1 0 0 0,-1 1 1 0 0,3 4-1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0 223 2364 0 0,'4'-16'8442'0'0,"3"-11"323"0"0,6 7-4833 0 0,-9 16-3667 0 0,1 1 0 0 0,-1 0-1 0 0,1 0 1 0 0,-1 0 0 0 0,1 0 0 0 0,0 1 0 0 0,0 0 0 0 0,6-2-1 0 0,108-35 463 0 0,159-29-1 0 0,-233 55-2905 0 0,-24 0-1641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6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21 1904 0 0,'-46'-21'15958'0'0,"41"23"-14181"0"0,5-2-1712 0 0,0-1 0 0 0,-1 1 0 0 0,1 0 0 0 0,0 0 0 0 0,-1 0 0 0 0,1 0 0 0 0,0 0 0 0 0,-1 0 0 0 0,1 0 0 0 0,0 0 0 0 0,-1 1 0 0 0,1-1 1 0 0,0 0-1 0 0,-1 0 0 0 0,1 0 0 0 0,0 0 0 0 0,-1 0 0 0 0,1 0 0 0 0,0 1 0 0 0,0-1 0 0 0,-1 0 0 0 0,1 0 0 0 0,0 0 0 0 0,0 1 0 0 0,-1-1 0 0 0,1 0 0 0 0,0 0 0 0 0,0 1 0 0 0,-1 0 0 0 0,-2 59 6613 0 0,10 35-3244 0 0,0 9-2582 0 0,-13 55 151 0 0,2-80-5370 0 0,2-39-2233 0 0,2-1-4163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6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283 122 2084 0 0,'20'-29'3990'0'0,"-5"6"594"0"0,1 1 0 0 0,23-26 1644 0 0,-40 51-5663 0 0,-81 132 2073 0 0,47-81-2395 0 0,3 1 0 0 0,2 2 0 0 0,-27 69 1 0 0,47-96-144 0 0,-13 60 0 0 0,21-79-87 0 0,1 0 0 0 0,0 0-1 0 0,0 0 1 0 0,1 0 0 0 0,1 0 0 0 0,0 0-1 0 0,0 0 1 0 0,1 0 0 0 0,4 12 0 0 0,-4-19-4 0 0,-1 0 0 0 0,1 0 0 0 0,0 0 0 0 0,0-1 1 0 0,0 1-1 0 0,1-1 0 0 0,-1 0 0 0 0,1 1 0 0 0,0-1 0 0 0,0 0 1 0 0,0 0-1 0 0,0-1 0 0 0,0 1 0 0 0,1-1 0 0 0,-1 0 0 0 0,1 1 1 0 0,0-2-1 0 0,0 1 0 0 0,-1 0 0 0 0,1-1 0 0 0,0 0 0 0 0,0 1 0 0 0,1-2 1 0 0,-1 1-1 0 0,0 0 0 0 0,0-1 0 0 0,0 0 0 0 0,0 0 0 0 0,1 0 1 0 0,-1 0-1 0 0,0-1 0 0 0,0 0 0 0 0,0 0 0 0 0,0 0 0 0 0,0 0 1 0 0,0 0-1 0 0,0-1 0 0 0,0 0 0 0 0,-1 0 0 0 0,1 0 0 0 0,0 0 1 0 0,-1 0-1 0 0,0-1 0 0 0,1 0 0 0 0,-1 0 0 0 0,5-5 0 0 0,-5 4-12 0 0,1-1 0 0 0,-1 1-1 0 0,0-1 1 0 0,0 0-1 0 0,0 1 1 0 0,0-1 0 0 0,-1 0-1 0 0,0-1 1 0 0,0 1-1 0 0,-1 0 1 0 0,1 0 0 0 0,-1-1-1 0 0,0 1 1 0 0,-1-1-1 0 0,1 1 1 0 0,-1-1-1 0 0,0 1 1 0 0,0-1 0 0 0,-1 0-1 0 0,0 1 1 0 0,0 0-1 0 0,0-1 1 0 0,-1 1 0 0 0,1-1-1 0 0,-1 1 1 0 0,-1 0-1 0 0,1 0 1 0 0,-1 0 0 0 0,1 1-1 0 0,-1-1 1 0 0,-1 0-1 0 0,1 1 1 0 0,-1 0-1 0 0,0 0 1 0 0,1 0 0 0 0,-2 0-1 0 0,1 1 1 0 0,0-1-1 0 0,-1 1 1 0 0,0 0 0 0 0,1 1-1 0 0,-1-1 1 0 0,-8-2-1 0 0,2 1 5 0 0,0 1 0 0 0,0 0-1 0 0,-1 0 1 0 0,1 1 0 0 0,-1 1-1 0 0,1 0 1 0 0,-1 0 0 0 0,-18 3 0 0 0,24-2-207 0 0,0 1 0 0 0,0 1 1 0 0,0-1-1 0 0,0 1 1 0 0,0 0-1 0 0,0 0 0 0 0,-9 6 1 0 0,11-5-233 0 0,0-1 0 0 0,1 1 0 0 0,-1 0 0 0 0,1-1 0 0 0,0 2 0 0 0,0-1 1 0 0,0 0-1 0 0,1 1 0 0 0,-1-1 0 0 0,1 1 0 0 0,-4 7 0 0 0,5-8-579 0 0,-4 7-303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2720 0 0,'9'-22'3110'0'0,"-3"7"1116"0"0,1 0-1 0 0,6-32 1 0 0,-13 46-3673 0 0,4 19-55 0 0,2 39-1 0 0,-5-42-459 0 0,0 1 0 0 0,2 0-1 0 0,-1-1 1 0 0,7 19-1 0 0,-7-28-19 0 0,0-1 0 0 0,1 1 0 0 0,-1 0-1 0 0,1-1 1 0 0,1 1 0 0 0,-1-1 0 0 0,1 0 0 0 0,0 0 0 0 0,0 0-1 0 0,0-1 1 0 0,1 1 0 0 0,-1-1 0 0 0,1 0 0 0 0,0-1 0 0 0,0 1-1 0 0,1-1 1 0 0,-1 0 0 0 0,1 0 0 0 0,0-1 0 0 0,0 1 0 0 0,-1-1-1 0 0,10 2 1 0 0,-10-4-9 0 0,0 0 0 0 0,1-1 0 0 0,-1 1 0 0 0,0-1 0 0 0,1 0 0 0 0,-1 0 0 0 0,0-1 0 0 0,0 1 0 0 0,0-1 0 0 0,0 0 0 0 0,0-1 0 0 0,-1 1 0 0 0,1-1 0 0 0,4-4 0 0 0,4-4 206 0 0,-1 0 0 0 0,0-1 0 0 0,0-1 0 0 0,-2 0 0 0 0,1-1 0 0 0,15-27 0 0 0,19-25 5713 0 0,-47 86-5683 0 0,-1 0 1 0 0,-1-1 0 0 0,0 0 0 0 0,-2 0 0 0 0,-13 33 0 0 0,6-16-101 0 0,-63 200-1545 0 0,9 1-8073 0 0,51-178 3005 0 0,-1-1-3628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7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61 3304 0 0,'-120'20'15160'0'0,"137"-34"-13103"0"0,-2 7-1752 0 0,2 0 0 0 0,-1 1 0 0 0,1 1 0 0 0,22-5 0 0 0,71-8 151 0 0,-103 17-419 0 0,65-6-846 0 0,114 2 0 0 0,72 22-8654 0 0,-216-14 5668 0 0,-2-1-1464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8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26 283 1128 0 0,'2'0'2913'0'0,"50"-22"14229"0"0,-52 22-16982 0 0,1 0 1 0 0,0 0 0 0 0,-1 0 0 0 0,1 0 0 0 0,0 0 0 0 0,-1-1 0 0 0,1 1 0 0 0,0 0 0 0 0,-1 0 0 0 0,1-1-1 0 0,-1 1 1 0 0,1 0 0 0 0,-1-1 0 0 0,1 1 0 0 0,-1-1 0 0 0,1 1 0 0 0,-1-1 0 0 0,1 1 0 0 0,-1-1-1 0 0,1 1 1 0 0,-1-1 0 0 0,0 1 0 0 0,1-1 0 0 0,-1 0 0 0 0,0 1 0 0 0,0-1 0 0 0,1 0 0 0 0,-1 1-1 0 0,0-1 1 0 0,0 0 0 0 0,0 1 0 0 0,0-1 0 0 0,0 0 0 0 0,0 1 0 0 0,0-1 0 0 0,0 0 0 0 0,0 1-1 0 0,0-1 1 0 0,0-1 0 0 0,-1 0-58 0 0,1-1 0 0 0,-1 0 0 0 0,1 0 0 0 0,-1 1 0 0 0,0-1-1 0 0,0 0 1 0 0,0 1 0 0 0,-2-4 0 0 0,-7-9 5 0 0,-2 1-1 0 0,0 0 1 0 0,-15-13 0 0 0,9 10-124 0 0,17 16-70 0 0,-3-8-1197 0 0,5 8 1245 0 0,0-1 0 0 0,0 1 0 0 0,0 0-1 0 0,0-1 1 0 0,1 1 0 0 0,-1 0 0 0 0,1 0 0 0 0,-1 0 0 0 0,1 0 0 0 0,-1 0 0 0 0,1 0 0 0 0,-1 0-1 0 0,1 1 1 0 0,0-1 0 0 0,-1 0 0 0 0,1 1 0 0 0,3-1 0 0 0,41-8-586 0 0,-33 8 422 0 0,201-33-2452 0 0,-206 33 2659 0 0,0 0 0 0 0,0-1 0 0 0,0 0 0 0 0,0-1-1 0 0,-1 0 1 0 0,1 0 0 0 0,-1 0 0 0 0,0-1 0 0 0,13-9 0 0 0,-18 11 161 0 0,1 0 0 0 0,0 0-1 0 0,0 0 1 0 0,0 0 0 0 0,0 0 0 0 0,0 0 0 0 0,0 1 0 0 0,1 0 0 0 0,-1 0 0 0 0,4-1 0 0 0,-5 1-148 0 0,-3 29 440 0 0,-7 14 19 0 0,-3 0 1 0 0,-1-1-1 0 0,-27 63 0 0 0,-2 4-194 0 0,22-55-418 0 0,-23 80 320 0 0,30-64-2747 0 0,11-56 439 0 0,0 1 1 0 0,3 25 0 0 0,-2-37 1416 0 0,0 0 1 0 0,0 0-1 0 0,1 0 0 0 0,-1 0 1 0 0,1 0-1 0 0,-1-1 0 0 0,1 1 1 0 0,-1 0-1 0 0,1 0 0 0 0,0-1 1 0 0,1 3-1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8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71 256 556 0 0,'6'-26'7576'0'0,"3"-41"-1"0"0,-4 28-2243 0 0,-6 31-3676 0 0,-6 14-993 0 0,-5 13-142 0 0,-3 11-162 0 0,2 1 0 0 0,-13 41 0 0 0,22-57-299 0 0,0 0 0 0 0,2 1 0 0 0,-1-1 0 0 0,2 1 0 0 0,0-1 0 0 0,1 1 0 0 0,2 17 0 0 0,-2-28-45 0 0,1-1-1 0 0,0 1 1 0 0,0 0 0 0 0,0 0 0 0 0,1-1 0 0 0,-1 1 0 0 0,1-1-1 0 0,0 1 1 0 0,1-1 0 0 0,-1 0 0 0 0,1 0 0 0 0,0 0 0 0 0,0 0-1 0 0,0-1 1 0 0,0 1 0 0 0,1-1 0 0 0,-1 1 0 0 0,1-1 0 0 0,0 0 0 0 0,0-1-1 0 0,0 1 1 0 0,0-1 0 0 0,0 0 0 0 0,1 0 0 0 0,-1 0 0 0 0,1 0-1 0 0,0-1 1 0 0,-1 0 0 0 0,1 0 0 0 0,0 0 0 0 0,0 0 0 0 0,-1-1-1 0 0,1 0 1 0 0,0 0 0 0 0,0 0 0 0 0,0-1 0 0 0,0 1 0 0 0,-1-1 0 0 0,1 0-1 0 0,0-1 1 0 0,-1 1 0 0 0,1-1 0 0 0,-1 0 0 0 0,1 0 0 0 0,-1 0-1 0 0,0-1 1 0 0,0 1 0 0 0,0-1 0 0 0,0 0 0 0 0,0 0 0 0 0,-1-1 0 0 0,5-4-1 0 0,0-3-4 0 0,0 1-1 0 0,-1-1 1 0 0,-1 0-1 0 0,0-1 0 0 0,0 0 1 0 0,-1 0-1 0 0,0 0 1 0 0,-1 0-1 0 0,-1-1 0 0 0,0 1 1 0 0,-1-1-1 0 0,2-19 1 0 0,-3 14 8 0 0,-1 0 1 0 0,0 0-1 0 0,-1 0 1 0 0,-1 0-1 0 0,-1 1 1 0 0,0-1 0 0 0,-1 1-1 0 0,-11-27 1 0 0,11 35-22 0 0,0 1 1 0 0,0 0-1 0 0,-1 0 1 0 0,-1 1-1 0 0,1-1 1 0 0,-1 1 0 0 0,0 0-1 0 0,-1 1 1 0 0,1-1-1 0 0,-1 1 1 0 0,-1 1-1 0 0,1-1 1 0 0,-16-7-1 0 0,19 11-141 0 0,0 0 0 0 0,0 0 0 0 0,0 1 0 0 0,0-1 0 0 0,0 1 0 0 0,0 0 0 0 0,0 1 0 0 0,0-1-1 0 0,0 1 1 0 0,-1-1 0 0 0,1 1 0 0 0,0 1 0 0 0,0-1 0 0 0,-1 0 0 0 0,1 1 0 0 0,0 0 0 0 0,0 0-1 0 0,0 0 1 0 0,0 1 0 0 0,0-1 0 0 0,0 1 0 0 0,0 0 0 0 0,1 0 0 0 0,-1 0 0 0 0,1 1 0 0 0,-1-1 0 0 0,1 1-1 0 0,0 0 1 0 0,0 0 0 0 0,0 0 0 0 0,-5 7 0 0 0,6-7-169 0 0,1 0 0 0 0,-1-1 0 0 0,0 1 0 0 0,1 0 0 0 0,0 0 0 0 0,0 1 0 0 0,0-1 0 0 0,0 0 0 0 0,0 0 0 0 0,1 0 0 0 0,-1 1 0 0 0,1-1 0 0 0,0 0 1 0 0,0 0-1 0 0,0 1 0 0 0,2 5 0 0 0,-2-6-505 0 0,1 1 1 0 0,0-1 0 0 0,0 1-1 0 0,1-1 1 0 0,-1 1 0 0 0,1-1-1 0 0,-1 0 1 0 0,1 0-1 0 0,3 4 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1 141 208 0 0,'27'-53'9573'0'0,"-10"19"-3646"0"0,8-18 586 0 0,-25 50-6158 0 0,4 13-95 0 0,-1-1 1 0 0,0 1-1 0 0,-1 0 0 0 0,0 0 1 0 0,0 1-1 0 0,-2-1 0 0 0,0 19 1 0 0,3 26 43 0 0,-1-41-234 0 0,1 0 0 0 0,0 0 0 0 0,1 0 0 0 0,0 0-1 0 0,10 20 1 0 0,-11-29-43 0 0,0 0 1 0 0,0-1-1 0 0,1 1 0 0 0,0-1 0 0 0,0 0 0 0 0,0 0 0 0 0,1 0 1 0 0,-1 0-1 0 0,1-1 0 0 0,0 0 0 0 0,1 0 0 0 0,-1 0 0 0 0,1-1 1 0 0,9 6-1 0 0,-12-9-28 0 0,-1 1 0 0 0,0-1 1 0 0,0 0-1 0 0,0 0 0 0 0,0 0 1 0 0,0 0-1 0 0,0 0 0 0 0,0 0 1 0 0,0 0-1 0 0,1-1 1 0 0,-1 1-1 0 0,0-1 0 0 0,0 1 1 0 0,0-1-1 0 0,0 0 0 0 0,0 0 1 0 0,-1 0-1 0 0,1 0 0 0 0,0 0 1 0 0,0 0-1 0 0,-1-1 0 0 0,3-1 1 0 0,4-3-8 0 0,-1-1 1 0 0,0 0-1 0 0,7-9 1 0 0,-2-2 16 0 0,-1 0 0 0 0,-1 0 0 0 0,0-1-1 0 0,-1-1 1 0 0,-1 0 0 0 0,8-31 0 0 0,-5 27 120 0 0,-5 20 157 0 0,-3 17 236 0 0,-2 4-29 0 0,-1 1 0 0 0,-1 0 0 0 0,-1 0 0 0 0,-3 18 0 0 0,-21 71-13 0 0,14-60-309 0 0,-1-1-149 0 0,-10 45 76 0 0,21-79-939 0 0,1-1-1 0 0,0 1 1 0 0,1-1-1 0 0,0 1 1 0 0,3 22 0 0 0,-3-31 298 0 0,1 0 1 0 0,0 0 0 0 0,0 1 0 0 0,0-1 0 0 0,0 0 0 0 0,1 0 0 0 0,-1 0-1 0 0,4 4 1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19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75 1944 0 0,'-3'0'2468'0'0,"-46"-2"6616"0"0,46 2-7814 0 0,0 0-51 0 0,-28 0 5366 0 0,35-1-6445 0 0,56-11 96 0 0,88-7 0 0 0,-71 10-215 0 0,-14 2-658 0 0,27-3-2443 0 0,-31 0-2489 0 0,-42 5 998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38 3180 0 0,'-1'-2'2450'0'0,"-25"-34"8709"0"0,22 39-9757 0 0,4-3-1351 0 0,0 0 0 0 0,-1 0 1 0 0,1 0-1 0 0,0 0 0 0 0,-1 0 0 0 0,1 0 0 0 0,0 0 1 0 0,-1 0-1 0 0,1 0 0 0 0,0 1 0 0 0,-1-1 0 0 0,1 0 1 0 0,0 0-1 0 0,0 0 0 0 0,-1 0 0 0 0,1 1 1 0 0,0-1-1 0 0,0 0 0 0 0,-1 0 0 0 0,1 1 0 0 0,0-1 1 0 0,0 0-1 0 0,-1 1 0 0 0,1-1 0 0 0,0 1 0 0 0,-68 205 6394 0 0,58-163-6648 0 0,1 0-1 0 0,2 0 1 0 0,-1 44 0 0 0,10-30-3130 0 0,4-30-798 0 0,6-5-4261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62 231 3608 0 0,'45'-71'19784'0'0,"-44"69"-19186"0"0,-1 0-476 0 0,0 0 0 0 0,0-1 0 0 0,0 1 1 0 0,-1 0-1 0 0,1 0 0 0 0,-1-1 1 0 0,1 1-1 0 0,-1 0 0 0 0,0 0 0 0 0,0-1 1 0 0,0 1-1 0 0,0 0 0 0 0,-1 0 1 0 0,1 0-1 0 0,-2-1 0 0 0,-3-3-81 0 0,0 0 0 0 0,-1 0 0 0 0,-9-6-1 0 0,-20-15 157 0 0,20 13-452 0 0,15 13 18 0 0,-3-3-54 0 0,3 4 285 0 0,1 0 0 0 0,0 0-1 0 0,0 0 1 0 0,0 0 0 0 0,0 0 0 0 0,0 0-1 0 0,0 0 1 0 0,0-1 0 0 0,0 1-1 0 0,0 0 1 0 0,-1 0 0 0 0,1 0-1 0 0,0 0 1 0 0,0 0 0 0 0,0 0 0 0 0,0 0-1 0 0,0 0 1 0 0,0 0 0 0 0,0 0-1 0 0,0 0 1 0 0,0 0 0 0 0,0-1-1 0 0,0 1 1 0 0,0 0 0 0 0,0 0 0 0 0,0 0-1 0 0,0 0 1 0 0,0 0 0 0 0,0 0-1 0 0,0 0 1 0 0,0 0 0 0 0,0 0-1 0 0,0-1 1 0 0,0 1 0 0 0,0 0 0 0 0,0 0-1 0 0,0 0 1 0 0,0 0 0 0 0,0 0-1 0 0,0 0 1 0 0,0 0 0 0 0,0 0-1 0 0,0 0 1 0 0,0-1 0 0 0,0 1 0 0 0,0 0-1 0 0,0 0 1 0 0,0 0 0 0 0,0 0-1 0 0,0 0 1 0 0,0 0 0 0 0,0 0-1 0 0,1 0 1 0 0,-1 0 0 0 0,0 0 0 0 0,0 0-1 0 0,0 0 1 0 0,0 0 0 0 0,0 0-1 0 0,0 0 1 0 0,352 8-4206 0 0,-342-9 4302 0 0,-1 0-1 0 0,1 0 1 0 0,-1-2 0 0 0,1 1 0 0 0,-1-1 0 0 0,0 0 0 0 0,0-1 0 0 0,0 0 0 0 0,15-9 0 0 0,-1 1 1269 0 0,-22 12-1037 0 0,0-1-297 0 0,-1 1 1 0 0,1 0-1 0 0,-1-1 0 0 0,1 1 1 0 0,0 0-1 0 0,-1 0 0 0 0,1 0 1 0 0,-1-1-1 0 0,1 1 1 0 0,0 0-1 0 0,-1 0 0 0 0,1 0 1 0 0,-1 0-1 0 0,1 0 0 0 0,0 0 1 0 0,-1 0-1 0 0,1 0 0 0 0,-1 1 1 0 0,2-1-1 0 0,-1 3 55 0 0,-1 0 0 0 0,1 0 0 0 0,-1 0 0 0 0,1 0 0 0 0,-1 0 0 0 0,0 0 0 0 0,-1 0 0 0 0,1 0 0 0 0,0 0 0 0 0,-1 0 0 0 0,0 0 0 0 0,1 0 0 0 0,-3 4 0 0 0,-19 45 434 0 0,14-36-386 0 0,-66 134 379 0 0,41-89-892 0 0,3 1 0 0 0,-41 126 0 0 0,70-185 114 0 0,-2 8-649 0 0,0 1 1 0 0,1-1 0 0 0,-2 19-1 0 0,4-27 384 0 0,0 1-1 0 0,0-1 1 0 0,1 0 0 0 0,-1 1-1 0 0,1-1 1 0 0,0 0-1 0 0,1 5 1 0 0,-1-6-94 0 0,0-1 0 0 0,0 1 0 0 0,0 0 0 0 0,0 0 0 0 0,0 0 0 0 0,1-1 0 0 0,-1 1 0 0 0,1-1 0 0 0,-1 1 0 0 0,1-1-1 0 0,-1 1 1 0 0,4 1 0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33 266 476 0 0,'28'-86'12051'0'0,"-12"32"-4233"0"0,-17 58-7490 0 0,0 0 1 0 0,0 0 0 0 0,0 0 0 0 0,-1 0 0 0 0,1 0 0 0 0,-5 7 0 0 0,-1 5 201 0 0,-5 13-149 0 0,2 1 0 0 0,1 0 0 0 0,1 1 0 0 0,2-1 0 0 0,-5 60 0 0 0,11-83-352 0 0,0 0 0 0 0,1-1 0 0 0,0 1-1 0 0,0 0 1 0 0,0 0 0 0 0,1-1 0 0 0,0 1 0 0 0,0-1 0 0 0,1 1 0 0 0,0-1-1 0 0,0 0 1 0 0,1 0 0 0 0,-1 0 0 0 0,1 0 0 0 0,6 6 0 0 0,-7-9-15 0 0,1 0 0 0 0,-1 0 0 0 0,0-1 0 0 0,1 1 0 0 0,-1-1 0 0 0,1 0 1 0 0,0 0-1 0 0,0 0 0 0 0,0-1 0 0 0,0 1 0 0 0,0-1 0 0 0,0 0 0 0 0,0 0 0 0 0,0 0 0 0 0,0-1 1 0 0,0 1-1 0 0,1-1 0 0 0,-1 0 0 0 0,0-1 0 0 0,0 1 0 0 0,1 0 0 0 0,-1-1 0 0 0,0 0 1 0 0,0 0-1 0 0,7-3 0 0 0,-2 0-5 0 0,-1-1 0 0 0,0 1 0 0 0,0-1 0 0 0,0-1 0 0 0,-1 1 0 0 0,0-1 0 0 0,0 0 1 0 0,0-1-1 0 0,-1 0 0 0 0,0 0 0 0 0,0 0 0 0 0,0-1 0 0 0,-1 0 0 0 0,-1 0 0 0 0,8-16 0 0 0,-5 7-3 0 0,0-1-1 0 0,-1 1 1 0 0,-1-1-1 0 0,-1-1 0 0 0,0 1 1 0 0,1-38-1 0 0,-5 42 2 0 0,0 0-1 0 0,-1 0 1 0 0,-1 0 0 0 0,-1 0-1 0 0,0 1 1 0 0,0-1 0 0 0,-1 1-1 0 0,-1-1 1 0 0,-10-18 0 0 0,10 23-85 0 0,0 0 0 0 0,0 0 0 0 0,-1 1 0 0 0,0 0 0 0 0,0 0 0 0 0,-1 1 0 0 0,0 0 0 0 0,-1 0 1 0 0,1 0-1 0 0,-1 1 0 0 0,-1 0 0 0 0,1 1 0 0 0,-16-8 0 0 0,23 12-52 0 0,0 1-1 0 0,-1 0 1 0 0,1-1-1 0 0,0 1 1 0 0,-1 0-1 0 0,1 0 1 0 0,0 0 0 0 0,-1 0-1 0 0,1 0 1 0 0,-1 0-1 0 0,1 0 1 0 0,0 1-1 0 0,-1-1 1 0 0,1 0 0 0 0,0 1-1 0 0,-1-1 1 0 0,1 1-1 0 0,0-1 1 0 0,0 1-1 0 0,0 0 1 0 0,-1 0 0 0 0,1-1-1 0 0,-1 3 1 0 0,0-2-254 0 0,0 1 0 0 0,0 0-1 0 0,1-1 1 0 0,-1 1 0 0 0,1 0 0 0 0,-1 0 0 0 0,1 0 0 0 0,0 0 0 0 0,-1 1 0 0 0,1-1 0 0 0,-1 5 0 0 0,1-6-266 0 0,1 1 0 0 0,0 0-1 0 0,0 0 1 0 0,0 0 0 0 0,0 0 0 0 0,0 0 0 0 0,0 0 0 0 0,0 0 0 0 0,0-1 0 0 0,1 1 0 0 0,-1 0 0 0 0,1 0 0 0 0,1 2 0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1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0 141 976 0 0,'10'-27'9296'0'0,"8"-41"0"0"0,-13 51-6071 0 0,-5 14-2965 0 0,6-19 1885 0 0,-4 19-1332 0 0,-3 17-870 0 0,0 11 212 0 0,0-1-1 0 0,1 0 1 0 0,5 38 0 0 0,-4-55-222 0 0,0 1 0 0 0,1-1 0 0 0,-1 1 0 0 0,1-1 0 0 0,1 0-1 0 0,0 0 1 0 0,0 0 0 0 0,0 0 0 0 0,1 0 0 0 0,0 0 0 0 0,0-1 0 0 0,0 0-1 0 0,1 0 1 0 0,0 0 0 0 0,10 9 0 0 0,-12-14 24 0 0,-1 1-1 0 0,1 0 1 0 0,0-1-1 0 0,-1 0 1 0 0,1 1 0 0 0,0-1-1 0 0,0 0 1 0 0,-1 0-1 0 0,1-1 1 0 0,0 1 0 0 0,0-1-1 0 0,0 1 1 0 0,0-1 0 0 0,0 0-1 0 0,0 0 1 0 0,0 0-1 0 0,0 0 1 0 0,3-2 0 0 0,-1 1 6 0 0,0-1 0 0 0,0 1 1 0 0,-1-2-1 0 0,1 1 0 0 0,-1 0 0 0 0,1-1 1 0 0,-1 0-1 0 0,0 0 0 0 0,7-7 1 0 0,1-2 0 0 0,-1-1 0 0 0,0-1 1 0 0,-1 1-1 0 0,0-2 0 0 0,9-18 1 0 0,29-54 1117 0 0,-47 85-1035 0 0,2 24 580 0 0,-43 190 1653 0 0,6-33-2029 0 0,9 4-517 0 0,18-90-3636 0 0,8-2-7717 0 0,1-65 1429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2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 14 2604 0 0,'-16'2'9422'0'0,"-3"1"-2754"0"0,36-5-5171 0 0,23-3-1535 0 0,-31 5 52 0 0,218-12 134 0 0,-224 12-149 0 0,-1 0 0 0 0,0 0-1 0 0,0 0 1 0 0,0 1 0 0 0,0-1 0 0 0,0 0 0 0 0,0 1-1 0 0,0-1 1 0 0,0 1 0 0 0,0 0 0 0 0,0-1 0 0 0,-1 1-1 0 0,1 0 1 0 0,0 0 0 0 0,0 0 0 0 0,-1 0 0 0 0,1 1-1 0 0,-1-1 1 0 0,1 0 0 0 0,-1 1 0 0 0,1-1 0 0 0,-1 1-1 0 0,0-1 1 0 0,0 1 0 0 0,1 0 0 0 0,-1-1 0 0 0,-1 1-1 0 0,1 0 1 0 0,0 0 0 0 0,1 2 0 0 0,6 24 323 0 0,0 0 0 0 0,-2 0 0 0 0,-1 0 0 0 0,2 33 0 0 0,-4 117 1406 0 0,-3-118-1358 0 0,-20 293 1635 0 0,7-188-1300 0 0,-37 688 698 0 0,-15 209-1027 0 0,-33 259-310 0 0,-25 342-100 0 0,119-1606 27 0 0,-39 397-46 0 0,41-436 67 0 0,-1 3 32 0 0,0 0 1 0 0,-1 0 0 0 0,-1-1 0 0 0,-8 21-1 0 0,11-36-12 0 0,0 0 0 0 0,0-1-1 0 0,0 1 1 0 0,-1-1-1 0 0,0 0 1 0 0,0 0 0 0 0,0 0-1 0 0,0 0 1 0 0,0 0-1 0 0,-1 0 1 0 0,0-1 0 0 0,0 0-1 0 0,0 0 1 0 0,0 0-1 0 0,0 0 1 0 0,-1-1 0 0 0,1 1-1 0 0,-1-1 1 0 0,1 0 0 0 0,-1-1-1 0 0,0 1 1 0 0,-6 0-1 0 0,-22 2 30 0 0,0-1 0 0 0,0-3-1 0 0,-39-2 1 0 0,-23-1-82 0 0,-266 23-5730 0 0,177-8-5607 0 0,111-8 1166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34 2680 0 0,'-8'14'13759'0'0,"8"-13"-13312"0"0,107-20 415 0 0,13-1-1532 0 0,-104 19 262 0 0,70-7-2968 0 0,-28 7-2597 0 0,-34 3 1056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4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71 1428 0 0,'-90'66'14591'0'0,"94"-66"-14415"0"0,25-7-583 0 0,-1-1-1 0 0,0-1 0 0 0,-1-1 0 0 0,29-15 1 0 0,17-7-2124 0 0,-17 11-1218 0 0,3-4-1724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712 121 2504 0 0,'-1'-9'2898'0'0,"0"0"0"0"0,0-1 0 0 0,-4-17 0 0 0,1 14-1278 0 0,3 9-1262 0 0,-1 0 0 0 0,1 1-1 0 0,-1-1 1 0 0,0 1 0 0 0,0 0 0 0 0,-1 0-1 0 0,1 0 1 0 0,-1 0 0 0 0,-5-5 0 0 0,5 6-313 0 0,1 0 0 0 0,-1 1 0 0 0,0-1-1 0 0,-1 1 1 0 0,1-1 0 0 0,0 1 0 0 0,0 0 0 0 0,-1 1 0 0 0,1-1 0 0 0,0 0 0 0 0,-1 1 0 0 0,1 0 0 0 0,-1 0 0 0 0,1 0 0 0 0,0 0 0 0 0,-1 0-1 0 0,1 1 1 0 0,-1-1 0 0 0,1 1 0 0 0,-5 2 0 0 0,-1 0-42 0 0,0 1 1 0 0,0 1-1 0 0,1 0 0 0 0,-1 0 0 0 0,1 0 0 0 0,0 1 0 0 0,1 0 0 0 0,-1 1 1 0 0,1 0-1 0 0,0 0 0 0 0,1 0 0 0 0,-11 16 0 0 0,1 3-9 0 0,0 0 0 0 0,-21 53-1 0 0,19-33-1 0 0,2 1-1 0 0,2 1 0 0 0,-9 64 0 0 0,-9 153 118 0 0,19-134 83 0 0,-91 1353 2488 0 0,80-1033-2073 0 0,-13 518 39 0 0,-24 183 998 0 0,39-990-1472 0 0,-29 310-18 0 0,49-452-169 0 0,1-12 138 0 0,0 0-1 0 0,1 1 0 0 0,0-1 0 0 0,1 11 0 0 0,-1-18-74 0 0,0 0 0 0 0,0 1 0 0 0,0-1 0 0 0,1 1 0 0 0,-1-1 0 0 0,1 0 0 0 0,-1 1 0 0 0,1-1 0 0 0,-1 0 0 0 0,1 0 0 0 0,0 1 1 0 0,0-1-1 0 0,0 0 0 0 0,-1 0 0 0 0,1 0 0 0 0,0 0 0 0 0,0 0 0 0 0,1 0 0 0 0,-1 0 0 0 0,0 0 0 0 0,0-1 0 0 0,0 1 0 0 0,0 0 0 0 0,1-1 0 0 0,-1 1 0 0 0,0-1 0 0 0,1 1 0 0 0,-1-1 0 0 0,0 1 0 0 0,3-1 0 0 0,10 0 58 0 0,1-1 0 0 0,-1 0-1 0 0,0-1 1 0 0,1 0 0 0 0,-1-2-1 0 0,0 1 1 0 0,17-8-1 0 0,-7 3-29 0 0,204-68 356 0 0,-41 13-2229 0 0,-52 14-4060 0 0,-47 9-5377 0 0,-55 24 2660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390 194 1836 0 0,'0'-17'2392'0'0,"0"0"0"0"0,-2 0-1 0 0,0 0 1 0 0,-7-24 0 0 0,8 36-2170 0 0,0 0 1 0 0,-1 1 0 0 0,0-1-1 0 0,1 1 1 0 0,-2-1 0 0 0,1 1-1 0 0,0 0 1 0 0,-1 0 0 0 0,0 0-1 0 0,0 0 1 0 0,0 1 0 0 0,0-1 0 0 0,0 1-1 0 0,-1 0 1 0 0,0 0 0 0 0,1 0-1 0 0,-1 0 1 0 0,0 0 0 0 0,-1 1-1 0 0,-7-4 1 0 0,8 5-194 0 0,-1 0 0 0 0,1 0 0 0 0,0 1 0 0 0,0-1 0 0 0,-1 1 0 0 0,1 0-1 0 0,0 0 1 0 0,0 1 0 0 0,-1-1 0 0 0,1 1 0 0 0,0 0 0 0 0,-7 2 0 0 0,3 0-13 0 0,1 1 0 0 0,-1-1 0 0 0,1 1 0 0 0,0 1-1 0 0,0-1 1 0 0,-7 7 0 0 0,-2 4-13 0 0,0 1 0 0 0,0 1-1 0 0,-24 35 1 0 0,25-31-5 0 0,2 1 0 0 0,0 1 1 0 0,1 0-1 0 0,2 0 0 0 0,-16 49 0 0 0,23-61 4 0 0,0 0 0 0 0,1 0-1 0 0,0 1 1 0 0,1-1 0 0 0,0 0-1 0 0,1 1 1 0 0,0-1 0 0 0,1 1 0 0 0,0-1-1 0 0,1 1 1 0 0,0-1 0 0 0,1 0 0 0 0,0 0-1 0 0,1 0 1 0 0,8 17 0 0 0,-11-25 2 0 0,1 0 1 0 0,0 0 0 0 0,0 1-1 0 0,0-1 1 0 0,0-1-1 0 0,0 1 1 0 0,1 0 0 0 0,0 0-1 0 0,-1-1 1 0 0,1 0-1 0 0,0 1 1 0 0,0-1 0 0 0,0 0-1 0 0,0 0 1 0 0,0-1-1 0 0,1 1 1 0 0,-1-1 0 0 0,0 0-1 0 0,1 1 1 0 0,-1-1-1 0 0,1-1 1 0 0,0 1 0 0 0,-1 0-1 0 0,1-1 1 0 0,-1 0-1 0 0,1 0 1 0 0,0 0 0 0 0,-1 0-1 0 0,1-1 1 0 0,0 1-1 0 0,-1-1 1 0 0,1 0 0 0 0,-1 0-1 0 0,5-2 1 0 0,0-1 2 0 0,0 0 0 0 0,0 0 1 0 0,-1-1-1 0 0,1 1 0 0 0,-1-2 0 0 0,0 1 1 0 0,-1-1-1 0 0,1 0 0 0 0,-1-1 0 0 0,0 1 1 0 0,-1-1-1 0 0,1-1 0 0 0,4-8 0 0 0,-2 1-4 0 0,-1 0 0 0 0,-1-1 0 0 0,0 0 0 0 0,-2 0 0 0 0,4-18 0 0 0,9-87-6 0 0,-6 30-60 0 0,-10 75-59 0 0,-1 5 29 0 0,0 11 90 0 0,0 0-1 0 0,0 0 1 0 0,1-1 0 0 0,-1 1-1 0 0,0 0 1 0 0,0 0 0 0 0,0 0-1 0 0,0 0 1 0 0,0 0 0 0 0,0 0-1 0 0,1 0 1 0 0,-1-1 0 0 0,0 1-1 0 0,0 0 1 0 0,0 0 0 0 0,0 0-1 0 0,0 0 1 0 0,1 0 0 0 0,-1 0-1 0 0,0 0 1 0 0,0 0 0 0 0,0 0-1 0 0,0 0 1 0 0,1 0 0 0 0,-1 0-1 0 0,0 0 1 0 0,0 0 0 0 0,0 0-1 0 0,0 0 1 0 0,1 0 0 0 0,-1 0-1 0 0,0 0 1 0 0,0 0 0 0 0,0 0-1 0 0,0 1 1 0 0,0-1 0 0 0,1 0-1 0 0,-1 0 1 0 0,0 0 0 0 0,0 0-1 0 0,0 0 1 0 0,0 0 0 0 0,0 0-1 0 0,0 0 1 0 0,1 1 0 0 0,-1-1-1 0 0,0 0 1 0 0,0 0 0 0 0,0 0-1 0 0,2 4-2 0 0,-1-1 0 0 0,1 0-1 0 0,-1 1 1 0 0,1-1-1 0 0,-1 1 1 0 0,0-1-1 0 0,-1 1 1 0 0,1-1-1 0 0,-1 1 1 0 0,1 6-1 0 0,0-1 6 0 0,10 63-106 0 0,10 54 260 0 0,-17-110-824 0 0,1 0 0 0 0,0-1 0 0 0,1 1 0 0 0,1-1 0 0 0,13 22 0 0 0,-17-32-76 0 0,1 1 1 0 0,0-1-1 0 0,0 0 0 0 0,0-1 0 0 0,1 1 1 0 0,0-1-1 0 0,-1 0 0 0 0,2 0 0 0 0,5 4 1 0 0,11 3-4149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394 520 2212 0 0,'-4'-7'796'0'0,"0"-1"0"0"0,0 1 0 0 0,-1 1 0 0 0,0-1 0 0 0,0 1 0 0 0,-1-1 0 0 0,1 2 0 0 0,-1-1 0 0 0,-1 1 0 0 0,1-1 0 0 0,-1 2 0 0 0,-7-5 0 0 0,9 6-670 0 0,1 1-1 0 0,-2 0 0 0 0,1 0 1 0 0,0 1-1 0 0,0-1 1 0 0,0 1-1 0 0,-1 0 1 0 0,1 0-1 0 0,0 1 0 0 0,-1 0 1 0 0,1 0-1 0 0,-1 0 1 0 0,1 1-1 0 0,0-1 1 0 0,-1 1-1 0 0,1 0 0 0 0,0 1 1 0 0,0-1-1 0 0,-7 4 1 0 0,0 1-77 0 0,1 0 0 0 0,-1 1 1 0 0,1 1-1 0 0,0 0 0 0 0,1 0 1 0 0,0 1-1 0 0,0 1 0 0 0,1-1 0 0 0,0 1 1 0 0,-14 23-1 0 0,11-15-20 0 0,2 1-1 0 0,0 1 1 0 0,0 0 0 0 0,2 0-1 0 0,-11 42 1 0 0,17-52-12 0 0,0 0 0 0 0,0 1 0 0 0,1-1 0 0 0,1 0 0 0 0,0 0 0 0 0,0 1 0 0 0,1-1 0 0 0,4 17 1 0 0,-5-25-9 0 0,1 1 0 0 0,-1 0 0 0 0,1-1 1 0 0,0 1-1 0 0,0-1 0 0 0,0 0 0 0 0,0 1 0 0 0,1-1 1 0 0,-1 0-1 0 0,1 0 0 0 0,-1 1 0 0 0,1-1 1 0 0,0 0-1 0 0,0-1 0 0 0,-1 1 0 0 0,1 0 1 0 0,1 0-1 0 0,-1-1 0 0 0,0 1 0 0 0,0-1 0 0 0,1 0 1 0 0,-1 0-1 0 0,0 0 0 0 0,1 0 0 0 0,-1 0 1 0 0,1 0-1 0 0,-1-1 0 0 0,1 1 0 0 0,0-1 1 0 0,-1 0-1 0 0,1 0 0 0 0,0 0 0 0 0,-1 0 1 0 0,1 0-1 0 0,-1 0 0 0 0,1-1 0 0 0,4-1 0 0 0,4-1-59 0 0,0-1-1 0 0,0 0 1 0 0,0 0-1 0 0,-1-2 1 0 0,1 1-1 0 0,-1-1 0 0 0,-1-1 1 0 0,1 0-1 0 0,-1 0 1 0 0,-1-1-1 0 0,1 0 1 0 0,-1 0-1 0 0,0-1 0 0 0,-1 0 1 0 0,0 0-1 0 0,7-14 1 0 0,-1 0-205 0 0,0-1 0 0 0,-2 0 0 0 0,-1-1 0 0 0,-1 0 1 0 0,-1-1-1 0 0,5-28 0 0 0,-1-15 322 0 0,-3-1-1 0 0,-1-92 1 0 0,-14-41 3918 0 0,4 175-3498 0 0,0 25-301 0 0,2 18-156 0 0,2 125 104 0 0,38 252 0 0 0,-35-364-1032 0 0,2 0-1 0 0,15 45 1 0 0,-16-60-637 0 0,0 0-1 0 0,0 0 0 0 0,1-1 0 0 0,11 14 1 0 0,-2-6-4488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3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32 256 0 0,'0'-2'3176'0'0,"1"-27"8413"0"0,0 43-11343 0 0,28 314 6887 0 0,-5-83-4863 0 0,-16 23 923 0 0,-8-265-3093 0 0,0 0 1 0 0,-1 0 0 0 0,1 0 0 0 0,0 0 0 0 0,-1-1 0 0 0,0 1 0 0 0,0 0 0 0 0,0 0-1 0 0,0 0 1 0 0,0 0 0 0 0,0-1 0 0 0,-1 1 0 0 0,1-1 0 0 0,-1 1 0 0 0,0-1 0 0 0,0 1-1 0 0,0-1 1 0 0,0 0 0 0 0,0 0 0 0 0,0 0 0 0 0,-5 3 0 0 0,3-3-35 0 0,0-1 0 0 0,0 1 0 0 0,0-1 0 0 0,0 0 0 0 0,0 0 1 0 0,0 0-1 0 0,0-1 0 0 0,-1 1 0 0 0,1-1 0 0 0,0 0 0 0 0,0 0 0 0 0,0-1 0 0 0,-1 1 0 0 0,-7-3 1 0 0,3 1-375 0 0,-1-1 0 0 0,1 0 1 0 0,-1-1-1 0 0,1 0 0 0 0,0 0 1 0 0,0-1-1 0 0,1 0 0 0 0,-1-1 1 0 0,1 0-1 0 0,1 0 0 0 0,-1 0 1 0 0,1-1-1 0 0,0 0 0 0 0,0-1 1 0 0,-8-12-1 0 0,7 7-1106 0 0,1 1 0 0 0,1-1 0 0 0,0 0 0 0 0,1 0 0 0 0,0-1 0 0 0,1 1 0 0 0,0-1-1 0 0,1 0 1 0 0,1 0 0 0 0,-1-21 0 0 0,2-16-6778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65 1680 0 0,'0'-12'2444'0'0,"-1"4"-583"0"0,-1-1 751 0 0,-5-4-1008 0 0,-1 1-580 0 0,-3 4-404 0 0,-4 6-968 0 0,8 12-1328 0 0,6-2 36 0 0,-3 3-940 0 0,4-3-617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4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 2084 0 0,'3'0'2561'0'0,"1"0"-2107"0"0,-3-1-254 0 0,0 1 0 0 0,0 0-1 0 0,0 0 1 0 0,0 0 0 0 0,0 0 0 0 0,0 0-1 0 0,0 0 1 0 0,0 0 0 0 0,0 0 0 0 0,0 0-1 0 0,0 0 1 0 0,0 1 0 0 0,0-1 0 0 0,-1 0-1 0 0,1 1 1 0 0,0-1 0 0 0,0 0 0 0 0,0 1-1 0 0,0-1 1 0 0,0 1 0 0 0,-1 0 0 0 0,1-1-1 0 0,0 1 1 0 0,0-1 0 0 0,-1 1 0 0 0,1 0-1 0 0,-1 0 1 0 0,1 0 0 0 0,0-1-1 0 0,-1 1 1 0 0,0 0 0 0 0,1 0 0 0 0,-1 0-1 0 0,1 0 1 0 0,-1 0 0 0 0,0 0 0 0 0,0 0-1 0 0,1 1 1 0 0,1 27 793 0 0,-1 0 0 0 0,-2 0 1 0 0,-1-1-1 0 0,-1 1 0 0 0,-8 35 0 0 0,4-20-468 0 0,-46 232 1362 0 0,25-136-1404 0 0,24-121-364 0 0,-2 16 386 0 0,-2-1 0 0 0,-12 35 0 0 0,19-69-490 0 0,1 0 1 0 0,0 0-1 0 0,0-1 1 0 0,0 1-1 0 0,0 0 1 0 0,0 0-1 0 0,0 0 1 0 0,0-1-1 0 0,0 1 1 0 0,0 0-1 0 0,-1 0 1 0 0,1 0-1 0 0,0 0 1 0 0,0 0-1 0 0,0-1 1 0 0,0 1-1 0 0,-1 0 1 0 0,1 0-1 0 0,0 0 1 0 0,0 0-1 0 0,0 0 1 0 0,0 0-1 0 0,-1 0 1 0 0,1 0-1 0 0,0-1 1 0 0,0 1-1 0 0,0 0 1 0 0,-1 0-1 0 0,1 0 1 0 0,0 0-1 0 0,0 0 1 0 0,-1 0-1 0 0,1 0 1 0 0,0 0-1 0 0,0 0 1 0 0,0 1-1 0 0,-1-1 1 0 0,1 0-1 0 0,0 0 1 0 0,0 0-1 0 0,0 0 1 0 0,-1 0-1 0 0,1 0 1 0 0,0 0-1 0 0,0 0 1 0 0,0 0-1 0 0,0 1 1 0 0,-1-1-1 0 0,1 0 1 0 0,0 0-1 0 0,0 0 1 0 0,0 0-1 0 0,0 1 1 0 0,0-1-1 0 0,0 0 1 0 0,0 0-1 0 0,-1 0 1 0 0,1 0-1 0 0,0 1 1 0 0,0-1-1 0 0,0 0 1 0 0,0 0-1 0 0,0 1 0 0 0,-5-18 164 0 0,3-7-213 0 0,2 0 0 0 0,0 0 0 0 0,1 1 0 0 0,7-35-1 0 0,-4 28-29 0 0,11-74-126 0 0,4 1 0 0 0,4 1 0 0 0,70-187-1 0 0,-91 286 179 0 0,0-1 0 0 0,0 0 0 0 0,0 1 0 0 0,0-1 0 0 0,5-5-1 0 0,-6 8 10 0 0,0 0-1 0 0,-1 0 0 0 0,1 0 1 0 0,0 0-1 0 0,0 0 0 0 0,0 0 0 0 0,0 1 1 0 0,0-1-1 0 0,1 0 0 0 0,-1 1 1 0 0,0-1-1 0 0,0 1 0 0 0,0-1 1 0 0,1 1-1 0 0,-1 0 0 0 0,0 0 0 0 0,0-1 1 0 0,1 1-1 0 0,-1 0 0 0 0,0 0 1 0 0,0 0-1 0 0,1 0 0 0 0,-1 0 1 0 0,0 1-1 0 0,2-1 0 0 0,3 2 2 0 0,-1 0 0 0 0,1 1 0 0 0,-1 0 0 0 0,0 0 0 0 0,0 0-1 0 0,0 0 1 0 0,-1 1 0 0 0,1-1 0 0 0,-1 1 0 0 0,6 6 0 0 0,-2 0 27 0 0,0 1-1 0 0,-1-1 1 0 0,0 1 0 0 0,7 15 0 0 0,2 11 100 0 0,22 76 0 0 0,-37-111-124 0 0,22 86-194 0 0,-4 1 1 0 0,9 102 0 0 0,-26-174-754 0 0,2 37-2576 0 0,-4-50 2204 0 0,-1 1 0 0 0,1-1 0 0 0,-1 0 0 0 0,0 0 0 0 0,0 0 0 0 0,-1 5 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39 150 2176 0 0,'-31'-28'9861'0'0,"23"20"-7519"0"0,9 7-2201 0 0,-1-1 0 0 0,1 1 0 0 0,0-1 0 0 0,0 1 0 0 0,-1-1-1 0 0,1 1 1 0 0,0 0 0 0 0,1-1 0 0 0,-1 1 0 0 0,1-1 0 0 0,14-6 104 0 0,1 2 0 0 0,-1 0 1 0 0,1 1-1 0 0,28-4 0 0 0,5-2-170 0 0,56-14-2538 0 0,-28 8-3953 0 0,-39 7 469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65 3372 0 0,'-11'-65'12834'0'0,"14"65"-12649"0"0,-1 0 0 0 0,1 0-1 0 0,0 0 1 0 0,-1 1 0 0 0,1-1-1 0 0,0 1 1 0 0,0-1 0 0 0,-1 1 0 0 0,1 0-1 0 0,-1 0 1 0 0,1 0 0 0 0,-1 0 0 0 0,1 0-1 0 0,-1 1 1 0 0,0-1 0 0 0,4 4-1 0 0,38 34 1241 0 0,-40-36-1292 0 0,21 24 379 0 0,-1 0 0 0 0,-1 2 0 0 0,-2 0 0 0 0,-1 1 1 0 0,-1 2-1 0 0,22 49 0 0 0,-20-31-221 0 0,-2 0 0 0 0,-3 2-1 0 0,18 90 1 0 0,-27-87-159 0 0,-1 0 0 0 0,-3 0 0 0 0,-2 1 0 0 0,-3-1-1 0 0,-16 99 1 0 0,5-84-208 0 0,-4-1-1 0 0,-3 0 1 0 0,-2-2-1 0 0,-33 67 0 0 0,33-88-863 0 0,-2-1 0 0 0,-2-1 0 0 0,-37 48 0 0 0,41-65-1091 0 0,-45 44 1 0 0,47-53-520 0 0,-2-1 0 0 0,-41 26 1 0 0,-3-8-5637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19 2472 0 0,'-1'-2'495'0'0,"0"1"0"0"0,0-1 0 0 0,0 1 0 0 0,0-1-1 0 0,0 1 1 0 0,-1 0 0 0 0,1 0 0 0 0,0 0 0 0 0,-1 0 0 0 0,1 0-1 0 0,-1 0 1 0 0,1 0 0 0 0,-1 0 0 0 0,0 1 0 0 0,-2-2 0 0 0,3 2-438 0 0,0 0 1 0 0,-1 0 0 0 0,1 1-1 0 0,0-1 1 0 0,0 0 0 0 0,0 1-1 0 0,0-1 1 0 0,0 0 0 0 0,0 1-1 0 0,-1-1 1 0 0,1 1 0 0 0,0 0-1 0 0,0-1 1 0 0,1 1 0 0 0,-1 0-1 0 0,0 0 1 0 0,0-1 0 0 0,0 1-1 0 0,0 0 1 0 0,1 0 0 0 0,-1 0-1 0 0,0 0 1 0 0,1 0 0 0 0,-1 0-1 0 0,0 2 1 0 0,-13 23 577 0 0,2 0-1 0 0,-16 49 1 0 0,-10 61 329 0 0,37-132-935 0 0,-20 84 308 0 0,3 1 1 0 0,5 1-1 0 0,-4 161 0 0 0,18-194-286 0 0,2 1 0 0 0,3 0 0 0 0,2-1-1 0 0,3 0 1 0 0,2-1 0 0 0,2 0 0 0 0,25 57 0 0 0,-27-84-107 0 0,2 0 1 0 0,1-1 0 0 0,1 0 0 0 0,1-2 0 0 0,1 0 0 0 0,2-1-1 0 0,1 0 1 0 0,0-2 0 0 0,2-1 0 0 0,0-1 0 0 0,39 26 0 0 0,-23-23-969 0 0,1-1 0 0 0,1-1 0 0 0,1-3 1 0 0,0-2-1 0 0,1-1 0 0 0,1-2 0 0 0,61 10 0 0 0,15-5-4261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57 40 0 0,'-34'-56'13319'0'0,"32"63"-13251"0"0,0 1 1 0 0,1 0 0 0 0,0-1 0 0 0,0 1-1 0 0,1 0 1 0 0,0 0 0 0 0,0 0-1 0 0,0 0 1 0 0,1-1 0 0 0,2 9 0 0 0,1 15 33 0 0,22 298 216 0 0,-11-189-5076 0 0,-13-122 1636 0 0,0-2-1129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6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1 310 16 0 0,'0'-24'2206'0'0,"0"0"1"0"0,2 0-1 0 0,1 0 0 0 0,9-36 0 0 0,-10 52-2034 0 0,1 0 0 0 0,0 0 0 0 0,0 0 0 0 0,1 0 0 0 0,0 1-1 0 0,0-1 1 0 0,1 1 0 0 0,0 0 0 0 0,0 1 0 0 0,1-1 0 0 0,0 1-1 0 0,0 0 1 0 0,0 0 0 0 0,1 1 0 0 0,0 0 0 0 0,9-5 0 0 0,-6 4-135 0 0,1 1 0 0 0,0 1 1 0 0,0 0-1 0 0,0 0 0 0 0,1 1 1 0 0,0 1-1 0 0,-1 0 0 0 0,1 0 1 0 0,0 1-1 0 0,0 1 0 0 0,0 0 1 0 0,0 0-1 0 0,-1 2 0 0 0,1-1 1 0 0,0 1-1 0 0,15 5 0 0 0,-21-5-25 0 0,1 0 0 0 0,0 1 0 0 0,-1 0-1 0 0,0 0 1 0 0,0 0 0 0 0,1 1 0 0 0,-2 0-1 0 0,1 0 1 0 0,0 0 0 0 0,-1 1 0 0 0,0 0 0 0 0,0 0-1 0 0,-1 0 1 0 0,1 1 0 0 0,-1 0 0 0 0,0-1-1 0 0,0 1 1 0 0,-1 1 0 0 0,0-1 0 0 0,0 0 0 0 0,-1 1-1 0 0,1 0 1 0 0,-1-1 0 0 0,-1 1 0 0 0,1 0-1 0 0,-1 0 1 0 0,0 0 0 0 0,-1 11 0 0 0,0-8-6 0 0,-1-1 0 0 0,0 1 0 0 0,-1 0 1 0 0,0-1-1 0 0,0 0 0 0 0,-1 1 1 0 0,0-1-1 0 0,-1 0 0 0 0,-8 15 0 0 0,-2 0 1218 0 0,-36 43-1 0 0,45-62-790 0 0,4-3-275 0 0,-4 8 188 0 0,5-9-344 0 0,0-1 0 0 0,0 1 0 0 0,0 0-1 0 0,1-1 1 0 0,-1 1 0 0 0,0 0 0 0 0,0-1 0 0 0,1 1-1 0 0,-1 0 1 0 0,0-1 0 0 0,1 1 0 0 0,-1-1 0 0 0,1 1 0 0 0,-1-1-1 0 0,1 1 1 0 0,-1-1 0 0 0,1 1 0 0 0,-1-1 0 0 0,1 1 0 0 0,0-1-1 0 0,-1 0 1 0 0,1 1 0 0 0,0-1 0 0 0,-1 0 0 0 0,1 1 0 0 0,0-1-1 0 0,0 0 1 0 0,31 10-11 0 0,-11-3 8 0 0,-1 1-28 0 0,-1 1 0 0 0,0 1-1 0 0,0 1 1 0 0,-1 1 0 0 0,-1 0 0 0 0,27 25-1 0 0,-38-31 104 0 0,1 0-1 0 0,-2 0 1 0 0,1 1-1 0 0,-1 0 1 0 0,0 0-1 0 0,0 0 1 0 0,-1 0-1 0 0,0 1 0 0 0,-1 0 1 0 0,1 0-1 0 0,-1 0 1 0 0,-1 0-1 0 0,0 0 1 0 0,0 1-1 0 0,0-1 1 0 0,-1 1-1 0 0,0-1 1 0 0,-1 1-1 0 0,-1 12 0 0 0,1-17 147 0 0,-1 1 0 0 0,0-1 0 0 0,0 0 0 0 0,-1 1-1 0 0,1-1 1 0 0,-1 0 0 0 0,0 0 0 0 0,0 0-1 0 0,0 0 1 0 0,0 0 0 0 0,-1 0 0 0 0,0-1-1 0 0,0 1 1 0 0,0-1 0 0 0,-4 4 0 0 0,1-2-13 0 0,0-1 1 0 0,0 0-1 0 0,0-1 0 0 0,-1 1 1 0 0,1-1-1 0 0,-1-1 1 0 0,1 1-1 0 0,-1-1 0 0 0,-7 2 1 0 0,-2-2-22 0 0,1 0 0 0 0,0 0 0 0 0,-1-1 0 0 0,0-1 0 0 0,1-1 0 0 0,-1 0 0 0 0,1-1 0 0 0,-21-6 0 0 0,25 6-40 0 0,7 1-300 0 0,0 1 0 0 0,1-1 0 0 0,-1 0 1 0 0,0 0-1 0 0,1 0 0 0 0,-1 0 1 0 0,1-1-1 0 0,0 1 0 0 0,-1-1 1 0 0,1 0-1 0 0,0 0 0 0 0,0 0 1 0 0,0-1-1 0 0,0 1 0 0 0,1-1 1 0 0,-1 1-1 0 0,-2-5 0 0 0,4 6-75 0 0,1-1-1 0 0,-1 0 1 0 0,1 1-1 0 0,0-1 1 0 0,-1 0-1 0 0,1 0 1 0 0,0 1-1 0 0,0-1 1 0 0,0 0 0 0 0,1 0-1 0 0,-1 1 1 0 0,0-1-1 0 0,1 0 1 0 0,-1 1-1 0 0,1-1 1 0 0,-1 0-1 0 0,1 1 1 0 0,0-1-1 0 0,0 1 1 0 0,-1-1-1 0 0,1 1 1 0 0,0-1-1 0 0,1 1 1 0 0,0-2-1 0 0,4-4-1573 0 0,1 0-1 0 0,14-13 0 0 0,-17 17 965 0 0,17-14-3237 0 0,2 0-1797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1880 0 0,'0'0'13411'0'0,"3"0"-13217"0"0,8 0-17 0 0,-8 0-16 0 0,36 3 424 0 0,7-2-417 0 0,38-8-76 0 0,-32 5-3257 0 0,-37 4 562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1908 0 0,'-17'14'3859'0'0,"6"-5"659"0"0,0 1 1 0 0,-17 18-1 0 0,27-26-3956 0 0,1-2-522 0 0,0 0 0 0 0,-1 0-1 0 0,1 1 1 0 0,0-1-1 0 0,0 0 1 0 0,0 0-1 0 0,0 0 1 0 0,0 1-1 0 0,0-1 1 0 0,-1 0-1 0 0,1 1 1 0 0,0-1-1 0 0,0 0 1 0 0,0 0-1 0 0,0 1 1 0 0,0-1-1 0 0,0 0 1 0 0,0 0-1 0 0,0 1 1 0 0,0-1-1 0 0,1 0 1 0 0,-1 1-1 0 0,0-1 1 0 0,0 0-1 0 0,0 0 1 0 0,0 1-1 0 0,0-1 1 0 0,0 0-1 0 0,0 0 1 0 0,1 1-1 0 0,-1-1 1 0 0,0 0 0 0 0,0 0-1 0 0,0 0 1 0 0,0 1-1 0 0,1-1 1 0 0,13 2 82 0 0,1-1 1 0 0,-1 0-1 0 0,1-1 1 0 0,-1-1-1 0 0,0 0 1 0 0,21-5 0 0 0,-9 3-130 0 0,165-16-4525 0 0,-105 11-2664 0 0,-28 2-870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242 234 2212 0 0,'-52'-51'9486'0'0,"16"18"-4074"0"0,35 32-5336 0 0,0 1 0 0 0,0-1 0 0 0,1 0 0 0 0,-1 0 0 0 0,0 1 1 0 0,0-1-1 0 0,0 1 0 0 0,0-1 0 0 0,0 1 0 0 0,0-1 0 0 0,0 1 0 0 0,0-1 1 0 0,0 1-1 0 0,0 0 0 0 0,0 0 0 0 0,-1-1 0 0 0,1 1 0 0 0,0 0 1 0 0,0 0-1 0 0,0 0 0 0 0,0 0 0 0 0,-2 1 0 0 0,1 0-7 0 0,0-1-1 0 0,0 1 1 0 0,0 0-1 0 0,0 0 1 0 0,0 0-1 0 0,0 0 1 0 0,1 1-1 0 0,-1-1 1 0 0,0 1-1 0 0,-2 2 1 0 0,-3 4 63 0 0,1 0 0 0 0,0 1 0 0 0,-8 15 1 0 0,12-21-49 0 0,-10 21 73 0 0,2 1-1 0 0,0 0 1 0 0,2 0 0 0 0,0 0 0 0 0,2 1 0 0 0,-6 53-1 0 0,9-38-16 0 0,2-1 0 0 0,1 1-1 0 0,11 76 1 0 0,-8-99-101 0 0,1-1 1 0 0,0 1-1 0 0,1-1 0 0 0,1-1 1 0 0,0 1-1 0 0,2-1 0 0 0,0 0 1 0 0,15 23-1 0 0,-18-32-22 0 0,1 0-1 0 0,0 0 1 0 0,0-1-1 0 0,0 1 1 0 0,1-1-1 0 0,0-1 1 0 0,0 1 0 0 0,0-1-1 0 0,1 0 1 0 0,0-1-1 0 0,0 0 1 0 0,0 0-1 0 0,1-1 1 0 0,-1 0-1 0 0,1 0 1 0 0,-1-1 0 0 0,1 0-1 0 0,14 1 1 0 0,-6-3-6 0 0,1 0 0 0 0,-1-1 1 0 0,0-1-1 0 0,0 0 0 0 0,0-1 0 0 0,-1-1 1 0 0,1-1-1 0 0,-1 0 0 0 0,0-1 0 0 0,0-1 1 0 0,-1-1-1 0 0,0 0 0 0 0,0-1 0 0 0,23-18 1 0 0,-15 9-5 0 0,-1-2 0 0 0,-1 0 0 0 0,-1-1 0 0 0,-1-1 0 0 0,-1-1 0 0 0,-1-1 0 0 0,26-47 0 0 0,-30 45 19 0 0,0 0-1 0 0,-2-1 1 0 0,-1 0-1 0 0,-2-1 1 0 0,0 0-1 0 0,4-38 1 0 0,-10 51 45 0 0,0 1 1 0 0,-2-1 0 0 0,0 0-1 0 0,-1 0 1 0 0,0 1-1 0 0,-1-1 1 0 0,-1 1 0 0 0,0-1-1 0 0,-1 1 1 0 0,0 0-1 0 0,-1 0 1 0 0,-1 1 0 0 0,0-1-1 0 0,-10-14 1 0 0,6 13-25 0 0,-1 1 1 0 0,0 1-1 0 0,-1 0 0 0 0,0 1 1 0 0,-1 0-1 0 0,0 1 1 0 0,-1 0-1 0 0,0 1 0 0 0,-1 1 1 0 0,0 0-1 0 0,0 1 0 0 0,-23-8 1 0 0,25 11-364 0 0,-1 0 1 0 0,0 1 0 0 0,-1 1 0 0 0,1 1-1 0 0,0 0 1 0 0,-1 0 0 0 0,1 2-1 0 0,-1 0 1 0 0,0 0 0 0 0,1 2-1 0 0,-1-1 1 0 0,1 2 0 0 0,0 0-1 0 0,0 1 1 0 0,-16 6 0 0 0,18-5-665 0 0,0 1 0 0 0,0 1 1 0 0,0 0-1 0 0,-11 9 0 0 0,-18 21-5684 0 0,25-19 1029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27 1928 0 0,'2'-10'6339'0'0,"1"-5"-3176"0"0,-3 13-2597 0 0,-1 5-350 0 0,-152 227 378 0 0,63-66-7541 0 0,73-132 3492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5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227 447 1508 0 0,'-1'-2'1881'0'0,"-1"-1"-1422"0"0,0-1 1 0 0,0 1-1 0 0,1 0 1 0 0,-1 0-1 0 0,1-1 0 0 0,0 1 1 0 0,0-1-1 0 0,0 1 0 0 0,0-1 1 0 0,0 1-1 0 0,1-1 1 0 0,0 0-1 0 0,0 1 0 0 0,0-8 1 0 0,2 0 100 0 0,0 0-1 0 0,1 0 1 0 0,7-19 0 0 0,11-26 434 0 0,-3 11-466 0 0,-2-1 0 0 0,-2-1-1 0 0,8-50 1 0 0,-22 95-526 0 0,0 0-1 0 0,1 1 1 0 0,-1-1-1 0 0,0 1 1 0 0,0-1-1 0 0,0 1 1 0 0,0-1-1 0 0,-1 0 1 0 0,1 1-1 0 0,0-1 1 0 0,0 1-1 0 0,-1-1 1 0 0,1 1 0 0 0,-2-3-1 0 0,2 3-1 0 0,-1 1 1 0 0,1 0-1 0 0,-1-1 0 0 0,1 1 0 0 0,-1 0 0 0 0,1-1 1 0 0,0 1-1 0 0,-1 0 0 0 0,1-1 0 0 0,-1 1 1 0 0,0 0-1 0 0,1 0 0 0 0,-1 0 0 0 0,1-1 1 0 0,-1 1-1 0 0,1 0 0 0 0,-1 0 0 0 0,1 0 1 0 0,-1 0-1 0 0,0 0 0 0 0,1 0 0 0 0,-1 0 0 0 0,1 0 1 0 0,-1 0-1 0 0,1 0 0 0 0,-2 1 0 0 0,-1 0 0 0 0,0 0-1 0 0,1 0 0 0 0,-1 1 0 0 0,0-1 0 0 0,0 1 0 0 0,1 0 0 0 0,-1 0 0 0 0,1 0 0 0 0,-1 0 1 0 0,1 0-1 0 0,-4 5 0 0 0,-6 11-7 0 0,-1 0 1 0 0,2 1 0 0 0,1 0-1 0 0,-11 28 1 0 0,-24 86-39 0 0,34-98 47 0 0,-25 106 27 0 0,-26 198 0 0 0,55-298 13 0 0,2 3-14 0 0,4-29 444 0 0,-1 0 0 0 0,0 0 1 0 0,-1-1-1 0 0,-6 18 0 0 0,9-31-434 0 0,0-1 0 0 0,0 0 0 0 0,0 1 0 0 0,0-1 0 0 0,0 0 0 0 0,0 0 0 0 0,0 1 0 0 0,0-1 0 0 0,0 0 0 0 0,0 1 0 0 0,-1-1 0 0 0,1 0 0 0 0,0 0 0 0 0,0 1 0 0 0,0-1 0 0 0,0 0 0 0 0,-1 0 0 0 0,1 1 0 0 0,0-1 0 0 0,0 0 0 0 0,0 0 0 0 0,-1 0 0 0 0,1 0 0 0 0,0 1 0 0 0,0-1 0 0 0,-1 0 0 0 0,1 0 0 0 0,0 0 0 0 0,0 0 0 0 0,-1 0 0 0 0,1 0 0 0 0,0 1 0 0 0,-1-1 0 0 0,1 0 0 0 0,0 0 0 0 0,0 0 0 0 0,-1 0 0 0 0,-4-11 374 0 0,1-18-243 0 0,4 13-155 0 0,1 1 1 0 0,0-1 0 0 0,1 1-1 0 0,0-1 1 0 0,1 1-1 0 0,1 0 1 0 0,1 0 0 0 0,0 1-1 0 0,1 0 1 0 0,0-1 0 0 0,1 2-1 0 0,1-1 1 0 0,0 1-1 0 0,1 0 1 0 0,0 1 0 0 0,1 0-1 0 0,0 0 1 0 0,1 1-1 0 0,0 1 1 0 0,1-1 0 0 0,0 2-1 0 0,1 0 1 0 0,0 0-1 0 0,0 2 1 0 0,1-1 0 0 0,17-6-1 0 0,-13 7-28 0 0,1 0 0 0 0,0 1 1 0 0,0 1-1 0 0,37-6 0 0 0,-50 10 8 0 0,0 1 1 0 0,0 0-1 0 0,0 0 0 0 0,0 0 0 0 0,0 0 1 0 0,0 1-1 0 0,0 0 0 0 0,0 1 1 0 0,-1-1-1 0 0,1 1 0 0 0,0 0 1 0 0,-1 0-1 0 0,1 1 0 0 0,-1-1 1 0 0,0 1-1 0 0,0 1 0 0 0,0-1 1 0 0,0 1-1 0 0,-1 0 0 0 0,8 6 1 0 0,-9-5 0 0 0,1 1 1 0 0,-1-1 0 0 0,1 0 0 0 0,-2 1-1 0 0,1-1 1 0 0,0 1 0 0 0,-1 0 0 0 0,0 0 0 0 0,-1 0-1 0 0,2 9 1 0 0,0 6 10 0 0,-1 37-1 0 0,-3-40-155 0 0,2 0-1 0 0,4 30 1 0 0,-4-46 0 0 0,-1 0 0 0 0,1 1 0 0 0,0-1 0 0 0,0 0 0 0 0,0 0 1 0 0,0 0-1 0 0,0 1 0 0 0,0-1 0 0 0,0 0 0 0 0,1 0 0 0 0,-1-1 0 0 0,1 1 0 0 0,0 0 1 0 0,-1 0-1 0 0,1-1 0 0 0,0 1 0 0 0,0-1 0 0 0,3 2 0 0 0,-2-1-114 0 0,1 0 0 0 0,0-1 1 0 0,0 0-1 0 0,0 0 0 0 0,0 0 0 0 0,0 0 0 0 0,0-1 0 0 0,0 1 1 0 0,0-1-1 0 0,5 0 0 0 0,1-1-187 0 0,0-1 0 0 0,0 1 0 0 0,0-2 0 0 0,0 1 0 0 0,0-1 0 0 0,0-1 0 0 0,16-8 0 0 0,-9 2 315 0 0,0-2 0 0 0,0 0 1 0 0,-2 0-1 0 0,1-2 0 0 0,-2 0 1 0 0,0 0-1 0 0,0-2 1 0 0,14-21-1 0 0,-17 20 473 0 0,0-1 1 0 0,-1 0-1 0 0,-1 0 1 0 0,0-1-1 0 0,-2 0 1 0 0,0-1-1 0 0,-1 0 1 0 0,4-23-1 0 0,-9 34-10 0 0,0-1 0 0 0,0 1 0 0 0,-1 0 0 0 0,0 0-1 0 0,-3-15 1 0 0,3 23-316 0 0,0 1 0 0 0,0-1 0 0 0,0 1 0 0 0,-1-1 0 0 0,1 1-1 0 0,0 0 1 0 0,0-1 0 0 0,-1 1 0 0 0,1-1 0 0 0,0 1 0 0 0,-1 0 0 0 0,1-1 0 0 0,0 1-1 0 0,-1 0 1 0 0,1-1 0 0 0,-1 1 0 0 0,1 0 0 0 0,0 0 0 0 0,-1 0 0 0 0,1-1-1 0 0,-1 1 1 0 0,1 0 0 0 0,-1 0 0 0 0,1 0 0 0 0,-1 0 0 0 0,1 0 0 0 0,-1 0 0 0 0,1 0-1 0 0,-1 0 1 0 0,1 0 0 0 0,-1 0 0 0 0,1 0 0 0 0,-1 0 0 0 0,1 0 0 0 0,-1 0-1 0 0,1 0 1 0 0,-1 0 0 0 0,1 0 0 0 0,-1 1 0 0 0,-19 9 103 0 0,8-1-72 0 0,0 2 0 0 0,1 0 1 0 0,0 0-1 0 0,1 1 1 0 0,1 0-1 0 0,-9 15 0 0 0,-3 7 43 0 0,-19 43 0 0 0,26-47-10 0 0,-19 57 0 0 0,31-79-44 0 0,-1 1-1 0 0,1 0 1 0 0,1 1 0 0 0,-1-1-1 0 0,2 0 1 0 0,-1 0-1 0 0,1 1 1 0 0,1-1 0 0 0,0 0-1 0 0,0 0 1 0 0,4 15-1 0 0,-5-22-21 0 0,1 0-1 0 0,0 1 0 0 0,0-1 0 0 0,0 0 0 0 0,0 0 0 0 0,0 0 0 0 0,0 0 1 0 0,0 0-1 0 0,1 0 0 0 0,-1 0 0 0 0,1-1 0 0 0,0 1 0 0 0,-1 0 1 0 0,1-1-1 0 0,0 1 0 0 0,0-1 0 0 0,0 0 0 0 0,0 1 0 0 0,0-1 0 0 0,0 0 1 0 0,0 0-1 0 0,0 0 0 0 0,1-1 0 0 0,-1 1 0 0 0,0-1 0 0 0,0 1 1 0 0,1-1-1 0 0,-1 1 0 0 0,0-1 0 0 0,1 0 0 0 0,-1 0 0 0 0,0-1 0 0 0,1 1 1 0 0,-1 0-1 0 0,0-1 0 0 0,1 1 0 0 0,-1-1 0 0 0,3-1 0 0 0,3-1-7 0 0,0 0 0 0 0,0-1-1 0 0,0 0 1 0 0,0 0 0 0 0,-1-1 0 0 0,1 0-1 0 0,-1-1 1 0 0,0 1 0 0 0,6-8-1 0 0,13-19-18 0 0,-1-1 0 0 0,-1 0 0 0 0,33-67 0 0 0,-24 41-1 0 0,-13 29-34 0 0,-13 25-22 0 0,-10 20 50 0 0,-13 36 1 0 0,2-10 61 0 0,2 0-1 0 0,2 1 0 0 0,-9 67 0 0 0,19-107-30 0 0,0 0 0 0 0,0 1-1 0 0,-1-1 1 0 0,1 0 0 0 0,0 0-1 0 0,1 0 1 0 0,-1 0 0 0 0,0 0-1 0 0,1 0 1 0 0,-1 0 0 0 0,1 0-1 0 0,-1 0 1 0 0,1 0 0 0 0,0 0-1 0 0,0 0 1 0 0,0 0 0 0 0,0 0-1 0 0,0 0 1 0 0,1-1 0 0 0,-1 1 0 0 0,0 0-1 0 0,1-1 1 0 0,-1 1 0 0 0,1-1-1 0 0,0 0 1 0 0,-1 1 0 0 0,1-1-1 0 0,0 0 1 0 0,0 0 0 0 0,0 0-1 0 0,0 0 1 0 0,0-1 0 0 0,0 1-1 0 0,0 0 1 0 0,0-1 0 0 0,0 1-1 0 0,0-1 1 0 0,0 0 0 0 0,0 0-1 0 0,0 0 1 0 0,1 0 0 0 0,3-1-1 0 0,5 0-7 0 0,0 0 0 0 0,1-1-1 0 0,-1-1 1 0 0,0 0-1 0 0,-1 0 1 0 0,19-9 0 0 0,-4-2-4 0 0,0 0 0 0 0,0-2 0 0 0,-1-1 0 0 0,-1 0 0 0 0,-1-2-1 0 0,21-23 1 0 0,-11 8 1 0 0,-2-2-1 0 0,-1-1 0 0 0,24-41 1 0 0,-53 78 6 0 0,4-6-3 0 0,0 0-1 0 0,0 1 1 0 0,-1-1 0 0 0,0 0 0 0 0,-1-1 0 0 0,1 1 0 0 0,-1-1 0 0 0,0 1-1 0 0,-1-1 1 0 0,2-7 0 0 0,-3 14 2 0 0,-1-1 1 0 0,1 1-1 0 0,0-1 1 0 0,-1 1-1 0 0,1-1 0 0 0,-1 1 1 0 0,1 0-1 0 0,-1-1 0 0 0,1 1 1 0 0,-1 0-1 0 0,1-1 0 0 0,-1 1 1 0 0,1 0-1 0 0,-1 0 0 0 0,1-1 1 0 0,-1 1-1 0 0,1 0 1 0 0,-1 0-1 0 0,1 0 0 0 0,-1 0 1 0 0,0 0-1 0 0,1 0 0 0 0,-1 0 1 0 0,1 0-1 0 0,-1 0 0 0 0,0 0 1 0 0,1 0-1 0 0,-1 0 1 0 0,1 0-1 0 0,-1 0 0 0 0,1 1 1 0 0,-1-1-1 0 0,1 0 0 0 0,-1 0 1 0 0,1 1-1 0 0,-1-1 0 0 0,-20 7-19 0 0,17-5 18 0 0,0 0 0 0 0,1 0 0 0 0,-1 0 0 0 0,0 1 0 0 0,1-1 0 0 0,0 1 1 0 0,0 0-1 0 0,-1 0 0 0 0,2 0 0 0 0,-1 0 0 0 0,0 0 0 0 0,-3 7 0 0 0,5-8 2 0 0,0 0 0 0 0,0 0-1 0 0,0 1 1 0 0,1-1 0 0 0,-1 0 0 0 0,1 0 0 0 0,-1 0-1 0 0,1 0 1 0 0,0 1 0 0 0,0-1 0 0 0,0 0 0 0 0,0 0-1 0 0,0 1 1 0 0,0-1 0 0 0,1 0 0 0 0,-1 0 0 0 0,1 0 0 0 0,0 0-1 0 0,0 0 1 0 0,-1 0 0 0 0,1 0 0 0 0,0 0 0 0 0,1 0-1 0 0,-1 0 1 0 0,2 2 0 0 0,69 76-6 0 0,-47-55-44 0 0,26 34 0 0 0,-44-49 113 0 0,-1 0 0 0 0,1 0 1 0 0,-2 0-1 0 0,1 1 1 0 0,-2 0-1 0 0,1 0 0 0 0,4 19 1 0 0,-9-28 83 0 0,1 0 0 0 0,-1 1 0 0 0,1-1 0 0 0,-1 1 0 0 0,0 0 0 0 0,0-1 0 0 0,0 1 0 0 0,0-1 1 0 0,0 1-1 0 0,-1-1 0 0 0,1 1 0 0 0,-1-1 0 0 0,0 1 0 0 0,0-1 0 0 0,1 0 0 0 0,-1 1 0 0 0,-1-1 0 0 0,1 0 0 0 0,-3 4 0 0 0,2-3-19 0 0,-1-1 0 0 0,0 1-1 0 0,0-1 1 0 0,0 0 0 0 0,0 1-1 0 0,0-1 1 0 0,-1-1 0 0 0,1 1-1 0 0,0 0 1 0 0,-1-1-1 0 0,-6 2 1 0 0,-5 0 33 0 0,1 0 0 0 0,-1-1 0 0 0,1-1 0 0 0,-1 0 1 0 0,-23-3-1 0 0,18 0-464 0 0,0-1 1 0 0,0-1-1 0 0,-36-12 0 0 0,-19-13-5496 0 0,38 15 180 0 0,11 4-823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331 262 1412 0 0,'4'-8'2013'0'0,"-1"-1"0"0"0,0 0 0 0 0,4-17 0 0 0,-5 16-1139 0 0,0 0 0 0 0,-1 1 0 0 0,-1-1 0 0 0,0-10 1 0 0,0 14-712 0 0,-1 1-1 0 0,1-1 1 0 0,-1 1 0 0 0,0-1 0 0 0,-1 1 0 0 0,1-1 0 0 0,-1 1 0 0 0,0 0 0 0 0,0 0 0 0 0,-1 0-1 0 0,0 0 1 0 0,0 0 0 0 0,0 0 0 0 0,0 1 0 0 0,-1-1 0 0 0,1 1 0 0 0,-1 0 0 0 0,-6-5 0 0 0,7 7-152 0 0,0 1 0 0 0,-1-1 1 0 0,1 1-1 0 0,0-1 0 0 0,-1 1 1 0 0,1 0-1 0 0,0 0 0 0 0,-1 1 1 0 0,1-1-1 0 0,-1 1 0 0 0,0 0 1 0 0,1 0-1 0 0,-1 0 0 0 0,1 0 1 0 0,-1 0-1 0 0,1 1 0 0 0,-1 0 1 0 0,1 0-1 0 0,-1 0 0 0 0,1 0 1 0 0,0 0-1 0 0,0 0 0 0 0,-1 1 1 0 0,-4 3-1 0 0,-5 3-10 0 0,0 1 0 0 0,1 0 0 0 0,0 0 0 0 0,-14 16 0 0 0,10-8-5 0 0,0 1 1 0 0,2 0-1 0 0,0 1 1 0 0,-19 35-1 0 0,25-40 7 0 0,2 1 0 0 0,-1-1 0 0 0,2 1 0 0 0,0 0 0 0 0,1 1 0 0 0,0-1 0 0 0,-2 29 0 0 0,6-41 1 0 0,-1-1 1 0 0,1 0-1 0 0,0 1 1 0 0,1-1 0 0 0,-1 0-1 0 0,0 1 1 0 0,1-1-1 0 0,-1 0 1 0 0,1 0 0 0 0,0 1-1 0 0,0-1 1 0 0,0 0 0 0 0,0 0-1 0 0,0 0 1 0 0,0 0-1 0 0,1 0 1 0 0,-1 0 0 0 0,0 0-1 0 0,1-1 1 0 0,0 1-1 0 0,-1 0 1 0 0,1-1 0 0 0,0 1-1 0 0,0-1 1 0 0,0 0-1 0 0,0 0 1 0 0,0 0 0 0 0,0 0-1 0 0,0 0 1 0 0,0 0-1 0 0,1 0 1 0 0,3 0 0 0 0,0 1 2 0 0,0-2 1 0 0,-1 1-1 0 0,1-1 1 0 0,0 0-1 0 0,0 0 1 0 0,0 0-1 0 0,0-1 1 0 0,0 0-1 0 0,-1 0 0 0 0,1 0 1 0 0,0-1-1 0 0,6-3 1 0 0,-2 0-9 0 0,-1 0-1 0 0,0 0 1 0 0,0-2-1 0 0,0 1 1 0 0,-1-1 0 0 0,0 0-1 0 0,0 0 1 0 0,0-1 0 0 0,-1 0-1 0 0,10-16 1 0 0,2-6 12 0 0,28-62 0 0 0,-25 46 16 0 0,-2 0-200 0 0,-20 45 145 0 0,0 29-67 0 0,-8 39 75 0 0,3-38 34 0 0,2-1 0 0 0,0 1 0 0 0,2 0 0 0 0,2 0-1 0 0,5 45 1 0 0,-6-71-8 0 0,1-1-1 0 0,-1 0 0 0 0,0 1 1 0 0,1-1-1 0 0,0 0 1 0 0,0 1-1 0 0,0-1 0 0 0,0 0 1 0 0,0 0-1 0 0,0 0 1 0 0,0 0-1 0 0,1 0 0 0 0,-1 0 1 0 0,1 0-1 0 0,-1 0 0 0 0,1-1 1 0 0,0 1-1 0 0,0 0 1 0 0,-1-1-1 0 0,1 0 0 0 0,0 1 1 0 0,1-1-1 0 0,-1 0 1 0 0,0 0-1 0 0,0 0 0 0 0,0 0 1 0 0,5 0-1 0 0,-3 0-3 0 0,0-1 1 0 0,0 0-1 0 0,-1-1 0 0 0,1 1 1 0 0,0-1-1 0 0,0 1 0 0 0,0-1 0 0 0,-1 0 1 0 0,1-1-1 0 0,0 1 0 0 0,-1-1 1 0 0,0 1-1 0 0,1-1 0 0 0,-1 0 0 0 0,0 0 1 0 0,0-1-1 0 0,4-2 0 0 0,6-7-8 0 0,0-1 1 0 0,-1 0-1 0 0,0-1 0 0 0,18-27 0 0 0,31-68-37 0 0,-31 55 35 0 0,-7 11-5 0 0,27-46-56 0 0,-43 79 61 0 0,0 0 0 0 0,0 0 1 0 0,1 1-1 0 0,1 0 0 0 0,0 1 0 0 0,10-8 0 0 0,-17 14 2 0 0,0 0 1 0 0,0 1-1 0 0,0 0 1 0 0,1-1-1 0 0,-1 1 1 0 0,1 0-1 0 0,-1 0 1 0 0,1 1-1 0 0,-1-1 1 0 0,1 0-1 0 0,0 1 0 0 0,-1-1 1 0 0,1 1-1 0 0,0 0 1 0 0,-1 0-1 0 0,1 0 1 0 0,0 0-1 0 0,-1 1 1 0 0,1-1-1 0 0,0 1 1 0 0,3 1-1 0 0,-3-1 0 0 0,1 1 0 0 0,-1 0 0 0 0,1 0 0 0 0,-1 0-1 0 0,0 0 1 0 0,0 1 0 0 0,0-1 0 0 0,0 1 0 0 0,-1 0 0 0 0,1 0-1 0 0,-1 0 1 0 0,1 0 0 0 0,-1 0 0 0 0,3 6 0 0 0,1 4-2 0 0,-1 0 1 0 0,0 1-1 0 0,0-1 1 0 0,-2 1-1 0 0,0 0 0 0 0,0 0 1 0 0,-1 0-1 0 0,-1 0 1 0 0,0 0-1 0 0,-2 16 1 0 0,-2 4 154 0 0,-1 0 0 0 0,-2-1 0 0 0,-11 36 0 0 0,17-67-69 0 0,-1-1-1 0 0,1 1 0 0 0,-1-1 1 0 0,1 1-1 0 0,-1-1 1 0 0,0 1-1 0 0,1-1 0 0 0,-1 0 1 0 0,0 1-1 0 0,0-1 1 0 0,0 0-1 0 0,0 0 0 0 0,-2 1 1 0 0,3-1-56 0 0,-1-1 1 0 0,1 0 0 0 0,-1 1-1 0 0,1-1 1 0 0,-1 0 0 0 0,1 0-1 0 0,-1 0 1 0 0,0 1 0 0 0,1-1-1 0 0,-1 0 1 0 0,0 0 0 0 0,1 0-1 0 0,-1 0 1 0 0,1 0 0 0 0,-1 0-1 0 0,0 0 1 0 0,1 0 0 0 0,-1 0-1 0 0,1-1 1 0 0,-1 1 0 0 0,0 0-1 0 0,1 0 1 0 0,-1 0 0 0 0,1-1-1 0 0,-1 1 1 0 0,1 0 0 0 0,-1-1-1 0 0,1 1 1 0 0,-2-1 0 0 0,1-1-7 0 0,0 0-1 0 0,-1-1 1 0 0,1 1 0 0 0,0 0 0 0 0,0-1 0 0 0,1 1 0 0 0,-1-1 0 0 0,0 1-1 0 0,1-1 1 0 0,0 1 0 0 0,-1-1 0 0 0,1 1 0 0 0,0-1 0 0 0,0 1 0 0 0,0-1-1 0 0,1-2 1 0 0,-1-3 9 0 0,1-9-12 0 0,0 0 1 0 0,1-1-1 0 0,1 1 1 0 0,1 0-1 0 0,0 0 1 0 0,1 0-1 0 0,1 1 0 0 0,0 0 1 0 0,1 0-1 0 0,1 0 1 0 0,1 1-1 0 0,0 0 1 0 0,12-14-1 0 0,-15 21-19 0 0,1 0 1 0 0,0 0-1 0 0,0 0 0 0 0,1 1 0 0 0,0 1 1 0 0,1-1-1 0 0,-1 1 0 0 0,1 0 0 0 0,0 1 1 0 0,1 0-1 0 0,-1 1 0 0 0,1 0 0 0 0,0 0 1 0 0,0 1-1 0 0,0 0 0 0 0,0 1 0 0 0,1 0 1 0 0,-1 1-1 0 0,0 0 0 0 0,1 1 0 0 0,0 0 1 0 0,17 2-1 0 0,-23-2 2 0 0,-1 1-1 0 0,0 0 1 0 0,1 0 0 0 0,-1 1 0 0 0,0-1 0 0 0,1 1-1 0 0,-1 0 1 0 0,0 0 0 0 0,0 0 0 0 0,0 1 0 0 0,-1-1-1 0 0,1 1 1 0 0,0 0 0 0 0,-1 0 0 0 0,0 0-1 0 0,0 1 1 0 0,0-1 0 0 0,0 1 0 0 0,0 0 0 0 0,-1-1-1 0 0,3 6 1 0 0,-3-3 2 0 0,0 0 0 0 0,0 0-1 0 0,0 0 1 0 0,-1 0 0 0 0,0 0 0 0 0,0 0-1 0 0,0 1 1 0 0,-1-1 0 0 0,0 0-1 0 0,0 1 1 0 0,-1-1 0 0 0,0 0 0 0 0,0 0-1 0 0,-3 11 1 0 0,-30 71 6 0 0,24-65-1243 0 0,1 1 0 0 0,0-1 0 0 0,-5 30 0 0 0,14-52 915 0 0,-1 1 1 0 0,1 0-1 0 0,0 0 0 0 0,-1 0 1 0 0,1 0-1 0 0,0 0 1 0 0,0-1-1 0 0,0 1 0 0 0,1 0 1 0 0,-1 0-1 0 0,0 0 1 0 0,1 0-1 0 0,-1-1 1 0 0,1 1-1 0 0,-1 0 0 0 0,1 0 1 0 0,0-1-1 0 0,0 1 1 0 0,0-1-1 0 0,0 1 1 0 0,0 0-1 0 0,0-1 0 0 0,0 0 1 0 0,2 2-1 0 0,7 3-3757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341 845 216 0 0,'10'-9'857'0'0,"0"-1"0"0"0,-2-1-1 0 0,1 0 1 0 0,-1 0 0 0 0,0 0-1 0 0,-1-1 1 0 0,-1 0 0 0 0,0-1 0 0 0,0 1-1 0 0,-2-1 1 0 0,1 0 0 0 0,-2 0 0 0 0,1-1-1 0 0,-2 1 1 0 0,2-20 0 0 0,-4 29-736 0 0,0 0 1 0 0,0 0 0 0 0,0 1-1 0 0,-1-1 1 0 0,1 0-1 0 0,-1 0 1 0 0,0 1-1 0 0,0-1 1 0 0,-3-6-1 0 0,3 9-95 0 0,0-1-1 0 0,0 0 0 0 0,0 1 1 0 0,0 0-1 0 0,0-1 0 0 0,0 1 1 0 0,-1 0-1 0 0,1-1 0 0 0,0 1 1 0 0,-1 0-1 0 0,1 0 0 0 0,-1 0 1 0 0,1 0-1 0 0,-1 0 0 0 0,1 1 1 0 0,-1-1-1 0 0,0 0 0 0 0,1 1 1 0 0,-1-1-1 0 0,0 1 0 0 0,0 0 1 0 0,1-1-1 0 0,-1 1 0 0 0,0 0 1 0 0,0 0-1 0 0,-1 0 0 0 0,-11 2-2 0 0,1 1 0 0 0,0 0-1 0 0,0 1 1 0 0,0 0-1 0 0,0 1 1 0 0,0 0-1 0 0,1 1 1 0 0,0 1-1 0 0,0 0 1 0 0,1 0-1 0 0,-11 10 1 0 0,-2 2-9 0 0,1 1 0 0 0,1 1-1 0 0,1 1 1 0 0,-21 27 0 0 0,23-24 11 0 0,-30 52 0 0 0,45-68-4 0 0,-1 0 0 0 0,1 0 0 0 0,1 0 0 0 0,-1 1-1 0 0,2-1 1 0 0,-1 1 0 0 0,1 0 0 0 0,1 0 0 0 0,0 0 0 0 0,0 13 0 0 0,1-21-8 0 0,0 0 0 0 0,0 0-1 0 0,0 0 1 0 0,1 0 0 0 0,-1 0 0 0 0,1 0 0 0 0,-1 0 0 0 0,1 0 0 0 0,0 0 0 0 0,0-1-1 0 0,0 1 1 0 0,0 0 0 0 0,0 0 0 0 0,0-1 0 0 0,0 1 0 0 0,1 0 0 0 0,-1-1-1 0 0,1 0 1 0 0,-1 1 0 0 0,4 1 0 0 0,-2-1-1 0 0,0-1 1 0 0,0 1-1 0 0,0-1 0 0 0,0 0 0 0 0,1 0 0 0 0,-1-1 1 0 0,0 1-1 0 0,1-1 0 0 0,-1 1 0 0 0,0-1 1 0 0,7-1-1 0 0,1 0 1 0 0,-1-1 0 0 0,1 0 0 0 0,0-1 0 0 0,0 0 0 0 0,-1 0 0 0 0,19-11 0 0 0,-10 4-8 0 0,-1-2-1 0 0,0 0 1 0 0,-1-1 0 0 0,-1 0 0 0 0,0-2-1 0 0,21-23 1 0 0,-17 13-6 0 0,-1-1 1 0 0,-1 0-1 0 0,25-51 0 0 0,-15 13 26 0 0,-3-1 1 0 0,-2-1-1 0 0,17-87 1 0 0,-1-115-67 0 0,-27 158-106 0 0,-13 98 73 0 0,-4 10 28 0 0,4 2 45 0 0,0 1 0 0 0,0-1 0 0 0,0 1 0 0 0,0-1 0 0 0,0 1-1 0 0,0 0 1 0 0,0 0 0 0 0,0 0 0 0 0,1-1 0 0 0,-1 1 0 0 0,0 0 0 0 0,1 0 0 0 0,-1 0 0 0 0,0 0-1 0 0,1 0 1 0 0,-1 2 0 0 0,-19 55-4 0 0,3 1-1 0 0,-17 113 1 0 0,15-72-31 0 0,4-21 69 0 0,4 1 1 0 0,-3 123 0 0 0,13-194-153 0 0,2-1 1 0 0,-1 1-1 0 0,1-1 1 0 0,1 1 0 0 0,0-1-1 0 0,0 0 1 0 0,0 1-1 0 0,1-1 1 0 0,0 0-1 0 0,1 0 1 0 0,0-1-1 0 0,0 1 1 0 0,0-1-1 0 0,10 12 1 0 0,-7-12-660 0 0,0 0 1 0 0,0-1 0 0 0,0 0 0 0 0,1 0-1 0 0,0 0 1 0 0,0-1 0 0 0,1 0-1 0 0,9 4 1 0 0,17 5-4851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3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15 487 2028 0 0,'-13'11'10479'0'0,"11"-8"-9909"0"0,3 1-479 0 0,0 0 0 0 0,1 0 0 0 0,-1 0-1 0 0,1-1 1 0 0,0 1 0 0 0,0-1 0 0 0,0 1-1 0 0,0-1 1 0 0,0 0 0 0 0,1 1 0 0 0,-1-1-1 0 0,1 0 1 0 0,0-1 0 0 0,0 1 0 0 0,0 0 0 0 0,1-1-1 0 0,-1 0 1 0 0,0 0 0 0 0,1 0 0 0 0,0 0-1 0 0,-1 0 1 0 0,1-1 0 0 0,0 0 0 0 0,0 0-1 0 0,0 0 1 0 0,0 0 0 0 0,0 0 0 0 0,4-1 0 0 0,1 1-50 0 0,-1-1 0 0 0,0-1 1 0 0,0 1-1 0 0,1-1 0 0 0,-1-1 1 0 0,0 0-1 0 0,0 0 0 0 0,0 0 0 0 0,0-1 1 0 0,-1 0-1 0 0,1-1 0 0 0,-1 1 1 0 0,9-7-1 0 0,-5 1-29 0 0,0 0-1 0 0,-1-1 0 0 0,0 0 1 0 0,-1-1-1 0 0,0 0 1 0 0,-1-1-1 0 0,0 0 1 0 0,0 0-1 0 0,-1 0 0 0 0,-1-1 1 0 0,0 0-1 0 0,4-17 1 0 0,5-18-2 0 0,-2-1 0 0 0,7-52 1 0 0,-11 51-9 0 0,-3 22-75 0 0,-1 0-1 0 0,2-44 0 0 0,-24 87 4 0 0,5 11 326 0 0,2 0 0 0 0,1 0 0 0 0,-11 48-1 0 0,-4 86 523 0 0,23-150-744 0 0,0 0-1 0 0,1 0 1 0 0,0 0-1 0 0,1 1 0 0 0,0-1 1 0 0,0 0-1 0 0,1 0 0 0 0,1 0 1 0 0,3 11-1 0 0,-4-16-52 0 0,1 0-1 0 0,-1 0 0 0 0,1-1 1 0 0,0 0-1 0 0,0 1 0 0 0,0-1 1 0 0,0 0-1 0 0,1 0 0 0 0,-1-1 1 0 0,1 1-1 0 0,0-1 0 0 0,1 0 1 0 0,-1 0-1 0 0,0 0 0 0 0,1 0 1 0 0,0-1-1 0 0,-1 0 0 0 0,1 0 1 0 0,7 2-1 0 0,-4-2-517 0 0,0 0 0 0 0,0 0 0 0 0,0-1-1 0 0,0 0 1 0 0,15-1 0 0 0,-16 0-709 0 0,0-1-1 0 0,-1 0 1 0 0,1-1 0 0 0,9-3-1 0 0,9-5-4815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69 256 0 0,'-64'-65'9196'0'0,"64"65"-9164"0"0,0 0 1 0 0,0-1 0 0 0,-1 1 0 0 0,1 0 0 0 0,0-1 0 0 0,0 1 0 0 0,-1 0 0 0 0,1 0 0 0 0,0 0 0 0 0,-1-1 0 0 0,1 1 0 0 0,0 0 0 0 0,-1 0 0 0 0,1 0 0 0 0,0 0 0 0 0,-1-1 0 0 0,1 1 0 0 0,-1 0 0 0 0,1 0 0 0 0,0 0-1 0 0,-1 0 1 0 0,1 0 0 0 0,-1 0 0 0 0,1 0 0 0 0,0 0 0 0 0,-1 0 0 0 0,1 0 0 0 0,0 0 0 0 0,-1 0 0 0 0,1 1 0 0 0,-1-1 0 0 0,1 0 0 0 0,0 0 0 0 0,-1 0 0 0 0,1 0 0 0 0,0 1 0 0 0,-1-1 0 0 0,1 0 0 0 0,0 0 0 0 0,-1 1 0 0 0,1 0-11 0 0,-1-1 1 0 0,1 1-1 0 0,0 0 1 0 0,-1 0 0 0 0,1-1-1 0 0,0 1 1 0 0,0 0 0 0 0,-1-1-1 0 0,1 1 1 0 0,0 0 0 0 0,0 0-1 0 0,0-1 1 0 0,0 1 0 0 0,0 0-1 0 0,0 0 1 0 0,0-1 0 0 0,0 1-1 0 0,1 0 1 0 0,-1 0 0 0 0,0-1-1 0 0,0 1 1 0 0,1 1 0 0 0,15 29-1059 0 0,-13-27 292 0 0,-1 0 0 0 0,1-1-1 0 0,0 1 1 0 0,0-1 0 0 0,1 1 0 0 0,4 3 0 0 0,3 0-1931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3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61 216 0 0,'28'-43'12021'0'0,"-18"25"-8738"0"0,-10 19-3237 0 0,1-1 0 0 0,0 0 0 0 0,0 1 0 0 0,-1-1 0 0 0,1 1 0 0 0,0-1-1 0 0,-1 1 1 0 0,1-1 0 0 0,-1 1 0 0 0,1 0 0 0 0,-1-1 0 0 0,1 1 0 0 0,-1 0 0 0 0,1-1 0 0 0,-1 1 0 0 0,0 0 0 0 0,1-1-1 0 0,-1 1 1 0 0,0 0 0 0 0,1 0 0 0 0,-1 0 0 0 0,0-1 0 0 0,0 1 0 0 0,0 0 0 0 0,0 0 0 0 0,0 0 0 0 0,0 1-1 0 0,2 26 923 0 0,-2-26-891 0 0,-5 89 1368 0 0,-22 127 0 0 0,15-134-1130 0 0,0-2-162 0 0,-18 170 176 0 0,30-249-310 0 0,-1 0 0 0 0,1 0 0 0 0,0 0-1 0 0,1 1 1 0 0,-1-1 0 0 0,0 0 0 0 0,1 0-1 0 0,0 0 1 0 0,-1 0 0 0 0,1 0 0 0 0,1 0-1 0 0,-1 0 1 0 0,0 0 0 0 0,1 0 0 0 0,-1 0-1 0 0,1-1 1 0 0,4 5 0 0 0,-4-5-81 0 0,0 0 1 0 0,1-1-1 0 0,-1 1 0 0 0,1-1 1 0 0,0 0-1 0 0,-1 1 1 0 0,1-1-1 0 0,0-1 0 0 0,0 1 1 0 0,0 0-1 0 0,0-1 0 0 0,-1 1 1 0 0,1-1-1 0 0,0 0 1 0 0,0 0-1 0 0,0 0 0 0 0,0 0 1 0 0,0-1-1 0 0,5-1 1 0 0,5-1-1088 0 0,0-1 0 0 0,0-1 1 0 0,0 0-1 0 0,-1-1 0 0 0,0 0 1 0 0,0-1-1 0 0,-1 0 0 0 0,0-1 1 0 0,0 0-1 0 0,12-12 0 0 0,6-5-4454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3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82 140 0 0,'-155'-43'14447'0'0,"153"42"-14039"0"0,116-4 1343 0 0,36-9-4329 0 0,-22 1-4497 0 0,-83 7 2386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50 2344 0 0,'8'-7'6429'0'0,"-7"6"-6126"0"0,0 0 1 0 0,0-1-1 0 0,0 1 1 0 0,0-1-1 0 0,0 1 0 0 0,-1-1 1 0 0,1 1-1 0 0,-1-1 1 0 0,1 0-1 0 0,-1 1 0 0 0,0-1 1 0 0,1 1-1 0 0,-1-1 1 0 0,0 0-1 0 0,0 1 1 0 0,0-4-1 0 0,-1 4-235 0 0,1 0 0 0 0,0 1-1 0 0,0-1 1 0 0,0 0 0 0 0,-1 1 0 0 0,1-1-1 0 0,0 1 1 0 0,-1-1 0 0 0,1 0 0 0 0,0 1-1 0 0,-1-1 1 0 0,1 1 0 0 0,-1-1 0 0 0,1 1-1 0 0,-1 0 1 0 0,1-1 0 0 0,-1 1 0 0 0,1-1-1 0 0,-2 0 1 0 0,1 1-61 0 0,-1 0-1 0 0,1-1 1 0 0,-1 1 0 0 0,1 0-1 0 0,-1-1 1 0 0,1 1-1 0 0,-1 0 1 0 0,1 0 0 0 0,-1 0-1 0 0,1 0 1 0 0,-1 1-1 0 0,-2 0 1 0 0,-8 2 17 0 0,1 1-1 0 0,-1 1 1 0 0,1 0-1 0 0,0 1 1 0 0,0 0-1 0 0,1 0 1 0 0,0 1-1 0 0,0 1 1 0 0,-14 13-1 0 0,-10 12 4 0 0,-33 41 0 0 0,51-54-31 0 0,0 0 0 0 0,1 1-1 0 0,-14 28 1 0 0,26-43 11 0 0,-1 1 0 0 0,1-1 0 0 0,1 1 0 0 0,-1 0 1 0 0,1 0-1 0 0,0 0 0 0 0,0 0 0 0 0,1 0 0 0 0,0 0 0 0 0,1 0 0 0 0,-1 1 0 0 0,1-1 0 0 0,1 0 0 0 0,-1 1 0 0 0,4 13 0 0 0,-2-18-5 0 0,-1 0-1 0 0,1 0 0 0 0,0 0 0 0 0,0 0 1 0 0,0 0-1 0 0,1 0 0 0 0,-1 0 0 0 0,1-1 1 0 0,-1 1-1 0 0,1-1 0 0 0,0 0 0 0 0,0 0 1 0 0,0 0-1 0 0,0 0 0 0 0,0-1 0 0 0,0 1 1 0 0,1-1-1 0 0,-1 1 0 0 0,0-1 0 0 0,1 0 1 0 0,3 0-1 0 0,7 2-242 0 0,-1-1-1 0 0,1 0 1 0 0,0-1 0 0 0,16-1 0 0 0,-4-2-173 0 0,-1 0 0 0 0,0-2 0 0 0,1 0 1 0 0,-2-2-1 0 0,1-1 0 0 0,-1-1 1 0 0,0-1-1 0 0,0 0 0 0 0,25-17 0 0 0,-32 17 635 0 0,-1-2-1 0 0,0 0 0 0 0,-1-1 0 0 0,0 0 0 0 0,-1-1 0 0 0,0-1 0 0 0,-1 0 1 0 0,-1-1-1 0 0,0 0 0 0 0,-1-1 0 0 0,-1 0 0 0 0,15-31 0 0 0,-2-7 1689 0 0,-22 53-1741 0 0,-3 1-158 0 0,0 0-1 0 0,0 0 0 0 0,0 0 1 0 0,0 1-1 0 0,0-1 1 0 0,0 1-1 0 0,0-1 1 0 0,0 1-1 0 0,0 0 0 0 0,0 0 1 0 0,1 0-1 0 0,-1 0 1 0 0,0 0-1 0 0,0 0 1 0 0,1 0-1 0 0,-1 0 1 0 0,1 1-1 0 0,-1-1 0 0 0,1 1 1 0 0,-2 1-1 0 0,-26 34 32 0 0,21-24-32 0 0,1 1 0 0 0,0-1 0 0 0,1 1 0 0 0,0 0-1 0 0,-6 25 1 0 0,10-30 8 0 0,0 1 0 0 0,1 0 1 0 0,0-1-1 0 0,0 1 0 0 0,1 0 0 0 0,0-1 0 0 0,1 1 0 0 0,0 0 0 0 0,4 17 0 0 0,-3-23-2 0 0,0 0-1 0 0,-1 0 0 0 0,1 0 1 0 0,0-1-1 0 0,1 1 0 0 0,-1-1 1 0 0,1 0-1 0 0,-1 0 0 0 0,1 0 1 0 0,0 0-1 0 0,0 0 1 0 0,0 0-1 0 0,1-1 0 0 0,-1 1 1 0 0,1-1-1 0 0,-1 0 0 0 0,1 0 1 0 0,0-1-1 0 0,0 1 0 0 0,0-1 1 0 0,0 1-1 0 0,0-1 0 0 0,0-1 1 0 0,5 2-1 0 0,0-1 10 0 0,0 0 1 0 0,-1-1-1 0 0,1 1 1 0 0,0-2-1 0 0,0 1 1 0 0,0-1-1 0 0,0-1 1 0 0,0 0-1 0 0,-1 0 1 0 0,12-4 0 0 0,-10 1-10 0 0,0-1 1 0 0,-1 1 0 0 0,1-2 0 0 0,-2 1-1 0 0,1-1 1 0 0,0 0 0 0 0,-1-1 0 0 0,-1 0-1 0 0,1-1 1 0 0,-2 1 0 0 0,1-1 0 0 0,-1 0 0 0 0,0-1-1 0 0,-1 0 1 0 0,0 0 0 0 0,0 0 0 0 0,-1 0-1 0 0,3-13 1 0 0,-4 13-22 0 0,-1 0 0 0 0,1 0 0 0 0,-2 0 0 0 0,0 0-1 0 0,0-1 1 0 0,0 1 0 0 0,-2 0 0 0 0,1 0 0 0 0,-1-1 0 0 0,-1 1 0 0 0,1 0-1 0 0,-2 0 1 0 0,0 0 0 0 0,0 0 0 0 0,0 1 0 0 0,-1-1 0 0 0,-1 1-1 0 0,0 0 1 0 0,-10-16 0 0 0,11 21-2 0 0,0-1-1 0 0,0 0 1 0 0,-1 1-1 0 0,1 0 1 0 0,-1 0-1 0 0,0 0 1 0 0,0 1 0 0 0,0-1-1 0 0,-1 1 1 0 0,1 1-1 0 0,-1-1 1 0 0,1 1-1 0 0,-1 0 1 0 0,0 0-1 0 0,-11-2 1 0 0,8 3 4 0 0,1 1 0 0 0,0 0 0 0 0,-1 0-1 0 0,1 1 1 0 0,0 0 0 0 0,0 1 0 0 0,0-1 0 0 0,-1 2 0 0 0,2-1 0 0 0,-14 7 0 0 0,4-1 6 0 0,1 1 1 0 0,0 1 0 0 0,0 1 0 0 0,1 0 0 0 0,0 1 0 0 0,1 1 0 0 0,0 0-1 0 0,1 1 1 0 0,-18 26 0 0 0,21-25-5 0 0,0 0 0 0 0,2 1 0 0 0,0 0 0 0 0,1 0 0 0 0,0 1 0 0 0,1 0 0 0 0,1 1 0 0 0,-3 21 0 0 0,7-32 5 0 0,0 0 0 0 0,1 0 1 0 0,0 0-1 0 0,0 0 0 0 0,0 0 0 0 0,1 0 1 0 0,0 0-1 0 0,1 0 0 0 0,0-1 1 0 0,4 12-1 0 0,-4-13 5 0 0,1-1 1 0 0,-1 0-1 0 0,1 1 0 0 0,0-1 1 0 0,0 0-1 0 0,1-1 1 0 0,-1 1-1 0 0,1-1 1 0 0,0 1-1 0 0,0-1 0 0 0,0 0 1 0 0,0-1-1 0 0,1 1 1 0 0,-1-1-1 0 0,1 1 0 0 0,6 1 1 0 0,-1 0 4 0 0,1-1 1 0 0,-1-1-1 0 0,1 0 1 0 0,-1 0-1 0 0,1-1 0 0 0,0 0 1 0 0,-1-1-1 0 0,1 0 1 0 0,0 0-1 0 0,12-3 1 0 0,-8-1 3 0 0,1 0 1 0 0,0 0-1 0 0,-1-2 0 0 0,1 1 1 0 0,-2-2-1 0 0,17-9 1 0 0,-4-1 0 0 0,-2-1 0 0 0,0-1 0 0 0,0-1 1 0 0,-2-2-1 0 0,-1 0 0 0 0,28-35 0 0 0,14-34-11 0 0,-14 19-175 0 0,-50 72 162 0 0,0-1 0 0 0,0 1 0 0 0,1-1-1 0 0,-1 1 1 0 0,0-1 0 0 0,1 1 0 0 0,-1-1 0 0 0,0 1 0 0 0,1-1 0 0 0,-1 1 0 0 0,1 0 0 0 0,-1-1-1 0 0,1 1 1 0 0,-1-1 0 0 0,1 1 0 0 0,-1 0 0 0 0,1 0 0 0 0,-1-1 0 0 0,1 1 0 0 0,0 0 0 0 0,-1 0 0 0 0,1 0-1 0 0,-1 0 1 0 0,1-1 0 0 0,0 1 0 0 0,-1 0 0 0 0,1 0 0 0 0,0 0 0 0 0,0 1 2 0 0,0 0 1 0 0,-1-1 0 0 0,1 1 0 0 0,-1-1-1 0 0,1 1 1 0 0,-1 0 0 0 0,1-1-1 0 0,-1 1 1 0 0,1 0 0 0 0,-1 0 0 0 0,0 0-1 0 0,1-1 1 0 0,-1 1 0 0 0,0 0-1 0 0,0 0 1 0 0,1 1 0 0 0,0 5 3 0 0,0 0 1 0 0,-1-1-1 0 0,1 1 1 0 0,-2 6-1 0 0,-24 153-167 0 0,4-30 2124 0 0,24-157-1615 0 0,6-8-284 0 0,1 1 0 0 0,1 0 0 0 0,2 0 0 0 0,31-50 0 0 0,-32 59-60 0 0,1 0 0 0 0,0 0 1 0 0,2 2-1 0 0,0-1 1 0 0,26-22-1 0 0,-30 31-16 0 0,1 0-1 0 0,-1 1 1 0 0,2 0 0 0 0,-1 0-1 0 0,1 1 1 0 0,0 1-1 0 0,0 0 1 0 0,1 1 0 0 0,22-5-1 0 0,-33 9 15 0 0,0 0-1 0 0,0 1 1 0 0,0 0-1 0 0,-1-1 1 0 0,1 1-1 0 0,0 0 1 0 0,0 0-1 0 0,0 0 1 0 0,0 1-1 0 0,0-1 0 0 0,0 1 1 0 0,0 0-1 0 0,0-1 1 0 0,0 1-1 0 0,0 1 1 0 0,-1-1-1 0 0,1 0 1 0 0,0 1-1 0 0,-1-1 1 0 0,1 1-1 0 0,-1 0 1 0 0,1 0-1 0 0,-1 0 0 0 0,0 0 1 0 0,0 0-1 0 0,0 0 1 0 0,0 1-1 0 0,-1-1 1 0 0,1 1-1 0 0,0-1 1 0 0,-1 1-1 0 0,0-1 1 0 0,1 1-1 0 0,-1 0 1 0 0,0 3-1 0 0,2 5 6 0 0,0 0-1 0 0,-1 0 1 0 0,-1 0-1 0 0,0 1 1 0 0,0-1 0 0 0,-2 0-1 0 0,-1 20 1 0 0,-16 57 35 0 0,11-60-292 0 0,-7 51 0 0 0,14-77 129 0 0,0-1 1 0 0,0 1 0 0 0,0-1-1 0 0,0 1 1 0 0,0 0 0 0 0,0-1-1 0 0,0 1 1 0 0,0-1 0 0 0,1 1-1 0 0,-1 0 1 0 0,0-1 0 0 0,1 1-1 0 0,0-1 1 0 0,-1 0 0 0 0,1 1-1 0 0,0-1 1 0 0,0 1 0 0 0,-1-1-1 0 0,1 0 1 0 0,0 0 0 0 0,1 1-1 0 0,-1-1 1 0 0,2 2 0 0 0,-1-2-90 0 0,1 0 0 0 0,-1 0 1 0 0,0 0-1 0 0,1-1 1 0 0,-1 1-1 0 0,0-1 0 0 0,1 1 1 0 0,-1-1-1 0 0,1 0 0 0 0,-1 0 1 0 0,1 0-1 0 0,-1 0 1 0 0,5-2-1 0 0,4 0-716 0 0,-1-1-1 0 0,0 0 0 0 0,1-1 1 0 0,-1 0-1 0 0,-1 0 1 0 0,10-7-1 0 0,5-5-2340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90 237 1712 0 0,'24'-30'2493'0'0,"-1"0"-1"0"0,-2-2 1 0 0,-2 0 0 0 0,31-70-1 0 0,-50 102-2477 0 0,0 0-1 0 0,1-1 1 0 0,-1 1-1 0 0,0 0 0 0 0,0-1 1 0 0,0 1-1 0 0,0 0 1 0 0,0-1-1 0 0,0 1 1 0 0,0 0-1 0 0,0-1 1 0 0,0 1-1 0 0,0 0 0 0 0,0-1 1 0 0,0 1-1 0 0,0 0 1 0 0,-1-1-1 0 0,1 1 1 0 0,0 0-1 0 0,0-1 0 0 0,0 1 1 0 0,0 0-1 0 0,-1-1 1 0 0,1 1-1 0 0,0 0 1 0 0,0 0-1 0 0,0-1 1 0 0,-1 1-1 0 0,1 0 0 0 0,0 0 1 0 0,-1-1-1 0 0,1 1 1 0 0,0 0-1 0 0,0 0 1 0 0,-1 0-1 0 0,1 0 0 0 0,0-1 1 0 0,-1 1-1 0 0,1 0 1 0 0,0 0-1 0 0,-1 0 1 0 0,1 0-1 0 0,0 0 1 0 0,-1 0-1 0 0,1 0 0 0 0,0 0 1 0 0,-1 0-1 0 0,0 0 1 0 0,-14 1 118 0 0,15-1-136 0 0,-8 2 37 0 0,0 0 1 0 0,0 1-1 0 0,1 0 0 0 0,0 1 0 0 0,-1 0 0 0 0,1 0 0 0 0,0 0 0 0 0,-8 7 0 0 0,5-3-11 0 0,2-4-6 0 0,1 1 1 0 0,1 0 0 0 0,-1 1-1 0 0,1 0 1 0 0,0 0 0 0 0,0 0-1 0 0,0 0 1 0 0,1 1-1 0 0,0 0 1 0 0,-7 15 0 0 0,11-21-10 0 0,1 1 1 0 0,0-1 0 0 0,-1 1 0 0 0,1-1-1 0 0,0 1 1 0 0,0 0 0 0 0,0-1-1 0 0,1 1 1 0 0,-1 0 0 0 0,0-1-1 0 0,1 1 1 0 0,-1-1 0 0 0,1 1-1 0 0,-1-1 1 0 0,1 1 0 0 0,-1-1-1 0 0,1 1 1 0 0,0-1 0 0 0,0 0 0 0 0,0 1-1 0 0,0-1 1 0 0,0 0 0 0 0,0 0-1 0 0,0 0 1 0 0,0 0 0 0 0,1 0-1 0 0,-1 0 1 0 0,0 0 0 0 0,4 2-1 0 0,4 2 10 0 0,0 1 0 0 0,1-1-1 0 0,11 4 1 0 0,-15-7-9 0 0,19 9 69 0 0,-6-4-114 0 0,0 1 0 0 0,-1 0 0 0 0,24 16 0 0 0,-39-22 73 0 0,0 0-1 0 0,1 0 1 0 0,-2 1-1 0 0,1-1 0 0 0,0 0 1 0 0,0 1-1 0 0,-1 0 1 0 0,0-1-1 0 0,1 1 1 0 0,-1 0-1 0 0,0 0 0 0 0,0 1 1 0 0,-1-1-1 0 0,1 0 1 0 0,-1 1-1 0 0,0-1 0 0 0,1 1 1 0 0,-1-1-1 0 0,-1 1 1 0 0,1-1-1 0 0,-1 1 0 0 0,1 0 1 0 0,-1-1-1 0 0,-1 8 1 0 0,0-5 171 0 0,-1-1 1 0 0,0 1-1 0 0,0-1 1 0 0,0 0 0 0 0,-1 0-1 0 0,0 0 1 0 0,0 0 0 0 0,0 0-1 0 0,0-1 1 0 0,-1 0 0 0 0,0 1-1 0 0,0-1 1 0 0,0 0-1 0 0,0-1 1 0 0,-1 1 0 0 0,0-1-1 0 0,1 0 1 0 0,-9 4 0 0 0,1-1 278 0 0,0 0 1 0 0,-1-1-1 0 0,0 0 0 0 0,0-1 1 0 0,0-1-1 0 0,-20 4 1 0 0,27-7-402 0 0,1 0 0 0 0,-1 0 0 0 0,1 0 0 0 0,-1-1 0 0 0,1 1 0 0 0,-1-1 0 0 0,1-1 0 0 0,-1 1 0 0 0,1-1 0 0 0,0 0 0 0 0,0 0 0 0 0,0 0 0 0 0,0-1 0 0 0,0 0 0 0 0,-8-6 0 0 0,12 8-151 0 0,0 1 1 0 0,0-1 0 0 0,1 1 0 0 0,-1-1-1 0 0,0 0 1 0 0,0 0 0 0 0,1 1 0 0 0,-1-1-1 0 0,0 0 1 0 0,1 0 0 0 0,-1 0 0 0 0,1 0-1 0 0,-1 0 1 0 0,1 0 0 0 0,0 0 0 0 0,-1 0-1 0 0,1 0 1 0 0,0 0 0 0 0,0 0 0 0 0,0 0-1 0 0,-1 0 1 0 0,1 0 0 0 0,0-1 0 0 0,1 0-143 0 0,-1 0 1 0 0,1 0 0 0 0,0 0-1 0 0,-1 1 1 0 0,1-1-1 0 0,0 0 1 0 0,0 1 0 0 0,0-1-1 0 0,0 0 1 0 0,0 1 0 0 0,1 0-1 0 0,0-2 1 0 0,4-2-1249 0 0,0 0 0 0 0,-1 0-1 0 0,2 1 1 0 0,-1 0 0 0 0,8-4 0 0 0,0 0-2702 0 0,2 0-1800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52 640 0 0,'1'-3'3003'0'0,"20"-39"9513"0"0,-20 41-11887 0 0,2-2 398 0 0,0 1-302 0 0,-4 13-181 0 0,-11 40 199 0 0,2 1 0 0 0,3 1 1 0 0,2 0-1 0 0,2 63 0 0 0,4-112-736 0 0,-1-1 0 0 0,1 0 0 0 0,-1 0 0 0 0,1 0 0 0 0,0 0 0 0 0,0 0 0 0 0,3 5 0 0 0,-3-7-87 0 0,-1 0 1 0 0,1 0-1 0 0,-1 0 1 0 0,1 0 0 0 0,0 0-1 0 0,0 0 1 0 0,0 0-1 0 0,-1 0 1 0 0,1 0-1 0 0,0 0 1 0 0,0-1 0 0 0,0 1-1 0 0,0 0 1 0 0,0-1-1 0 0,0 1 1 0 0,0-1-1 0 0,1 1 1 0 0,-1-1 0 0 0,0 1-1 0 0,0-1 1 0 0,0 0-1 0 0,0 0 1 0 0,1 0-1 0 0,-1 1 1 0 0,2-1 0 0 0,1-1-462 0 0,1 0 1 0 0,0 0 0 0 0,0 0 0 0 0,-1-1 0 0 0,1 0 0 0 0,5-3 0 0 0,-3 2-1012 0 0,-1-1 0 0 0,1 0 0 0 0,-1 0 0 0 0,6-6 0 0 0,7-8-5294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202 124 2180 0 0,'-14'-17'2300'0'0,"-1"2"-387"0"0,1 0-253 0 0,-1 1-272 0 0,0 1-300 0 0,0 2-216 0 0,1 0-176 0 0,4 0-136 0 0,0 5-120 0 0,-2-1-92 0 0,0 3-88 0 0,-8 4-680 0 0,6 4-336 0 0,4 1-592 0 0,-2 3-2168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8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222 626 2096 0 0,'46'-81'12610'0'0,"-45"79"-12215"0"0,-1 2-376 0 0,0-1 0 0 0,1 1 0 0 0,-1 0 0 0 0,0 0 0 0 0,0-1 0 0 0,0 1 0 0 0,0 0 0 0 0,0 0 0 0 0,0 0 0 0 0,0-1-1 0 0,0 1 1 0 0,0 0 0 0 0,0 0 0 0 0,0-1 0 0 0,-1 1 0 0 0,1 0 0 0 0,0 0 0 0 0,0 0 0 0 0,0-1 0 0 0,0 1 0 0 0,0 0 0 0 0,0 0 0 0 0,0 0-1 0 0,-1-1 1 0 0,1 1 0 0 0,0 0 0 0 0,0 0 0 0 0,0 0 0 0 0,0 0 0 0 0,-1-1 0 0 0,1 1 0 0 0,0 0 0 0 0,0 0 0 0 0,0 0 0 0 0,-1 0-1 0 0,1 0 1 0 0,0 0 0 0 0,0 0 0 0 0,-1-1 0 0 0,-24 14 61 0 0,1 0 0 0 0,0 2-1 0 0,1 1 1 0 0,1 0 0 0 0,1 2 0 0 0,0 0 0 0 0,1 1-1 0 0,-18 23 1 0 0,35-38-70 0 0,0 0 0 0 0,0 0 0 0 0,1 0-1 0 0,-1 0 1 0 0,1 0 0 0 0,0 1 0 0 0,0-1 0 0 0,0 1-1 0 0,-2 9 1 0 0,4-12-3 0 0,0 0-1 0 0,0 0 0 0 0,0 0 1 0 0,0 1-1 0 0,0-1 0 0 0,1 0 1 0 0,-1 0-1 0 0,1 0 0 0 0,-1 0 1 0 0,1 0-1 0 0,0 0 0 0 0,0 0 1 0 0,0 0-1 0 0,0 0 0 0 0,0-1 1 0 0,0 1-1 0 0,0 0 0 0 0,1 0 1 0 0,-1-1-1 0 0,0 1 0 0 0,1-1 1 0 0,0 0-1 0 0,-1 1 0 0 0,1-1 1 0 0,2 1-1 0 0,23 15 15 0 0,2-1 0 0 0,30 12 0 0 0,-27-13-29 0 0,47 28 0 0 0,-77-41 23 0 0,1-1 0 0 0,-1 0 0 0 0,0 1 0 0 0,0 0 0 0 0,0 0 0 0 0,0-1 0 0 0,-1 1 0 0 0,1 0 0 0 0,0 0 0 0 0,-1 1 0 0 0,1-1 0 0 0,-1 0 0 0 0,0 0 0 0 0,0 1 0 0 0,0-1 0 0 0,0 1 0 0 0,1 3 0 0 0,-2-4 56 0 0,0 1 0 0 0,0-1-1 0 0,0 0 1 0 0,-1 1 0 0 0,1-1 0 0 0,-1 0-1 0 0,1 1 1 0 0,-1-1 0 0 0,0 0 0 0 0,0 0 0 0 0,0 1-1 0 0,0-1 1 0 0,0 0 0 0 0,0 0 0 0 0,-1 0 0 0 0,1-1-1 0 0,-1 1 1 0 0,1 0 0 0 0,-4 2 0 0 0,-1 2 70 0 0,-1-1 1 0 0,0 0 0 0 0,0 0-1 0 0,-1-1 1 0 0,1 0 0 0 0,-1 0-1 0 0,0 0 1 0 0,0-1 0 0 0,-1-1-1 0 0,-10 3 1 0 0,-12 2 227 0 0,-43 2 0 0 0,61-8-286 0 0,9 0-68 0 0,0-1-1 0 0,0 0 0 0 0,-1 0 0 0 0,1 0 1 0 0,0-1-1 0 0,-1 1 0 0 0,1-1 0 0 0,0 0 1 0 0,0 0-1 0 0,0 0 0 0 0,-7-4 1 0 0,10 5-61 0 0,0-1 1 0 0,1 0 0 0 0,-1 1 0 0 0,0-1 0 0 0,0 0 0 0 0,0 0 0 0 0,1 0 0 0 0,-1 1 0 0 0,0-1 0 0 0,1 0-1 0 0,-1 0 1 0 0,1 0 0 0 0,-1 0 0 0 0,1 0 0 0 0,-1 0 0 0 0,1 0 0 0 0,0 0 0 0 0,-1 0 0 0 0,1 0-1 0 0,0-1 1 0 0,0 1 0 0 0,0 0 0 0 0,0 0 0 0 0,0 0 0 0 0,0 0 0 0 0,0 0 0 0 0,0 0 0 0 0,0 0-1 0 0,1 0 1 0 0,-1 0 0 0 0,0-1 0 0 0,1 1 0 0 0,0-1 0 0 0,1-2-265 0 0,0-1 0 0 0,0 0 1 0 0,0 1-1 0 0,1 0 0 0 0,5-8 0 0 0,25-25-1766 0 0,3 2 0 0 0,73-57 1 0 0,-56 49 820 0 0,242-226-2492 0 0,-265 237 4169 0 0,-1-1 1 0 0,-2-2-1 0 0,-1-1 0 0 0,-2-1 1 0 0,-2 0-1 0 0,-1-2 0 0 0,17-47 1 0 0,-25 44 1392 0 0,-2-1 0 0 0,7-52 0 0 0,-18 96-1804 0 0,0-1 0 0 0,0 0-1 0 0,-1 0 1 0 0,1 0 0 0 0,0 0 0 0 0,0 0 0 0 0,0 0 0 0 0,0 1 0 0 0,-1-1 0 0 0,1 0 0 0 0,0 0-1 0 0,0 0 1 0 0,-1 0 0 0 0,1 0 0 0 0,0 0 0 0 0,0 0 0 0 0,0 0 0 0 0,-1 0 0 0 0,1 0 0 0 0,0 0 0 0 0,0 0-1 0 0,0 0 1 0 0,-1 0 0 0 0,1 0 0 0 0,0 0 0 0 0,0 0 0 0 0,-1 0 0 0 0,1 0 0 0 0,0-1 0 0 0,0 1-1 0 0,0 0 1 0 0,0 0 0 0 0,-1 0 0 0 0,1 0 0 0 0,0 0 0 0 0,0-1 0 0 0,0 1 0 0 0,0 0 0 0 0,-1 0 0 0 0,1 0-1 0 0,0 0 1 0 0,0-1 0 0 0,0 1 0 0 0,0 0 0 0 0,0 0 0 0 0,0 0 0 0 0,0-1 0 0 0,0 1 0 0 0,0 0-1 0 0,0 0 1 0 0,-1 0 0 0 0,1-1 0 0 0,0 1 0 0 0,0 0 0 0 0,0 0 0 0 0,0-1 0 0 0,1 1 0 0 0,-1 0-1 0 0,0 0 1 0 0,0 0 0 0 0,0-1 0 0 0,-14 15 81 0 0,6 1 255 0 0,0-1 1 0 0,2 1-1 0 0,-1 0 0 0 0,-6 25 1 0 0,-11 67 1018 0 0,21-91-1191 0 0,-38 244 1952 0 0,29-137-1431 0 0,4 150 0 0 0,8-273-696 0 0,5 87 200 0 0,-3-77-154 0 0,-1 1 0 0 0,2-1 0 0 0,-1 1 0 0 0,1-1 0 0 0,1 0-1 0 0,5 10 1 0 0,-8-17-34 0 0,0-1 0 0 0,1 1 1 0 0,-1-1-1 0 0,1 0 0 0 0,0 0 0 0 0,-1 0 0 0 0,1 0 0 0 0,0 0 0 0 0,0 0 1 0 0,0 0-1 0 0,1-1 0 0 0,-1 1 0 0 0,0-1 0 0 0,1 1 0 0 0,-1-1 0 0 0,1 0 0 0 0,-1 0 1 0 0,6 1-1 0 0,-4-1-1 0 0,1-1 0 0 0,0 1 0 0 0,-1-1 0 0 0,1 0 0 0 0,0-1 0 0 0,-1 1 0 0 0,1-1 0 0 0,0 0 0 0 0,-1 0 0 0 0,6-3 1 0 0,5-1-3 0 0,-2-2 1 0 0,1 0-1 0 0,-1 0 1 0 0,0-2 0 0 0,22-17-1 0 0,-11 3-41 0 0,0 0 0 0 0,-1-2 0 0 0,-1 0 0 0 0,29-46 0 0 0,-26 30 32 0 0,-2 0 0 0 0,29-75 0 0 0,-34 60-195 0 0,-18 56 192 0 0,0 0 1 0 0,0 0-1 0 0,0-1 0 0 0,1 1 1 0 0,-1 0-1 0 0,0-1 1 0 0,0 1-1 0 0,0 0 1 0 0,0-1-1 0 0,0 1 0 0 0,0 0 1 0 0,0 0-1 0 0,0-1 1 0 0,0 1-1 0 0,0 0 1 0 0,0-1-1 0 0,0 1 0 0 0,0 0 1 0 0,0-1-1 0 0,-1 1 1 0 0,1 0-1 0 0,0 0 0 0 0,0-1 1 0 0,0 1-1 0 0,0 0 1 0 0,0 0-1 0 0,-1-1 1 0 0,1 1-1 0 0,0 0 0 0 0,0 0 1 0 0,0-1-1 0 0,-1 1 1 0 0,1 0-1 0 0,0 0 0 0 0,0 0 1 0 0,-1-1-1 0 0,1 1 1 0 0,0 0-1 0 0,-1 0 1 0 0,1 0-1 0 0,0 0 0 0 0,0 0 1 0 0,-1 0-1 0 0,1 0 1 0 0,0 0-1 0 0,-1 0 0 0 0,1 0 1 0 0,0 0-1 0 0,-1 0 1 0 0,1 0-1 0 0,0 0 1 0 0,-1 0-1 0 0,1 0 0 0 0,0 0 1 0 0,0 0-1 0 0,-1 0 1 0 0,1 0-1 0 0,0 0 0 0 0,-1 1 1 0 0,-17 8-65 0 0,6 1 52 0 0,2 1-1 0 0,0 0 1 0 0,0 1 0 0 0,1 0 0 0 0,0 1 0 0 0,1 0-1 0 0,0 0 1 0 0,2 0 0 0 0,-1 1 0 0 0,2 0-1 0 0,-1 1 1 0 0,2-1 0 0 0,0 1 0 0 0,1 0 0 0 0,-2 18-1 0 0,5-28-21 0 0,0 0-1 0 0,0 0 0 0 0,0 0 0 0 0,1 0 0 0 0,0 1 0 0 0,-1-1 0 0 0,2 0 0 0 0,-1-1 0 0 0,1 1 1 0 0,0 0-1 0 0,0 0 0 0 0,0-1 0 0 0,0 1 0 0 0,1-1 0 0 0,0 1 0 0 0,5 6 0 0 0,-2-6-233 0 0,-1-1 0 0 0,0 1-1 0 0,1-1 1 0 0,0 0 0 0 0,0 0 0 0 0,0 0-1 0 0,1-1 1 0 0,-1 0 0 0 0,1-1 0 0 0,13 4-1 0 0,-4-2-927 0 0,0-1 0 0 0,0-1 0 0 0,1 0 0 0 0,-1-2 0 0 0,0 0 0 0 0,1 0 0 0 0,-1-2 0 0 0,0 0 0 0 0,29-8 0 0 0,-14 0-3778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8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28 847 1608 0 0,'11'-27'2309'0'0,"-1"0"-1"0"0,-1-1 1 0 0,-2 0 0 0 0,5-33-1 0 0,-12 59-1822 0 0,-2 4-391 0 0,-1 2-36 0 0,1 1 0 0 0,-1-1 1 0 0,0 1-1 0 0,1-1 0 0 0,0 1 1 0 0,0 0-1 0 0,1 0 0 0 0,-1 0 0 0 0,0 6 1 0 0,-7 53 1285 0 0,5-21-301 0 0,-6 69 573 0 0,0 2-669 0 0,8-104-529 0 0,0 3 1856 0 0,1-13-2246 0 0,1 0-1 0 0,-1 0 1 0 0,1 0-1 0 0,0 0 0 0 0,-1 0 1 0 0,1 0-1 0 0,0 0 0 0 0,-1 0 1 0 0,1-1-1 0 0,0 1 1 0 0,-1 0-1 0 0,1 0 0 0 0,0 0 1 0 0,0-1-1 0 0,-1 1 1 0 0,1 0-1 0 0,0 0 0 0 0,-1 0 1 0 0,1-1-1 0 0,0 1 0 0 0,0 0 1 0 0,0-1-1 0 0,-1 1 1 0 0,1 0-1 0 0,0-1 0 0 0,0 1 1 0 0,0 0-1 0 0,0-1 0 0 0,0 1 1 0 0,0 0-1 0 0,-1-1 1 0 0,1 1-1 0 0,0 0 0 0 0,0-1 1 0 0,-1-2 7 0 0,0-1 1 0 0,0 1-1 0 0,0-1 0 0 0,0 1 1 0 0,0-1-1 0 0,1 1 0 0 0,0-1 1 0 0,-1 1-1 0 0,1-1 1 0 0,1-6-1 0 0,7-37 64 0 0,-5 35-107 0 0,7-31-67 0 0,2 0-1 0 0,31-75 1 0 0,-30 89 36 0 0,2 0 1 0 0,1 1 0 0 0,1 1-1 0 0,34-42 1 0 0,-46 64 25 0 0,-1 0 1 0 0,1 1-1 0 0,-1-1 0 0 0,1 1 1 0 0,1 0-1 0 0,-1 1 0 0 0,0-1 0 0 0,1 1 1 0 0,0 0-1 0 0,0 1 0 0 0,0-1 1 0 0,0 1-1 0 0,0 0 0 0 0,0 1 0 0 0,0 0 1 0 0,9-1-1 0 0,-11 1 6 0 0,1 2 0 0 0,-1-1 1 0 0,0 0-1 0 0,1 1 0 0 0,-1 0 0 0 0,0 0 0 0 0,0 0 0 0 0,0 0 1 0 0,0 1-1 0 0,0 0 0 0 0,0 0 0 0 0,0 0 0 0 0,-1 0 0 0 0,1 0 1 0 0,0 1-1 0 0,-1 0 0 0 0,0-1 0 0 0,0 1 0 0 0,0 0 0 0 0,0 1 1 0 0,0-1-1 0 0,-1 0 0 0 0,1 1 0 0 0,-1 0 0 0 0,2 4 0 0 0,1 2-10 0 0,-1-1 0 0 0,0 1-1 0 0,-1 0 1 0 0,-1 0-1 0 0,1 0 1 0 0,-1 1 0 0 0,-1-1-1 0 0,0 0 1 0 0,0 1 0 0 0,-1-1-1 0 0,-2 11 1 0 0,-2 13 1 0 0,-2 0-1 0 0,-10 34 1 0 0,-2 5 27 0 0,17-69-29 0 0,-2 26-23 0 0,3-29-5 0 0,0 1 0 0 0,1-1 0 0 0,-1 1 1 0 0,1-1-1 0 0,0 1 0 0 0,-1-1 0 0 0,1 1 1 0 0,0-1-1 0 0,0 0 0 0 0,-1 1 0 0 0,1-1 0 0 0,0 0 1 0 0,0 0-1 0 0,1 0 0 0 0,-1 1 0 0 0,1 0 1 0 0,-1-2 3 0 0,0 1 1 0 0,0-1-1 0 0,0 1 1 0 0,0-1 0 0 0,0 0-1 0 0,0 1 1 0 0,0-1-1 0 0,0 0 1 0 0,1 1 0 0 0,-1-1-1 0 0,0 0 1 0 0,0 0-1 0 0,0 0 1 0 0,0 0 0 0 0,0 0-1 0 0,0 0 1 0 0,2-1-1 0 0,1 0-90 0 0,4 1-121 0 0,-1-1 0 0 0,1 0 0 0 0,0-1 1 0 0,0 0-1 0 0,-1 0 0 0 0,0-1 0 0 0,1 1 0 0 0,-1-2 1 0 0,13-7-1 0 0,2-3-691 0 0,32-27 0 0 0,-27 17 449 0 0,0-2 0 0 0,-1-1 0 0 0,-2-1 1 0 0,-1-1-1 0 0,35-58 0 0 0,-31 39 489 0 0,-2-2-1 0 0,-2-1 1 0 0,20-65-1 0 0,-33 80 413 0 0,-1-1 0 0 0,-2 0 0 0 0,3-51 1 0 0,-5-112 2933 0 0,-5 188-3066 0 0,0 12-263 0 0,0-1 0 0 0,0 1 1 0 0,0-1-1 0 0,0 0 1 0 0,0 1-1 0 0,0-1 0 0 0,0 1 1 0 0,0-1-1 0 0,0 0 1 0 0,0 1-1 0 0,0-1 0 0 0,-1 1 1 0 0,1-1-1 0 0,0 0 1 0 0,0 1-1 0 0,-1-1 0 0 0,1 1 1 0 0,0-1-1 0 0,-1 1 1 0 0,1-1-1 0 0,-8 5 194 0 0,-5 20 25 0 0,-2 48 1771 0 0,-7 84 1 0 0,7-44-180 0 0,-11 36 272 0 0,8-49-932 0 0,-8 121 0 0 0,26-211-1170 0 0,-1 5 127 0 0,1 0-1 0 0,0 0 1 0 0,3 15 0 0 0,-3-26-129 0 0,0-1 1 0 0,1 1-1 0 0,-1-1 1 0 0,1 1-1 0 0,0-1 1 0 0,-1 1 0 0 0,1-1-1 0 0,1 0 1 0 0,-1 1-1 0 0,0-1 1 0 0,0 0 0 0 0,1 0-1 0 0,-1 0 1 0 0,1 0-1 0 0,0 0 1 0 0,-1 0-1 0 0,1 0 1 0 0,0-1 0 0 0,0 1-1 0 0,0 0 1 0 0,1-1-1 0 0,-1 0 1 0 0,3 2-1 0 0,-1-2-380 0 0,0 0 0 0 0,0 0 0 0 0,-1-1 0 0 0,1 1 0 0 0,0-1-1 0 0,0 0 1 0 0,0 0 0 0 0,0-1 0 0 0,-1 1 0 0 0,1-1 0 0 0,0 0-1 0 0,0 1 1 0 0,-1-2 0 0 0,1 1 0 0 0,0 0 0 0 0,-1-1 0 0 0,1 0-1 0 0,-1 1 1 0 0,0-2 0 0 0,6-3 0 0 0,-2 0-1159 0 0,0 0 0 0 0,-1 0 1 0 0,0-1-1 0 0,1 0 0 0 0,-2 0 0 0 0,1 0 1 0 0,6-13-1 0 0,2-3-5357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9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129 164 316 0 0,'-127'-82'20249'0'0,"126"81"-19870"0"0,33-9 579 0 0,155-8-210 0 0,-26 3-2330 0 0,-128 10-1119 0 0,39-13 1 0 0,-37 4-5014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122 124 1040 0 0,'-89'-5'13323'0'0,"86"5"-12399"0"0,-15-2 1055 0 0,6 2 2774 0 0,307-22-2166 0 0,-136 5-2344 0 0,-135 15-227 0 0,412-45 245 0 0,-349 22-4973 0 0,-72 21 1129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50 521 1556 0 0,'-2'0'3487'0'0,"2"0"-3449"0"0,-28 6 4313 0 0,27-5-4288 0 0,0-1 1 0 0,-1 1-1 0 0,1 0 0 0 0,0 0 1 0 0,0-1-1 0 0,0 1 0 0 0,0 0 1 0 0,1 0-1 0 0,-1 0 0 0 0,0 0 0 0 0,0 0 1 0 0,0 0-1 0 0,1 0 0 0 0,-1 0 1 0 0,1 1-1 0 0,-1-1 0 0 0,1 0 1 0 0,-1 3-1 0 0,0-2 115 0 0,1-2-143 0 0,-1 1-1 0 0,1-1 1 0 0,0 1 0 0 0,0 0-1 0 0,0-1 1 0 0,-1 1 0 0 0,1-1-1 0 0,0 1 1 0 0,0 0 0 0 0,0-1-1 0 0,0 1 1 0 0,0-1 0 0 0,0 1-1 0 0,0 0 1 0 0,0-1 0 0 0,0 1-1 0 0,0-1 1 0 0,1 1 0 0 0,-1 0-1 0 0,0-1 1 0 0,0 1 0 0 0,0-1-1 0 0,1 1 1 0 0,-1-1 0 0 0,1 2-1 0 0,-1-1 54 0 0,1 0 1 0 0,-1 0-1 0 0,1 0 0 0 0,-1 0 0 0 0,1 0 1 0 0,0 0-1 0 0,-1 0 0 0 0,1 0 0 0 0,0-1 1 0 0,0 1-1 0 0,0 0 0 0 0,-1 0 1 0 0,1-1-1 0 0,0 1 0 0 0,0 0 0 0 0,2 0 1 0 0,4 0 46 0 0,-1-1 0 0 0,1 0 0 0 0,0 0 0 0 0,0 0 0 0 0,0-1 0 0 0,0 0 1 0 0,0 0-1 0 0,-1-1 0 0 0,13-4 0 0 0,62-30 249 0 0,-61 26-285 0 0,25-12-36 0 0,0-2-1 0 0,-2-2 1 0 0,-1-2 0 0 0,-1-2 0 0 0,-2-1 0 0 0,-1-2 0 0 0,-1-2-1 0 0,-2-1 1 0 0,-2-2 0 0 0,-1-2 0 0 0,49-78 0 0 0,-79 113-64 0 0,1 1 1 0 0,-1-1 0 0 0,0 0-1 0 0,0 0 1 0 0,1-5-1 0 0,-3 9-3 0 0,1 0 0 0 0,-1 0 0 0 0,0 0 0 0 0,0 0 0 0 0,0 0 0 0 0,0 0 0 0 0,0 0 0 0 0,0 0 0 0 0,0-1 0 0 0,0 1 0 0 0,0 0 0 0 0,0 0 0 0 0,-1 0 0 0 0,1 0 0 0 0,0 0 0 0 0,-1 0 0 0 0,1 0 0 0 0,-1 1 0 0 0,1-1 0 0 0,-1 0 0 0 0,1 0 0 0 0,-1 0 0 0 0,0 0 0 0 0,1 1 0 0 0,-1-1 0 0 0,0 0 0 0 0,0 0-1 0 0,-1 0 1 0 0,1 0 3 0 0,0 1-1 0 0,0 0 0 0 0,0 0 1 0 0,0-1-1 0 0,0 1 0 0 0,0 0 1 0 0,0 0-1 0 0,0 0 0 0 0,0 0 0 0 0,0 0 1 0 0,0 0-1 0 0,0 1 0 0 0,0-1 1 0 0,0 0-1 0 0,1 0 0 0 0,-1 1 1 0 0,-2 0-1 0 0,0 0-2 0 0,-4 1 1 0 0,0 0-1 0 0,1 1 0 0 0,-1 0 0 0 0,1 0 1 0 0,-1 0-1 0 0,1 1 0 0 0,0 0 1 0 0,1 0-1 0 0,-1 0 0 0 0,-8 9 0 0 0,2 0-4 0 0,0 0 0 0 0,1 0 0 0 0,-11 18-1 0 0,17-24 9 0 0,1 0 0 0 0,0 0-1 0 0,0 1 1 0 0,1-1-1 0 0,0 1 1 0 0,0-1-1 0 0,1 1 1 0 0,0 0-1 0 0,0 0 1 0 0,1 0 0 0 0,0 1-1 0 0,0-1 1 0 0,1 0-1 0 0,0 0 1 0 0,1 0-1 0 0,0 1 1 0 0,0-1-1 0 0,0 0 1 0 0,1 0 0 0 0,1 0-1 0 0,-1-1 1 0 0,1 1-1 0 0,0 0 1 0 0,1-1-1 0 0,0 0 1 0 0,8 11-1 0 0,43 58-98 0 0,-40-59 90 0 0,-1 1 1 0 0,-1 1-1 0 0,-1 0 0 0 0,-1 0 1 0 0,0 1-1 0 0,11 32 0 0 0,-21-48 161 0 0,1 0-1 0 0,-2 0 0 0 0,1 0 0 0 0,0 0 1 0 0,-1 0-1 0 0,1 1 0 0 0,-1-1 0 0 0,-1 0 1 0 0,1 0-1 0 0,0 0 0 0 0,-1 0 0 0 0,0 0 1 0 0,0 1-1 0 0,0-1 0 0 0,0-1 0 0 0,-1 1 1 0 0,0 0-1 0 0,0 0 0 0 0,0 0 0 0 0,0-1 1 0 0,0 1-1 0 0,-1-1 0 0 0,1 0 0 0 0,-1 0 1 0 0,0 0-1 0 0,0 0 0 0 0,0 0 0 0 0,-5 2 1 0 0,2 0 99 0 0,-1-1 1 0 0,0 0 0 0 0,-1-1 0 0 0,1 0-1 0 0,0 0 1 0 0,-1-1 0 0 0,0 0 0 0 0,0 0-1 0 0,0 0 1 0 0,0-1 0 0 0,0-1 0 0 0,0 1-1 0 0,-14-2 1 0 0,4-1 21 0 0,0 0-1 0 0,0-2 0 0 0,-21-6 1 0 0,34 9-289 0 0,0-1-1 0 0,0 0 1 0 0,0 0 0 0 0,1 0 0 0 0,-1 0 0 0 0,0-1 0 0 0,1 0 0 0 0,0 0 0 0 0,0 0 0 0 0,0-1 0 0 0,0 1 0 0 0,0-1-1 0 0,0 0 1 0 0,1 0 0 0 0,-5-7 0 0 0,7 9-197 0 0,0 0-1 0 0,1-1 1 0 0,-1 1 0 0 0,1 0-1 0 0,-1 0 1 0 0,1 0-1 0 0,0-1 1 0 0,0 1 0 0 0,0 0-1 0 0,0 0 1 0 0,0-1-1 0 0,0 1 1 0 0,1 0 0 0 0,-1 0-1 0 0,1-1 1 0 0,-1 1-1 0 0,1 0 1 0 0,0 0 0 0 0,0 0-1 0 0,0 0 1 0 0,0 0-1 0 0,0 0 1 0 0,1 0 0 0 0,-1 0-1 0 0,1 1 1 0 0,-1-1-1 0 0,1 0 1 0 0,-1 1 0 0 0,4-3-1 0 0,5-4-1966 0 0,1 0 0 0 0,0 1-1 0 0,21-11 1 0 0,-29 16 1533 0 0,23-12-5325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1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150 579 2008 0 0,'22'-27'8142'0'0,"-5"5"-3243"0"0,-16 22-4866 0 0,-1 0 1 0 0,1 1-1 0 0,-1-1 1 0 0,1 0 0 0 0,-1 0-1 0 0,0 1 1 0 0,1-1-1 0 0,-1 0 1 0 0,0 1-1 0 0,1-1 1 0 0,-1 1 0 0 0,0-1-1 0 0,0 1 1 0 0,1-1-1 0 0,-1 0 1 0 0,0 1-1 0 0,0-1 1 0 0,0 1 0 0 0,1-1-1 0 0,-1 1 1 0 0,0-1-1 0 0,0 1 1 0 0,0-1-1 0 0,0 1 1 0 0,0-1-1 0 0,0 1 1 0 0,0-1 0 0 0,0 1-1 0 0,0 0 1 0 0,-1 21 545 0 0,0-18-452 0 0,-2 36 629 0 0,5 71 0 0 0,-1-100-697 0 0,0-1 0 0 0,1 1 0 0 0,0 0 0 0 0,1-1 0 0 0,0 1 0 0 0,0-1 0 0 0,2 0 0 0 0,-1 0 0 0 0,1 0 0 0 0,0 0 0 0 0,12 14 0 0 0,-15-21-36 0 0,1 0 0 0 0,-1 0 1 0 0,1-1-1 0 0,-1 1 1 0 0,1-1-1 0 0,0 1 0 0 0,0-1 1 0 0,0 0-1 0 0,1-1 0 0 0,-1 1 1 0 0,0 0-1 0 0,1-1 0 0 0,-1 0 1 0 0,1 0-1 0 0,-1 0 1 0 0,1 0-1 0 0,5 0 0 0 0,-4-1-7 0 0,-1 0 0 0 0,1-1-1 0 0,-1 1 1 0 0,1-1 0 0 0,-1 0 0 0 0,1-1-1 0 0,-1 1 1 0 0,0-1 0 0 0,0 0 0 0 0,0 0-1 0 0,0 0 1 0 0,6-4 0 0 0,1-3-2 0 0,-1 0 0 0 0,1 0 0 0 0,-2-1 1 0 0,1 0-1 0 0,-1-1 0 0 0,-1 0 0 0 0,0 0 0 0 0,7-16 0 0 0,-3 1 221 0 0,-1-1 0 0 0,-2 0 0 0 0,11-48-1 0 0,-14 50 140 0 0,-5 22-280 0 0,-8 19-26 0 0,0 6-43 0 0,1 1 0 0 0,1 1 1 0 0,-4 39-1 0 0,3-17-2 0 0,-89 645 1747 0 0,92-670-1685 0 0,-26 155 276 0 0,21-144-86 0 0,0 0 0 0 0,-2-1-1 0 0,-19 41 1 0 0,26-66-170 0 0,0 0 0 0 0,0-1-1 0 0,-1 1 1 0 0,0-1 0 0 0,0 1-1 0 0,0-1 1 0 0,0 0 0 0 0,-1-1-1 0 0,0 1 1 0 0,0-1 0 0 0,0 0-1 0 0,-1 0 1 0 0,-9 5 0 0 0,10-7-45 0 0,0 0 0 0 0,0-1 0 0 0,0 1 0 0 0,0-1 0 0 0,0 0 0 0 0,-1 0 0 0 0,1-1 0 0 0,0 0 1 0 0,0 0-1 0 0,-1 0 0 0 0,1 0 0 0 0,0-1 0 0 0,0 0 0 0 0,0 0 0 0 0,-1 0 0 0 0,1-1 0 0 0,-7-3 0 0 0,4 1-46 0 0,0 0 1 0 0,0 0-1 0 0,0-1 0 0 0,1 0 1 0 0,0 0-1 0 0,0-1 0 0 0,0 0 1 0 0,1-1-1 0 0,0 1 0 0 0,0-1 1 0 0,0 0-1 0 0,1 0 0 0 0,0-1 1 0 0,0 0-1 0 0,1 0 0 0 0,0 0 1 0 0,1 0-1 0 0,0 0 0 0 0,0-1 0 0 0,1 0 1 0 0,0 1-1 0 0,0-1 0 0 0,1 0 1 0 0,0 0-1 0 0,0 0 0 0 0,1 0 1 0 0,1 0-1 0 0,-1 0 0 0 0,1 0 1 0 0,1 0-1 0 0,4-16 0 0 0,6-9-63 0 0,1 0 0 0 0,2 1 0 0 0,1 0-1 0 0,1 1 1 0 0,24-32 0 0 0,120-139-604 0 0,149-104-771 0 0,-53 58 25 0 0,-252 244 1360 0 0,-1 0 0 0 0,1 0 1 0 0,-1-1-1 0 0,0 1 0 0 0,0-1 0 0 0,-1 0 1 0 0,0 0-1 0 0,0 0 0 0 0,2-8 1 0 0,-5 13 26 0 0,0 0 1 0 0,0-1 0 0 0,0 1-1 0 0,-1 0 1 0 0,1 0-1 0 0,0-1 1 0 0,-1 1-1 0 0,1 0 1 0 0,-1 0-1 0 0,1 0 1 0 0,-1 0 0 0 0,0 0-1 0 0,1 0 1 0 0,-1 0-1 0 0,0 0 1 0 0,0 0-1 0 0,0 0 1 0 0,0 0 0 0 0,0 0-1 0 0,0 0 1 0 0,0 1-1 0 0,0-1 1 0 0,0 0-1 0 0,0 1 1 0 0,-2-2-1 0 0,1 1-32 0 0,-1 1 16 0 0,1 0 15 0 0,-3-2 8 0 0,-12 10-81 0 0,14-7 73 0 0,-6 6-30 0 0,8-5 38 0 0,0 0 0 0 0,0 1 0 0 0,0-1 0 0 0,0 0 0 0 0,1 1 0 0 0,-1-1-1 0 0,1 1 1 0 0,-1-1 0 0 0,1 1 0 0 0,0-1 0 0 0,0 0 0 0 0,0 1 0 0 0,0-1-1 0 0,0 1 1 0 0,0-1 0 0 0,1 1 0 0 0,0-1 0 0 0,-1 1 0 0 0,1-1 0 0 0,0 0-1 0 0,0 1 1 0 0,0-1 0 0 0,3 4 0 0 0,-3-4 0 0 0,11 19 31 0 0,1 0 0 0 0,17 20 1 0 0,-13-18-19 0 0,17 29-1 0 0,-30-45-4 0 0,0 1 0 0 0,0 0-1 0 0,-1 0 1 0 0,0 0-1 0 0,-1 0 1 0 0,0 1 0 0 0,0-1-1 0 0,0 12 1 0 0,-1-16 17 0 0,-2 0-1 0 0,1 0 1 0 0,0 1 0 0 0,-1-1 0 0 0,0 0 0 0 0,0 0-1 0 0,0 0 1 0 0,0 0 0 0 0,0 0 0 0 0,-1 0 0 0 0,0 0-1 0 0,0 0 1 0 0,0 0 0 0 0,0-1 0 0 0,-1 1 0 0 0,0-1-1 0 0,1 0 1 0 0,-1 0 0 0 0,0 0 0 0 0,0 0 0 0 0,-1 0-1 0 0,-5 3 1 0 0,-3 1 268 0 0,1 0-1 0 0,-1-1 0 0 0,0-1 1 0 0,-1 0-1 0 0,-21 5 0 0 0,33-9-266 0 0,0-1-1 0 0,-1 1 0 0 0,1-1 1 0 0,0 0-1 0 0,0 0 0 0 0,-1 1 1 0 0,1-1-1 0 0,0 0 0 0 0,-1 0 1 0 0,1 0-1 0 0,0 0 0 0 0,-1-1 1 0 0,1 1-1 0 0,0 0 1 0 0,-1 0-1 0 0,1-1 0 0 0,0 1 1 0 0,-2-2-1 0 0,2 2-28 0 0,0-1 0 0 0,1 0 0 0 0,-1 1 0 0 0,1-1 0 0 0,-1 0 0 0 0,1 0 0 0 0,0 1 0 0 0,-1-1 0 0 0,1 0 0 0 0,0 0 0 0 0,-1 0 0 0 0,1 1 0 0 0,0-1 0 0 0,0 0 0 0 0,0 0 0 0 0,0 0 0 0 0,0 0 0 0 0,0 1 0 0 0,0-1 0 0 0,0 0 0 0 0,0-1 0 0 0,1-3-148 0 0,0-1 0 0 0,1 1 0 0 0,0-1 0 0 0,0 1 0 0 0,0 0 0 0 0,5-8 0 0 0,19-26-945 0 0,2 1 1 0 0,52-55-1 0 0,-20 24 343 0 0,-3 1-61 0 0,78-121-1 0 0,-119 162 808 0 0,-1-1 0 0 0,-1-1 0 0 0,-1 0 0 0 0,-2-1 0 0 0,-1 0 0 0 0,-1 0 0 0 0,-2-1 0 0 0,4-35 0 0 0,2-88 2537 0 0,-13 152-2440 0 0,-1 3-79 0 0,0 0 0 0 0,0 0-1 0 0,0 0 1 0 0,1 1 0 0 0,-1-1 0 0 0,0 0-1 0 0,0 1 1 0 0,1-1 0 0 0,-1 0 0 0 0,1 1 0 0 0,-1-1-1 0 0,0 3 1 0 0,-12 63 1201 0 0,2 0-1 0 0,-4 116 0 0 0,10-93-532 0 0,5-87-652 0 0,-10 143 895 0 0,9 174 0 0 0,1-311-869 0 0,1 0 0 0 0,1 0 1 0 0,0 0-1 0 0,0-1 0 0 0,6 16 0 0 0,-7-21-52 0 0,0 0 0 0 0,0-1-1 0 0,1 1 1 0 0,0 0-1 0 0,-1-1 1 0 0,1 1-1 0 0,0-1 1 0 0,0 0-1 0 0,0 1 1 0 0,0-1 0 0 0,1 0-1 0 0,-1 0 1 0 0,1-1-1 0 0,-1 1 1 0 0,1 0-1 0 0,-1-1 1 0 0,1 1-1 0 0,0-1 1 0 0,4 1 0 0 0,-3-1-171 0 0,0-1 0 0 0,0 0 0 0 0,0 0 0 0 0,0 0 0 0 0,0-1 0 0 0,0 1 0 0 0,0-1 0 0 0,0 0 0 0 0,-1 0 0 0 0,1-1 0 0 0,0 1 1 0 0,-1-1-1 0 0,1 1 0 0 0,-1-1 0 0 0,5-3 0 0 0,4-3-1140 0 0,0-1 1 0 0,17-15 0 0 0,12-19-2946 0 0,-16 11-1655 0 0,-5 4-2245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162 119 1112 0 0,'-155'-70'19681'0'0,"155"70"-19654"0"0,0 0 0 0 0,-1 0 1 0 0,1 0-1 0 0,0 0 1 0 0,0 0-1 0 0,-1 0 1 0 0,1 0-1 0 0,0 0 0 0 0,-1 0 1 0 0,1-1-1 0 0,0 1 1 0 0,0 0-1 0 0,-1 0 1 0 0,1 0-1 0 0,0-1 1 0 0,0 1-1 0 0,-1 0 0 0 0,1 0 1 0 0,0-1-1 0 0,0 1 1 0 0,0 0-1 0 0,-1-1 1 0 0,1 1-1 0 0,0 0 0 0 0,0 0 1 0 0,0-1-1 0 0,0 1 1 0 0,0 0-1 0 0,0-1 1 0 0,0 1-1 0 0,0 0 0 0 0,0-1 1 0 0,0 1-1 0 0,0 0 1 0 0,0-1-1 0 0,0 1 1 0 0,0 0-1 0 0,0-1 1 0 0,0 1-1 0 0,0 0 0 0 0,0-1 1 0 0,0 1-1 0 0,0 0 1 0 0,0-1-1 0 0,1 1 1 0 0,-1 0-1 0 0,0 0 0 0 0,0-1 1 0 0,0 1-1 0 0,1 0 1 0 0,-1 0-1 0 0,0-1 1 0 0,0 1-1 0 0,0 0 0 0 0,1 0 1 0 0,-1 0-1 0 0,0-1 1 0 0,1 1-1 0 0,-1 0 1 0 0,1 0-1 0 0,17-9 382 0 0,8 2-550 0 0,0 1 0 0 0,1 1 0 0 0,-1 1-1 0 0,44 0 1 0 0,20 7-4030 0 0,-1 6-5206 0 0,-64-5 3160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2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80 432 0 0,'-1'2'2604'0'0,"-2"6"-793"0"0,0 0 0 0 0,1 1 1 0 0,0-1-1 0 0,-2 11 0 0 0,4-16-1603 0 0,0 0 0 0 0,0 0 0 0 0,0 0 0 0 0,0 1 0 0 0,1-1 0 0 0,-1 0 0 0 0,1 0 0 0 0,0 0 0 0 0,0 0 0 0 0,0 0 0 0 0,0 0 0 0 0,0 0 0 0 0,1 0 0 0 0,3 5 0 0 0,-4-7-131 0 0,0 1 0 0 0,0-1 0 0 0,1 0 0 0 0,-1 1-1 0 0,1-1 1 0 0,-1 0 0 0 0,1 0 0 0 0,-1 0 0 0 0,1 0 0 0 0,0 0 0 0 0,0 0-1 0 0,-1-1 1 0 0,1 1 0 0 0,0 0 0 0 0,0-1 0 0 0,0 0 0 0 0,0 1 0 0 0,0-1-1 0 0,0 0 1 0 0,2 0 0 0 0,1 0 15 0 0,-1 0-1 0 0,1-1 0 0 0,-1 0 1 0 0,0 0-1 0 0,1 0 1 0 0,5-2-1 0 0,-7 1-77 0 0,0 1 0 0 0,-1-1 0 0 0,0 1 0 0 0,1-1 0 0 0,-1 0 0 0 0,0 1 0 0 0,0-1 1 0 0,0 0-1 0 0,0-1 0 0 0,0 1 0 0 0,0 0 0 0 0,-1-1 0 0 0,1 1 0 0 0,-1-1 0 0 0,1 1 0 0 0,-1-1 0 0 0,0 1 0 0 0,0-1 0 0 0,0 0 0 0 0,-1 0 0 0 0,1 1 0 0 0,-1-1 0 0 0,1 0 0 0 0,-1 0 0 0 0,0 0 0 0 0,0 0 0 0 0,0 0 0 0 0,-2-5 0 0 0,1-1-16 0 0,0 1 0 0 0,-1 0 0 0 0,0-1 1 0 0,0 1-1 0 0,-1 0 0 0 0,0 0 0 0 0,-1 0 0 0 0,-5-8 0 0 0,8 13 1 0 0,-1 0-1 0 0,1 1 1 0 0,-1-1-1 0 0,0 1 0 0 0,0-1 1 0 0,0 1-1 0 0,0 0 1 0 0,0 0-1 0 0,0 0 1 0 0,-1 0-1 0 0,1 0 1 0 0,-1 1-1 0 0,1-1 0 0 0,-1 0 1 0 0,0 1-1 0 0,0 0 1 0 0,1 0-1 0 0,-1 0 1 0 0,-4-1-1 0 0,3 2 3 0 0,-1 1-1 0 0,0-1 1 0 0,1 1 0 0 0,-1 0-1 0 0,1 0 1 0 0,-1 0 0 0 0,1 1-1 0 0,0-1 1 0 0,-1 1 0 0 0,1 0-1 0 0,0 0 1 0 0,0 1 0 0 0,0-1-1 0 0,1 1 1 0 0,-1 0-1 0 0,0 0 1 0 0,1 0 0 0 0,0 0-1 0 0,0 1 1 0 0,0 0 0 0 0,-3 4-1 0 0,2-3 10 0 0,-8 11 27 0 0,0 2 0 0 0,1 0 0 0 0,0 0-1 0 0,2 1 1 0 0,0 0 0 0 0,-11 36 0 0 0,16-40 2 0 0,0 0 0 0 0,1 0 0 0 0,0 1 0 0 0,2 0 0 0 0,-1-1 0 0 0,2 1 0 0 0,0 0 0 0 0,1-1 0 0 0,5 28 0 0 0,-4-37-22 0 0,1 1 1 0 0,-1-1-1 0 0,1 0 0 0 0,0 0 1 0 0,1-1-1 0 0,-1 1 0 0 0,1-1 0 0 0,0 0 1 0 0,1 1-1 0 0,-1-2 0 0 0,1 1 1 0 0,0 0-1 0 0,0-1 0 0 0,0 0 1 0 0,1 0-1 0 0,-1-1 0 0 0,1 0 1 0 0,0 0-1 0 0,0 0 0 0 0,0 0 0 0 0,11 2 1 0 0,-2-1-370 0 0,0 0 0 0 0,1-1 0 0 0,-1 0 0 0 0,1-1 0 0 0,0-1 0 0 0,0-1 0 0 0,0 0-1 0 0,15-2 1 0 0,-20 0-159 0 0,0 0 0 0 0,-1-1 0 0 0,1 0 0 0 0,-1 0 0 0 0,0-1 0 0 0,0-1 0 0 0,0 0 0 0 0,0 0 0 0 0,10-8 0 0 0,-8 4 222 0 0,1-2-1 0 0,-2 1 1 0 0,1-1-1 0 0,-2-1 1 0 0,17-21-1 0 0,-12 9 944 0 0,0 0 0 0 0,16-38 1 0 0,13-50 5333 0 0,-25 60-3581 0 0,-18 50-2037 0 0,8 26-133 0 0,-10 187 866 0 0,-2-87 3015 0 0,8-144-3358 0 0,0-3-710 0 0,2 2 0 0 0,0-1 0 0 0,1 1 0 0 0,2 0 0 0 0,11-20 0 0 0,-13 27-93 0 0,1 0-1 0 0,0 1 1 0 0,1 0-1 0 0,1 1 1 0 0,0 0-1 0 0,0 0 1 0 0,25-18-1 0 0,-33 28 32 0 0,1 0-1 0 0,-1-1 1 0 0,1 1 0 0 0,-1 1-1 0 0,1-1 1 0 0,0 0-1 0 0,0 1 1 0 0,-1 0-1 0 0,1 0 1 0 0,0 0-1 0 0,0 0 1 0 0,0 1 0 0 0,1 0-1 0 0,-1-1 1 0 0,0 1-1 0 0,0 1 1 0 0,0-1-1 0 0,0 1 1 0 0,0-1-1 0 0,0 1 1 0 0,0 0-1 0 0,0 1 1 0 0,0-1 0 0 0,-1 1-1 0 0,1-1 1 0 0,0 1-1 0 0,-1 0 1 0 0,1 1-1 0 0,-1-1 1 0 0,0 1-1 0 0,5 4 1 0 0,-1 0 25 0 0,0 1-1 0 0,-1 0 1 0 0,1 0-1 0 0,-1 0 1 0 0,-1 1-1 0 0,0 0 1 0 0,0 0-1 0 0,-1 1 1 0 0,0-1-1 0 0,-1 1 1 0 0,4 15-1 0 0,-4-5 28 0 0,0 1-1 0 0,-2-1 0 0 0,0 1 0 0 0,-1 0 0 0 0,-6 34 1 0 0,3-46 96 0 0,0-15-91 0 0,0-14-46 0 0,5 6-34 0 0,1-1-1 0 0,0 1 1 0 0,1 0 0 0 0,1 1 0 0 0,10-22 0 0 0,-2 9-35 0 0,29-42 0 0 0,-31 53 54 0 0,0 1 1 0 0,0 0-1 0 0,21-18 1 0 0,-26 27 1 0 0,0 0 0 0 0,1 0-1 0 0,-1 0 1 0 0,1 1 0 0 0,0 0 0 0 0,0 0 0 0 0,0 1 0 0 0,1 0 0 0 0,-1 1 0 0 0,11-3 0 0 0,-16 4 6 0 0,0 0 0 0 0,0 1 0 0 0,0-1 0 0 0,-1 1 0 0 0,1 0 1 0 0,0-1-1 0 0,0 1 0 0 0,0 0 0 0 0,0 0 0 0 0,0 0 0 0 0,0 1 1 0 0,0-1-1 0 0,0 0 0 0 0,0 1 0 0 0,3 0 0 0 0,1 1-8 0 0,-2 0 14 0 0,0-1 0 0 0,0 0 0 0 0,0 1 0 0 0,0 0 0 0 0,-1 0 0 0 0,1 0-1 0 0,0 1 1 0 0,-1-1 0 0 0,1 1 0 0 0,-1 0 0 0 0,0 0 0 0 0,0 0 0 0 0,0 0 0 0 0,0 0 0 0 0,-1 1-1 0 0,1 0 1 0 0,-1-1 0 0 0,0 1 0 0 0,0 0 0 0 0,0 0 0 0 0,-1 0 0 0 0,1 0 0 0 0,1 8-1 0 0,1 5 25 0 0,-1 0 0 0 0,-1 1 0 0 0,0-1 0 0 0,-1 24-1 0 0,-6 86-2484 0 0,5-126 2298 0 0,0 0-1 0 0,0 0 1 0 0,1 0-1 0 0,-1 0 1 0 0,0 0-1 0 0,1 0 1 0 0,-1 0-1 0 0,1 0 1 0 0,-1-1-1 0 0,1 1 1 0 0,-1 0-1 0 0,1 0 1 0 0,0-1-1 0 0,-1 1 1 0 0,1 0-1 0 0,0-1 1 0 0,0 1-1 0 0,-1 0 1 0 0,1-1-1 0 0,0 1 1 0 0,0-1-1 0 0,0 0 0 0 0,0 1 1 0 0,0-1-1 0 0,0 0 1 0 0,0 1-1 0 0,-1-1 1 0 0,3 0-1 0 0,27 3-7634 0 0,-9-6-9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2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48 101 344 0 0,'25'-99'14271'0'0,"-25"98"-13583"0"0,7 12-427 0 0,-10 34 46 0 0,-2 0 0 0 0,-2 0 0 0 0,-19 65 0 0 0,-8 46-1072 0 0,33-150 439 0 0,0-3-6 0 0,1 0 0 0 0,-1 0 0 0 0,1 0 0 0 0,-1 0 0 0 0,1 0 0 0 0,0 0 0 0 0,0 1 0 0 0,0-1 0 0 0,1 0 0 0 0,-1 0 0 0 0,1 0 0 0 0,-1 0 0 0 0,1 0 0 0 0,0 0 0 0 0,2 3 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158 158 832 0 0,'171'-157'17550'0'0,"-174"157"-17432"0"0,-4 1-78 0 0,1 1 1 0 0,-1 0-1 0 0,1 0 1 0 0,-1 1-1 0 0,1 0 1 0 0,0 0-1 0 0,-11 7 1 0 0,-41 31 35 0 0,56-40-71 0 0,1 0-1 0 0,-1 0 0 0 0,1 0 0 0 0,-1 1 0 0 0,1-1 0 0 0,-1 0 0 0 0,1 1 1 0 0,0-1-1 0 0,0 1 0 0 0,0-1 0 0 0,0 1 0 0 0,0-1 0 0 0,0 1 1 0 0,0 0-1 0 0,0 0 0 0 0,1-1 0 0 0,-1 1 0 0 0,1 0 0 0 0,-1 0 0 0 0,1 0 1 0 0,0 0-1 0 0,-1 0 0 0 0,1 2 0 0 0,1-2 2 0 0,0 1 0 0 0,0 0 1 0 0,1 0-1 0 0,-1-1 0 0 0,0 1 0 0 0,1-1 0 0 0,0 1 0 0 0,-1-1 0 0 0,1 0 1 0 0,0 0-1 0 0,0 0 0 0 0,0 0 0 0 0,1 0 0 0 0,2 2 0 0 0,61 42 33 0 0,-53-39-16 0 0,-1 1 1 0 0,1 0 0 0 0,-1 1-1 0 0,-1 1 1 0 0,1 0-1 0 0,-2 0 1 0 0,1 1 0 0 0,10 15-1 0 0,-19-23 240 0 0,-1 0 0 0 0,1 0-1 0 0,-1 0 1 0 0,0 0 0 0 0,1 0-1 0 0,-1 1 1 0 0,0-1 0 0 0,-1 0 0 0 0,1 0-1 0 0,-1 1 1 0 0,1-1 0 0 0,-1 1-1 0 0,0-1 1 0 0,0 0 0 0 0,-1 1 0 0 0,1-1-1 0 0,-1 0 1 0 0,0 1 0 0 0,1-1-1 0 0,-1 0 1 0 0,-1 0 0 0 0,1 0 0 0 0,0 0-1 0 0,-1 0 1 0 0,-2 4 0 0 0,1-4-46 0 0,1 1 0 0 0,-1-1 0 0 0,0 0 0 0 0,0 0 0 0 0,-1 0 0 0 0,1 0 0 0 0,-1-1 0 0 0,1 1 1 0 0,-1-1-1 0 0,0 0 0 0 0,0 0 0 0 0,0 0 0 0 0,0-1 0 0 0,0 1 0 0 0,0-1 0 0 0,0 0 0 0 0,0 0 1 0 0,-1 0-1 0 0,1-1 0 0 0,-7 0 0 0 0,-3 0-198 0 0,1-1 0 0 0,-1-1 1 0 0,0 0-1 0 0,1-1 0 0 0,-1-1 0 0 0,1 0 1 0 0,-17-8-1 0 0,15 5-759 0 0,0 0 1 0 0,0-2-1 0 0,-18-14 0 0 0,21 14-1384 0 0,0-1 0 0 0,-20-23 0 0 0,24 23-727 0 0,1 0 0 0 0,0 0-1 0 0,-11-22 1 0 0,10 14-4896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4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80 756 0 0,'-24'-48'16279'0'0,"16"30"-12661"0"0,8 16-3040 0 0,-6-9-475 0 0,14 25-5849 0 0,6 12-1347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1308 0 0,'5'-8'9287'0'0,"-2"12"-9198"0"0,-1 0 0 0 0,1 1 0 0 0,-1-1 0 0 0,0 1 0 0 0,0-1 0 0 0,2 9 0 0 0,8 19-5 0 0,-9-27-48 0 0,0 1 1 0 0,1-1 0 0 0,0 0 0 0 0,0 0-1 0 0,0 0 1 0 0,1 0 0 0 0,-1-1 0 0 0,1 0-1 0 0,0 0 1 0 0,1 0 0 0 0,-1 0 0 0 0,0-1-1 0 0,1 0 1 0 0,0 0 0 0 0,0-1 0 0 0,0 1-1 0 0,0-1 1 0 0,0 0 0 0 0,0-1 0 0 0,1 0-1 0 0,-1 0 1 0 0,1 0 0 0 0,-1-1 0 0 0,0 0-1 0 0,1 0 1 0 0,-1 0 0 0 0,1-1 0 0 0,-1 0-1 0 0,10-3 1 0 0,-4 1-4 0 0,-1 0 0 0 0,0-1 0 0 0,0-1-1 0 0,0 1 1 0 0,-1-2 0 0 0,1 0 0 0 0,-1 0-1 0 0,-1-1 1 0 0,1 0 0 0 0,-1 0 0 0 0,0-1-1 0 0,-1 0 1 0 0,0-1 0 0 0,0 0 0 0 0,9-14 0 0 0,-8 7-7 0 0,-1 0 1 0 0,-1 0 0 0 0,0-1 0 0 0,-1 1 0 0 0,-1-1 0 0 0,0-1 0 0 0,-1 1-1 0 0,1-23 1 0 0,-2-5 90 0 0,-2 0 1 0 0,-6-47-1 0 0,0 71-36 0 0,5 19-23 0 0,-3 3-30 0 0,1 0-31 0 0,-1 0 1 0 0,1 1 0 0 0,0 0 0 0 0,0-1 0 0 0,0 1 0 0 0,0 0 0 0 0,1 0 0 0 0,-1 0 0 0 0,0 0 0 0 0,1 1 0 0 0,-1-1-1 0 0,1 0 1 0 0,0 1 0 0 0,0-1 0 0 0,0 0 0 0 0,0 1 0 0 0,0 0 0 0 0,0 3 0 0 0,-12 56-30 0 0,11-53 24 0 0,-2 17-39 0 0,1 0 1 0 0,2 0 0 0 0,2 44-1 0 0,-1-61 72 0 0,1-1 0 0 0,0 0 0 0 0,1 1 0 0 0,0-1 0 0 0,0 0 0 0 0,0 0-1 0 0,1 0 1 0 0,1 0 0 0 0,-1-1 0 0 0,1 1 0 0 0,0-1 0 0 0,1 0 0 0 0,0 0 0 0 0,0-1-1 0 0,8 9 1 0 0,-9-12-13 0 0,0 0-1 0 0,1 0 1 0 0,-1 0-1 0 0,0-1 1 0 0,1 0-1 0 0,0 0 0 0 0,-1 0 1 0 0,1-1-1 0 0,0 1 1 0 0,0-1-1 0 0,0 0 1 0 0,0 0-1 0 0,0-1 1 0 0,0 0-1 0 0,0 0 1 0 0,0 0-1 0 0,0 0 1 0 0,0-1-1 0 0,0 0 0 0 0,6-1 1 0 0,-3 0-385 0 0,0-1 0 0 0,0 0 0 0 0,0 0 0 0 0,13-8 0 0 0,-14 6-701 0 0,1 0-1 0 0,-1 0 1 0 0,0 0-1 0 0,7-9 1 0 0,5-7-3347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63 1944 0 0,'-80'-56'7796'0'0,"78"55"-7713"0"0,1 0 0 0 0,-1 0 1 0 0,1 0-1 0 0,-1 1 0 0 0,0-1 1 0 0,1 1-1 0 0,-1-1 0 0 0,1 1 0 0 0,-1 0 1 0 0,0 0-1 0 0,1 0 0 0 0,-1 0 1 0 0,0 0-1 0 0,1 0 0 0 0,-1 0 1 0 0,-2 1-1 0 0,3-1-99 0 0,0 0 23 0 0,1 0 0 0 0,-1 0 1 0 0,1 1-1 0 0,-1-1 1 0 0,1 0-1 0 0,-1 0 1 0 0,1 1-1 0 0,-1-1 0 0 0,1 1 1 0 0,0-1-1 0 0,-1 0 1 0 0,1 1-1 0 0,0-1 0 0 0,-1 1 1 0 0,1-1-1 0 0,0 1 1 0 0,-1-1-1 0 0,1 1 0 0 0,0-1 1 0 0,0 1-1 0 0,0-1 1 0 0,-1 1-1 0 0,1-1 0 0 0,0 1 1 0 0,0-1-1 0 0,0 1 1 0 0,0-1-1 0 0,0 1 0 0 0,0 0 1 0 0,0-1-1 0 0,0 1 1 0 0,0-1-1 0 0,0 1 0 0 0,1-1 1 0 0,-1 1-1 0 0,0-1 1 0 0,0 1-1 0 0,0-1 0 0 0,1 1 1 0 0,6 20-464 0 0,16 19-4707 0 0,-12-24 1750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1 523 1012 0 0,'0'0'3348'0'0,"6"10"313"0"0,2 8-3272 0 0,-1-1-1 0 0,-1 1 1 0 0,0 0 0 0 0,-1 0 0 0 0,-1 1 0 0 0,0 0 0 0 0,-2 0 0 0 0,1 31-1 0 0,-8 80 638 0 0,-2-74 5304 0 0,6-56-6297 0 0,1-1 0 0 0,-1 1 0 0 0,0 0 0 0 0,1 0-1 0 0,-1-1 1 0 0,1 1 0 0 0,-1 0 0 0 0,1-1 0 0 0,-1 1-1 0 0,1-1 1 0 0,0 1 0 0 0,-1-1 0 0 0,1 1-1 0 0,-1 0 1 0 0,1-1 0 0 0,0 0 0 0 0,0 1 0 0 0,-1-1-1 0 0,1 1 1 0 0,0-1 0 0 0,0 1 0 0 0,-1-1 0 0 0,1 1-1 0 0,0-1 1 0 0,0 0 0 0 0,0 1 0 0 0,0-1 0 0 0,0 0-1 0 0,-2-23 227 0 0,2 18-179 0 0,-1-18-20 0 0,2 0 0 0 0,0 0 0 0 0,1-1-1 0 0,2 1 1 0 0,0 0 0 0 0,10-29 0 0 0,-10 41-60 0 0,1-1-1 0 0,0 1 0 0 0,1-1 1 0 0,0 1-1 0 0,0 1 0 0 0,2-1 1 0 0,-1 1-1 0 0,1 1 0 0 0,1-1 1 0 0,0 2-1 0 0,0-1 0 0 0,21-15 1 0 0,-26 22-7 0 0,0 0 0 0 0,1 0 1 0 0,0 1-1 0 0,-1-1 0 0 0,1 1 1 0 0,0 0-1 0 0,0 0 0 0 0,0 1 1 0 0,1-1-1 0 0,-1 1 0 0 0,0 0 1 0 0,0 1-1 0 0,1-1 0 0 0,-1 1 1 0 0,8 1-1 0 0,-10 0 5 0 0,0 0 0 0 0,1 0 0 0 0,-1 0 0 0 0,0 0 0 0 0,0 0 0 0 0,0 1 0 0 0,0 0 0 0 0,-1-1 0 0 0,1 1 0 0 0,0 0 0 0 0,-1 0 0 0 0,1 1 0 0 0,-1-1 0 0 0,0 1 0 0 0,0-1 0 0 0,0 1-1 0 0,0-1 1 0 0,0 1 0 0 0,0 0 0 0 0,-1 0 0 0 0,1 0 0 0 0,-1 0 0 0 0,0 0 0 0 0,1 5 0 0 0,3 10 22 0 0,-2 1 0 0 0,0-1-1 0 0,1 34 1 0 0,-3-32-386 0 0,1 0 1 0 0,7 38-1 0 0,-8-56 297 0 0,0 0 1 0 0,1 0-1 0 0,-1 0 1 0 0,0 0-1 0 0,1 0 0 0 0,-1 0 1 0 0,1 0-1 0 0,-1-1 1 0 0,1 1-1 0 0,0-1 0 0 0,0 1 1 0 0,-1-1-1 0 0,1 1 0 0 0,0-1 1 0 0,1 0-1 0 0,-1 0 1 0 0,0 0-1 0 0,0 0 0 0 0,0-1 1 0 0,1 1-1 0 0,-1-1 0 0 0,0 1 1 0 0,0-1-1 0 0,1 0 1 0 0,-1 1-1 0 0,4-2 0 0 0,3 2-343 0 0,0-1 0 0 0,0-1 0 0 0,0 1 0 0 0,0-2 0 0 0,14-3-1 0 0,-13 2 70 0 0,0 0 0 0 0,0-1 0 0 0,0-1 0 0 0,-1 0 0 0 0,1 0 0 0 0,-1-1 0 0 0,-1 0 0 0 0,1 0 0 0 0,-1-1-1 0 0,0 0 1 0 0,7-10 0 0 0,-5 5 121 0 0,0-1 0 0 0,-1 0 0 0 0,-1-1 0 0 0,0 0 0 0 0,-1 0 0 0 0,10-26 0 0 0,-7 4 339 0 0,-1-1 1 0 0,-1 1-1 0 0,-2-1 0 0 0,-2 0 0 0 0,0-60 1 0 0,-12-54 1242 0 0,0 2 663 0 0,17 273-1054 0 0,-21 178 1242 0 0,-22-3-1064 0 0,-11 181-292 0 0,44-467-793 0 0,1 0-1 0 0,0 0 1 0 0,1 0-1 0 0,0 0 1 0 0,1 0 0 0 0,4 13-1 0 0,-5-23-42 0 0,0 0-1 0 0,0-1 1 0 0,1 1-1 0 0,-1 0 1 0 0,1 0-1 0 0,-1-1 0 0 0,1 1 1 0 0,0-1-1 0 0,0 1 1 0 0,0-1-1 0 0,0 0 1 0 0,0 0-1 0 0,1 0 1 0 0,-1 0-1 0 0,1 0 1 0 0,-1 0-1 0 0,1-1 1 0 0,0 1-1 0 0,-1-1 1 0 0,1 0-1 0 0,0 0 0 0 0,0 0 1 0 0,0 0-1 0 0,0 0 1 0 0,0-1-1 0 0,0 1 1 0 0,0-1-1 0 0,0 0 1 0 0,0 0-1 0 0,0 0 1 0 0,4-1-1 0 0,-1 1-5 0 0,0-1 0 0 0,-1 0 0 0 0,1 0 0 0 0,0-1 0 0 0,0 0 0 0 0,-1 0 0 0 0,1 0 0 0 0,-1 0 0 0 0,0-1 0 0 0,1 0 0 0 0,-1 0 0 0 0,-1-1 0 0 0,1 1 0 0 0,0-1 0 0 0,-1 0 0 0 0,0 0 0 0 0,0-1 0 0 0,0 1 0 0 0,0-1 0 0 0,-1 0 0 0 0,0 0 0 0 0,0 0 0 0 0,4-8 0 0 0,-4 5-11 0 0,0 1 1 0 0,-1-1-1 0 0,1 0 1 0 0,-2 1 0 0 0,1-1-1 0 0,-1 0 1 0 0,0 0-1 0 0,-1-1 1 0 0,1 1 0 0 0,-2 0-1 0 0,1 0 1 0 0,-1 0-1 0 0,0 0 1 0 0,-1 0-1 0 0,0 0 1 0 0,0 1 0 0 0,-4-9-1 0 0,-3-3-6 0 0,-2 1 0 0 0,0 0 0 0 0,-1 0 0 0 0,0 1 0 0 0,-1 1 0 0 0,-1 0 0 0 0,-1 0 0 0 0,0 2 0 0 0,-31-23 0 0 0,-12-3-22 0 0,-100-50 0 0 0,125 72 23 0 0,32 17 5 0 0,-13-9-9 0 0,14 10 7 0 0,-1 0 0 0 0,1 0 0 0 0,-1 0 0 0 0,1-1 1 0 0,0 1-1 0 0,-1 0 0 0 0,1 0 0 0 0,0-1 0 0 0,-1 1 0 0 0,1 0 0 0 0,0-1 0 0 0,0 1 0 0 0,-1 0 0 0 0,1-1 0 0 0,0 1 0 0 0,0 0 0 0 0,-1-1 0 0 0,1 1 0 0 0,0 0 0 0 0,0-1 0 0 0,0 1 0 0 0,0 0 0 0 0,0-1 0 0 0,0 1 0 0 0,0-1 0 0 0,0 1 0 0 0,0-1 0 0 0,0 1 0 0 0,0 0 0 0 0,0-1 0 0 0,0 1 0 0 0,0-1 0 0 0,0 1 0 0 0,5-4-7 0 0,0 1 0 0 0,1-1-1 0 0,-1 1 1 0 0,1 1 0 0 0,0-1-1 0 0,12-2 1 0 0,44-9-264 0 0,-29 7 0 0 0,-1-1-33 0 0,82-19-2314 0 0,126-46 0 0 0,-230 69 2589 0 0,0 0 0 0 0,0 0 0 0 0,0-1 0 0 0,0-1 0 0 0,-1 1 0 0 0,0-1 0 0 0,0-1 0 0 0,-1 0 0 0 0,0 0 0 0 0,0 0 0 0 0,0-1 0 0 0,-1-1 0 0 0,0 1 1 0 0,-1-1-1 0 0,0 0 0 0 0,7-15 0 0 0,-10 15 626 0 0,0-1 1 0 0,0 0 0 0 0,1-12-1 0 0,1-3 626 0 0,-5 23-1014 0 0,0-4 84 0 0,0 2-67 0 0,-3 10-114 0 0,0 5-88 0 0,0-1-1 0 0,1 1 1 0 0,1 0-1 0 0,0-1 1 0 0,0 14 0 0 0,-1 10 24 0 0,-9 111 46 0 0,11-119-13 0 0,1 1-1 0 0,1-1 0 0 0,9 39 1 0 0,-10-61-51 0 0,0-1 1 0 0,0 1 0 0 0,0-1-1 0 0,1 0 1 0 0,0 1-1 0 0,-1-1 1 0 0,1 0 0 0 0,3 4-1 0 0,-4-6-31 0 0,0 0-1 0 0,1 1 1 0 0,-1-1-1 0 0,0 0 0 0 0,1 0 1 0 0,-1 0-1 0 0,0 0 1 0 0,1 0-1 0 0,0 0 1 0 0,-1 0-1 0 0,1-1 1 0 0,-1 1-1 0 0,1 0 0 0 0,0-1 1 0 0,-1 0-1 0 0,1 1 1 0 0,0-1-1 0 0,0 0 1 0 0,-1 0-1 0 0,1 0 1 0 0,3 0-1 0 0,2-1-327 0 0,-1 0-1 0 0,0-1 1 0 0,0 1 0 0 0,0-2-1 0 0,0 1 1 0 0,0-1 0 0 0,0 1-1 0 0,0-2 1 0 0,8-5 0 0 0,-5 1-1241 0 0,0 1 0 0 0,0-1 0 0 0,-1-1 0 0 0,13-18 1 0 0,-1-1-3514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8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127 118 2080 0 0,'-57'-95'8732'0'0,"56"94"-8654"0"0,0-1-1 0 0,0 1 0 0 0,0-1 1 0 0,0 1-1 0 0,0-1 0 0 0,0 1 1 0 0,0 0-1 0 0,-1 0 0 0 0,1-1 1 0 0,0 1-1 0 0,-1 0 0 0 0,1 0 1 0 0,-1 0-1 0 0,0 1 0 0 0,1-1 1 0 0,-1 0-1 0 0,0 1 0 0 0,1-1 1 0 0,-1 1-1 0 0,-3-1 0 0 0,4 1-114 0 0,-1 0 1 0 0,1 0-1 0 0,0 0 0 0 0,-1 1 0 0 0,1-1 0 0 0,0 1 1 0 0,-1-1-1 0 0,1 1 0 0 0,0-1 0 0 0,-1 1 0 0 0,1 0 0 0 0,0 0 1 0 0,0 0-1 0 0,0-1 0 0 0,0 1 0 0 0,0 0 0 0 0,0 0 1 0 0,0 1-1 0 0,0-1 0 0 0,0 0 0 0 0,0 0 0 0 0,0 0 1 0 0,1 1-1 0 0,-1-1 0 0 0,0 0 0 0 0,0 2 0 0 0,0 2-893 0 0,-1 0-1 0 0,1 0 0 0 0,0 0 1 0 0,0 0-1 0 0,-1 8 1 0 0,2-1-2525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8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9 144 460 0 0,'-8'-17'8717'0'0,"10"19"-8297"0"0,5 3-305 0 0,0 1 0 0 0,-1 0 0 0 0,1 0-1 0 0,-1 1 1 0 0,0 0 0 0 0,-1 0 0 0 0,0 0 0 0 0,0 1 0 0 0,0-1 0 0 0,-1 1 0 0 0,3 10 0 0 0,-3-9-54 0 0,0 0 0 0 0,-1 1 0 0 0,0-1 0 0 0,-1 1 0 0 0,0 0 1 0 0,0 0-1 0 0,-1 0 0 0 0,-1 0 0 0 0,0 0 0 0 0,-1 11 0 0 0,1-18 80 0 0,-1 0 0 0 0,1 1 0 0 0,-1-1 0 0 0,0 0 0 0 0,0 0 0 0 0,0 0 0 0 0,-1 1 0 0 0,1-1 0 0 0,-1-1 0 0 0,1 1 0 0 0,-1 0 0 0 0,0 0 0 0 0,0-1 0 0 0,-1 1 0 0 0,1-1 0 0 0,0 1-1 0 0,-1-1 1 0 0,1 0 0 0 0,-5 3 0 0 0,5-5 73 0 0,-3-2 37 0 0,5 2-238 0 0,-1 0 0 0 0,0 0 0 0 0,0-1 0 0 0,0 1 0 0 0,1 0 0 0 0,-1-1 0 0 0,0 1 0 0 0,0 0 1 0 0,1-1-1 0 0,-1 1 0 0 0,0-1 0 0 0,1 1 0 0 0,-1-1 0 0 0,0 0 0 0 0,0 0 0 0 0,-1-3 19 0 0,0 0 0 0 0,0-1 0 0 0,1 1 0 0 0,-1-1 0 0 0,1 1 1 0 0,0-1-1 0 0,0 0 0 0 0,1 1 0 0 0,-1-1 0 0 0,1 0 0 0 0,0 0 0 0 0,1-7 1 0 0,1 3-9 0 0,0 1 0 0 0,0-1 0 0 0,0 1 1 0 0,1-1-1 0 0,1 1 0 0 0,5-11 0 0 0,0 4-5 0 0,1 0 0 0 0,0 1 0 0 0,1 0-1 0 0,0 1 1 0 0,1 0 0 0 0,22-18-1 0 0,-17 18-4 0 0,1 1 0 0 0,0 0 0 0 0,0 1 0 0 0,1 1 0 0 0,23-9-1 0 0,-34 16-19 0 0,0 0 0 0 0,1 0-1 0 0,-1 1 1 0 0,1 0-1 0 0,0 0 1 0 0,0 1-1 0 0,0 1 1 0 0,0-1 0 0 0,-1 1-1 0 0,1 1 1 0 0,0 0-1 0 0,0 0 1 0 0,0 1-1 0 0,0 0 1 0 0,8 3-1 0 0,-13-3 3 0 0,-1 0 0 0 0,1 0-1 0 0,-1 0 1 0 0,1 1 0 0 0,-1-1-1 0 0,0 1 1 0 0,0 0 0 0 0,0 0-1 0 0,-1 0 1 0 0,1 0 0 0 0,-1 0-1 0 0,1 1 1 0 0,-1-1-1 0 0,0 1 1 0 0,0 0 0 0 0,-1-1-1 0 0,1 1 1 0 0,-1 0 0 0 0,0 0-1 0 0,0 0 1 0 0,0 0 0 0 0,0 0-1 0 0,-1 0 1 0 0,0 5 0 0 0,1 10-15 0 0,-1 0 1 0 0,-1 0 0 0 0,-6 32-1 0 0,-4 6-3 0 0,6-34 21 0 0,0 0 1 0 0,-1 44-1 0 0,5-66-9 0 0,1 1-1 0 0,0-1 0 0 0,0 1 1 0 0,0-1-1 0 0,0 1 0 0 0,1-1 0 0 0,-1 1 1 0 0,0-1-1 0 0,1 1 0 0 0,-1-1 1 0 0,1 1-1 0 0,-1-1 0 0 0,1 0 0 0 0,0 1 1 0 0,-1-1-1 0 0,1 0 0 0 0,0 0 1 0 0,0 1-1 0 0,0-1 0 0 0,0 0 0 0 0,0 0 1 0 0,0 0-1 0 0,3 2 0 0 0,-2-3-63 0 0,0 1 0 0 0,0 0 0 0 0,0-1 0 0 0,0 0-1 0 0,0 1 1 0 0,0-1 0 0 0,0 0 0 0 0,0 0 0 0 0,0 0 0 0 0,0 0-1 0 0,1 0 1 0 0,-1-1 0 0 0,0 1 0 0 0,4-2 0 0 0,2-1-350 0 0,1 0 0 0 0,-1-1 1 0 0,1 0-1 0 0,-1 0 1 0 0,0-1-1 0 0,12-10 0 0 0,-4 0 81 0 0,-2 0-1 0 0,0-1 1 0 0,0-1-1 0 0,-2 0 1 0 0,0-1-1 0 0,-1 0 1 0 0,12-28-1 0 0,2-10 2498 0 0,21-77-1 0 0,-32 80 513 0 0,-12 43-1471 0 0,-10 35-822 0 0,-2 19 95 0 0,1 0-1 0 0,3 0 1 0 0,2 1-1 0 0,1 58 1 0 0,2-94-361 0 0,2 0 0 0 0,-1-1 0 0 0,4 18 0 0 0,-3-24-81 0 0,-1 1 1 0 0,1-1 0 0 0,0 0-1 0 0,0 0 1 0 0,0 0 0 0 0,0 0 0 0 0,0 0-1 0 0,1 0 1 0 0,-1 0 0 0 0,1 0 0 0 0,-1-1-1 0 0,1 1 1 0 0,-1 0 0 0 0,1-1 0 0 0,0 0-1 0 0,0 1 1 0 0,0-1 0 0 0,2 2 0 0 0,-2-3-48 0 0,0 1 0 0 0,0-1 0 0 0,0 0 0 0 0,0 1 0 0 0,0-1 0 0 0,0 0 0 0 0,0 0 0 0 0,0 0 0 0 0,0 0 0 0 0,0-1 0 0 0,0 1 0 0 0,0-1 0 0 0,0 1 0 0 0,-1-1 0 0 0,1 1 0 0 0,0-1 0 0 0,0 0 0 0 0,0 0 0 0 0,1-1 0 0 0,30-22-2189 0 0,-26 16 642 0 0,1 0-1 0 0,-1 0 1 0 0,-1 0 0 0 0,1-1 0 0 0,8-17-1 0 0,-4 4-4352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8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90 102 2356 0 0,'-34'-43'6008'0'0,"-14"-14"-643"0"0,47 55-5278 0 0,-6 13-1998 0 0,12 13-3795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9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60 492 0 0,'27'-47'14044'0'0,"-20"35"-11548"0"0,-6 12-2449 0 0,1 0 1 0 0,-1 1 0 0 0,0-1 0 0 0,1 0-1 0 0,-1 1 1 0 0,0 0 0 0 0,0-1 0 0 0,0 1-1 0 0,0 0 1 0 0,1-1 0 0 0,-1 1 0 0 0,0 0-1 0 0,0 0 1 0 0,0 0 0 0 0,0 0 0 0 0,-1 0-1 0 0,1 0 1 0 0,0 0 0 0 0,0 0-1 0 0,-1 0 1 0 0,1 1 0 0 0,0-1 0 0 0,-1 0-1 0 0,1 0 1 0 0,-1 1 0 0 0,1 1 0 0 0,8 40 884 0 0,-8-36-783 0 0,4 36 501 0 0,-2-1-1 0 0,-2 54 1 0 0,-15 88 193 0 0,1-4-408 0 0,11-151-371 0 0,1-12 41 0 0,0 33 0 0 0,1-46-81 0 0,0-1 0 0 0,1 1 0 0 0,-1-1 0 0 0,1 0 0 0 0,0 1 0 0 0,0-1 0 0 0,0 0 0 0 0,0 0 0 0 0,1 1 0 0 0,-1-1 0 0 0,1 0 0 0 0,0 0 0 0 0,-1-1 0 0 0,2 1 0 0 0,2 3 0 0 0,-3-4-20 0 0,0-1 0 0 0,0 1-1 0 0,1-1 1 0 0,-1 0 0 0 0,0 0 0 0 0,1 0 0 0 0,-1-1 0 0 0,1 1 0 0 0,-1 0 0 0 0,1-1 0 0 0,-1 0 0 0 0,1 1-1 0 0,-1-1 1 0 0,1 0 0 0 0,0 0 0 0 0,-1-1 0 0 0,1 1 0 0 0,-1 0 0 0 0,1-1 0 0 0,-1 0 0 0 0,1 1-1 0 0,-1-1 1 0 0,0 0 0 0 0,1 0 0 0 0,2-2 0 0 0,6-3-114 0 0,0 0-1 0 0,0-1 1 0 0,15-14-1 0 0,-5 4-33 0 0,-2-2-1 0 0,0 0 1 0 0,-2-2-1 0 0,0 0 1 0 0,26-44 0 0 0,-15 15-27 0 0,36-90 1 0 0,-63 140 168 0 0,-1 0 0 0 0,0-1 1 0 0,0 1-1 0 0,0 0 0 0 0,0 0 1 0 0,0 0-1 0 0,1-1 0 0 0,-1 1 1 0 0,0 0-1 0 0,0 0 0 0 0,0 0 1 0 0,0-1-1 0 0,0 1 0 0 0,0 0 1 0 0,0 0-1 0 0,0 0 0 0 0,0-1 1 0 0,0 1-1 0 0,0 0 0 0 0,0 0 1 0 0,0 0-1 0 0,0-1 0 0 0,0 1 1 0 0,0 0-1 0 0,0 0 0 0 0,0-1 1 0 0,0 1-1 0 0,0 0 0 0 0,0 0 1 0 0,0 0-1 0 0,-1-1 0 0 0,1 1 1 0 0,0 0-1 0 0,0 0 0 0 0,0 0 1 0 0,0 0-1 0 0,0-1 0 0 0,0 1 1 0 0,-1 0-1 0 0,1 0 0 0 0,0 0 1 0 0,0 0-1 0 0,-11 3-13 0 0,-13 16 24 0 0,7 3 35 0 0,1 0-1 0 0,2 1 1 0 0,-19 37 0 0 0,29-52-16 0 0,0 0 0 0 0,1 0-1 0 0,0 1 1 0 0,1-1 0 0 0,0 1 0 0 0,0-1 0 0 0,1 1 0 0 0,0 0 0 0 0,0 0 0 0 0,1-1 0 0 0,0 1 0 0 0,1 0 0 0 0,-1 0 0 0 0,5 16 0 0 0,-3-21-11 0 0,-1-1-1 0 0,0 0 0 0 0,1 0 1 0 0,-1 0-1 0 0,1 0 0 0 0,0 0 0 0 0,0 0 1 0 0,0-1-1 0 0,1 1 0 0 0,-1-1 1 0 0,1 1-1 0 0,-1-1 0 0 0,1 0 1 0 0,0 0-1 0 0,5 3 0 0 0,-2-2 15 0 0,-1-1-1 0 0,1 0 1 0 0,0 0-1 0 0,-1 0 1 0 0,1-1 0 0 0,0 0-1 0 0,0 0 1 0 0,10 0-1 0 0,-3-2-232 0 0,1 0-1 0 0,-1 0 1 0 0,0-1 0 0 0,0-1-1 0 0,0 0 1 0 0,0-1-1 0 0,20-8 1 0 0,-14 2-860 0 0,-1 0 0 0 0,0 0 0 0 0,-1-2 0 0 0,0 0 0 0 0,19-19-1 0 0,-26 21-305 0 0,-1 1 0 0 0,0-2 0 0 0,0 1-1 0 0,-2-1 1 0 0,10-17 0 0 0,-8 11-2818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59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80 1200 0 0,'-170'-5'16130'0'0,"210"-2"-15508"0"0,217-15-570 0 0,-86-2-5022 0 0,-104 9-903 0 0,-37 8 1116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0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64 396 2212 0 0,'-2'1'3500'0'0,"-28"11"1606"0"0,28-11-4977 0 0,-1 0 0 0 0,1 1-1 0 0,0-1 1 0 0,0 1 0 0 0,0 0 0 0 0,0 0 0 0 0,0 0-1 0 0,1 0 1 0 0,-1 0 0 0 0,0 0 0 0 0,1 0-1 0 0,0 1 1 0 0,-1-1 0 0 0,1 0 0 0 0,0 1-1 0 0,-1 4 1 0 0,2-5 53 0 0,0 0 219 0 0,-1-1-364 0 0,1-1-1 0 0,0 0 1 0 0,0 0 0 0 0,0 1-1 0 0,0-1 1 0 0,0 0-1 0 0,0 1 1 0 0,0-1-1 0 0,0 0 1 0 0,0 1 0 0 0,0-1-1 0 0,0 0 1 0 0,0 1-1 0 0,0-1 1 0 0,0 0 0 0 0,0 0-1 0 0,0 1 1 0 0,1-1-1 0 0,-1 0 1 0 0,0 1-1 0 0,0-1 1 0 0,0 0 0 0 0,0 0-1 0 0,0 1 1 0 0,1-1-1 0 0,-1 0 1 0 0,4 1 58 0 0,-1-1 0 0 0,1 1-1 0 0,0-1 1 0 0,-1 0 0 0 0,1-1 0 0 0,-1 1-1 0 0,1 0 1 0 0,-1-1 0 0 0,1 0 0 0 0,-1 0-1 0 0,1 0 1 0 0,-1 0 0 0 0,5-3 0 0 0,49-27 237 0 0,-42 23-228 0 0,29-18 27 0 0,-1-2 0 0 0,-2-1 0 0 0,42-39 0 0 0,-62 49-97 0 0,-1-2 0 0 0,0 0 0 0 0,-2-1 0 0 0,0-1 1 0 0,-1-1-1 0 0,25-50 0 0 0,-40 71-37 0 0,-1 1 1 0 0,0-1 0 0 0,0 1 0 0 0,0-1 0 0 0,-1 0 0 0 0,1 1-1 0 0,-1-1 1 0 0,1 0 0 0 0,-1 0 0 0 0,0 1 0 0 0,0-1-1 0 0,-1-5 1 0 0,1 7 0 0 0,0 0 0 0 0,-1 0 0 0 0,1 0-1 0 0,-1 0 1 0 0,1 0 0 0 0,-1 0 0 0 0,0 0-1 0 0,1 1 1 0 0,-1-1 0 0 0,0 0 0 0 0,0 0-1 0 0,1 1 1 0 0,-1-1 0 0 0,0 0 0 0 0,0 1-1 0 0,0-1 1 0 0,0 1 0 0 0,0-1 0 0 0,0 1-1 0 0,0 0 1 0 0,0-1 0 0 0,0 1 0 0 0,0 0-1 0 0,0 0 1 0 0,0-1 0 0 0,0 1 0 0 0,0 0 0 0 0,0 0-1 0 0,0 0 1 0 0,0 0 0 0 0,-1 1 0 0 0,1-1-1 0 0,0 0 1 0 0,-1 1 0 0 0,-3 0-3 0 0,-1 0-1 0 0,1 1 1 0 0,-1 0 0 0 0,1 0-1 0 0,0 0 1 0 0,0 0 0 0 0,0 1-1 0 0,0 0 1 0 0,1 0 0 0 0,-8 7 0 0 0,-39 39-76 0 0,47-45 73 0 0,1 0 1 0 0,0 0-1 0 0,0 0 1 0 0,0 1 0 0 0,0 0-1 0 0,0-1 1 0 0,1 1-1 0 0,0 0 1 0 0,0 0 0 0 0,-2 10-1 0 0,4-13 8 0 0,-1 0 0 0 0,1 1 0 0 0,0-1 0 0 0,0 0 0 0 0,0 0 0 0 0,0 1 0 0 0,1-1-1 0 0,-1 0 1 0 0,1 0 0 0 0,-1 1 0 0 0,1-1 0 0 0,0 0 0 0 0,0 0 0 0 0,0 0 0 0 0,0 0 0 0 0,0 0 0 0 0,0 0-1 0 0,0 0 1 0 0,1 0 0 0 0,-1-1 0 0 0,1 1 0 0 0,-1 0 0 0 0,1-1 0 0 0,0 1 0 0 0,0-1 0 0 0,0 0 0 0 0,2 2 0 0 0,18 9 0 0 0,2-1 1 0 0,36 13-1 0 0,-36-16-21 0 0,-2 1 1 0 0,44 25-1 0 0,-58-29 41 0 0,-1 1 1 0 0,1-1-1 0 0,-1 2 0 0 0,-1-1 1 0 0,1 1-1 0 0,-1 0 0 0 0,5 8 1 0 0,-10-14 40 0 0,-1 1 1 0 0,1-1 0 0 0,-1 0-1 0 0,1 1 1 0 0,-1-1 0 0 0,0 0 0 0 0,0 1-1 0 0,0-1 1 0 0,0 0 0 0 0,0 1 0 0 0,0-1-1 0 0,0 0 1 0 0,0 1 0 0 0,0-1 0 0 0,-1 1-1 0 0,1-1 1 0 0,-1 0 0 0 0,1 0 0 0 0,-1 1-1 0 0,1-1 1 0 0,-1 0 0 0 0,0 2 0 0 0,-1 0 148 0 0,-1 1 0 0 0,1-1 1 0 0,0 1-1 0 0,-1-1 0 0 0,1 0 0 0 0,-5 4 1 0 0,-2-1 45 0 0,1 0 0 0 0,-1-1 0 0 0,0 0 0 0 0,-1 0-1 0 0,1-1 1 0 0,-1 0 0 0 0,0-1 0 0 0,0 0 0 0 0,-16 2 0 0 0,-2-1 46 0 0,-1-1 0 0 0,-34-1 0 0 0,47-2-241 0 0,1-2-1 0 0,-1 0 1 0 0,1-1 0 0 0,-18-5 0 0 0,32 7-188 0 0,0 0 0 0 0,0 1 0 0 0,0-1 0 0 0,0 0 1 0 0,0 1-1 0 0,0-1 0 0 0,0 0 0 0 0,0 0 0 0 0,0 0 0 0 0,1 0 0 0 0,-1 0 1 0 0,0 0-1 0 0,0 0 0 0 0,1 0 0 0 0,-1 0 0 0 0,1 0 0 0 0,-1 0 0 0 0,1 0 0 0 0,0-1 1 0 0,-1 1-1 0 0,1 0 0 0 0,0 0 0 0 0,0 0 0 0 0,0-1 0 0 0,-1 1 0 0 0,1 0 1 0 0,1 0-1 0 0,-1-1 0 0 0,0 1 0 0 0,0 0 0 0 0,0 0 0 0 0,1 0 0 0 0,-1-1 1 0 0,0 1-1 0 0,1 0 0 0 0,-1 0 0 0 0,1 0 0 0 0,0 0 0 0 0,-1 0 0 0 0,1 0 1 0 0,0 0-1 0 0,0 0 0 0 0,1-1 0 0 0,3-2-735 0 0,0 2 0 0 0,0-1 0 0 0,0 0 0 0 0,0 1 0 0 0,0 0 0 0 0,1 0-1 0 0,-1 1 1 0 0,1-1 0 0 0,6 0 0 0 0,-1 0-1285 0 0,12-3-2636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0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0 768 1680 0 0,'12'-16'3942'0'0,"0"-1"1"0"0,-2 1-1 0 0,12-25 873 0 0,-23 43-4728 0 0,-2 6-53 0 0,-6 16 25 0 0,0 0-1 0 0,2 0 1 0 0,0 1 0 0 0,-5 44-1 0 0,12-62-51 0 0,0 0-1 0 0,0-1 1 0 0,0 1-1 0 0,1 0 0 0 0,0-1 1 0 0,0 1-1 0 0,1-1 1 0 0,0 1-1 0 0,0-1 0 0 0,4 8 1 0 0,-4-10 2 0 0,1 1 1 0 0,0-1-1 0 0,0 0 1 0 0,1 0-1 0 0,-1 0 1 0 0,1 0-1 0 0,0-1 1 0 0,0 1-1 0 0,0-1 1 0 0,0 0-1 0 0,1 0 1 0 0,-1-1-1 0 0,1 1 1 0 0,9 2-1 0 0,-8-2-5 0 0,1-1-1 0 0,0 1 1 0 0,0-2 0 0 0,0 1 0 0 0,0-1-1 0 0,1 0 1 0 0,-1-1 0 0 0,0 1-1 0 0,0-2 1 0 0,0 1 0 0 0,1-1-1 0 0,-1 0 1 0 0,0 0 0 0 0,0-1 0 0 0,0 0-1 0 0,0 0 1 0 0,0-1 0 0 0,-1 1-1 0 0,1-2 1 0 0,-1 1 0 0 0,0-1-1 0 0,0 0 1 0 0,0 0 0 0 0,0 0-1 0 0,8-10 1 0 0,-5 5 2 0 0,0-1-1 0 0,-1 0 0 0 0,-1-1 0 0 0,0 0 1 0 0,0 0-1 0 0,-1 0 0 0 0,-1-1 1 0 0,0 0-1 0 0,0 0 0 0 0,-1 0 1 0 0,-1-1-1 0 0,0 1 0 0 0,2-22 1 0 0,-3 19-5 0 0,-2 1 1 0 0,0-1 0 0 0,-1 0 0 0 0,0 1-1 0 0,-1-1 1 0 0,-1 1 0 0 0,0 0-1 0 0,-9-24 1 0 0,11 34-7 0 0,-1-1 0 0 0,0 1 0 0 0,0-1 0 0 0,0 1 0 0 0,-1 0 0 0 0,0 0 0 0 0,0 0 0 0 0,0 0 0 0 0,0 1 0 0 0,0-1 0 0 0,-1 1 0 0 0,1 0 0 0 0,-1 0 0 0 0,0 0 0 0 0,0 0 0 0 0,0 1 0 0 0,-1-1 0 0 0,1 1 0 0 0,0 0 0 0 0,-1 1 0 0 0,0-1 1 0 0,1 1-1 0 0,-1 0 0 0 0,0 0 0 0 0,0 0 0 0 0,1 1 0 0 0,-1-1 0 0 0,0 1 0 0 0,-8 1 0 0 0,6 0-1 0 0,-1 1 1 0 0,1 0 0 0 0,0 0-1 0 0,-1 1 1 0 0,1 0 0 0 0,1 0-1 0 0,-1 1 1 0 0,0 0-1 0 0,1 0 1 0 0,0 0 0 0 0,0 1-1 0 0,0 0 1 0 0,0 0 0 0 0,-9 11-1 0 0,11-11 4 0 0,0 0-1 0 0,0 1 1 0 0,0-1-1 0 0,1 0 1 0 0,-1 1-1 0 0,2 0 0 0 0,-1 0 1 0 0,0 0-1 0 0,1 0 1 0 0,0 0-1 0 0,1 1 1 0 0,-1-1-1 0 0,1 1 1 0 0,0-1-1 0 0,1 1 1 0 0,0-1-1 0 0,0 10 1 0 0,1-11-15 0 0,0-1 1 0 0,1 1 0 0 0,-1-1 0 0 0,1 0-1 0 0,0 0 1 0 0,0 0 0 0 0,1 0-1 0 0,-1 0 1 0 0,1 0 0 0 0,0 0 0 0 0,0-1-1 0 0,0 1 1 0 0,0-1 0 0 0,1 0-1 0 0,-1 0 1 0 0,1 0 0 0 0,0-1 0 0 0,-1 1-1 0 0,1-1 1 0 0,1 0 0 0 0,-1 0-1 0 0,0 0 1 0 0,0 0 0 0 0,6 0-1 0 0,9 3-174 0 0,-1-1 0 0 0,0-1 0 0 0,1 0 0 0 0,29-1 0 0 0,-21-2-30 0 0,0-1 0 0 0,-1-1 0 0 0,1-1 1 0 0,-1-2-1 0 0,0 0 0 0 0,0-2 0 0 0,-1-1 0 0 0,0-1 0 0 0,35-17 1 0 0,-42 16 162 0 0,0-1-1 0 0,0 0 1 0 0,-1-2 0 0 0,0 0 0 0 0,-1 0 0 0 0,-1-2 0 0 0,0 0 0 0 0,-1 0 0 0 0,-1-2 0 0 0,0 1 0 0 0,-2-2-1 0 0,16-27 1 0 0,-11 8 238 0 0,-2 0-1 0 0,-1 0 1 0 0,-2-1-1 0 0,-1-1 1 0 0,-2 0 0 0 0,4-64-1 0 0,-12 102-169 0 0,0 0-1 0 0,1 0 1 0 0,-1 1 0 0 0,0-1-1 0 0,0 0 1 0 0,0 0-1 0 0,0 0 1 0 0,0 0 0 0 0,0 1-1 0 0,0-1 1 0 0,-1 0-1 0 0,1 0 1 0 0,0 0 0 0 0,0 0-1 0 0,-1 1 1 0 0,1-1-1 0 0,-1-1 1 0 0,-7 8 88 0 0,-8 24-39 0 0,-12 50 534 0 0,-26 110 1 0 0,43-135-386 0 0,2 0 1 0 0,-3 113-1 0 0,12-154-170 0 0,0 0 0 0 0,1-1-1 0 0,1 1 1 0 0,0 0 0 0 0,1-1-1 0 0,1 0 1 0 0,0 0 0 0 0,0 0-1 0 0,1 0 1 0 0,10 17 0 0 0,-10-22-13 0 0,1 0 0 0 0,-1-1 1 0 0,1 0-1 0 0,1 0 1 0 0,-1 0-1 0 0,1-1 1 0 0,1 0-1 0 0,-1 0 1 0 0,1 0-1 0 0,0-1 0 0 0,0-1 1 0 0,0 1-1 0 0,1-1 1 0 0,0-1-1 0 0,16 6 1 0 0,-17-7-18 0 0,0-1 1 0 0,-1 1-1 0 0,1-1 1 0 0,0 0-1 0 0,0-1 1 0 0,0 0-1 0 0,0 0 1 0 0,0-1 0 0 0,0 0-1 0 0,0 0 1 0 0,-1-1-1 0 0,1 0 1 0 0,9-4-1 0 0,-7 2-2 0 0,-1-1 1 0 0,1 0-1 0 0,-1-1 0 0 0,0 0 1 0 0,0-1-1 0 0,-1 0 0 0 0,0 0 0 0 0,13-15 1 0 0,-6 2 3 0 0,0-1-1 0 0,-1 0 1 0 0,-1-1 0 0 0,-1 0 0 0 0,-1-2 0 0 0,-1 1 0 0 0,10-37-1 0 0,-1-4-129 0 0,-19 62 84 0 0,-2 6-52 0 0,0-1 78 0 0,1 1 0 0 0,-1 0 0 0 0,1 0 0 0 0,-1 0 1 0 0,1 0-1 0 0,1 0 0 0 0,-2 7 0 0 0,2-10 7 0 0,-6 31-19 0 0,2 1 1 0 0,-1 36 0 0 0,5-61 27 0 0,0-1 1 0 0,0 1-1 0 0,1 0 0 0 0,0 0 0 0 0,0 0 1 0 0,1-1-1 0 0,0 1 0 0 0,0 0 0 0 0,1-1 0 0 0,0 0 1 0 0,0 0-1 0 0,1 0 0 0 0,0 0 0 0 0,8 12 1 0 0,-6-14-6 0 0,0-1 1 0 0,-1 1-1 0 0,2-1 1 0 0,-1 0-1 0 0,0-1 1 0 0,1 1-1 0 0,-1-1 1 0 0,1 0-1 0 0,0-1 1 0 0,0 0-1 0 0,0 0 1 0 0,11 1-1 0 0,-4-1-110 0 0,-1 0-1 0 0,1-2 0 0 0,0 1 0 0 0,-1-2 1 0 0,24-3-1 0 0,-26 2-3 0 0,1-1 0 0 0,-1 0 0 0 0,0-1 0 0 0,0 0 0 0 0,-1-1 1 0 0,1 0-1 0 0,-1-1 0 0 0,0 0 0 0 0,14-11 0 0 0,-12 6 34 0 0,1 0 1 0 0,-2-1-1 0 0,0-1 0 0 0,0 0 0 0 0,-1 0 1 0 0,8-16-1 0 0,-2 0 150 0 0,-1 0 0 0 0,-2-2 1 0 0,-1 0-1 0 0,-2 0 0 0 0,-1-1 0 0 0,6-39 1 0 0,-6 18 527 0 0,-9 52-568 0 0,-1 1-27 0 0,0 0-1 0 0,0 0 1 0 0,0 0 0 0 0,0 1 0 0 0,0-1 0 0 0,0 0 0 0 0,0 1 0 0 0,0-1 0 0 0,1 1 0 0 0,-1-1 0 0 0,0 1 0 0 0,0-1-1 0 0,1 1 1 0 0,-1 0 0 0 0,0-1 0 0 0,1 1 0 0 0,-1 0 0 0 0,0 0 0 0 0,1-1 0 0 0,-1 1 0 0 0,0 1 0 0 0,-9 22-18 0 0,7-16 20 0 0,-8 19-13 0 0,1 2 1 0 0,-10 48 0 0 0,18-64 24 0 0,0 0-1 0 0,1 0 0 0 0,0 0 0 0 0,1 1 1 0 0,0-1-1 0 0,1 0 0 0 0,0 0 1 0 0,5 20-1 0 0,-5-30 0 0 0,1 0 0 0 0,-1 1 0 0 0,0-1-1 0 0,1 0 1 0 0,0 0 0 0 0,0 0 0 0 0,0 0 0 0 0,0 0 0 0 0,0 0 0 0 0,1-1 0 0 0,-1 1-1 0 0,1-1 1 0 0,-1 1 0 0 0,1-1 0 0 0,0 0 0 0 0,4 2 0 0 0,-1-1-64 0 0,0 0 1 0 0,0-1 0 0 0,0 0-1 0 0,0 0 1 0 0,0-1-1 0 0,0 1 1 0 0,1-1 0 0 0,9 0-1 0 0,-3-1-339 0 0,1-1 1 0 0,-1 0-1 0 0,0 0 0 0 0,0-1 0 0 0,0-1 0 0 0,0 0 1 0 0,0-1-1 0 0,14-7 0 0 0,-10 2-247 0 0,-1-1 1 0 0,0 0-1 0 0,0-1 1 0 0,-1-1-1 0 0,-1-1 0 0 0,0 0 1 0 0,0-1-1 0 0,-2 0 0 0 0,1-1 1 0 0,13-23-1 0 0,-8 9 234 0 0,-1-1 0 0 0,-1-1-1 0 0,-2-1 1 0 0,19-61-1 0 0,-21 45 1270 0 0,-1 0-1 0 0,6-96 1 0 0,-12-98 3832 0 0,-5 181-3002 0 0,-1 56-1239 0 0,0 4-80 0 0,-4 12 216 0 0,-3 21 490 0 0,-21 269 4379 0 0,25 3-3552 0 0,4-242-1683 0 0,1-34-86 0 0,5 41 0 0 0,-5-58-337 0 0,1 0 0 0 0,1 0 1 0 0,0 0-1 0 0,1 0 0 0 0,0-1 1 0 0,9 18-1 0 0,-12-26-42 0 0,1 0 0 0 0,-1 1-1 0 0,1-1 1 0 0,0 0 0 0 0,-1 0-1 0 0,1 0 1 0 0,0 0 0 0 0,0 0-1 0 0,1-1 1 0 0,-1 1 0 0 0,0 0-1 0 0,0-1 1 0 0,1 0 0 0 0,-1 1-1 0 0,1-1 1 0 0,0 0 0 0 0,-1 0-1 0 0,4 0 1 0 0,-2-1-161 0 0,0 1 0 0 0,0-1 0 0 0,0 0 0 0 0,0 0 0 0 0,0-1 0 0 0,0 1 1 0 0,0-1-1 0 0,-1 0 0 0 0,1 0 0 0 0,0 0 0 0 0,5-3 0 0 0,1-1-244 0 0,1-1 0 0 0,-1 0 0 0 0,0-1 0 0 0,-1 0 1 0 0,1-1-1 0 0,-2 0 0 0 0,12-12 0 0 0,-2-2 705 0 0,-1-1-1 0 0,0-1 0 0 0,24-48 1 0 0,26-84 5900 0 0,-60 138-4918 0 0,11-24 906 0 0,-17 40-1608 0 0,-1 2-320 0 0,0 1 0 0 0,1-1 1 0 0,-1 0-1 0 0,0 0 0 0 0,1 1 0 0 0,-1-1 1 0 0,0 0-1 0 0,0 1 0 0 0,1-1 0 0 0,-1 1 1 0 0,0-1-1 0 0,0 0 0 0 0,1 1 0 0 0,-1-1 1 0 0,0 1-1 0 0,0-1 0 0 0,0 1 1 0 0,0-1-1 0 0,0 0 0 0 0,0 1 0 0 0,0-1 1 0 0,0 1-1 0 0,0-1 0 0 0,0 1 0 0 0,0-1 1 0 0,0 1-1 0 0,0-1 0 0 0,0 1 0 0 0,-3 14 348 0 0,3-14-370 0 0,-10 54 635 0 0,2 0-1 0 0,2 1 1 0 0,2 67-1 0 0,4-115-657 0 0,1-1-1 0 0,-1 1 0 0 0,2 0 1 0 0,-1-1-1 0 0,1 1 0 0 0,0-1 1 0 0,1 0-1 0 0,0 1 0 0 0,0-1 1 0 0,7 11-1 0 0,-8-15-161 0 0,1 0 0 0 0,-1 0-1 0 0,1-1 1 0 0,-1 1 0 0 0,1-1 0 0 0,0 1-1 0 0,0-1 1 0 0,0 0 0 0 0,0 0 0 0 0,1 0 0 0 0,-1 0-1 0 0,0-1 1 0 0,1 1 0 0 0,-1-1 0 0 0,1 0-1 0 0,0 0 1 0 0,-1 0 0 0 0,1-1 0 0 0,0 1 0 0 0,0-1-1 0 0,-1 0 1 0 0,1 0 0 0 0,7-1 0 0 0,-2-1-176 0 0,1 0 0 0 0,-1-1 0 0 0,1 0 1 0 0,-1-1-1 0 0,0 0 0 0 0,-1 0 0 0 0,1-1 1 0 0,0 0-1 0 0,-1 0 0 0 0,0-1 0 0 0,-1 0 1 0 0,1 0-1 0 0,-1-1 0 0 0,11-14 0 0 0,3-4 387 0 0,-2-1 0 0 0,-1-1 0 0 0,17-32 0 0 0,29-64 5510 0 0,-63 122-5210 0 0,0 2-319 0 0,-1-1 0 0 0,1 1 1 0 0,-1 0-1 0 0,1 0 0 0 0,-1 0 1 0 0,0 0-1 0 0,1 0 0 0 0,-1 0 1 0 0,0 0-1 0 0,1 0 0 0 0,-1 0 1 0 0,0 0-1 0 0,0 0 0 0 0,0 0 1 0 0,0 0-1 0 0,0 0 0 0 0,0 0 1 0 0,0 0-1 0 0,-1 0 0 0 0,1 2 0 0 0,0-2-6 0 0,-10 69 735 0 0,0 10-204 0 0,10-71-462 0 0,0-1 0 0 0,0 1-1 0 0,1-1 1 0 0,0 1 0 0 0,0-1 0 0 0,5 17 0 0 0,-4-22-50 0 0,-1 0 0 0 0,1 1 0 0 0,0-1 1 0 0,0 0-1 0 0,0 0 0 0 0,0-1 1 0 0,0 1-1 0 0,1 0 0 0 0,-1-1 1 0 0,1 1-1 0 0,0-1 0 0 0,-1 0 0 0 0,1 0 1 0 0,0 0-1 0 0,0 0 0 0 0,1-1 1 0 0,-1 1-1 0 0,0-1 0 0 0,0 1 1 0 0,1-1-1 0 0,-1 0 0 0 0,1-1 1 0 0,-1 1-1 0 0,1-1 0 0 0,-1 1 0 0 0,1-1 1 0 0,-1 0-1 0 0,6-1 0 0 0,1 0-4 0 0,-1 0-1 0 0,0 0 0 0 0,0-1 0 0 0,0 0 1 0 0,0 0-1 0 0,-1-1 0 0 0,1-1 0 0 0,-1 1 1 0 0,16-10-1 0 0,-10 2-19 0 0,0 0 1 0 0,-1-1-1 0 0,0-1 1 0 0,-1 0-1 0 0,-1 0 1 0 0,0-1-1 0 0,-1 0 1 0 0,0-1-1 0 0,-1-1 0 0 0,-1 1 1 0 0,0-1-1 0 0,-1 0 1 0 0,-1-1-1 0 0,-1 0 1 0 0,0 0-1 0 0,-1 0 1 0 0,2-25-1 0 0,-5 38-1 0 0,-1-1 0 0 0,0 1-1 0 0,0-1 1 0 0,0 1 0 0 0,-1-1 0 0 0,1 1 0 0 0,-1-1 0 0 0,0 1 0 0 0,0-1-1 0 0,-1 1 1 0 0,1 0 0 0 0,-1 0 0 0 0,0 0 0 0 0,0 0 0 0 0,-1 0 0 0 0,1 0-1 0 0,-1 0 1 0 0,0 1 0 0 0,0-1 0 0 0,-4-3 0 0 0,3 4-2 0 0,0 0 0 0 0,-1 0 0 0 0,1 0 0 0 0,-1 1 0 0 0,0 0 0 0 0,0 0 1 0 0,1 0-1 0 0,-1 0 0 0 0,-1 1 0 0 0,1 0 0 0 0,0 0 0 0 0,0 0 0 0 0,0 0 0 0 0,-1 1 1 0 0,1 0-1 0 0,0 0 0 0 0,-7 2 0 0 0,-1 0 4 0 0,0 1 0 0 0,0 1 0 0 0,0 0-1 0 0,1 1 1 0 0,-1 0 0 0 0,1 1 0 0 0,0 0 0 0 0,1 1 0 0 0,0 1 0 0 0,0-1 0 0 0,-17 17 0 0 0,15-12 7 0 0,1 1 0 0 0,0 0 1 0 0,1 0-1 0 0,0 1 0 0 0,1 1 1 0 0,1-1-1 0 0,1 2 1 0 0,-12 25-1 0 0,18-36-3 0 0,0 1 0 0 0,1-1-1 0 0,-1 1 1 0 0,1 0 0 0 0,0-1 0 0 0,1 1-1 0 0,-1 0 1 0 0,1 0 0 0 0,0-1 0 0 0,1 1 0 0 0,-1 0-1 0 0,1 0 1 0 0,2 7 0 0 0,-1-8-4 0 0,0-1 1 0 0,0 1-1 0 0,0-1 0 0 0,0 0 1 0 0,1 0-1 0 0,0 0 0 0 0,0 0 1 0 0,0 0-1 0 0,0-1 1 0 0,1 1-1 0 0,-1-1 0 0 0,1 0 1 0 0,0 0-1 0 0,0 0 0 0 0,0 0 1 0 0,6 2-1 0 0,1 0-56 0 0,0-1-1 0 0,0 0 1 0 0,0 0-1 0 0,1-1 1 0 0,-1-1 0 0 0,1 0-1 0 0,0-1 1 0 0,-1 0-1 0 0,1 0 1 0 0,0-2 0 0 0,0 1-1 0 0,-1-1 1 0 0,1-1 0 0 0,0 0-1 0 0,16-6 1 0 0,-4 0-93 0 0,0 0 0 0 0,-1-2 0 0 0,1-1 1 0 0,-2-1-1 0 0,0-1 0 0 0,22-17 0 0 0,18-20 23 0 0,-2-4-1 0 0,56-63 0 0 0,-37 36 670 0 0,-78 80-542 0 0,-1 0 0 0 0,1 0 0 0 0,-1 1 0 0 0,1-1 0 0 0,-1 0 0 0 0,1 1-1 0 0,-1-1 1 0 0,1 1 0 0 0,0-1 0 0 0,-1 1 0 0 0,1-1 0 0 0,0 1-1 0 0,-1-1 1 0 0,1 1 0 0 0,0 0 0 0 0,0-1 0 0 0,-1 1 0 0 0,1 0-1 0 0,0 0 1 0 0,0-1 0 0 0,0 1 0 0 0,-1 0 0 0 0,1 0 0 0 0,0 0 0 0 0,0 0-1 0 0,0 0 1 0 0,0 0 0 0 0,-1 0 0 0 0,1 1 0 0 0,0-1 0 0 0,0 0-1 0 0,1 1 1 0 0,-1 0 0 0 0,0 1-1 0 0,0-1 1 0 0,0 1-1 0 0,0 0 1 0 0,0 0-1 0 0,0-1 1 0 0,-1 1-1 0 0,1 0 1 0 0,-1 0-1 0 0,1 0 1 0 0,-1 0-1 0 0,0 0 1 0 0,0 0-1 0 0,0 2 1 0 0,0 26 45 0 0,-2 0 0 0 0,-1-1-1 0 0,-2 1 1 0 0,-14 49 0 0 0,11-45-12 0 0,-16 61 2733 0 0,24-95-2753 0 0,0 0-1 0 0,-1 0 1 0 0,1 0-1 0 0,-1 0 1 0 0,1-1-1 0 0,-1 1 1 0 0,1 0 0 0 0,-1 0-1 0 0,1-1 1 0 0,0 1-1 0 0,-1 0 1 0 0,1-1-1 0 0,0 1 1 0 0,-1 0-1 0 0,1-1 1 0 0,0 1-1 0 0,-1 0 1 0 0,1-1-1 0 0,0 1 1 0 0,0-1-1 0 0,-1 1 1 0 0,1-1-1 0 0,0 1 1 0 0,0-1-1 0 0,0 1 1 0 0,0-1-1 0 0,0 1 1 0 0,-1-1-1 0 0,1 1 1 0 0,0 0-1 0 0,0-1 1 0 0,0 1-1 0 0,0-1 1 0 0,1 0-1 0 0,2-20 92 0 0,6-3-93 0 0,2-1 0 0 0,0 2-1 0 0,2 0 1 0 0,1 0 0 0 0,0 1-1 0 0,2 1 1 0 0,0 0 0 0 0,2 1-1 0 0,0 1 1 0 0,1 1 0 0 0,1 0-1 0 0,42-28 1 0 0,-57 43-20 0 0,0 0-1 0 0,0 1 1 0 0,1-1-1 0 0,-1 1 0 0 0,1 0 1 0 0,-1 0-1 0 0,1 1 1 0 0,0 0-1 0 0,0 0 1 0 0,-1 0-1 0 0,1 1 1 0 0,12 0-1 0 0,-15 0 3 0 0,0 1 0 0 0,0 0 0 0 0,1-1 0 0 0,-1 1-1 0 0,0 1 1 0 0,0-1 0 0 0,0 0 0 0 0,0 1 0 0 0,0-1-1 0 0,0 1 1 0 0,0 0 0 0 0,-1 0 0 0 0,1 0 0 0 0,-1 1 0 0 0,1-1-1 0 0,-1 0 1 0 0,0 1 0 0 0,0 0 0 0 0,0-1 0 0 0,0 1 0 0 0,-1 0-1 0 0,1 0 1 0 0,1 5 0 0 0,1 3 23 0 0,-1-1-1 0 0,0 1 1 0 0,-1 0-1 0 0,0 0 1 0 0,-1 1 0 0 0,0-1-1 0 0,-2 22 1 0 0,-13 80 213 0 0,10-91-153 0 0,0-1-36 0 0,2-14 102 0 0,1-1 0 0 0,-1 1 0 0 0,1 0 0 0 0,1 0 0 0 0,-1 0 0 0 0,1 0 0 0 0,0 0 0 0 0,2 9 0 0 0,-1-15-113 0 0,-1 0 1 0 0,1 0 0 0 0,0 0 0 0 0,-1-1 0 0 0,1 1-1 0 0,0 0 1 0 0,0-1 0 0 0,-1 1 0 0 0,1 0 0 0 0,0-1-1 0 0,0 1 1 0 0,0-1 0 0 0,0 1 0 0 0,0-1 0 0 0,0 0-1 0 0,0 1 1 0 0,0-1 0 0 0,0 0 0 0 0,0 0 0 0 0,0 1-1 0 0,0-1 1 0 0,0 0 0 0 0,0 0 0 0 0,1 0 0 0 0,24-2 227 0 0,-19 0-265 0 0,0 0 1 0 0,1 0 0 0 0,-1-1 0 0 0,0 0-1 0 0,0 0 1 0 0,0-1 0 0 0,-1 0 0 0 0,1 0-1 0 0,-1 0 1 0 0,6-6 0 0 0,-4 3-780 0 0,1-1 0 0 0,-2 0 0 0 0,1 0 0 0 0,-1-1 1 0 0,0 0-1 0 0,5-11 0 0 0,-2-8-3426 0 0,-7 8-1904 0 0,-3 2-1723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03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56 2784 0 0,'-77'-35'12596'0'0,"47"19"-10060"0"0,28 15-2385 0 0,2 1-240 0 0,-1-1-1 0 0,1 1 1 0 0,-1-1 0 0 0,1 1-1 0 0,-1 0 1 0 0,0-1 0 0 0,1 1 0 0 0,-1 0-1 0 0,0 0 1 0 0,1 0 0 0 0,-1 0-1 0 0,0-1 1 0 0,1 1 0 0 0,-1 0-1 0 0,0 0 1 0 0,1 0 0 0 0,-1 0-1 0 0,0 0 1 0 0,0 1 0 0 0,1-1-1 0 0,-1 0 1 0 0,0 0 0 0 0,1 0 0 0 0,-1 0-1 0 0,0 1 1 0 0,-24 5-4285 0 0,24-5 4103 0 0,-15 2-3332 0 0,2 1-1490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03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2408 0 0,'-115'25'10949'0'0,"102"-20"-9817"0"0,12 1-112 0 0,2-5-976 0 0,-1 0 1 0 0,1 0-1 0 0,0-1 0 0 0,0 1 1 0 0,0 0-1 0 0,-1 0 0 0 0,1-1 1 0 0,0 1-1 0 0,0-1 0 0 0,0 1 0 0 0,0-1 1 0 0,0 1-1 0 0,0-1 0 0 0,0 0 1 0 0,0 1-1 0 0,2-1 0 0 0,65 10 248 0 0,109 3 0 0 0,-117-11-821 0 0,125 5-2765 0 0,-58-7-1740 0 0,-25-1-551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03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0 680 0 0,'3'1'2890'0'0,"12"0"808"0"0,8 2 5903 0 0,-8-2-5999 0 0,-1-1-5535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6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130 264 1516 0 0,'0'-26'3330'0'0,"-2"1"0"0"0,0 0 0 0 0,-10-38-1 0 0,12 63-3309 0 0,0 0 1 0 0,0-1-1 0 0,0 1 0 0 0,0 0 0 0 0,0-1 0 0 0,0 1 0 0 0,0 0 0 0 0,0-1 0 0 0,-1 1 0 0 0,1 0 0 0 0,0-1 0 0 0,0 1 0 0 0,0 0 1 0 0,0-1-1 0 0,-1 1 0 0 0,1 0 0 0 0,0 0 0 0 0,0-1 0 0 0,0 1 0 0 0,-1 0 0 0 0,1 0 0 0 0,0 0 0 0 0,0-1 0 0 0,-1 1 0 0 0,1 0 1 0 0,0 0-1 0 0,-1 0 0 0 0,1 0 0 0 0,0 0 0 0 0,-1-1 0 0 0,1 1 0 0 0,0 0 0 0 0,-1 0 0 0 0,-8 7 201 0 0,-5 15-91 0 0,-7 29 250 0 0,-23 88 0 0 0,38-114-211 0 0,1 1 0 0 0,1 0 0 0 0,2-1 0 0 0,0 1 1 0 0,4 46-1 0 0,-1-62-111 0 0,0 1 1 0 0,1-1 0 0 0,1 0 0 0 0,-1-1-1 0 0,2 1 1 0 0,-1 0 0 0 0,1-1-1 0 0,1 0 1 0 0,-1 0 0 0 0,2 0 0 0 0,8 12-1 0 0,-9-16 26 0 0,0 1 1 0 0,1-1-1 0 0,-1 0 0 0 0,1 0 0 0 0,0-1 0 0 0,1 1 0 0 0,-1-1 1 0 0,1-1-1 0 0,-1 1 0 0 0,1-1 0 0 0,0-1 0 0 0,1 1 0 0 0,-1-1 1 0 0,0 0-1 0 0,1-1 0 0 0,7 1 0 0 0,-5-1 88 0 0,0 0-1 0 0,-1-1 1 0 0,1 0 0 0 0,-1-1-1 0 0,1 0 1 0 0,-1 0 0 0 0,1-1-1 0 0,-1-1 1 0 0,0 1 0 0 0,1-1-1 0 0,-1-1 1 0 0,-1 0 0 0 0,11-6-1 0 0,-9 3-28 0 0,0 0 1 0 0,0-1-1 0 0,-1 0 0 0 0,0 0 0 0 0,0-1 0 0 0,-1 0 1 0 0,0-1-1 0 0,-1 0 0 0 0,8-14 0 0 0,-3 1-44 0 0,-1-1 0 0 0,-1 0-1 0 0,-1 0 1 0 0,-1-1 0 0 0,-1 0 0 0 0,-1 0-1 0 0,-2-1 1 0 0,0 0 0 0 0,-1-31 0 0 0,-2 20-44 0 0,-9-71 1 0 0,6 93-55 0 0,0 1 0 0 0,-2 0-1 0 0,1 0 1 0 0,-2 0-1 0 0,0 1 1 0 0,-1-1 0 0 0,-14-24-1 0 0,19 36-66 0 0,-1-1-1 0 0,0 1 1 0 0,1-1-1 0 0,-1 1 1 0 0,-1 0 0 0 0,1 0-1 0 0,0 0 1 0 0,0 0-1 0 0,-1 0 1 0 0,1 1-1 0 0,-1-1 1 0 0,1 1-1 0 0,-1-1 1 0 0,0 1 0 0 0,0 0-1 0 0,1 0 1 0 0,-1 0-1 0 0,0 0 1 0 0,0 1-1 0 0,0-1 1 0 0,0 1-1 0 0,0 0 1 0 0,0 0 0 0 0,0 0-1 0 0,0 0 1 0 0,0 0-1 0 0,0 1 1 0 0,0-1-1 0 0,0 1 1 0 0,0 0-1 0 0,0 0 1 0 0,1 0 0 0 0,-1 0-1 0 0,0 0 1 0 0,-4 4-1 0 0,-5 2-541 0 0,1 0 0 0 0,0 1 0 0 0,1 1 0 0 0,0 0-1 0 0,0 0 1 0 0,-14 18 0 0 0,-1 6-4398 0 0,-38 67 0 0 0,42-63-647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123 213 552 0 0,'-1'-9'3129'0'0,"-1"1"0"0"0,0 0-1 0 0,-5-13 818 0 0,7 21-3878 0 0,0-1-1 0 0,0 1 1 0 0,0 0 0 0 0,0-1 0 0 0,0 1 0 0 0,0 0-1 0 0,0-1 1 0 0,0 1 0 0 0,0 0 0 0 0,0-1-1 0 0,0 1 1 0 0,0 0 0 0 0,0-1 0 0 0,-1 1 0 0 0,1 0-1 0 0,0 0 1 0 0,0-1 0 0 0,0 1 0 0 0,-1 0-1 0 0,1 0 1 0 0,0-1 0 0 0,0 1 0 0 0,0 0 0 0 0,-1 0-1 0 0,1 0 1 0 0,0-1 0 0 0,-1 1 0 0 0,1 0-1 0 0,0 0 1 0 0,0 0 0 0 0,-1-1 0 0 0,-3 6 7 0 0,0-1 1 0 0,1 0-1 0 0,-1 1 0 0 0,1 0 1 0 0,1-1-1 0 0,-1 1 1 0 0,0 0-1 0 0,1 1 0 0 0,0-1 1 0 0,-1 6-1 0 0,-14 61 598 0 0,14-60-542 0 0,0 6-22 0 0,0 1 0 0 0,1-1 0 0 0,1 1 0 0 0,1-1 0 0 0,0 1 0 0 0,1 0 0 0 0,1-1 0 0 0,9 34 0 0 0,-9-44-76 0 0,0-1 1 0 0,1 0 0 0 0,0 1-1 0 0,0-1 1 0 0,0-1 0 0 0,1 1-1 0 0,1 0 1 0 0,-1-1 0 0 0,1 0-1 0 0,0 0 1 0 0,0 0 0 0 0,0-1-1 0 0,1 0 1 0 0,0 0-1 0 0,0 0 1 0 0,1-1 0 0 0,-1 1-1 0 0,1-2 1 0 0,0 1 0 0 0,0-1-1 0 0,0 0 1 0 0,0 0 0 0 0,14 3-1 0 0,-12-5 129 0 0,0 1-1 0 0,0-1 0 0 0,1 0 1 0 0,-1-1-1 0 0,0 0 0 0 0,0 0 0 0 0,1-1 1 0 0,-1 0-1 0 0,0-1 0 0 0,0 0 1 0 0,0-1-1 0 0,0 1 0 0 0,-1-2 0 0 0,1 1 1 0 0,-1-1-1 0 0,0-1 0 0 0,9-5 0 0 0,-9 4-37 0 0,0-1-1 0 0,-1 1 0 0 0,1-2 1 0 0,-1 1-1 0 0,-1-1 0 0 0,0 0 1 0 0,0 0-1 0 0,0-1 0 0 0,-1 0 0 0 0,0 0 1 0 0,-1 0-1 0 0,0 0 0 0 0,-1-1 1 0 0,0 1-1 0 0,3-16 0 0 0,-1-2-47 0 0,-1 0 1 0 0,-2-1-1 0 0,-1 1 0 0 0,-1-1 0 0 0,-6-50 0 0 0,3 60-91 0 0,0 0-1 0 0,-1 1 0 0 0,-1-1 1 0 0,-1 1-1 0 0,0 0 0 0 0,-1 1 1 0 0,-1 0-1 0 0,-1 0 1 0 0,-20-29-1 0 0,26 41-72 0 0,1 1 0 0 0,-1 0-1 0 0,0 0 1 0 0,0 0 0 0 0,0 0 0 0 0,0 1-1 0 0,0-1 1 0 0,-1 1 0 0 0,0 0 0 0 0,1 0 0 0 0,-1 0-1 0 0,0 1 1 0 0,0-1 0 0 0,1 1 0 0 0,-1 0 0 0 0,0 0-1 0 0,-1 0 1 0 0,-3 0 0 0 0,2 1-99 0 0,1 1 0 0 0,-1-1 0 0 0,1 1 0 0 0,-1 0 0 0 0,1 1 0 0 0,-1-1-1 0 0,1 1 1 0 0,0 0 0 0 0,0 0 0 0 0,0 1 0 0 0,-9 5 0 0 0,-1 3-470 0 0,0 1 0 0 0,1 1 0 0 0,0 0 0 0 0,2 0-1 0 0,-1 1 1 0 0,-19 30 0 0 0,-57 110-7270 0 0,56-90 2128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7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50 338 1416 0 0,'0'-12'11047'0'0,"0"11"-10857"0"0,0 1 1 0 0,1-1-1 0 0,-1 1 0 0 0,0-1 0 0 0,0 1 1 0 0,0-1-1 0 0,0 1 0 0 0,0-1 1 0 0,0 1-1 0 0,0-1 0 0 0,0 1 0 0 0,0-1 1 0 0,0 1-1 0 0,0-1 0 0 0,0 1 0 0 0,0-1 1 0 0,-3-4 1902 0 0,2 5-1903 0 0,-5 14 1234 0 0,-6 32-639 0 0,1 11 366 0 0,-4 66 0 0 0,13-97-1005 0 0,2 0 0 0 0,0 1 1 0 0,2-1-1 0 0,10 49 0 0 0,-11-67-92 0 0,1-1-1 0 0,1 0 0 0 0,-1 0 0 0 0,1 0 1 0 0,0 0-1 0 0,1 0 0 0 0,-1-1 0 0 0,1 0 1 0 0,1 1-1 0 0,8 8 0 0 0,-10-12-13 0 0,0 0 1 0 0,1 0-1 0 0,-1-1 0 0 0,1 1 0 0 0,0-1 1 0 0,-1 0-1 0 0,1 0 0 0 0,0-1 1 0 0,1 1-1 0 0,-1-1 0 0 0,0 0 1 0 0,0 0-1 0 0,0 0 0 0 0,1-1 0 0 0,-1 1 1 0 0,0-1-1 0 0,1 0 0 0 0,-1 0 1 0 0,8-2-1 0 0,4-1 0 0 0,-1-1 0 0 0,0 0 0 0 0,0-1-1 0 0,0-1 1 0 0,-1-1 0 0 0,0 0 0 0 0,0 0 0 0 0,-1-2 0 0 0,1 1 0 0 0,-2-2-1 0 0,0 0 1 0 0,0 0 0 0 0,0-1 0 0 0,-2-1 0 0 0,12-14 0 0 0,-3 1-10 0 0,-2 0 0 0 0,0-1 0 0 0,-2 0-1 0 0,-1-1 1 0 0,-1-1 0 0 0,17-56 0 0 0,-25 69-22 0 0,-2 0 0 0 0,0-1-1 0 0,-1 1 1 0 0,0 0-1 0 0,-1-1 1 0 0,-1 1 0 0 0,-1-1-1 0 0,0 1 1 0 0,-1-1-1 0 0,0 1 1 0 0,-1 0 0 0 0,-1 0-1 0 0,-11-28 1 0 0,8 28-64 0 0,-1 0 1 0 0,0 0 0 0 0,-2 0 0 0 0,1 1-1 0 0,-2 1 1 0 0,0 0 0 0 0,0 0 0 0 0,-1 1-1 0 0,-1 0 1 0 0,0 1 0 0 0,0 1 0 0 0,-21-12-1 0 0,24 16-452 0 0,0 1-1 0 0,-1 0 1 0 0,1 0-1 0 0,-1 1 1 0 0,0 1-1 0 0,-18-4 1 0 0,-2 3-3696 0 0,0 3-3772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4:2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0 112 0 0,'-15'32'19031'0'0,"10"-21"-16323"0"0,39-6-2320 0 0,147 5 21 0 0,-175-9-408 0 0,0 0 0 0 0,-1 0-1 0 0,1 1 1 0 0,-1 0 0 0 0,0 0 0 0 0,1 0-1 0 0,-1 0 1 0 0,0 1 0 0 0,0 0 0 0 0,0 0-1 0 0,-1 1 1 0 0,1-1 0 0 0,-1 1 0 0 0,0 0-1 0 0,0 0 1 0 0,0 1 0 0 0,0-1 0 0 0,-1 1-1 0 0,0 0 1 0 0,0-1 0 0 0,0 1 0 0 0,2 6-1 0 0,5 13 47 0 0,-1 0 1 0 0,0 1-1 0 0,7 39 0 0 0,-11-41 52 0 0,7 35 548 0 0,7 91 1 0 0,-9 59 895 0 0,-8-154-1171 0 0,-13 688 2054 0 0,6-611-2075 0 0,-6 521 486 0 0,9-445-391 0 0,-17 529 733 0 0,7-322-843 0 0,2 750 157 0 0,12-894-444 0 0,-2 230-124 0 0,-2-464 118 0 0,-8 166 395 0 0,8-188-362 0 0,1 0-71 0 0,-2-1-5 0 0,-5-4 0 0 0,-4-4 0 0 0,-1 0 0 0 0,1 0 0 0 0,-1-2 0 0 0,0 1 0 0 0,-1-2 0 0 0,-17 2 0 0 0,-17 5 0 0 0,-136 35-5154 0 0,-263 99 0 0 0,349-106-2507 0 0,0 0-4733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03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5 488 0 0,'0'0'1568'0'0,"12"-3"-280"0"0,1 1-1316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06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1040 0 0,'0'0'2140'0'0,"0"-8"-412"0"0,7-1-2380 0 0,1 4-1200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6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50 868 1000 0 0,'-2'1'1770'0'0,"-2"1"-881"0"0,-1 1 0 0 0,1-1 1 0 0,0 0-1 0 0,0 1 0 0 0,0 0 0 0 0,0 0 0 0 0,-5 6 0 0 0,8-7-740 0 0,0 0 1 0 0,0-1-1 0 0,0 1 0 0 0,0 0 1 0 0,0-1-1 0 0,0 1 0 0 0,1 0 0 0 0,-1 0 1 0 0,1 0-1 0 0,-1 0 0 0 0,1 0 0 0 0,0-1 1 0 0,0 1-1 0 0,0 0 0 0 0,0 0 1 0 0,0 0-1 0 0,0 0 0 0 0,1 0 0 0 0,-1 0 1 0 0,0 0-1 0 0,1-1 0 0 0,0 1 1 0 0,1 3-1 0 0,0 1 14 0 0,6 14 360 0 0,14 26 0 0 0,-19-41-478 0 0,1 1 0 0 0,-1-1 0 0 0,1 0-1 0 0,0 0 1 0 0,1 0 0 0 0,-1-1 0 0 0,1 0-1 0 0,8 7 1 0 0,-11-10-34 0 0,0-1 0 0 0,-1 1 0 0 0,1-1 0 0 0,-1 1 0 0 0,1-1 0 0 0,0 0 0 0 0,-1 1 0 0 0,1-1 0 0 0,0 0 0 0 0,-1 0 0 0 0,1 0 0 0 0,0 0 0 0 0,-1-1 0 0 0,1 1 0 0 0,0 0 0 0 0,-1-1 0 0 0,4 0 0 0 0,23-12 79 0 0,-19 7-93 0 0,0-1-1 0 0,0 0 1 0 0,0 0 0 0 0,-1-1-1 0 0,0 0 1 0 0,-1-1 0 0 0,1 1-1 0 0,-2-1 1 0 0,10-15 0 0 0,4-13-47 0 0,19-46-1 0 0,-34 72 45 0 0,104-259-149 0 0,58-126-15 0 0,-150 362 137 0 0,-11 19 14 0 0,1 1 0 0 0,0 1 0 0 0,0-1 1 0 0,2 1-1 0 0,0 0 0 0 0,0 1 0 0 0,22-22 0 0 0,-30 33 16 0 0,0 1 5 0 0,0 1 0 0 0,0-1 1 0 0,0 0-1 0 0,0 0 0 0 0,0 1 0 0 0,0-1 1 0 0,0 1-1 0 0,0-1 0 0 0,0 1 0 0 0,0-1 0 0 0,0 1 1 0 0,0 0-1 0 0,0-1 0 0 0,0 1 0 0 0,-1 0 0 0 0,1 0 1 0 0,0-1-1 0 0,0 1 0 0 0,-1 0 0 0 0,1 0 1 0 0,-1 0-1 0 0,1 0 0 0 0,-1 0 0 0 0,1 0 0 0 0,-1 0 1 0 0,0 0-1 0 0,1 0 0 0 0,-1 0 0 0 0,0 0 1 0 0,0 0-1 0 0,1 2 0 0 0,1 39-5 0 0,-2-35 1 0 0,-4 61 79 0 0,-3 1 0 0 0,-22 96 0 0 0,9-54 88 0 0,-16 129 372 0 0,31-177-343 0 0,3 117 0 0 0,3-166-174 0 0,11 119 307 0 0,-7-123-209 0 0,0-16-70 0 0,3-15-13 0 0,-4-7-72 0 0,-1 0-1 0 0,-2 0 1 0 0,0 0 0 0 0,-7-49 0 0 0,-1 26-45 0 0,-24-84 0 0 0,24 110 57 0 0,-2 0 0 0 0,-1 1 0 0 0,-1 0 0 0 0,-27-44 0 0 0,28 54 14 0 0,0 0 1 0 0,-1 0-1 0 0,0 1 0 0 0,-1 0 0 0 0,0 1 1 0 0,-1 1-1 0 0,-1 0 0 0 0,-20-13 0 0 0,29 21 3 0 0,-1 0 0 0 0,1 1-1 0 0,0 0 1 0 0,-1 0-1 0 0,1 0 1 0 0,-1 0 0 0 0,0 1-1 0 0,0 0 1 0 0,1 0-1 0 0,-1 0 1 0 0,0 1 0 0 0,0 0-1 0 0,0 0 1 0 0,-9 2-1 0 0,7 0 2 0 0,0 0-1 0 0,0 1 1 0 0,0 0-1 0 0,0 0 1 0 0,0 1-1 0 0,1 0 1 0 0,0 0-1 0 0,0 0 1 0 0,-9 8-1 0 0,1 2 11 0 0,-1 1 1 0 0,2 0-1 0 0,0 2 0 0 0,1-1 0 0 0,0 2 1 0 0,1-1-1 0 0,-11 25 0 0 0,16-28 16 0 0,0 1 0 0 0,1 0 1 0 0,0 1-1 0 0,2-1 0 0 0,-1 1 0 0 0,2 0 0 0 0,-2 21 0 0 0,4-32-15 0 0,1-1 0 0 0,0 1 0 0 0,0-1 0 0 0,0 1 0 0 0,0 0-1 0 0,1-1 1 0 0,0 1 0 0 0,0-1 0 0 0,0 1 0 0 0,1-1-1 0 0,-1 1 1 0 0,1-1 0 0 0,0 0 0 0 0,0 0 0 0 0,1 0 0 0 0,-1 0-1 0 0,1 0 1 0 0,0-1 0 0 0,0 1 0 0 0,0-1 0 0 0,0 1 0 0 0,1-1-1 0 0,-1 0 1 0 0,1-1 0 0 0,0 1 0 0 0,0-1 0 0 0,0 1-1 0 0,0-1 1 0 0,8 3 0 0 0,1-1-6 0 0,1-1 0 0 0,0 0 0 0 0,0-1-1 0 0,0-1 1 0 0,0 0 0 0 0,1-1 0 0 0,-1 0 0 0 0,22-4-1 0 0,115-27-66 0 0,-127 25 66 0 0,41-13-581 0 0,-1-2-1 0 0,116-56 1 0 0,109-86-4561 0 0,-267 149 3856 0 0,29-12 1 0 0,-49 25 1198 0 0,12-4 522 0 0,-12 5-140 0 0,0 0 0 0 0,-1 0-1 0 0,1-1 1 0 0,-1 1 0 0 0,1 0 0 0 0,-1-1-1 0 0,1 1 1 0 0,-1-1 0 0 0,1 0-1 0 0,-1 0 1 0 0,0 1 0 0 0,3-3 0 0 0,-4 2-179 0 0,0 0 1 0 0,0 0-1 0 0,1 0 1 0 0,-1 0-1 0 0,0 0 1 0 0,0 0-1 0 0,0 0 0 0 0,-1 0 1 0 0,1 0-1 0 0,0 0 1 0 0,0 0-1 0 0,-1 0 1 0 0,1 0-1 0 0,0 0 1 0 0,-1 0-1 0 0,1 0 1 0 0,-1 0-1 0 0,1 0 1 0 0,-2-1-1 0 0,1 1 149 0 0,-1-1-131 0 0,0 0 1 0 0,-1 0 0 0 0,1 1 0 0 0,-1-1 0 0 0,0 1 0 0 0,1 0 0 0 0,-5-2 0 0 0,1 4-106 0 0,-1 0-1 0 0,0 1 1 0 0,1 0 0 0 0,0 0-1 0 0,-1 0 1 0 0,1 1-1 0 0,0 0 1 0 0,0 0 0 0 0,0 0-1 0 0,1 1 1 0 0,-1 0 0 0 0,1 0-1 0 0,-9 9 1 0 0,-2 2 4 0 0,1 1 0 0 0,1 0 0 0 0,-15 23 0 0 0,23-31-16 0 0,0 1 0 0 0,1 0 0 0 0,0 1 1 0 0,1-1-1 0 0,0 1 0 0 0,-4 15 0 0 0,7-22-10 0 0,1-1 0 0 0,-1 1 1 0 0,1-1-1 0 0,-1 1 0 0 0,1-1 0 0 0,0 1 0 0 0,0-1 0 0 0,0 1 1 0 0,0-1-1 0 0,1 1 0 0 0,-1 0 0 0 0,1-1 0 0 0,0 1 0 0 0,-1-1 1 0 0,1 0-1 0 0,0 1 0 0 0,0-1 0 0 0,1 0 0 0 0,-1 1 0 0 0,0-1 1 0 0,1 0-1 0 0,-1 0 0 0 0,1 0 0 0 0,0 0 0 0 0,0-1 0 0 0,0 1 1 0 0,0 0-1 0 0,0-1 0 0 0,0 1 0 0 0,0-1 0 0 0,3 2 0 0 0,20 8 3 0 0,44 13 0 0 0,-42-16-12 0 0,35 16 1 0 0,-54-19 7 0 0,1-1 0 0 0,-1 1 1 0 0,1 1-1 0 0,-2-1 0 0 0,1 1 0 0 0,-1 1 1 0 0,12 12-1 0 0,-16-16 87 0 0,-1 0-1 0 0,1 0 1 0 0,-1 1-1 0 0,0-1 1 0 0,0 0-1 0 0,-1 1 1 0 0,1 0-1 0 0,-1-1 1 0 0,1 1-1 0 0,-1 0 1 0 0,0 0-1 0 0,-1-1 1 0 0,1 1-1 0 0,-1 0 1 0 0,1 0-1 0 0,-1 0 1 0 0,0 0 0 0 0,-1 0-1 0 0,1 0 1 0 0,-1 0-1 0 0,0-1 1 0 0,0 1-1 0 0,0 0 1 0 0,0 0-1 0 0,0-1 1 0 0,-1 1-1 0 0,0-1 1 0 0,0 1-1 0 0,0-1 1 0 0,0 0-1 0 0,-5 7 1 0 0,2-5 62 0 0,0 0 0 0 0,0 0 0 0 0,0 0-1 0 0,-1 0 1 0 0,0-1 0 0 0,0 0 0 0 0,0 0 0 0 0,0-1 0 0 0,0 0 0 0 0,-1 0-1 0 0,0 0 1 0 0,1-1 0 0 0,-1 0 0 0 0,0 0 0 0 0,0 0 0 0 0,0-1 0 0 0,-12 0 0 0 0,3-2-77 0 0,1-1 1 0 0,0-1 0 0 0,-19-5-1 0 0,33 8-77 0 0,0-1 0 0 0,-1 1 0 0 0,1-1-1 0 0,0 1 1 0 0,-1-1 0 0 0,1 1 0 0 0,0-1-1 0 0,0 0 1 0 0,0 0 0 0 0,0 0 0 0 0,-1 1-1 0 0,1-1 1 0 0,0 0 0 0 0,0 0 0 0 0,-1-2-1 0 0,2 2-73 0 0,0 0 0 0 0,-1 1-1 0 0,1-1 1 0 0,0 0 0 0 0,0 0-1 0 0,0 0 1 0 0,-1 1-1 0 0,1-1 1 0 0,0 0 0 0 0,0 0-1 0 0,0 0 1 0 0,0 1 0 0 0,1-1-1 0 0,-1 0 1 0 0,0 0-1 0 0,0 1 1 0 0,0-1 0 0 0,1 0-1 0 0,-1-1 1 0 0,2-1-360 0 0,0 1 1 0 0,-1-1-1 0 0,1 0 1 0 0,0 1-1 0 0,1-1 1 0 0,-1 1-1 0 0,0 0 0 0 0,1 0 1 0 0,-1 0-1 0 0,5-3 1 0 0,38-18-6840 0 0,-26 14 2341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204 143 656 0 0,'7'-8'1588'0'0,"0"-1"1"0"0,-1 0-1 0 0,0 0 0 0 0,9-18 0 0 0,-13 23-1157 0 0,0 0-1 0 0,0-1 0 0 0,-1 1 1 0 0,0-1-1 0 0,0 1 0 0 0,0-1 1 0 0,0 1-1 0 0,-1-1 0 0 0,0 0 1 0 0,0 1-1 0 0,0-1 0 0 0,-1 0 1 0 0,0-6-1 0 0,0 11-391 0 0,0-1 1 0 0,1 0-1 0 0,-1 0 0 0 0,0 0 1 0 0,0 1-1 0 0,0-1 0 0 0,0 0 1 0 0,1 1-1 0 0,-1-1 0 0 0,0 1 0 0 0,0-1 1 0 0,0 1-1 0 0,0-1 0 0 0,0 1 1 0 0,0 0-1 0 0,-1-1 0 0 0,1 1 1 0 0,0 0-1 0 0,0 0 0 0 0,0 0 1 0 0,0 0-1 0 0,0 0 0 0 0,0 0 1 0 0,0 0-1 0 0,0 0 0 0 0,0 0 1 0 0,0 1-1 0 0,0-1 0 0 0,-1 0 0 0 0,0 1 1 0 0,-6 1 14 0 0,1 1 0 0 0,-1 0 0 0 0,1 0 0 0 0,0 0 0 0 0,0 1 0 0 0,0 0 0 0 0,0 0 0 0 0,0 1 0 0 0,1 0 0 0 0,0 0 0 0 0,0 0 0 0 0,-9 12 0 0 0,12-14-46 0 0,1 0-1 0 0,-1 0 1 0 0,1 1 0 0 0,0 0 0 0 0,-1-1 0 0 0,2 1 0 0 0,-1 0 0 0 0,0 0 0 0 0,1 0 0 0 0,0 0 0 0 0,0 1 0 0 0,0-1 0 0 0,0 0 0 0 0,0 0 0 0 0,1 1 0 0 0,0-1-1 0 0,0 0 1 0 0,0 0 0 0 0,1 1 0 0 0,-1-1 0 0 0,1 0 0 0 0,0 0 0 0 0,0 0 0 0 0,1 1 0 0 0,3 6 0 0 0,4 4 8 0 0,1-1 0 0 0,1-1 0 0 0,0 0 0 0 0,1 0 0 0 0,0-1 0 0 0,27 20 0 0 0,-18-14 16 0 0,28 29-1 0 0,-48-46-15 0 0,1 0 1 0 0,-1 1-1 0 0,0-1 0 0 0,1 1 0 0 0,-1-1 0 0 0,0 1 1 0 0,0 0-1 0 0,0 0 0 0 0,0-1 0 0 0,-1 1 0 0 0,1 0 1 0 0,0 0-1 0 0,-1 0 0 0 0,0 0 0 0 0,1 0 0 0 0,-1 0 1 0 0,0 0-1 0 0,0 0 0 0 0,0-1 0 0 0,0 1 0 0 0,0 0 1 0 0,0 0-1 0 0,-1 0 0 0 0,1 0 0 0 0,0 0 0 0 0,-1 0 1 0 0,0 0-1 0 0,1 0 0 0 0,-1-1 0 0 0,0 1 0 0 0,0 0 1 0 0,0 0-1 0 0,0-1 0 0 0,-1 1 0 0 0,1-1 0 0 0,0 1 1 0 0,-2 1-1 0 0,-2 1 119 0 0,-1 1 1 0 0,1-1 0 0 0,-1-1 0 0 0,1 1-1 0 0,-1-1 1 0 0,0 0 0 0 0,-1 0 0 0 0,1-1-1 0 0,-11 3 1 0 0,4-2-26 0 0,0-1 0 0 0,0 0 1 0 0,-1-1-1 0 0,1-1 0 0 0,-24-2 0 0 0,28 1-95 0 0,-1 0-1 0 0,0-1 1 0 0,1 0-1 0 0,0-1 1 0 0,-1 0-1 0 0,1-1 1 0 0,0 1 0 0 0,-13-9-1 0 0,21 11-120 0 0,0 1-1 0 0,0-1 1 0 0,0 0-1 0 0,0 0 1 0 0,1 1-1 0 0,-1-1 1 0 0,0 0-1 0 0,0 0 1 0 0,1 0-1 0 0,-1 0 1 0 0,0 0-1 0 0,1 0 1 0 0,-1 0 0 0 0,1 0-1 0 0,-1 0 1 0 0,1-1-1 0 0,0 1 1 0 0,-1 0-1 0 0,1 0 1 0 0,0 0-1 0 0,0 0 1 0 0,0-1-1 0 0,0 1 1 0 0,0 0-1 0 0,0 0 1 0 0,0 0-1 0 0,0-1 1 0 0,0 1-1 0 0,1 0 1 0 0,-1 0-1 0 0,0 0 1 0 0,1 0 0 0 0,-1 0-1 0 0,1-1 1 0 0,-1 1-1 0 0,1 0 1 0 0,0 0-1 0 0,-1 0 1 0 0,3-1-1 0 0,2-5-1389 0 0,1 1-1 0 0,0 0 1 0 0,0 0 0 0 0,9-7-1 0 0,-13 11 692 0 0,12-10-3934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7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2332 0 0,'6'-9'2598'0'0,"-1"0"0"0"0,0-1 0 0 0,7-19 0 0 0,-8 18-1755 0 0,-4 10-489 0 0,6-4 1100 0 0,-5 22-1098 0 0,0 0 0 0 0,-1 1 0 0 0,-1-1-1 0 0,-3 21 1 0 0,-2 35-62 0 0,6-65-272 0 0,-1 9 31 0 0,2-1 1 0 0,0 1 0 0 0,1 0 0 0 0,4 21 0 0 0,-5-35-50 0 0,0 1-1 0 0,0-1 1 0 0,1 1 0 0 0,-1-1-1 0 0,0 0 1 0 0,1 1-1 0 0,0-1 1 0 0,0 0-1 0 0,0 0 1 0 0,0 0-1 0 0,1 0 1 0 0,-1-1-1 0 0,1 1 1 0 0,-1-1-1 0 0,1 1 1 0 0,0-1-1 0 0,0 0 1 0 0,0 0-1 0 0,0 0 1 0 0,1-1-1 0 0,-1 1 1 0 0,0-1-1 0 0,1 1 1 0 0,-1-1-1 0 0,7 1 1 0 0,-2-1-81 0 0,0 0 1 0 0,0 0-1 0 0,1-1 1 0 0,-1 0-1 0 0,0 0 0 0 0,0-1 1 0 0,0 0-1 0 0,0-1 1 0 0,0 1-1 0 0,0-2 0 0 0,0 1 1 0 0,0-1-1 0 0,-1 0 1 0 0,1-1-1 0 0,-1 0 0 0 0,0 0 1 0 0,10-8-1 0 0,-9 5 1 0 0,0 0 0 0 0,-1-1 0 0 0,1 0 0 0 0,-2 0 0 0 0,1 0 0 0 0,-1-1-1 0 0,-1 0 1 0 0,0 0 0 0 0,0-1 0 0 0,0 0 0 0 0,-2 0 0 0 0,1 0 0 0 0,2-11 0 0 0,0-8 671 0 0,-2-1 0 0 0,-1 1-1 0 0,-1-49 1 0 0,-2 76-1 0 0,-1 4-398 0 0,-3 10-70 0 0,0 0 0 0 0,0 1 0 0 0,2-1 1 0 0,-1 1-1 0 0,2 0 0 0 0,-1-1 0 0 0,2 19 0 0 0,-1-15-55 0 0,0 6 100 0 0,1 0 1 0 0,5 37-1 0 0,-4-53-432 0 0,0 0 0 0 0,0 0 1 0 0,0 0-1 0 0,1 0 0 0 0,0 0 0 0 0,0-1 0 0 0,1 1 0 0 0,0 0 0 0 0,0-1 0 0 0,0 0 0 0 0,0 0 1 0 0,1 0-1 0 0,0 0 0 0 0,7 7 0 0 0,-9-11-433 0 0,1 0-1 0 0,-1 1 1 0 0,0-1 0 0 0,1 0 0 0 0,-1 0 0 0 0,1 0-1 0 0,-1-1 1 0 0,1 1 0 0 0,0-1 0 0 0,-1 1-1 0 0,1-1 1 0 0,4 0 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8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27 128 1416 0 0,'-2'-49'8215'0'0,"-3"27"-2064"0"0,0 67-4827 0 0,2 83 0 0 0,3-98-1141 0 0,-3 68 486 0 0,1-88-458 0 0,-1-15-48 0 0,-1-14-102 0 0,5 2-67 0 0,0 1 0 0 0,1 0 1 0 0,1 0-1 0 0,0 0 0 0 0,1 0 0 0 0,1 0 0 0 0,8-17 0 0 0,-8 21-9 0 0,1 1-1 0 0,0-1 1 0 0,1 1 0 0 0,0 0-1 0 0,0 1 1 0 0,1 0 0 0 0,1 0-1 0 0,0 0 1 0 0,14-11-1 0 0,-20 19 10 0 0,1-1 0 0 0,0 1 0 0 0,-1-1 1 0 0,1 1-1 0 0,0 0 0 0 0,0 0 0 0 0,0 1 0 0 0,0-1 0 0 0,1 1 0 0 0,-1 0 0 0 0,0 0 0 0 0,0 1 0 0 0,1-1 0 0 0,-1 1 0 0 0,0 0 0 0 0,1 0 0 0 0,-1 0 0 0 0,1 1 0 0 0,-1-1 0 0 0,0 1 0 0 0,9 3 0 0 0,-7-1 6 0 0,1 0 1 0 0,0 0-1 0 0,-1 1 0 0 0,0 0 1 0 0,0 1-1 0 0,0-1 0 0 0,0 1 1 0 0,-1 0-1 0 0,0 1 1 0 0,0-1-1 0 0,0 1 0 0 0,4 7 1 0 0,-1-1 15 0 0,0 0 0 0 0,-1 1-1 0 0,-1 0 1 0 0,0 1 0 0 0,-1-1 0 0 0,0 1 0 0 0,-1 0 0 0 0,-1 0 0 0 0,0 0 0 0 0,1 28-1 0 0,-2-8 259 0 0,-2-33-153 0 0,-1-1-120 0 0,1 0 1 0 0,-1 0-1 0 0,0 0 0 0 0,1 0 0 0 0,-1-1 1 0 0,1 1-1 0 0,-1 0 0 0 0,1 0 0 0 0,-1-1 1 0 0,1 1-1 0 0,-1-1 0 0 0,1 1 1 0 0,-1 0-1 0 0,1-1 0 0 0,-1 1 0 0 0,1-1 1 0 0,0 1-1 0 0,-1-1 0 0 0,1 1 0 0 0,0-1 1 0 0,-1 1-1 0 0,1-1 0 0 0,0 1 0 0 0,0-1 1 0 0,-1 0-1 0 0,1 1 0 0 0,0-2 0 0 0,-3-18-9 0 0,4 4-2 0 0,0-1 0 0 0,1 1 0 0 0,1 0 0 0 0,0 0 0 0 0,1 1 0 0 0,1-1 0 0 0,1 1 0 0 0,11-24 0 0 0,-11 27 1 0 0,1 1-1 0 0,0 0 1 0 0,0 0-1 0 0,1 0 1 0 0,0 1-1 0 0,1 1 1 0 0,1-1-1 0 0,-1 1 0 0 0,1 1 1 0 0,0 0-1 0 0,14-8 1 0 0,-22 15 7 0 0,1-1-3 0 0,0 0-1 0 0,1 0 1 0 0,-1 1-1 0 0,1-1 1 0 0,0 1 0 0 0,-1 0-1 0 0,1 0 1 0 0,7-1-1 0 0,14 2-5 0 0,-18 4 9 0 0,-4-1 0 0 0,0-1 3 0 0,0 0 0 0 0,0 0 0 0 0,0 0 0 0 0,-1 1 1 0 0,1-1-1 0 0,-1 1 0 0 0,1 0 0 0 0,-1 0 0 0 0,0 0 0 0 0,0 0 1 0 0,-1 0-1 0 0,1 0 0 0 0,0 0 0 0 0,-1 1 0 0 0,0-1 0 0 0,0 1 0 0 0,1 5 1 0 0,1 7 8 0 0,-1 0 1 0 0,0 26 0 0 0,-1-25-7 0 0,-2 58 34 0 0,0-52-26 0 0,1 1-1 0 0,1-1 1 0 0,6 38 0 0 0,-7-59-10 0 0,1 0 0 0 0,-1 0 0 0 0,1 0 0 0 0,0 0 0 0 0,0 0 1 0 0,0 0-1 0 0,0 0 0 0 0,0 0 0 0 0,0-1 0 0 0,0 1 0 0 0,1 0 0 0 0,-1-1 1 0 0,0 1-1 0 0,1-1 0 0 0,0 1 0 0 0,-1-1 0 0 0,1 0 0 0 0,3 2 0 0 0,-1-1 0 0 0,0 0-1 0 0,0-1 0 0 0,1 0 1 0 0,-1 0-1 0 0,0 0 1 0 0,0 0-1 0 0,1 0 0 0 0,7-1 1 0 0,3-1-5 0 0,0 0 0 0 0,0-1 1 0 0,0-1-1 0 0,18-5 0 0 0,-19 3-1 0 0,1 0 1 0 0,-1-1-1 0 0,-1-1 1 0 0,1 0-1 0 0,-1 0 0 0 0,0-2 1 0 0,-1 0-1 0 0,0 0 0 0 0,0-1 1 0 0,-1 0-1 0 0,17-21 0 0 0,-15 15-7 0 0,-2 0 0 0 0,0 0 0 0 0,-1-1-1 0 0,-1 0 1 0 0,0-1 0 0 0,-1 0 0 0 0,-1 0 0 0 0,8-34-1 0 0,-14 47 9 0 0,0 0-1 0 0,-1 0 0 0 0,1-1 0 0 0,-1-9 0 0 0,0 13 1 0 0,-1 1 0 0 0,1-1 0 0 0,0 0 0 0 0,0 1 0 0 0,-1-1 1 0 0,1 0-1 0 0,-1 1 0 0 0,0-1 0 0 0,1 1 0 0 0,-1-1 0 0 0,0 1 0 0 0,0-1 0 0 0,0 1 0 0 0,0 0 0 0 0,0-1 0 0 0,0 1 0 0 0,-2-2 0 0 0,1 3 2 0 0,0-1 1 0 0,0 1-1 0 0,1 0 1 0 0,-1 0-1 0 0,0 0 1 0 0,0 0-1 0 0,1 0 0 0 0,-1 0 1 0 0,0 0-1 0 0,0 1 1 0 0,1-1-1 0 0,-1 1 1 0 0,0-1-1 0 0,0 1 1 0 0,1 0-1 0 0,-1-1 1 0 0,1 1-1 0 0,-4 2 1 0 0,5-3 0 0 0,-15 9 24 0 0,2 0-1 0 0,0 0 1 0 0,0 1-1 0 0,0 1 0 0 0,1 0 1 0 0,1 1-1 0 0,0 0 0 0 0,1 1 1 0 0,0 0-1 0 0,1 1 1 0 0,0 0-1 0 0,1 0 0 0 0,1 0 1 0 0,0 1-1 0 0,1 1 0 0 0,1-1 1 0 0,-6 25-1 0 0,10-36-11 0 0,1 1 0 0 0,-1-1 0 0 0,1 0 0 0 0,0 1 0 0 0,0-1 0 0 0,0 0 0 0 0,1 0 0 0 0,0 1-1 0 0,0-1 1 0 0,0 0 0 0 0,0 0 0 0 0,0 0 0 0 0,1 0 0 0 0,0 0 0 0 0,0 0 0 0 0,0 0 0 0 0,0-1 0 0 0,1 1 0 0 0,-1-1 0 0 0,6 7-1 0 0,-2-6-3 0 0,0 1 0 0 0,0-1-1 0 0,0 0 1 0 0,1 0-1 0 0,-1-1 1 0 0,1 0-1 0 0,0 0 1 0 0,0-1-1 0 0,0 1 1 0 0,0-1-1 0 0,11 1 1 0 0,5 0-827 0 0,0-1 0 0 0,0 0 0 0 0,24-3 0 0 0,31-6-6789 0 0,-37 1 464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2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10 508 0 0,'-1'-9'6164'0'0,"0"9"-5981"0"0,-28 33 761 0 0,1 2 0 0 0,-41 67 0 0 0,44-63-675 0 0,-28 41-383 0 0,-51 80-4660 0 0,75-112 2110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49 642 1484 0 0,'-3'0'2806'0'0,"2"0"-2652"0"0,-1 0-1 0 0,0-1 1 0 0,1 1 0 0 0,-1 0 0 0 0,0 0 0 0 0,1 0 0 0 0,-1 1 0 0 0,1-1 0 0 0,-1 0 0 0 0,0 1-1 0 0,1-1 1 0 0,-1 1 0 0 0,1-1 0 0 0,-1 1 0 0 0,1 0 0 0 0,-1-1 0 0 0,1 1 0 0 0,-1 0-1 0 0,1 0 1 0 0,0 0 0 0 0,0 0 0 0 0,-1 1 0 0 0,1-1 0 0 0,0 0 0 0 0,0 0 0 0 0,0 1 0 0 0,0-1-1 0 0,0 0 1 0 0,1 1 0 0 0,-1-1 0 0 0,0 1 0 0 0,1-1 0 0 0,-1 1 0 0 0,1 0 0 0 0,-1-1-1 0 0,1 1 1 0 0,0-1 0 0 0,0 1 0 0 0,0 0 0 0 0,0-1 0 0 0,0 1 0 0 0,0 0 0 0 0,0-1-1 0 0,1 3 1 0 0,-1 3-25 0 0,1 1 0 0 0,0-1 0 0 0,1 0 0 0 0,-1 0-1 0 0,2 0 1 0 0,2 7 0 0 0,-4-12-83 0 0,0 0 0 0 0,0 0 0 0 0,0 0 0 0 0,0 0 0 0 0,0 0-1 0 0,1 0 1 0 0,-1 0 0 0 0,0 0 0 0 0,1-1 0 0 0,0 1 0 0 0,-1-1 0 0 0,1 1 0 0 0,0-1 0 0 0,0 0 0 0 0,0 0 0 0 0,0 1 0 0 0,0-1 0 0 0,0-1-1 0 0,0 1 1 0 0,0 0 0 0 0,0 0 0 0 0,0-1 0 0 0,0 1 0 0 0,1-1 0 0 0,2 0 0 0 0,5 0 0 0 0,-1-1-1 0 0,1 0 1 0 0,0 0-1 0 0,-1-1 1 0 0,1 0 0 0 0,-1-1-1 0 0,0 0 1 0 0,0-1 0 0 0,0 0-1 0 0,13-8 1 0 0,-9 3-23 0 0,0 0 0 0 0,0-1-1 0 0,-1-1 1 0 0,0 0 0 0 0,18-23 0 0 0,-5 1-55 0 0,-3-1 0 0 0,0-1 0 0 0,-3-1 0 0 0,20-48 0 0 0,2-24 10 0 0,44-192 0 0 0,-78 268 7 0 0,-40 184 134 0 0,-26 264-1 0 0,59-404-169 0 0,-1 1 1 0 0,2-1-1 0 0,-1 1 0 0 0,2 0 0 0 0,0-1 0 0 0,0 0 0 0 0,5 13 0 0 0,-5-20-317 0 0,-1 0 0 0 0,2 0 0 0 0,-1 0 0 0 0,0-1 0 0 0,1 1 0 0 0,0-1 0 0 0,0 0 0 0 0,0 0 0 0 0,0 0 0 0 0,1 0 0 0 0,0 0 0 0 0,0-1 0 0 0,0 1 0 0 0,0-1 0 0 0,0 0-1 0 0,1 0 1 0 0,-1-1 0 0 0,1 0 0 0 0,7 4 0 0 0,10-1-3427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3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197 227 1244 0 0,'7'-61'3156'0'0,"6"-93"4479"0"0,-13 153-7594 0 0,1 1 0 0 0,-1-1 0 0 0,0 1 0 0 0,0 0 0 0 0,0-1-1 0 0,0 1 1 0 0,0-1 0 0 0,0 1 0 0 0,0-1 0 0 0,0 1 0 0 0,0-1 0 0 0,0 1 0 0 0,-1-1-1 0 0,1 1 1 0 0,0 0 0 0 0,0-1 0 0 0,0 1 0 0 0,0-1 0 0 0,-1 1 0 0 0,1-1 0 0 0,0 1 0 0 0,-1 0-1 0 0,1-1 1 0 0,0 1 0 0 0,0 0 0 0 0,-1-1 0 0 0,-7 8 501 0 0,-7 17 102 0 0,-12 39 556 0 0,-38 129-1 0 0,2 74-478 0 0,56-235-618 0 0,-21 128 1095 0 0,27-157-806 0 0,2-4-323 0 0,33-75 59 0 0,-20 43-132 0 0,2 0-1 0 0,26-44 1 0 0,-36 70-4 0 0,0-1-1 0 0,0 1 1 0 0,1 0-1 0 0,0 1 1 0 0,0 0-1 0 0,0 0 1 0 0,1 0-1 0 0,0 1 1 0 0,1 0 0 0 0,0 1-1 0 0,-1-1 1 0 0,2 2-1 0 0,12-6 1 0 0,-18 9 3 0 0,0 0 0 0 0,-1 0 0 0 0,1 0 0 0 0,0 0 0 0 0,-1 1 0 0 0,1-1 0 0 0,0 1 0 0 0,0 0 0 0 0,-1 0 1 0 0,1 1-1 0 0,0-1 0 0 0,-1 1 0 0 0,1 0 0 0 0,0 0 0 0 0,-1 0 0 0 0,1 0 0 0 0,-1 1 0 0 0,1-1 0 0 0,-1 1 0 0 0,0 0 0 0 0,0 0 0 0 0,0 0 1 0 0,0 0-1 0 0,3 4 0 0 0,-1-1 5 0 0,0 1 0 0 0,-1-1 0 0 0,1 1 0 0 0,-2 0 0 0 0,1 0 1 0 0,-1 1-1 0 0,1-1 0 0 0,-2 1 0 0 0,1 0 0 0 0,-1-1 0 0 0,3 15 0 0 0,-2 5 35 0 0,-1 0 0 0 0,-1 1-1 0 0,-1-1 1 0 0,-6 40 0 0 0,3-33-12 0 0,1 1 0 0 0,2 34-1 0 0,0-67-18 0 0,0 1 0 0 0,1-1 0 0 0,-1 0 0 0 0,0 0 0 0 0,0 1 0 0 0,1-1 0 0 0,-1 0-1 0 0,1 0 1 0 0,-1 0 0 0 0,1 0 0 0 0,-1 1 0 0 0,1-1 0 0 0,0 0 0 0 0,0 0 0 0 0,-1 0 0 0 0,1 0-1 0 0,0 0 1 0 0,0-1 0 0 0,0 1 0 0 0,0 0 0 0 0,0 0 0 0 0,0 0 0 0 0,0-1 0 0 0,0 1-1 0 0,0-1 1 0 0,1 1 0 0 0,-1-1 0 0 0,0 1 0 0 0,0-1 0 0 0,0 0 0 0 0,1 1 0 0 0,-1-1-1 0 0,0 0 1 0 0,1 0 0 0 0,-1 0 0 0 0,0 0 0 0 0,0 0 0 0 0,1 0 0 0 0,-1-1 0 0 0,0 1-1 0 0,2-1 1 0 0,6-1 0 0 0,0 0-1 0 0,0-1 0 0 0,-1 0 0 0 0,12-6 1 0 0,9-6-10 0 0,-1-1 1 0 0,0-2 0 0 0,-1-1-1 0 0,-1-1 1 0 0,-1-1-1 0 0,-1-1 1 0 0,-1-1 0 0 0,-1-1-1 0 0,-1-1 1 0 0,-1-1 0 0 0,-1-1-1 0 0,17-33 1 0 0,-30 48-3 0 0,-1-1 0 0 0,0 0 0 0 0,5-21 0 0 0,-1 4-22 0 0,-9 20 10 0 0,-7 9 20 0 0,-10 12 30 0 0,7 2 23 0 0,-1 0-1 0 0,2 1 0 0 0,-1 0 0 0 0,2 1 0 0 0,0 0 0 0 0,1 0 0 0 0,-8 26 0 0 0,11-29-17 0 0,0 1-1 0 0,2 0 1 0 0,-1-1 0 0 0,1 1-1 0 0,1 0 1 0 0,0 0 0 0 0,1 0-1 0 0,1 0 1 0 0,0 0 0 0 0,4 18 0 0 0,-5-28-23 0 0,1 0 1 0 0,0 1-1 0 0,1-1 1 0 0,-1-1-1 0 0,0 1 1 0 0,1 0 0 0 0,-1 0-1 0 0,1 0 1 0 0,0-1-1 0 0,0 1 1 0 0,0-1 0 0 0,0 0-1 0 0,1 1 1 0 0,-1-1-1 0 0,1 0 1 0 0,3 2 0 0 0,-2-1 18 0 0,1-1 0 0 0,-1 0-1 0 0,1-1 1 0 0,0 1 0 0 0,-1-1 0 0 0,1 0 0 0 0,0 0 0 0 0,0 0 0 0 0,9 0 0 0 0,0-1-224 0 0,-1-1 0 0 0,1-1 0 0 0,0 0 0 0 0,0-1 0 0 0,-1 0 0 0 0,22-9-1 0 0,-18 6-1300 0 0,-1-2-1 0 0,30-18 1 0 0,-35 19-748 0 0,-1-1 1 0 0,16-14 0 0 0,-5 0-3500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4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75 1220 0 0,'-142'-13'13332'0'0,"142"13"-13305"0"0,0 0 0 0 0,0 0 1 0 0,0 0-1 0 0,0-1 0 0 0,1 1 0 0 0,-1 0 1 0 0,0 0-1 0 0,0 0 0 0 0,0 0 0 0 0,0 0 1 0 0,0 0-1 0 0,1-1 0 0 0,-1 1 0 0 0,0 0 0 0 0,0 0 1 0 0,0 0-1 0 0,0-1 0 0 0,0 1 0 0 0,0 0 1 0 0,0 0-1 0 0,0 0 0 0 0,0-1 0 0 0,0 1 0 0 0,0 0 1 0 0,0 0-1 0 0,0 0 0 0 0,0 0 0 0 0,0-1 1 0 0,0 1-1 0 0,0 0 0 0 0,0 0 0 0 0,0 0 1 0 0,0-1-1 0 0,0 1 0 0 0,0 0 0 0 0,0 0 0 0 0,0 0 1 0 0,0-1-1 0 0,-1 1 0 0 0,1 0 0 0 0,0 0 1 0 0,0 0-1 0 0,0 0 0 0 0,0 0 0 0 0,0-1 1 0 0,0 1-1 0 0,-1 0 0 0 0,1 0 0 0 0,0 0 0 0 0,0 0 1 0 0,0 0-1 0 0,-1 0 0 0 0,1 0 0 0 0,0 0 1 0 0,0-1-1 0 0,0 1 0 0 0,0 0 0 0 0,-1 0 0 0 0,15-6 211 0 0,21-3-118 0 0,0 2 0 0 0,1 1 0 0 0,0 1 0 0 0,37 2 1 0 0,-27 0-515 0 0,129-5-2568 0 0,-57 5-2336 0 0,-42 0-641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406 715 2380 0 0,'-3'2'1815'0'0,"-65"21"6371"0"0,66-22-7888 0 0,-13 10 1168 0 0,20-12-1435 0 0,1 0-1 0 0,0-1 1 0 0,-1 0-1 0 0,0 0 1 0 0,1 0-1 0 0,-1-1 1 0 0,0 0-1 0 0,0 0 1 0 0,-1 0-1 0 0,6-5 1 0 0,4-4 9 0 0,0 0 0 0 0,13-17 0 0 0,-4 1-59 0 0,-2-2 0 0 0,-1 0 1 0 0,-1-1-1 0 0,-2-1 0 0 0,-1-1 0 0 0,20-60 1 0 0,46-216-31 0 0,-64 227-48 0 0,-17 81 78 0 0,-1 12-79 0 0,-13 85 85 0 0,4-43 41 0 0,-182 1233 4005 0 0,149-1034-3645 0 0,-17 128 153 0 0,59-375-484 0 0,-1 1 0 0 0,1-1 0 0 0,0 0 0 0 0,1 10-1 0 0,0-14-47 0 0,0 0-1 0 0,0-1 0 0 0,0 1 0 0 0,0-1 0 0 0,1 0 0 0 0,-1 1 1 0 0,0-1-1 0 0,0 0 0 0 0,1 0 0 0 0,-1 1 0 0 0,0-1 0 0 0,0 0 1 0 0,1 0-1 0 0,-1-1 0 0 0,0 1 0 0 0,0 0 0 0 0,1 0 0 0 0,-1 0 1 0 0,2-1-1 0 0,2-2 5 0 0,1 1 0 0 0,-1-1 0 0 0,0 0 0 0 0,0 0 1 0 0,0-1-1 0 0,0 0 0 0 0,0 1 0 0 0,5-8 0 0 0,32-38-15 0 0,-39 44 5 0 0,10-12 10 0 0,0 0-1 0 0,-2-1 0 0 0,0-1 1 0 0,-1 0-1 0 0,-1 0 0 0 0,-1-1 1 0 0,-1 0-1 0 0,9-38 1 0 0,-13 40-16 0 0,-1 1 1 0 0,-1-1-1 0 0,0 0 1 0 0,-1 1-1 0 0,-1-1 1 0 0,-1 1-1 0 0,0-1 1 0 0,-1 1 0 0 0,-1 0-1 0 0,-1 0 1 0 0,-8-20-1 0 0,0 6-6 0 0,-2 0-1 0 0,-1 1 1 0 0,-2 1-1 0 0,0 1 1 0 0,-2 0 0 0 0,-43-45-1 0 0,28 39-1 0 0,-1 2 1 0 0,-1 2-1 0 0,-1 1 0 0 0,-54-30 0 0 0,-63-36-30 0 0,154 94 41 0 0,0 0 0 0 0,-1 1-1 0 0,1-1 1 0 0,0 0 0 0 0,0 0-1 0 0,0 0 1 0 0,0 0 0 0 0,1 0-1 0 0,-1 0 1 0 0,0 0 0 0 0,0 0-1 0 0,1 0 1 0 0,-1 0 0 0 0,-1-2-1 0 0,2 2 1 0 0,0 0 0 0 0,0 1-1 0 0,0-1 1 0 0,0 0-1 0 0,0 1 1 0 0,0-1 0 0 0,0 0-1 0 0,0 1 1 0 0,0-1 0 0 0,0 0-1 0 0,1 1 1 0 0,-1-1-1 0 0,0 0 1 0 0,0 1 0 0 0,1-1-1 0 0,-1 0 1 0 0,0 1 0 0 0,1-1-1 0 0,0 0 1 0 0,2-2-3 0 0,-1 1 0 0 0,1-1 0 0 0,0 1-1 0 0,0 0 1 0 0,0 0 0 0 0,7-3 0 0 0,-5 2-3 0 0,87-43-1780 0 0,182-64 1 0 0,-173 75-988 0 0,153-79-1 0 0,-235 104 2571 0 0,0-2 0 0 0,0-1 0 0 0,-1 0 0 0 0,21-20 0 0 0,-34 28 475 0 0,0-1 1 0 0,1 1-1 0 0,-2-1 0 0 0,1 0 0 0 0,-1 0 0 0 0,0-1 0 0 0,0 1 0 0 0,-1-1 0 0 0,0 0 0 0 0,0 1 0 0 0,0-2 0 0 0,-1 1 0 0 0,0 0 0 0 0,-1 0 0 0 0,1-1 1 0 0,-1-8-1 0 0,0 13-60 0 0,-1 0 0 0 0,0 0 0 0 0,0 1 0 0 0,0-1 0 0 0,0 0 0 0 0,0 0 0 0 0,-1 0 0 0 0,1 1 0 0 0,-1-1 0 0 0,0 0 0 0 0,0 1 0 0 0,0-1 0 0 0,0 0 0 0 0,0 1 0 0 0,-1-1 0 0 0,1 1 0 0 0,-3-4 0 0 0,3 6-194 0 0,0 0 0 0 0,0 0 0 0 0,1-1 1 0 0,-1 1-1 0 0,0 0 0 0 0,1 0 0 0 0,-1 0 0 0 0,0 0 0 0 0,0 0 0 0 0,1 1 0 0 0,-1-1 1 0 0,0 0-1 0 0,1 0 0 0 0,-1 0 0 0 0,0 1 0 0 0,1-1 0 0 0,-1 0 0 0 0,0 1 1 0 0,1-1-1 0 0,-1 0 0 0 0,0 1 0 0 0,1-1 0 0 0,-1 1 0 0 0,1-1 0 0 0,-1 1 1 0 0,1-1-1 0 0,-1 2 0 0 0,-14 14 148 0 0,7-3-116 0 0,1 1 0 0 0,1 0-1 0 0,0-1 1 0 0,1 2 0 0 0,0-1 0 0 0,1 1 0 0 0,-2 19-1 0 0,2-9-10 0 0,1 1 0 0 0,2-1 0 0 0,2 41 0 0 0,0-54-8 0 0,0-1-1 0 0,1 1 1 0 0,0-1 0 0 0,0 1-1 0 0,1-1 1 0 0,7 15 0 0 0,-9-23-21 0 0,1 0 1 0 0,-1-1-1 0 0,1 1 0 0 0,0 0 1 0 0,0 0-1 0 0,0-1 0 0 0,0 0 1 0 0,1 1-1 0 0,-1-1 0 0 0,1 0 1 0 0,0 0-1 0 0,-1 0 0 0 0,1 0 1 0 0,0-1-1 0 0,0 1 0 0 0,0-1 1 0 0,0 0-1 0 0,0 0 0 0 0,0 0 1 0 0,0 0-1 0 0,1 0 0 0 0,-1-1 1 0 0,0 1-1 0 0,1-1 0 0 0,-1 0 1 0 0,7 0-1 0 0,1-1-344 0 0,-1-1 0 0 0,1 0-1 0 0,0 0 1 0 0,0-1 0 0 0,-1 0-1 0 0,1-1 1 0 0,-1 0 0 0 0,0-1 0 0 0,0 0-1 0 0,9-7 1 0 0,-6 3-931 0 0,0-1 0 0 0,0 0-1 0 0,-1-1 1 0 0,-1 0 0 0 0,0-1 0 0 0,12-16-1 0 0,-3-2-3459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73 1288 0 0,'-57'-64'8122'0'0,"56"63"-8093"0"0,1 1 0 0 0,0-1 1 0 0,-1 1-1 0 0,1-1 1 0 0,-1 1-1 0 0,1-1 1 0 0,-1 1-1 0 0,1-1 0 0 0,-1 1 1 0 0,1-1-1 0 0,-1 1 1 0 0,1 0-1 0 0,-1-1 1 0 0,1 1-1 0 0,-1 0 1 0 0,0-1-1 0 0,1 1 0 0 0,-1 0 1 0 0,0 0-1 0 0,1 0 1 0 0,-1 0-1 0 0,0-1 1 0 0,1 1-1 0 0,-1 0 0 0 0,0 0 1 0 0,1 0-1 0 0,-1 0 1 0 0,0 1-1 0 0,1-1 1 0 0,-1 0-1 0 0,0 0 1 0 0,1 0-1 0 0,-1 0 0 0 0,0 1 1 0 0,1-1-1 0 0,-1 0 1 0 0,1 1-1 0 0,-1-1 1 0 0,0 0-1 0 0,1 1 1 0 0,-1-1-1 0 0,1 1 0 0 0,-1-1 1 0 0,1 1-1 0 0,0-1 1 0 0,-2 2-1 0 0,1 0-44 0 0,-1 0-1 0 0,1 1 1 0 0,0-1 0 0 0,0 1-1 0 0,0-1 1 0 0,0 1 0 0 0,0-1-1 0 0,0 1 1 0 0,0 3 0 0 0,1 2-839 0 0,-1-1 1 0 0,2 0 0 0 0,-1 0-1 0 0,1 0 1 0 0,2 10 0 0 0,-1-2-2263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5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2760 0 0,'4'10'6905'0'0,"64"115"-2653"0"0,-61-109-3980 0 0,-1 0 0 0 0,0 1 0 0 0,-2-1 0 0 0,0 1 0 0 0,-1 0 0 0 0,2 24 0 0 0,-6 25 1824 0 0,0-25 3290 0 0,-3-43-4910 0 0,4 2-466 0 0,0 0-1 0 0,0 0 1 0 0,-1 0-1 0 0,1 0 1 0 0,0 0-1 0 0,0-1 1 0 0,-1 1-1 0 0,1 0 1 0 0,0 0 0 0 0,0 0-1 0 0,-1 0 1 0 0,1 0-1 0 0,0 0 1 0 0,0 0-1 0 0,-1 0 1 0 0,1-1-1 0 0,0 1 1 0 0,0 0-1 0 0,0 0 1 0 0,-1 0-1 0 0,1 0 1 0 0,0-1-1 0 0,0 1 1 0 0,0 0-1 0 0,0 0 1 0 0,-1 0-1 0 0,1-1 1 0 0,0 1-1 0 0,0 0 1 0 0,0 0-1 0 0,0-1 1 0 0,0 1-1 0 0,0-1 1 0 0,-1-5 10 0 0,1 0-1 0 0,0 0 1 0 0,0 0-1 0 0,0 0 1 0 0,1 0 0 0 0,0 0-1 0 0,0 0 1 0 0,0 0 0 0 0,1 0-1 0 0,0 0 1 0 0,0 0 0 0 0,1 1-1 0 0,3-6 1 0 0,-1 2-467 0 0,0 1-1 0 0,1 1 1 0 0,1-1 0 0 0,-1 1 0 0 0,1 0-1 0 0,0 0 1 0 0,13-8 0 0 0,2 1-1336 0 0,1 0 0 0 0,0 2 0 0 0,1 1 0 0 0,0 0 0 0 0,31-8 0 0 0,-25 10-1462 0 0,0 0-1208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87 888 0 0,'3'-2'480'0'0,"-1"0"0"0"0,1 1-1 0 0,-1-1 1 0 0,0 0 0 0 0,1 0 0 0 0,-1-1 0 0 0,0 1-1 0 0,-1 0 1 0 0,1-1 0 0 0,0 1 0 0 0,-1-1-1 0 0,1 1 1 0 0,-1-1 0 0 0,0 0 0 0 0,0 0 0 0 0,0 0-1 0 0,0 0 1 0 0,0 1 0 0 0,-1-1 0 0 0,1 0 0 0 0,-1 0-1 0 0,0-3 1 0 0,0 4-381 0 0,0 1-1 0 0,0 0 1 0 0,0 0-1 0 0,0 0 1 0 0,-1 0-1 0 0,1 0 0 0 0,-1 0 1 0 0,1-1-1 0 0,-1 1 1 0 0,1 0-1 0 0,-1 0 1 0 0,1 0-1 0 0,-1 1 1 0 0,0-1-1 0 0,1 0 1 0 0,-1 0-1 0 0,0 0 1 0 0,0 0-1 0 0,0 1 1 0 0,0-1-1 0 0,0 0 1 0 0,0 1-1 0 0,0-1 1 0 0,0 0-1 0 0,0 1 1 0 0,0 0-1 0 0,0-1 1 0 0,0 1-1 0 0,0 0 1 0 0,0-1-1 0 0,0 1 1 0 0,-2 0-1 0 0,-29 0 512 0 0,26 1-576 0 0,-1 1-1 0 0,1 0 0 0 0,0 0 0 0 0,0 1 1 0 0,1-1-1 0 0,-1 1 0 0 0,0 1 1 0 0,1-1-1 0 0,0 1 0 0 0,0 0 0 0 0,0 0 1 0 0,0 0-1 0 0,1 1 0 0 0,-1 0 0 0 0,1 0 1 0 0,0 0-1 0 0,1 0 0 0 0,-1 1 0 0 0,1-1 1 0 0,0 1-1 0 0,1 0 0 0 0,-1 0 0 0 0,1 0 1 0 0,0 0-1 0 0,1 0 0 0 0,-1 1 1 0 0,1-1-1 0 0,0 0 0 0 0,1 1 0 0 0,0-1 1 0 0,0 1-1 0 0,0-1 0 0 0,1 1 0 0 0,0-1 1 0 0,1 7-1 0 0,6 4-11 0 0,0 0 0 0 0,0 0 0 0 0,2-1 0 0 0,19 26 0 0 0,9 16 37 0 0,-37-57-4 0 0,-1 0 0 0 0,1 1 0 0 0,-1-1 0 0 0,1 0 0 0 0,-1 0 0 0 0,0 1 0 0 0,1-1-1 0 0,-1 0 1 0 0,0 0 0 0 0,0 1 0 0 0,0-1 0 0 0,0 0 0 0 0,0 0 0 0 0,-1 1 0 0 0,1-1 0 0 0,0 0 0 0 0,0 0-1 0 0,-1 1 1 0 0,1-1 0 0 0,-1 0 0 0 0,1 0 0 0 0,-1 0 0 0 0,1 0 0 0 0,-1 0 0 0 0,0 0 0 0 0,0 0 0 0 0,1 0-1 0 0,-1 0 1 0 0,0 0 0 0 0,0 0 0 0 0,-2 1 0 0 0,1 0 72 0 0,-1 0 0 0 0,1-1 1 0 0,-1 1-1 0 0,1 0 0 0 0,-1-1 0 0 0,0 0 0 0 0,0 0 1 0 0,0 0-1 0 0,0 0 0 0 0,0 0 0 0 0,0 0 0 0 0,0-1 1 0 0,-5 1-1 0 0,-6-2 26 0 0,0 1 0 0 0,0-2-1 0 0,0 0 1 0 0,-20-6 0 0 0,33 8-235 0 0,-1 0-1 0 0,1-1 1 0 0,-1 1-1 0 0,1 0 1 0 0,-1-1-1 0 0,1 1 1 0 0,-1-1-1 0 0,1 0 1 0 0,0 1 0 0 0,0-1-1 0 0,-1 0 1 0 0,1 0-1 0 0,0 0 1 0 0,0 0-1 0 0,0 0 1 0 0,0 0-1 0 0,0 0 1 0 0,0 0 0 0 0,0 0-1 0 0,0-1 1 0 0,0 1-1 0 0,0 0 1 0 0,1-1-1 0 0,-1 1 1 0 0,0 0 0 0 0,1-1-1 0 0,0 1 1 0 0,-1-1-1 0 0,1 1 1 0 0,0-1-1 0 0,-1 1 1 0 0,1-1-1 0 0,0 1 1 0 0,0-1 0 0 0,0 1-1 0 0,1-1 1 0 0,-1 1-1 0 0,0-1 1 0 0,0 1-1 0 0,1-1 1 0 0,0-1-1 0 0,2-4-1306 0 0,0 0 0 0 0,1 0-1 0 0,-1 0 1 0 0,2 1 0 0 0,-1-1-1 0 0,7-7 1 0 0,4-4-4471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48 1612 0 0,'3'-8'2478'0'0,"0"1"0"0"0,1-1-1 0 0,-1 1 1 0 0,12-11 3051 0 0,-17 25-5384 0 0,-45 163 3082 0 0,23-87-2750 0 0,-21 101 6 0 0,39-150-368 0 0,1 0 0 0 0,2 0 0 0 0,2 53-1 0 0,1-83-154 0 0,0-1 0 0 0,1 0 0 0 0,-1 0 0 0 0,1 0 0 0 0,-1 0 0 0 0,1 0 0 0 0,0 0 0 0 0,0 0 0 0 0,0 0 0 0 0,1 0 0 0 0,-1 0 1 0 0,1 0-1 0 0,-1 0 0 0 0,1-1 0 0 0,0 1 0 0 0,3 2 0 0 0,-3-4-220 0 0,0 1 0 0 0,0-1 0 0 0,0 0 0 0 0,0 0 0 0 0,0-1 0 0 0,0 1 0 0 0,1 0 0 0 0,-1-1 0 0 0,0 1 0 0 0,1-1 0 0 0,-1 0 0 0 0,0 0 0 0 0,1 0 0 0 0,-1 0 0 0 0,0 0 0 0 0,1 0 0 0 0,-1-1 0 0 0,0 1 0 0 0,0-1 0 0 0,1 1 0 0 0,-1-1 0 0 0,0 0 0 0 0,3-1 0 0 0,27-15-6457 0 0,-16 5 914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84 2364 0 0,'-75'-24'11818'0'0,"21"7"-5766"0"0,53 17-5321 0 0,14-8-435 0 0,6 4-210 0 0,1 0 0 0 0,0 0 1 0 0,30 0-1 0 0,-6 1-110 0 0,111-8-5091 0 0,-83 7-2814 0 0,-45 3 1795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127 851 536 0 0,'-80'-3'8392'0'0,"70"3"-7836"0"0,9 0-482 0 0,0 0 0 0 0,-1 0 0 0 0,1 1-1 0 0,-1-1 1 0 0,1 1 0 0 0,0-1 0 0 0,-1 1 0 0 0,1 0-1 0 0,0-1 1 0 0,0 1 0 0 0,0 0 0 0 0,-1 0-1 0 0,1 0 1 0 0,0 0 0 0 0,0 0 0 0 0,0 0 0 0 0,0 0-1 0 0,0 0 1 0 0,-1 2 0 0 0,-9 8 2491 0 0,11-10-2501 0 0,0-1 0 0 0,0 0 0 0 0,0 0 0 0 0,0 0-1 0 0,0 0 1 0 0,0 3 1087 0 0,1-3-1087 0 0,-1 1-20 0 0,0-1 1 0 0,1 0-1 0 0,-1 0 0 0 0,0 1 1 0 0,1-1-1 0 0,-1 0 0 0 0,0 0 0 0 0,1 0 1 0 0,-1 1-1 0 0,1-1 0 0 0,-1 0 1 0 0,1 0-1 0 0,-1 0 0 0 0,1 0 0 0 0,-1 0 1 0 0,0 0-1 0 0,1 0 0 0 0,-1 0 1 0 0,1 0-1 0 0,-1 0 0 0 0,1 0 1 0 0,-1 0-1 0 0,1 0 0 0 0,-1 0 0 0 0,1 0 1 0 0,-1 0-1 0 0,0-1 0 0 0,1 1 1 0 0,-1 0-1 0 0,1-1 0 0 0,23-10 42 0 0,-1-1 1 0 0,0-1-1 0 0,-1-1 0 0 0,0-1 1 0 0,-1-1-1 0 0,-1 0 0 0 0,-1-2 1 0 0,0 0-1 0 0,-1-2 0 0 0,-1 0 1 0 0,-1-1-1 0 0,-1 0 0 0 0,22-42 0 0 0,-18 24-163 0 0,-1-2-1 0 0,-2 1 0 0 0,-2-2 1 0 0,-2 0-1 0 0,-2 0 0 0 0,-1-1 1 0 0,4-69-1 0 0,-10 70 27 0 0,0 15-37 0 0,-1 0-1 0 0,-1 0 1 0 0,-4-41 0 0 0,3 68 85 0 0,0 0 1 0 0,0-1-1 0 0,0 1 1 0 0,-1-1-1 0 0,1 1 1 0 0,0 0-1 0 0,0-1 1 0 0,0 1-1 0 0,0-1 0 0 0,0 1 1 0 0,0 0-1 0 0,0-1 1 0 0,-1 1-1 0 0,1 0 1 0 0,0-1-1 0 0,0 1 1 0 0,-1 0-1 0 0,1-1 1 0 0,0 1-1 0 0,0 0 1 0 0,-1 0-1 0 0,1-1 0 0 0,0 1 1 0 0,-1 0-1 0 0,1 0 1 0 0,0-1-1 0 0,-1 1 1 0 0,1 0-1 0 0,0 0 1 0 0,-1 0-1 0 0,1 0 1 0 0,-1 0-1 0 0,1 0 1 0 0,0 0-1 0 0,-1-1 0 0 0,1 1 1 0 0,-1 0-1 0 0,1 0 1 0 0,0 0-1 0 0,-1 1 1 0 0,1-1-1 0 0,-1 0 1 0 0,1 0-1 0 0,0 0 1 0 0,-1 0-1 0 0,1 0 1 0 0,0 0-1 0 0,-1 0 0 0 0,1 1 1 0 0,0-1-1 0 0,-1 0 1 0 0,0 1-1 0 0,-16 14-27 0 0,1 11 27 0 0,2 1 0 0 0,0 0 0 0 0,2 2 0 0 0,-15 46 0 0 0,24-64 9 0 0,-57 183 226 0 0,50-154-140 0 0,2 1 0 0 0,-6 80 1 0 0,14-111-65 0 0,0 1 0 0 0,0 0 1 0 0,1-1-1 0 0,1 1 1 0 0,0 0-1 0 0,0-1 1 0 0,1 0-1 0 0,0 1 1 0 0,6 11-1 0 0,-6-16-12 0 0,0-1 1 0 0,1 1-1 0 0,-1-1 0 0 0,1 0 0 0 0,0 0 1 0 0,0-1-1 0 0,1 1 0 0 0,-1-1 1 0 0,1 0-1 0 0,0 0 0 0 0,0-1 0 0 0,0 1 1 0 0,1-1-1 0 0,-1 0 0 0 0,1-1 0 0 0,0 1 1 0 0,8 1-1 0 0,-4-1-389 0 0,1-1 0 0 0,0 0 0 0 0,0 0 0 0 0,0-2 0 0 0,0 1 0 0 0,0-1 0 0 0,0-1 0 0 0,18-3 0 0 0,-15 1-1349 0 0,0 0-1 0 0,0-1 1 0 0,19-9 0 0 0,-1-2-3219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18 1080 0 0,'-132'-17'10107'0'0,"121"16"-9557"0"0,11 3-210 0 0,21 4-94 0 0,250 8-201 0 0,-91-13-6098 0 0,-140-1 2142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0 256 0 0,'0'0'4962'0'0,"-5"12"-1698"0"0,-5 2-1878 0 0,0 0 1 0 0,1 1-1 0 0,1 0 0 0 0,-9 23 1 0 0,8-16-997 0 0,2-1 1 0 0,0 2-1 0 0,2-1 0 0 0,0 1 1 0 0,-1 33-1 0 0,5-44-310 0 0,1 1 0 0 0,0-1 0 0 0,1 0 0 0 0,1 0 0 0 0,0 0 0 0 0,5 17 0 0 0,-6-25-57 0 0,0 0 1 0 0,1 0-1 0 0,0 0 0 0 0,0 0 0 0 0,0 0 0 0 0,0 0 1 0 0,0-1-1 0 0,1 1 0 0 0,0-1 0 0 0,0 0 1 0 0,0 0-1 0 0,0 0 0 0 0,0 0 0 0 0,0 0 0 0 0,1-1 1 0 0,-1 1-1 0 0,1-1 0 0 0,0 0 0 0 0,0 0 1 0 0,0 0-1 0 0,4 1 0 0 0,-5-2-44 0 0,0-1 0 0 0,0 1 1 0 0,0-1-1 0 0,0 1 0 0 0,0-1 0 0 0,0 0 0 0 0,0 0 0 0 0,0-1 1 0 0,0 1-1 0 0,0 0 0 0 0,0-1 0 0 0,0 0 0 0 0,0 0 0 0 0,0 0 1 0 0,4-2-1 0 0,-3 1-35 0 0,1-1 1 0 0,-1 0 0 0 0,0 0 0 0 0,0-1 0 0 0,0 1-1 0 0,0-1 1 0 0,-1 0 0 0 0,5-5 0 0 0,2-7-112 0 0,0-1 1 0 0,-1 1-1 0 0,12-34 1 0 0,-17 42 173 0 0,41-121-299 0 0,-44 127 259 0 0,3 6-8 0 0,-3-4 42 0 0,-1 0-1 0 0,0 0 0 0 0,1 0 0 0 0,-1 0 0 0 0,0 0 0 0 0,1 0 0 0 0,-1 1 0 0 0,0-1 1 0 0,1 0-1 0 0,-1 0 0 0 0,0 0 0 0 0,1 1 0 0 0,-1-1 0 0 0,0 0 0 0 0,1 0 0 0 0,-1 1 1 0 0,0-1-1 0 0,0 0 0 0 0,1 0 0 0 0,-1 1 0 0 0,0-1 0 0 0,0 0 0 0 0,0 1 0 0 0,1-1 0 0 0,-1 0 1 0 0,0 1-1 0 0,0-1 0 0 0,0 0 0 0 0,0 1 0 0 0,0 0 0 0 0,8 52 121 0 0,-5-27-65 0 0,2 0 1 0 0,14 50-1 0 0,-16-69-29 0 0,0 0 1 0 0,0 0 0 0 0,0 0 0 0 0,1 0 0 0 0,0 0 0 0 0,1-1 0 0 0,-1 0 0 0 0,1 0-1 0 0,1 0 1 0 0,-1 0 0 0 0,1-1 0 0 0,0 0 0 0 0,0 0 0 0 0,11 7 0 0 0,-13-10-6 0 0,1 1 0 0 0,0-1 0 0 0,-1 0 1 0 0,1 0-1 0 0,0-1 0 0 0,0 1 1 0 0,0-1-1 0 0,0 0 0 0 0,0 0 0 0 0,1-1 1 0 0,-1 0-1 0 0,0 0 0 0 0,0 0 0 0 0,0 0 1 0 0,0-1-1 0 0,0 0 0 0 0,1 0 0 0 0,-1 0 1 0 0,-1-1-1 0 0,1 1 0 0 0,0-1 1 0 0,0 0-1 0 0,6-5 0 0 0,-3 2-12 0 0,0-1-1 0 0,-1 0 1 0 0,0 0-1 0 0,0-1 1 0 0,0 0-1 0 0,-1-1 1 0 0,0 1-1 0 0,0-1 1 0 0,-1 0-1 0 0,0-1 1 0 0,6-15-1 0 0,-1-3-23 0 0,-1 0 0 0 0,-2-1 0 0 0,-1 0 0 0 0,-1-1 0 0 0,2-52 0 0 0,-6 75 12 0 0,2-43-248 0 0,-3 48 213 0 0,2 2-24 0 0,4 6 62 0 0,0-1 1 0 0,-1 1 0 0 0,10 13 0 0 0,4 5 16 0 0,-10-16-9 0 0,1-1 1 0 0,0 0-1 0 0,1 0 1 0 0,0-1-1 0 0,0 0 1 0 0,0-1-1 0 0,1-1 1 0 0,0 0-1 0 0,0 0 1 0 0,0-1-1 0 0,1-1 1 0 0,-1 0-1 0 0,17 2 1 0 0,-24-4-9 0 0,0-1-1 0 0,0 1 1 0 0,0-1 0 0 0,1 0 0 0 0,-1-1 0 0 0,0 1 0 0 0,9-3 0 0 0,-9 1-3 0 0,0 0 0 0 0,0-1-1 0 0,-1 1 1 0 0,1-1 0 0 0,-1-1 0 0 0,0 1 0 0 0,1 0 0 0 0,5-9 0 0 0,2 0 119 0 0,-18 16 7 0 0,-18 20-51 0 0,11-7-59 0 0,1 0 0 0 0,1 1 0 0 0,0 1 0 0 0,-8 22 0 0 0,14-30-2 0 0,1 1-1 0 0,0-1 1 0 0,1 0 0 0 0,1 1-1 0 0,-1 0 1 0 0,2-1 0 0 0,0 1 0 0 0,0 0-1 0 0,2 12 1 0 0,-1-20 9 0 0,1 0 1 0 0,-1 1-1 0 0,1-1 0 0 0,0 0 1 0 0,1 0-1 0 0,-1 0 0 0 0,1 0 1 0 0,0 0-1 0 0,0-1 0 0 0,0 1 1 0 0,0-1-1 0 0,0 1 0 0 0,1-1 1 0 0,0 0-1 0 0,0 1 0 0 0,5 3 1 0 0,-3-3 1 0 0,0-1 0 0 0,0 0 0 0 0,0 0 0 0 0,0-1 0 0 0,0 0 0 0 0,1 0 0 0 0,-1 0 0 0 0,1 0 1 0 0,0-1-1 0 0,-1 0 0 0 0,8 1 0 0 0,-3-2 7 0 0,0 1 1 0 0,0-2 0 0 0,0 1-1 0 0,0-1 1 0 0,0-1-1 0 0,0 0 1 0 0,0 0-1 0 0,0-1 1 0 0,-1 0-1 0 0,1 0 1 0 0,-1-1-1 0 0,0-1 1 0 0,15-9-1 0 0,-12 4 35 0 0,-1 0-1 0 0,0-1 1 0 0,-1 0-1 0 0,0-1 1 0 0,0 0-1 0 0,-2-1 1 0 0,1 0-1 0 0,-2 0 1 0 0,0 0-1 0 0,0-1 0 0 0,6-20 1 0 0,-11 25-12 0 0,1 0 0 0 0,-1 0 1 0 0,0 0-1 0 0,-1-1 0 0 0,0 1 0 0 0,-1 0 1 0 0,0-1-1 0 0,-2-16 0 0 0,1 20-37 0 0,-1 0 0 0 0,1 0 0 0 0,-1 0-1 0 0,-1 0 1 0 0,1 0 0 0 0,-1 0 0 0 0,0 1 0 0 0,0-1 0 0 0,0 1-1 0 0,-1 0 1 0 0,0 0 0 0 0,0 0 0 0 0,-9-8 0 0 0,7 9-24 0 0,1-1 1 0 0,-1 2 0 0 0,0-1 0 0 0,0 1 0 0 0,0-1 0 0 0,-1 2 0 0 0,1-1-1 0 0,-1 1 1 0 0,1 0 0 0 0,-1 0 0 0 0,0 1 0 0 0,0 0 0 0 0,0 0 0 0 0,1 0-1 0 0,-1 1 1 0 0,0 0 0 0 0,0 1 0 0 0,-13 2 0 0 0,8-1-612 0 0,0 1 1 0 0,1 0-1 0 0,-1 1 1 0 0,-11 5-1 0 0,10-2-2321 0 0,-1 0 0 0 0,-21 15-1 0 0,20-10-3692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95 40 0 0,'-2'-2'2360'0'0,"-25"-18"4876"0"0,26 19-7133 0 0,0 1 1 0 0,1-1-1 0 0,-1 1 0 0 0,0-1 0 0 0,0 1 0 0 0,0 0 1 0 0,0-1-1 0 0,0 1 0 0 0,0 0 0 0 0,0 0 0 0 0,0 0 1 0 0,1 0-1 0 0,-3 0 0 0 0,2 1-64 0 0,0-1 1 0 0,0 1-1 0 0,-1 0 0 0 0,1 0 1 0 0,0 1-1 0 0,0-1 1 0 0,0 0-1 0 0,0 0 0 0 0,0 0 1 0 0,0 1-1 0 0,1-1 0 0 0,-1 0 1 0 0,0 1-1 0 0,1-1 0 0 0,-1 1 1 0 0,1-1-1 0 0,-1 1 1 0 0,1-1-1 0 0,-1 4 0 0 0,1-2 18 0 0,0 0-1 0 0,1 0 0 0 0,-1 0 0 0 0,1 0 1 0 0,-1-1-1 0 0,1 1 0 0 0,0 0 0 0 0,0 0 1 0 0,0-1-1 0 0,2 4 0 0 0,0 0 84 0 0,1-1 1 0 0,-1 1-1 0 0,1-1 0 0 0,0 0 0 0 0,0 0 1 0 0,1-1-1 0 0,-1 1 0 0 0,1-1 1 0 0,10 6-1 0 0,-10-7-65 0 0,1 0 0 0 0,0 0 0 0 0,0-1 0 0 0,1 0 0 0 0,-1 0 0 0 0,0 0-1 0 0,1-1 1 0 0,-1 0 0 0 0,1 0 0 0 0,-1-1 0 0 0,1 1 0 0 0,-1-2 0 0 0,1 1 0 0 0,-1-1 0 0 0,1 0 0 0 0,7-2 0 0 0,-10 2-60 0 0,-1 0 0 0 0,1-1 0 0 0,0 1-1 0 0,-1-1 1 0 0,0 0 0 0 0,1 0 0 0 0,-1 0 0 0 0,0 0 0 0 0,0-1 0 0 0,0 1 0 0 0,0-1 0 0 0,0 0 0 0 0,-1 0 0 0 0,1 0 0 0 0,-1 0-1 0 0,0 0 1 0 0,0-1 0 0 0,0 1 0 0 0,0-1 0 0 0,-1 1 0 0 0,1-1 0 0 0,-1 0 0 0 0,0 1 0 0 0,0-1 0 0 0,0 0 0 0 0,-1 0 0 0 0,1-5-1 0 0,-1 3-13 0 0,0 0-1 0 0,0 0 0 0 0,0 0 0 0 0,-1 1 0 0 0,0-1 0 0 0,0 0 1 0 0,0 1-1 0 0,-1-1 0 0 0,0 1 0 0 0,0-1 0 0 0,0 1 0 0 0,-1 0 0 0 0,-3-6 1 0 0,4 8-5 0 0,0 1 0 0 0,0-1 1 0 0,0 1-1 0 0,-1 0 0 0 0,1-1 1 0 0,-1 1-1 0 0,1 0 0 0 0,-1 0 1 0 0,0 1-1 0 0,0-1 0 0 0,0 1 1 0 0,0-1-1 0 0,0 1 0 0 0,0 0 1 0 0,0 0-1 0 0,0 0 0 0 0,0 1 1 0 0,0-1-1 0 0,-1 1 0 0 0,1-1 1 0 0,0 1-1 0 0,-1 0 0 0 0,1 1 1 0 0,-5 0-1 0 0,-3 1-3 0 0,0 1-1 0 0,0 0 1 0 0,0 1 0 0 0,1 0 0 0 0,0 1-1 0 0,0 0 1 0 0,0 1 0 0 0,1 0-1 0 0,-10 7 1 0 0,-4 5 25 0 0,1 1 0 0 0,-25 29 0 0 0,33-32-2 0 0,0 0-1 0 0,1 1 0 0 0,1 1 1 0 0,-10 19-1 0 0,18-29-14 0 0,0 0 0 0 0,0 0 0 0 0,1 1 0 0 0,0-1 0 0 0,0 1 0 0 0,1-1 0 0 0,1 1 0 0 0,-1 0 0 0 0,1 0 0 0 0,1 0 0 0 0,-1 0 0 0 0,3 12 0 0 0,-2-18 2 0 0,1 1 0 0 0,0 0 0 0 0,0 0 0 0 0,0 0 0 0 0,1-1 0 0 0,-1 1 0 0 0,1-1 0 0 0,0 1 0 0 0,0-1 0 0 0,0 0 0 0 0,1 0 0 0 0,-1 0 0 0 0,1 0 0 0 0,3 3 0 0 0,-1-2-2 0 0,1 0 0 0 0,-1 0-1 0 0,1-1 1 0 0,-1 0 0 0 0,1 0-1 0 0,0 0 1 0 0,12 3 0 0 0,4-1-260 0 0,1-1 1 0 0,0-1 0 0 0,39 1-1 0 0,-60-4 218 0 0,57 1-2105 0 0,0-2-1 0 0,-1-3 1 0 0,107-21-1 0 0,-112 12-1402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344 214 656 0 0,'6'-15'1033'0'0,"0"-1"0"0"0,-2 0 1 0 0,0 0-1 0 0,0 0 0 0 0,-2-1 0 0 0,0 1 0 0 0,0-1 1 0 0,-2 1-1 0 0,0-1 0 0 0,-4-25 0 0 0,4 42-1005 0 0,-1-1 1 0 0,1 0-1 0 0,-1 1 0 0 0,1-1 0 0 0,-1 1 0 0 0,1-1 1 0 0,-1 0-1 0 0,1 1 0 0 0,-1-1 0 0 0,1 1 0 0 0,-1-1 1 0 0,1 1-1 0 0,-1 0 0 0 0,0-1 0 0 0,1 1 0 0 0,-1 0 1 0 0,0-1-1 0 0,0 1 0 0 0,1 0 0 0 0,-1 0 0 0 0,0 0 1 0 0,0-1-1 0 0,1 1 0 0 0,-1 0 0 0 0,0 0 0 0 0,0 0 1 0 0,1 0-1 0 0,-1 0 0 0 0,0 1 0 0 0,0-1 0 0 0,1 0 1 0 0,-1 0-1 0 0,0 0 0 0 0,-1 1 0 0 0,-25 8 390 0 0,10 0-211 0 0,2 1 0 0 0,-1 1 0 0 0,1 0 0 0 0,1 1 0 0 0,-23 24 0 0 0,11-7 39 0 0,-39 56-1 0 0,55-70-205 0 0,1 1 0 0 0,0 0 0 0 0,2 0 0 0 0,-1 1 0 0 0,2 0 0 0 0,-8 31 0 0 0,14-45-29 0 0,-1-1 0 0 0,1 0 0 0 0,-1 1 0 0 0,1-1 1 0 0,0 1-1 0 0,-1-1 0 0 0,1 1 0 0 0,0-1 0 0 0,1 1 1 0 0,-1-1-1 0 0,0 0 0 0 0,1 1 0 0 0,0-1 0 0 0,-1 1 1 0 0,1-1-1 0 0,0 0 0 0 0,0 0 0 0 0,0 1 0 0 0,0-1 0 0 0,1 0 1 0 0,-1 0-1 0 0,1 0 0 0 0,-1 0 0 0 0,1 0 0 0 0,0-1 1 0 0,-1 1-1 0 0,1 0 0 0 0,0-1 0 0 0,0 0 0 0 0,0 1 1 0 0,1-1-1 0 0,-1 0 0 0 0,0 0 0 0 0,0 0 0 0 0,1 0 0 0 0,-1 0 1 0 0,0-1-1 0 0,1 1 0 0 0,2 0 0 0 0,4 0 11 0 0,-1 0 0 0 0,1 0 0 0 0,0-1 0 0 0,0 0 0 0 0,0 0 0 0 0,0-1 0 0 0,-1 0 0 0 0,1-1 0 0 0,12-3-1 0 0,-8 0-20 0 0,-1 0 0 0 0,0-1-1 0 0,0 0 1 0 0,-1-1-1 0 0,0 0 1 0 0,0-1-1 0 0,0 0 1 0 0,-1-1 0 0 0,-1 0-1 0 0,17-19 1 0 0,-1-5 251 0 0,-1-2 1 0 0,20-39 0 0 0,-16 26 913 0 0,-17 35-960 0 0,-11 13-203 0 0,0 0-1 0 0,0 0 1 0 0,1 0 0 0 0,-1 0-1 0 0,0 0 1 0 0,0 1-1 0 0,0-1 1 0 0,0 0-1 0 0,1 0 1 0 0,-1 0-1 0 0,0 1 1 0 0,0-1 0 0 0,0 0-1 0 0,0 0 1 0 0,0 0-1 0 0,0 1 1 0 0,0-1-1 0 0,1 0 1 0 0,-1 0 0 0 0,0 0-1 0 0,0 1 1 0 0,0-1-1 0 0,0 0 1 0 0,0 0-1 0 0,0 1 1 0 0,0-1 0 0 0,0 0-1 0 0,0 0 1 0 0,0 0-1 0 0,0 1 1 0 0,0-1-1 0 0,0 0 1 0 0,0 0-1 0 0,-1 1 1 0 0,1-1 0 0 0,-6 34 52 0 0,-247 683 3302 0 0,187-545-3157 0 0,-78 253-386 0 0,142-411-2499 0 0,30-32-7464 0 0,-12 0 3626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33 131 2140 0 0,'40'-124'12517'0'0,"-40"122"-12197"0"0,5-3 426 0 0,-9 16-394 0 0,-44 185 973 0 0,38-150 4915 0 0,8-38-6613 0 0,2-6 373 0 0,-12 91 63 0 0,11-86-55 0 0,1 1 0 0 0,0 0 0 0 0,0 0 0 0 0,1 0 0 0 0,0-1 0 0 0,1 1 0 0 0,3 12-1 0 0,-5-19-5 0 0,1 1 0 0 0,0-1 0 0 0,0 0 0 0 0,0 1 0 0 0,0-1 0 0 0,0 0 0 0 0,0 0 0 0 0,0 0 0 0 0,0 0 0 0 0,0 0 0 0 0,0 0 0 0 0,1 0 0 0 0,-1 0 0 0 0,0 0 0 0 0,1 0 0 0 0,-1-1 0 0 0,0 1 0 0 0,1-1 0 0 0,-1 1 0 0 0,1-1 0 0 0,-1 1 0 0 0,1-1 0 0 0,-1 0 0 0 0,1 0 0 0 0,0 0 0 0 0,-1 0 0 0 0,1 0 0 0 0,-1 0 0 0 0,1 0 0 0 0,-1 0 0 0 0,4-1 0 0 0,1 0-13 0 0,1-1 0 0 0,-1 0 0 0 0,0 0-1 0 0,1 0 1 0 0,9-6 0 0 0,-2 0-120 0 0,-1-1 0 0 0,0-1 0 0 0,0 0 0 0 0,-1-1 0 0 0,0 0 0 0 0,-1-1 0 0 0,18-25 0 0 0,-13 14 41 0 0,-2 0-1 0 0,0-1 1 0 0,18-47 0 0 0,-25 50 35 0 0,-1 1 0 0 0,-1-1 0 0 0,3-24 0 0 0,-8 45 48 0 0,0 0-1 0 0,0-1 0 0 0,0 1 0 0 0,0 0 0 0 0,0 0 1 0 0,0-1-1 0 0,0 1 0 0 0,0 0 0 0 0,0 0 0 0 0,0-1 1 0 0,0 1-1 0 0,0 0 0 0 0,0 0 0 0 0,0-1 0 0 0,0 1 1 0 0,0 0-1 0 0,0 0 0 0 0,0-1 0 0 0,0 1 1 0 0,0 0-1 0 0,0 0 0 0 0,0-1 0 0 0,0 1 0 0 0,0 0 1 0 0,0 0-1 0 0,-1 0 0 0 0,1-1 0 0 0,0 1 0 0 0,0 0 1 0 0,0 0-1 0 0,0 0 0 0 0,-1-1 0 0 0,1 1 0 0 0,0 0 1 0 0,0 0-1 0 0,0 0 0 0 0,-1 0 0 0 0,1 0 0 0 0,0 0 1 0 0,0-1-1 0 0,-1 1 0 0 0,-10 7-90 0 0,-10 15 10 0 0,14-12 83 0 0,1 0 0 0 0,1 1 0 0 0,0-1 0 0 0,0 1 0 0 0,1 0 0 0 0,0 1 0 0 0,1-1 0 0 0,0 1 0 0 0,-1 15 0 0 0,3-19-55 0 0,0 0 0 0 0,1-1-1 0 0,0 1 1 0 0,0 0 0 0 0,1 0 0 0 0,0 0 0 0 0,0-1-1 0 0,1 1 1 0 0,0 0 0 0 0,0-1 0 0 0,1 0-1 0 0,0 1 1 0 0,0-1 0 0 0,0 0 0 0 0,6 8 0 0 0,-5-11-274 0 0,0 0 1 0 0,0 0-1 0 0,0-1 1 0 0,0 1-1 0 0,1-1 1 0 0,0 0 0 0 0,-1 0-1 0 0,1-1 1 0 0,0 1-1 0 0,1-1 1 0 0,-1 0 0 0 0,10 2-1 0 0,0 0-1743 0 0,1-1-1 0 0,-1-1 1 0 0,21 0 0 0 0,-9-2-3110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265 125 36 0 0,'-1'-15'2867'0'0,"1"1"1"0"0,3-27-1 0 0,-1 1 655 0 0,-2 39-3471 0 0,0 1 1 0 0,0-1-1 0 0,0 1 1 0 0,0-1-1 0 0,0 0 1 0 0,0 1-1 0 0,0-1 1 0 0,-1 1-1 0 0,1-1 1 0 0,0 1-1 0 0,0-1 1 0 0,0 1-1 0 0,-1-1 1 0 0,1 1-1 0 0,0-1 1 0 0,-1 1-1 0 0,1-1 1 0 0,0 1-1 0 0,-1 0 1 0 0,1-1-1 0 0,-1 1 1 0 0,1-1-1 0 0,0 1 0 0 0,-1 0 1 0 0,1-1-1 0 0,-1 1 1 0 0,0 0-1 0 0,-18-1 502 0 0,14 2-504 0 0,-1 1-1 0 0,1-1 0 0 0,0 1 1 0 0,-9 4-1 0 0,-6 6 5 0 0,0 1 1 0 0,1 0-1 0 0,1 1 1 0 0,0 1-1 0 0,-17 18 1 0 0,27-24-39 0 0,0 0 1 0 0,0 1 0 0 0,1 0-1 0 0,0 0 1 0 0,1 1-1 0 0,0-1 1 0 0,1 1 0 0 0,0 1-1 0 0,0-1 1 0 0,1 1-1 0 0,-3 15 1 0 0,7-26-7 0 0,0 0 0 0 0,-1 1-1 0 0,1-1 1 0 0,0 0 0 0 0,0 0 0 0 0,0 0-1 0 0,0 0 1 0 0,0 0 0 0 0,0 0 0 0 0,0 1 0 0 0,1-1-1 0 0,-1 0 1 0 0,0 0 0 0 0,1 0 0 0 0,-1 0 0 0 0,0 0-1 0 0,1 0 1 0 0,-1 0 0 0 0,1 0 0 0 0,0 0-1 0 0,-1 0 1 0 0,1 0 0 0 0,0 0 0 0 0,0-1 0 0 0,-1 1-1 0 0,1 0 1 0 0,0 0 0 0 0,0-1 0 0 0,0 1-1 0 0,0 0 1 0 0,0-1 0 0 0,0 1 0 0 0,0-1 0 0 0,0 0-1 0 0,0 1 1 0 0,0-1 0 0 0,0 0 0 0 0,0 1-1 0 0,2-1 1 0 0,1 0 11 0 0,0 1-1 0 0,0-1 0 0 0,0 0 1 0 0,0-1-1 0 0,0 1 0 0 0,0-1 1 0 0,0 0-1 0 0,0 0 0 0 0,7-3 1 0 0,-4 1-7 0 0,1-2 0 0 0,-1 1 0 0 0,1-1 0 0 0,-1 0-1 0 0,0 0 1 0 0,-1-1 0 0 0,1 0 0 0 0,-1 0 0 0 0,8-12 0 0 0,3-5-15 0 0,21-40-1 0 0,-13 18-63 0 0,-23 43 44 0 0,2 0-18 0 0,0 1 6 0 0,-2 10 6 0 0,-6 51-12 0 0,2-33 91 0 0,1-1 1 0 0,2 29-1 0 0,-1-48-95 0 0,1 0 0 0 0,0 0-1 0 0,0-1 1 0 0,1 1 0 0 0,0-1-1 0 0,0 1 1 0 0,1-1 0 0 0,-1 0-1 0 0,1 0 1 0 0,1 0 0 0 0,-1 0-1 0 0,1 0 1 0 0,5 5 0 0 0,-7-9-158 0 0,0 0 1 0 0,0 0 0 0 0,1 0 0 0 0,-1-1 0 0 0,1 1-1 0 0,-1-1 1 0 0,1 0 0 0 0,-1 1 0 0 0,1-1 0 0 0,0 0-1 0 0,0-1 1 0 0,-1 1 0 0 0,1 0 0 0 0,0-1 0 0 0,5 1-1 0 0,26-3-4685 0 0,-11-3 521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1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140 165 1536 0 0,'11'-164'13687'0'0,"-23"178"-13017"0"0,-2 30-326 0 0,2 2 0 0 0,2 0 0 0 0,-4 52 1 0 0,6-44-163 0 0,-21 117 184 0 0,-9 63 135 0 0,31-169-746 0 0,1 105 1 0 0,6-158-421 0 0,1 0 0 0 0,1-1 0 0 0,4 21 0 0 0,-4-27-285 0 0,0 0 0 0 0,0 0 0 0 0,0 0 0 0 0,0 0 0 0 0,1 0 0 0 0,4 5 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2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1 255 600 0 0,'25'-108'15393'0'0,"-23"98"-13464"0"0,-2 8-1327 0 0,0 4-290 0 0,-9 54-15 0 0,4-30-216 0 0,1-1 1 0 0,2 1-1 0 0,0-1 0 0 0,2 1 0 0 0,4 42 0 0 0,-4-65-135 0 0,0 0 0 0 0,1 0-1 0 0,0 0 1 0 0,0 0 0 0 0,0 0-1 0 0,0 0 1 0 0,0 0-1 0 0,0 0 1 0 0,1 0 0 0 0,0-1-1 0 0,-1 1 1 0 0,1 0 0 0 0,0-1-1 0 0,0 0 1 0 0,0 1-1 0 0,1-1 1 0 0,-1 0 0 0 0,0 0-1 0 0,1 0 1 0 0,0 0 0 0 0,-1-1-1 0 0,1 1 1 0 0,4 1-1 0 0,-2-2-200 0 0,0 0 0 0 0,0 0 0 0 0,-1-1 0 0 0,1 1 0 0 0,0-1 0 0 0,0 0 0 0 0,0-1 0 0 0,-1 1 0 0 0,1-1 0 0 0,0 0-1 0 0,0 0 1 0 0,-1 0 0 0 0,1-1 0 0 0,-1 1 0 0 0,5-4 0 0 0,2 0 36 0 0,-1-1 0 0 0,0-1-1 0 0,-1 0 1 0 0,0 0 0 0 0,0-1 0 0 0,0 0-1 0 0,-1 0 1 0 0,0-1 0 0 0,-1 0 0 0 0,0-1-1 0 0,0 1 1 0 0,5-13 0 0 0,3-7 1587 0 0,-1 0-1 0 0,-2 0 1 0 0,11-40 0 0 0,-16 49-415 0 0,-3 14-813 0 0,-2 13 151 0 0,-4 41-250 0 0,0-26-21 0 0,1 1-1 0 0,3 27 1 0 0,-2-44-2 0 0,1 0-1 0 0,0 0 0 0 0,0-1 1 0 0,1 1-1 0 0,0 0 0 0 0,0-1 1 0 0,0 1-1 0 0,0-1 0 0 0,1 0 0 0 0,0 0 1 0 0,0 0-1 0 0,1 0 0 0 0,5 7 1 0 0,-5-9 3 0 0,-1-1 0 0 0,1 1 0 0 0,0 0 1 0 0,0-1-1 0 0,0 0 0 0 0,0 0 0 0 0,0 0 0 0 0,0 0 1 0 0,1-1-1 0 0,-1 0 0 0 0,0 0 0 0 0,1 0 0 0 0,-1 0 1 0 0,1-1-1 0 0,-1 1 0 0 0,1-1 0 0 0,0 0 0 0 0,-1-1 1 0 0,1 1-1 0 0,-1-1 0 0 0,1 0 0 0 0,-1 0 0 0 0,7-3 1 0 0,-4 2-6 0 0,0-1 1 0 0,0 0-1 0 0,0 0 1 0 0,0-1 0 0 0,0 0-1 0 0,-1 0 1 0 0,0 0-1 0 0,0-1 1 0 0,0 0 0 0 0,0 0-1 0 0,-1-1 1 0 0,0 1 0 0 0,5-9-1 0 0,-3 3-1 0 0,-1 0 0 0 0,-1-1 0 0 0,0 0 0 0 0,-1 0 0 0 0,0 0 0 0 0,0-1 0 0 0,-2 0 0 0 0,1 1 0 0 0,0-23 0 0 0,-3 25-11 0 0,0-1 0 0 0,0 0 0 0 0,-1 1 0 0 0,0-1 0 0 0,-1 1 0 0 0,0-1 0 0 0,-1 1 0 0 0,0 0 0 0 0,-1 0 0 0 0,0 0 0 0 0,0 0 0 0 0,-8-10 0 0 0,10 16-15 0 0,0 1 1 0 0,0 0-1 0 0,-1 0 0 0 0,1 1 0 0 0,-1-1 1 0 0,0 0-1 0 0,0 1 0 0 0,0 0 0 0 0,0-1 1 0 0,0 1-1 0 0,0 0 0 0 0,0 1 0 0 0,-1-1 1 0 0,1 1-1 0 0,-1-1 0 0 0,1 1 0 0 0,-7-1 1 0 0,4 1-8 0 0,1 1 0 0 0,-1 0 0 0 0,1 0 0 0 0,-1 1 0 0 0,1 0 0 0 0,-1-1 1 0 0,1 2-1 0 0,0-1 0 0 0,-1 1 0 0 0,1 0 0 0 0,-5 2 0 0 0,-3 3-14 0 0,1 0 0 0 0,0 0 0 0 0,0 1-1 0 0,1 1 1 0 0,0 0 0 0 0,0 0 0 0 0,1 1-1 0 0,-14 19 1 0 0,14-17 18 0 0,2 2 0 0 0,-1-1-1 0 0,2 1 1 0 0,-11 24 0 0 0,16-32 14 0 0,0-1 0 0 0,0 0-1 0 0,1 1 1 0 0,0 0 0 0 0,0-1 0 0 0,0 1 0 0 0,1 0-1 0 0,0-1 1 0 0,0 1 0 0 0,0 0 0 0 0,0-1-1 0 0,1 1 1 0 0,0 0 0 0 0,1-1 0 0 0,-1 1 0 0 0,3 5-1 0 0,-2-7-34 0 0,1 0-1 0 0,0 0 0 0 0,0-1 0 0 0,0 1 0 0 0,0-1 0 0 0,0 0 1 0 0,1 1-1 0 0,-1-1 0 0 0,1-1 0 0 0,0 1 0 0 0,0-1 0 0 0,0 1 1 0 0,0-1-1 0 0,0 0 0 0 0,1-1 0 0 0,-1 1 0 0 0,0-1 0 0 0,10 2 1 0 0,4 0-492 0 0,1 0 0 0 0,0-1 0 0 0,23-2 1 0 0,-23 0 175 0 0,1-1 1 0 0,-1-2-1 0 0,0 0 0 0 0,1-1 1 0 0,-1 0-1 0 0,-1-2 1 0 0,1 0-1 0 0,-1-1 1 0 0,0-1-1 0 0,19-12 0 0 0,-14 6 330 0 0,-1-1 1 0 0,0-2-1 0 0,-1 0 0 0 0,-1-1 0 0 0,-1-1 0 0 0,30-38 0 0 0,11-23 3341 0 0,-59 78-3192 0 0,0 2-124 0 0,0 0-1 0 0,-1 0 1 0 0,1 0-1 0 0,-1 0 1 0 0,1 0-1 0 0,0 1 1 0 0,-1-1-1 0 0,1 0 1 0 0,-1 0 0 0 0,1 0-1 0 0,-1 1 1 0 0,1-1-1 0 0,-1 0 1 0 0,1 1-1 0 0,-1-1 1 0 0,1 0-1 0 0,-1 1 1 0 0,1-1-1 0 0,-1 1 1 0 0,0-1 0 0 0,1 1-1 0 0,-4 43 51 0 0,-2-1 0 0 0,-2 0 0 0 0,-2 0 0 0 0,-16 48-1 0 0,13-52 1894 0 0,12-40-1938 0 0,-1 1 0 0 0,1-1 0 0 0,-1 1 0 0 0,1-1 0 0 0,0 1-1 0 0,-1-1 1 0 0,1 1 0 0 0,0-1 0 0 0,-1 0 0 0 0,1 1 0 0 0,0-1 0 0 0,0 0-1 0 0,-1 1 1 0 0,1-1 0 0 0,0 0 0 0 0,0 1 0 0 0,0-1 0 0 0,0 0 0 0 0,0 1-1 0 0,0-1 1 0 0,0 0 0 0 0,0 1 0 0 0,0-1 0 0 0,1 0 0 0 0,-1 1 0 0 0,0-1-1 0 0,0 0 1 0 0,1 0 0 0 0,5-23 42 0 0,1 5-43 0 0,1 1 0 0 0,2-1 0 0 0,-1 1-1 0 0,2 1 1 0 0,1 0 0 0 0,15-18 0 0 0,-17 23-26 0 0,1 1 1 0 0,0 0 0 0 0,1 0 0 0 0,0 1-1 0 0,1 0 1 0 0,0 1 0 0 0,1 1-1 0 0,19-10 1 0 0,-28 16-3 0 0,0 0 0 0 0,-1 0 0 0 0,1 1 0 0 0,0 0 0 0 0,0 0 0 0 0,0 0 0 0 0,0 0 0 0 0,0 1 0 0 0,0 0 0 0 0,0 0 0 0 0,0 0 0 0 0,0 1 0 0 0,0-1 0 0 0,0 1 0 0 0,-1 0 0 0 0,1 1 0 0 0,0-1 0 0 0,5 3 0 0 0,-7-2 9 0 0,1 1 1 0 0,-1-1-1 0 0,1 1 1 0 0,-1-1-1 0 0,0 1 1 0 0,0 0-1 0 0,0 1 1 0 0,0-1-1 0 0,0 0 0 0 0,-1 1 1 0 0,1-1-1 0 0,-1 1 1 0 0,0 0-1 0 0,0 0 1 0 0,-1 0-1 0 0,1 0 1 0 0,-1 0-1 0 0,0 0 1 0 0,0 0-1 0 0,1 9 1 0 0,-1 2 7 0 0,-1-1 0 0 0,0 1 0 0 0,-5 25 1 0 0,0 14-3453 0 0,5-53 3291 0 0,0 0-1 0 0,0 0 1 0 0,0 0-1 0 0,1 0 1 0 0,-1 0 0 0 0,0 0-1 0 0,0 0 1 0 0,1 0-1 0 0,-1 0 1 0 0,0 0 0 0 0,1 0-1 0 0,-1 0 1 0 0,1 0-1 0 0,-1 0 1 0 0,1 0 0 0 0,0 0-1 0 0,-1 0 1 0 0,1-1 0 0 0,0 1-1 0 0,0 0 1 0 0,-1 0-1 0 0,1-1 1 0 0,0 1 0 0 0,0-1-1 0 0,1 1 1 0 0,0 0-366 0 0,1 0 0 0 0,0 0 0 0 0,-1 0-1 0 0,1 0 1 0 0,0-1 0 0 0,0 0 0 0 0,4 1 0 0 0,11-2-2395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192 154 536 0 0,'9'-10'1350'0'0,"-1"-1"-1"0"0,-1 0 1 0 0,0 0 0 0 0,0-1 0 0 0,-1 0-1 0 0,-1 0 1 0 0,0-1 0 0 0,-1 1 0 0 0,4-16-1 0 0,-8 27-1313 0 0,0 0-1 0 0,1 1 1 0 0,-1-1-1 0 0,0 0 0 0 0,0 1 1 0 0,0-1-1 0 0,0 0 1 0 0,0 1-1 0 0,0-1 1 0 0,0 0-1 0 0,0 1 0 0 0,0-1 1 0 0,0 0-1 0 0,-1 1 1 0 0,1-1-1 0 0,0 0 0 0 0,0 1 1 0 0,-1-1-1 0 0,1 0 1 0 0,0 1-1 0 0,-1-1 1 0 0,1 1-1 0 0,0-1 0 0 0,-1 1 1 0 0,1-1-1 0 0,-1 1 1 0 0,1-1-1 0 0,-1 1 1 0 0,1-1-1 0 0,-1 1 0 0 0,1 0 1 0 0,-1-1-1 0 0,0 1 1 0 0,1 0-1 0 0,-1-1 1 0 0,1 1-1 0 0,-1 0 0 0 0,0 0 1 0 0,1 0-1 0 0,-1-1 1 0 0,0 1-1 0 0,1 0 0 0 0,-1 0 1 0 0,0 0-1 0 0,0 0 1 0 0,1 0-1 0 0,-1 0 1 0 0,0 0-1 0 0,1 1 0 0 0,-1-1 1 0 0,0 0-1 0 0,0 1 1 0 0,-3-1-5 0 0,0 1 0 0 0,0 0 0 0 0,0 1 1 0 0,1-1-1 0 0,-1 0 0 0 0,0 1 1 0 0,-4 3-1 0 0,5-3-25 0 0,0 0 0 0 0,1 0 1 0 0,-1 0-1 0 0,1 0 0 0 0,0 0 1 0 0,-1 1-1 0 0,1-1 0 0 0,0 1 1 0 0,0 0-1 0 0,1-1 0 0 0,-1 1 1 0 0,0 0-1 0 0,1 0 0 0 0,0 0 1 0 0,0 0-1 0 0,0 0 0 0 0,0 0 1 0 0,0 1-1 0 0,1-1 0 0 0,-1 0 1 0 0,1 6-1 0 0,1-3 0 0 0,0-1 0 0 0,0 1 0 0 0,1-1 0 0 0,0 1 0 0 0,0-1 0 0 0,0 0 0 0 0,1 1 1 0 0,-1-1-1 0 0,1-1 0 0 0,1 1 0 0 0,4 7 0 0 0,13 14 115 0 0,72 103 1247 0 0,-92-128-1168 0 0,0 0 0 0 0,0 0 0 0 0,0 0 0 0 0,-1 0 0 0 0,1 1 0 0 0,-1-1 0 0 0,1 0 0 0 0,-1 1 0 0 0,1-1 0 0 0,-1 0 0 0 0,0 1 0 0 0,1-1 0 0 0,-1 0 0 0 0,0 1 0 0 0,0-1 0 0 0,0 1 0 0 0,0-1 0 0 0,0 0 0 0 0,0 1-1 0 0,-1-1 1 0 0,1 0 0 0 0,0 1 0 0 0,-1 1 0 0 0,-1-2-38 0 0,1 1-1 0 0,0-1 1 0 0,0 0-1 0 0,0 1 0 0 0,-1-1 1 0 0,1 0-1 0 0,-1 0 1 0 0,1 0-1 0 0,-1 0 1 0 0,1 0-1 0 0,-1 0 1 0 0,1-1-1 0 0,-1 1 0 0 0,0-1 1 0 0,-2 2-1 0 0,-4-1 31 0 0,0 1-1 0 0,0-1 0 0 0,-1-1 0 0 0,1 0 1 0 0,0 0-1 0 0,-13-2 0 0 0,6 0-626 0 0,0-2 1 0 0,1 0-1 0 0,-1-1 0 0 0,1-1 0 0 0,-15-7 1 0 0,-18-14-4403 0 0,2-5-3367 0 0,19 10-326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3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63 1720 0 0,'-10'-5'2403'0'0,"-40"-21"10207"0"0,20 6-8566 0 0,29 19-3702 0 0,0 0-410 0 0,1 0 0 0 0,-1 1-1 0 0,0-1 1 0 0,1 0 0 0 0,-1 1-1 0 0,0-1 1 0 0,1 0 0 0 0,-1 1-1 0 0,0 0 1 0 0,0-1-1 0 0,0 1 1 0 0,0-1 0 0 0,1 1-1 0 0,-1 0 1 0 0,0-1 0 0 0,0 1-1 0 0,0 0 1 0 0,0 0 0 0 0,0 0-1 0 0,0 0 1 0 0,0 0 0 0 0,-1 0-1 0 0,-19-2-4979 0 0,-9 6-7047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0 164 0 0,'-92'35'10788'0'0,"92"-35"-10728"0"0,-1 0 0 0 0,1 0 0 0 0,-1 1 0 0 0,0-1 0 0 0,1 0 0 0 0,-1 0 0 0 0,1 1 1 0 0,-1-1-1 0 0,1 0 0 0 0,-1 1 0 0 0,1-1 0 0 0,-1 0 0 0 0,1 1 0 0 0,-1-1 0 0 0,1 1 0 0 0,0-1 0 0 0,-1 1 1 0 0,1-1-1 0 0,0 1 0 0 0,-1 0 0 0 0,7 6 989 0 0,22 0-179 0 0,55 0-817 0 0,89-4 1 0 0,-3-9-6381 0 0,-98 3 818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60 329 356 0 0,'0'0'1538'0'0,"-3"0"-338"0"0,-8 0-268 0 0,8 0-176 0 0,-20 9 1914 0 0,3 10 3992 0 0,32-23-5809 0 0,9-6-741 0 0,-1 0-1 0 0,0-1 0 0 0,-1-1 0 0 0,0-1 0 0 0,-1-1 0 0 0,0 0 0 0 0,-1-1 1 0 0,-1-1-1 0 0,-1-1 0 0 0,0 0 0 0 0,-1-1 0 0 0,-1 0 0 0 0,19-36 1 0 0,-29 50-118 0 0,-1 0 0 0 0,-1 0 0 0 0,1 0 0 0 0,-1 0 0 0 0,1 0 1 0 0,-1 0-1 0 0,0-1 0 0 0,-1 1 0 0 0,1 0 0 0 0,-1 0 0 0 0,0-1 1 0 0,0 1-1 0 0,0 0 0 0 0,0-1 0 0 0,-1 1 0 0 0,0 0 0 0 0,0 0 1 0 0,0-1-1 0 0,0 1 0 0 0,-1 0 0 0 0,1 0 0 0 0,-1 0 0 0 0,-4-6 1 0 0,5 10-4 0 0,-1-1 1 0 0,1 0 0 0 0,0 0-1 0 0,-1 0 1 0 0,1 1 0 0 0,0-1-1 0 0,-1 1 1 0 0,1-1 0 0 0,-1 1-1 0 0,1 0 1 0 0,-1-1 0 0 0,1 1-1 0 0,-1 0 1 0 0,1 0 0 0 0,-1 0-1 0 0,-2 0 1 0 0,-26 7-174 0 0,28-6 159 0 0,-1 0 1 0 0,1 0-1 0 0,-1 0 0 0 0,1 1 0 0 0,0-1 1 0 0,0 1-1 0 0,0 0 0 0 0,0 0 0 0 0,0 0 1 0 0,0 0-1 0 0,0 0 0 0 0,0 0 0 0 0,1 0 1 0 0,-1 0-1 0 0,1 1 0 0 0,0-1 1 0 0,-2 4-1 0 0,3-6 25 0 0,0 1 0 0 0,0 0 1 0 0,1 0-1 0 0,-1 0 0 0 0,0 0 0 0 0,0 0 1 0 0,0 0-1 0 0,1 0 0 0 0,-1-1 1 0 0,1 1-1 0 0,-1 0 0 0 0,0 0 1 0 0,1 0-1 0 0,-1-1 0 0 0,1 1 0 0 0,0 0 1 0 0,-1-1-1 0 0,1 1 0 0 0,0 0 1 0 0,-1-1-1 0 0,1 1 0 0 0,0-1 0 0 0,0 1 1 0 0,-1-1-1 0 0,3 1 0 0 0,19 10 23 0 0,9-2-33 0 0,1-1-1 0 0,52 5 1 0 0,-46-8-31 0 0,46 12 1 0 0,-72-13-27 0 0,-7-4 58 0 0,-1 1 1 0 0,0 1-1 0 0,0-1 0 0 0,0 1 1 0 0,0-1-1 0 0,0 1 0 0 0,5 3 0 0 0,-8-4-1 0 0,0 0 0 0 0,0 0 0 0 0,0 0-1 0 0,-1 0 1 0 0,1 0 0 0 0,0 1-1 0 0,0-1 1 0 0,-1 0 0 0 0,1 0-1 0 0,-1 0 1 0 0,1 1 0 0 0,-1-1-1 0 0,0 0 1 0 0,1 1 0 0 0,-1-1-1 0 0,0 0 1 0 0,0 1 0 0 0,0-1 0 0 0,0 0-1 0 0,0 1 1 0 0,0-1 0 0 0,0 0-1 0 0,0 1 1 0 0,-1-1 0 0 0,1 0-1 0 0,0 1 1 0 0,-1-1 0 0 0,0 2-1 0 0,-7 14-21 0 0,0 0-1 0 0,-16 26 0 0 0,-1 1 7 0 0,25-43 30 0 0,-1 0 0 0 0,0 0 1 0 0,1 0-1 0 0,-1 0 0 0 0,1 0 1 0 0,-1 1-1 0 0,1-1 0 0 0,0 0 1 0 0,-1 0-1 0 0,1 1 1 0 0,0-1-1 0 0,0 0 0 0 0,0 0 1 0 0,0 1-1 0 0,0-1 0 0 0,0 0 1 0 0,0 0-1 0 0,0 1 0 0 0,1-1 1 0 0,-1 0-1 0 0,0 0 0 0 0,1 1 1 0 0,0 1-1 0 0,0-2 3 0 0,0 0 1 0 0,1 0-1 0 0,-1 0 1 0 0,0 0-1 0 0,0 0 0 0 0,1 0 1 0 0,-1-1-1 0 0,1 1 0 0 0,-1 0 1 0 0,1-1-1 0 0,-1 1 0 0 0,1-1 1 0 0,-1 0-1 0 0,1 1 1 0 0,-1-1-1 0 0,3 0 0 0 0,6 0 23 0 0,0 0-1 0 0,0 0 0 0 0,0-1 0 0 0,15-3 1 0 0,-4-1 7 0 0,0 0 1 0 0,-1-2-1 0 0,1 0 0 0 0,-1-1 1 0 0,-1-1-1 0 0,0-1 1 0 0,22-14-1 0 0,-29 15-14 0 0,-1 0 1 0 0,0 0-1 0 0,0-1 0 0 0,-1-1 1 0 0,0 0-1 0 0,-1 0 0 0 0,0 0 0 0 0,-1-1 1 0 0,0-1-1 0 0,-1 0 0 0 0,9-20 0 0 0,-16 32-29 0 0,1 0-1 0 0,-1 0 0 0 0,1 0 0 0 0,-1 0 0 0 0,1 0 0 0 0,-1 0 1 0 0,0 0-1 0 0,1 0 0 0 0,-1 0 0 0 0,0-1 0 0 0,0 1 0 0 0,0 0 0 0 0,0 0 1 0 0,0 0-1 0 0,0 0 0 0 0,0 0 0 0 0,0-1 0 0 0,0 1 0 0 0,-1 0 0 0 0,1 0 1 0 0,0 0-1 0 0,-1 0 0 0 0,1 0 0 0 0,-1 0 0 0 0,1 0 0 0 0,-2-2 0 0 0,1 3 1 0 0,-1-1 0 0 0,1 1 0 0 0,0-1-1 0 0,-1 1 1 0 0,1 0 0 0 0,0-1-1 0 0,-1 1 1 0 0,1 0 0 0 0,0 0-1 0 0,-1 0 1 0 0,1 0 0 0 0,-1 0-1 0 0,1 0 1 0 0,0 1 0 0 0,-1-1 0 0 0,1 0-1 0 0,0 1 1 0 0,-1-1 0 0 0,1 1-1 0 0,0-1 1 0 0,0 1 0 0 0,-2 0-1 0 0,-11 7-28 0 0,1-1-1 0 0,0 1 0 0 0,0 1 1 0 0,0 1-1 0 0,1 0 0 0 0,1 0 1 0 0,0 1-1 0 0,0 0 0 0 0,1 1 1 0 0,1 0-1 0 0,0 1 0 0 0,-12 22 0 0 0,19-32 31 0 0,0 0-1 0 0,1 0 0 0 0,0 0 0 0 0,-1 0 0 0 0,1 1 0 0 0,1-1 0 0 0,-1 0 0 0 0,0 1 0 0 0,1-1 0 0 0,-1 0 1 0 0,1 1-1 0 0,0-1 0 0 0,0 1 0 0 0,1-1 0 0 0,-1 1 0 0 0,1-1 0 0 0,-1 0 0 0 0,1 1 0 0 0,0-1 0 0 0,1 0 1 0 0,-1 0-1 0 0,0 0 0 0 0,3 4 0 0 0,-1-3-83 0 0,1 0 0 0 0,-1 0 0 0 0,1 0 0 0 0,0-1 0 0 0,0 1 0 0 0,0-1 0 0 0,1 0 0 0 0,-1-1 0 0 0,1 1 0 0 0,-1-1 0 0 0,1 0 0 0 0,0 0 0 0 0,0 0 0 0 0,8 1 0 0 0,12 3-838 0 0,0-2 0 0 0,1-1 0 0 0,-1-1 0 0 0,1-1 0 0 0,-1-1 0 0 0,1-1 0 0 0,-1-1 0 0 0,1-2 0 0 0,-1 0 0 0 0,41-14 0 0 0,-35 6-673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224 679 3304 0 0,'12'-12'460'0'0,"-1"-2"0"0"0,0 1 1 0 0,-1-2-1 0 0,-1 1 0 0 0,0-1 0 0 0,-1-1 0 0 0,0 0 0 0 0,-2 0 0 0 0,0 0 0 0 0,0-1 0 0 0,-2 0 0 0 0,0 0 0 0 0,2-18 1 0 0,-6 33-342 0 0,-1-26 739 0 0,1 27-831 0 0,0 0 1 0 0,0 0-1 0 0,0 0 0 0 0,0 0 0 0 0,-1 0 0 0 0,1 0 0 0 0,0 0 0 0 0,-1 0 0 0 0,1 0 0 0 0,0 0 0 0 0,-1 0 0 0 0,1 0 0 0 0,-1 1 0 0 0,0-1 0 0 0,1 0 1 0 0,-1 0-1 0 0,0 1 0 0 0,1-1 0 0 0,-1 0 0 0 0,0 1 0 0 0,0-1 0 0 0,1 1 0 0 0,-1-1 0 0 0,0 1 0 0 0,0-1 0 0 0,-2 0 0 0 0,-3 1 10 0 0,-1 0 0 0 0,0 0-1 0 0,0 1 1 0 0,0-1-1 0 0,1 2 1 0 0,-1-1 0 0 0,1 1-1 0 0,-1 0 1 0 0,1 0 0 0 0,-1 0-1 0 0,1 1 1 0 0,0 0-1 0 0,0 1 1 0 0,0-1 0 0 0,1 1-1 0 0,-8 7 1 0 0,-10 7-37 0 0,2 2 1 0 0,-30 33-1 0 0,35-34-11 0 0,1 1-1 0 0,-25 41 0 0 0,34-52 49 0 0,1 1-1 0 0,1 0 1 0 0,0 0 0 0 0,0 0-1 0 0,1 1 1 0 0,0-1 0 0 0,1 1-1 0 0,0 0 1 0 0,0 13 0 0 0,1-23-20 0 0,1 0 0 0 0,0 1 0 0 0,1-1 0 0 0,-1 1 0 0 0,0-1 1 0 0,0 1-1 0 0,1-1 0 0 0,-1 1 0 0 0,0-1 0 0 0,1 0 0 0 0,0 1 0 0 0,-1-1 1 0 0,1 0-1 0 0,0 1 0 0 0,0-1 0 0 0,-1 0 0 0 0,1 0 0 0 0,0 0 0 0 0,0 0 1 0 0,0 0-1 0 0,0 0 0 0 0,1 0 0 0 0,1 2 0 0 0,0-2 0 0 0,0 0 0 0 0,-1 0 1 0 0,1 0-1 0 0,0-1 0 0 0,0 1 0 0 0,0-1 1 0 0,0 1-1 0 0,0-1 0 0 0,0 0 0 0 0,0 0 0 0 0,4-1 1 0 0,2 0 1 0 0,1-1 1 0 0,-1 0-1 0 0,1 0 1 0 0,-1-1-1 0 0,0-1 1 0 0,13-5 0 0 0,-6-2-170 0 0,0 0 0 0 0,-1-1 1 0 0,-1-1-1 0 0,0 0 1 0 0,0-1-1 0 0,-1 0 1 0 0,-1-1-1 0 0,0-1 1 0 0,-2 0-1 0 0,1 0 1 0 0,12-29-1 0 0,5-19-182 0 0,36-119 0 0 0,-64 182 332 0 0,72-289 1152 0 0,-70 269-965 0 0,-9 34-100 0 0,-12 34 20 0 0,-75 337 189 0 0,88-356-270 0 0,1 1 1 0 0,1 0-1 0 0,2 0 0 0 0,1 0 1 0 0,1 0-1 0 0,1 0 1 0 0,9 48-1 0 0,-8-71-5 0 0,-1 1 0 0 0,2-1 1 0 0,-1 0-1 0 0,0-1 0 0 0,1 1 1 0 0,0 0-1 0 0,1-1 0 0 0,-1 0 1 0 0,1 1-1 0 0,0-1 0 0 0,0-1 0 0 0,1 1 1 0 0,0-1-1 0 0,-1 0 0 0 0,1 0 1 0 0,1 0-1 0 0,7 5 0 0 0,-9-7-44 0 0,0-1 0 0 0,0 1 0 0 0,1-1-1 0 0,-1 0 1 0 0,0 0 0 0 0,0 0 0 0 0,0 0-1 0 0,1-1 1 0 0,-1 1 0 0 0,0-1 0 0 0,1 0-1 0 0,-1-1 1 0 0,0 1 0 0 0,1-1 0 0 0,-1 0-1 0 0,0 0 1 0 0,0 0 0 0 0,0 0 0 0 0,0-1-1 0 0,0 0 1 0 0,0 0 0 0 0,0 0 0 0 0,0 0 0 0 0,-1-1-1 0 0,1 1 1 0 0,4-5 0 0 0,3-4-19 0 0,0 0 0 0 0,-1 0 1 0 0,-1-1-1 0 0,0-1 0 0 0,0 1 0 0 0,9-21 1 0 0,34-87 317 0 0,-32 71 123 0 0,-17 40-144 0 0,6-11 674 0 0,-1-1 0 0 0,5-25 0 0 0,-12 45-903 0 0,-3 20-2 0 0,-8 38-70 0 0,4-28 12 0 0,2 0 0 0 0,0 0-1 0 0,2 0 1 0 0,3 51 0 0 0,-1-72 41 0 0,1 0 25 0 0,0 0 1 0 0,0 0-1 0 0,5 13 1 0 0,-5-19-22 0 0,0 1 1 0 0,-1-1-1 0 0,2 0 1 0 0,-1 0-1 0 0,0 0 1 0 0,0 0-1 0 0,1 0 1 0 0,-1 0-1 0 0,1-1 1 0 0,-1 1-1 0 0,1 0 1 0 0,0-1 0 0 0,0 1-1 0 0,0-1 1 0 0,-1 0-1 0 0,2 0 1 0 0,3 3-1 0 0,-3-3-74 0 0,1 0 0 0 0,-1 0 0 0 0,1 0 1 0 0,-1-1-1 0 0,1 1 0 0 0,-1-1 0 0 0,1 0 0 0 0,-1 1 0 0 0,1-2 0 0 0,0 1 0 0 0,-1 0 0 0 0,1-1 0 0 0,-1 0 1 0 0,1 1-1 0 0,5-3 0 0 0,-3 0-40 0 0,0 0 0 0 0,0-1 0 0 0,0 1 0 0 0,0-1 0 0 0,-1 0 0 0 0,1-1 0 0 0,7-8 0 0 0,-1 0 9 0 0,-1 0-1 0 0,-1-1 1 0 0,-1 0 0 0 0,0-1-1 0 0,14-31 1 0 0,34-100 3409 0 0,-56 144-3309 0 0,-1 33-103 0 0,-15 51-152 0 0,-1 2 368 0 0,15-73-568 0 0,1-1 1 0 0,-1 0-1 0 0,2 0 0 0 0,0 0 0 0 0,0 0 0 0 0,3 13 1 0 0,-3-20 3 0 0,0-1 1 0 0,-1 0 0 0 0,1 1 0 0 0,0-1 0 0 0,0 0 0 0 0,1 0 0 0 0,-1 0 0 0 0,0 0-1 0 0,1 0 1 0 0,-1 0 0 0 0,1 0 0 0 0,-1 0 0 0 0,1-1 0 0 0,2 3 0 0 0,8 3-4151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95 1980 0 0,'10'-85'12192'0'0,"-10"85"-12161"0"0,0 0-1 0 0,0-1 1 0 0,0 1 0 0 0,0 0 0 0 0,0-1 0 0 0,0 1-1 0 0,0 0 1 0 0,0-1 0 0 0,0 1 0 0 0,0 0-1 0 0,0 0 1 0 0,0-1 0 0 0,0 1 0 0 0,-1 0-1 0 0,1-1 1 0 0,0 1 0 0 0,0 0 0 0 0,0-1-1 0 0,0 1 1 0 0,0 0 0 0 0,-1 0 0 0 0,1-1-1 0 0,0 1 1 0 0,0 0 0 0 0,-1 0 0 0 0,1-1 0 0 0,0 1-1 0 0,0 0 1 0 0,-1 0 0 0 0,1 0 0 0 0,0-1-1 0 0,0 1 1 0 0,-1 0 0 0 0,1 0 0 0 0,0 0-1 0 0,-1 0 1 0 0,1 0 0 0 0,0 0 0 0 0,-1 0-1 0 0,1 0 1 0 0,0 0 0 0 0,-1-1 0 0 0,1 2-1 0 0,-12 0 220 0 0,11 0-254 0 0,-6 2 95 0 0,0 1 1 0 0,0 0-1 0 0,1 0 1 0 0,-1 1-1 0 0,1 0 0 0 0,0 0 1 0 0,0 0-1 0 0,0 1 1 0 0,-7 10-1 0 0,0-1 106 0 0,0-1-160 0 0,0 1 1 0 0,1 0 0 0 0,1 1 0 0 0,0 0-1 0 0,2 0 1 0 0,0 1 0 0 0,0 1 0 0 0,2 0-1 0 0,0 0 1 0 0,-7 29 0 0 0,14-45-4 0 0,-1 1-1 0 0,1 0 1 0 0,-1 0-1 0 0,1-1 1 0 0,0 1 0 0 0,0 0-1 0 0,0 0 1 0 0,0 0-1 0 0,1-1 1 0 0,-1 1 0 0 0,1 0-1 0 0,0-1 1 0 0,-1 1-1 0 0,1 0 1 0 0,0-1 0 0 0,1 1-1 0 0,-1-1 1 0 0,0 1-1 0 0,3 2 1 0 0,-2-3-11 0 0,1 1-1 0 0,-1-1 1 0 0,1 0-1 0 0,0-1 1 0 0,0 1 0 0 0,-1 0-1 0 0,1-1 1 0 0,0 0-1 0 0,0 1 1 0 0,0-1 0 0 0,0 0-1 0 0,1-1 1 0 0,-1 1-1 0 0,4 0 1 0 0,3 0-8 0 0,0-1-1 0 0,0 0 1 0 0,0 0 0 0 0,0-1-1 0 0,0-1 1 0 0,0 0 0 0 0,0 0 0 0 0,0-1-1 0 0,14-6 1 0 0,-13 4 7 0 0,-1-1 0 0 0,-1 0 1 0 0,1-1-1 0 0,-1 0 0 0 0,0 0 0 0 0,-1-1 0 0 0,0-1 1 0 0,0 1-1 0 0,0-1 0 0 0,-1 0 0 0 0,-1-1 0 0 0,7-12 1 0 0,-1 0-7 0 0,-1-1-1 0 0,-1 0 1 0 0,-2 0 0 0 0,10-40 0 0 0,-17 59-31 0 0,0 0 0 0 0,0-1 0 0 0,0 1 1 0 0,0 0-1 0 0,-1-1 0 0 0,0 1 0 0 0,0 0 0 0 0,0-1 0 0 0,-1 1 0 0 0,1-1 0 0 0,-1 1 1 0 0,-1-5-1 0 0,1 7-36 0 0,0 2 45 0 0,0 0 0 0 0,0 0 0 0 0,0-1 0 0 0,0 1 0 0 0,0 0 0 0 0,0 0 0 0 0,0 0 0 0 0,0 0 1 0 0,0 1-1 0 0,-1-1 0 0 0,1 0 0 0 0,0 0 0 0 0,0 1 0 0 0,0-1 0 0 0,0 0 0 0 0,0 1 0 0 0,1-1 0 0 0,-1 1 0 0 0,0-1 0 0 0,0 1 0 0 0,0 0 0 0 0,0-1 0 0 0,-1 2 0 0 0,-17 20-52 0 0,14-13 50 0 0,0 0 0 0 0,1-1-1 0 0,0 2 1 0 0,0-1 0 0 0,1 0-1 0 0,0 1 1 0 0,1-1 0 0 0,0 1-1 0 0,1 0 1 0 0,0 0 0 0 0,0 18-1 0 0,2-23 17 0 0,-1 0 1 0 0,1 0-1 0 0,0 0 0 0 0,0 0 0 0 0,0 0 0 0 0,1 0 0 0 0,0-1 0 0 0,0 1 0 0 0,0 0 0 0 0,0-1 0 0 0,1 0 1 0 0,0 1-1 0 0,0-1 0 0 0,0 0 0 0 0,0-1 0 0 0,1 1 0 0 0,-1 0 0 0 0,1-1 0 0 0,0 0 0 0 0,0 0 1 0 0,0 0-1 0 0,0-1 0 0 0,1 1 0 0 0,-1-1 0 0 0,6 2 0 0 0,9 3-288 0 0,0-1 0 0 0,0-2 0 0 0,0 0 0 0 0,0-1 0 0 0,33 2 0 0 0,-20-5-2968 0 0,-1-1-1 0 0,58-10 1 0 0,-49 3-1412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0 870 1320 0 0,'7'-26'5475'0'0,"4"-1"3325"0"0,-11 31-8759 0 0,0 5 30 0 0,1-1 0 0 0,1 1-1 0 0,-1 0 1 0 0,1-1 0 0 0,0 1 0 0 0,1-1 0 0 0,0 0 0 0 0,8 15 0 0 0,-10-22-51 0 0,1 0-1 0 0,-1 0 0 0 0,0 0 1 0 0,1 0-1 0 0,-1-1 1 0 0,0 1-1 0 0,1-1 0 0 0,-1 1 1 0 0,1-1-1 0 0,-1 1 0 0 0,1-1 1 0 0,-1 0-1 0 0,1 0 1 0 0,-1 1-1 0 0,1-1 0 0 0,0-1 1 0 0,-1 1-1 0 0,1 0 1 0 0,-1 0-1 0 0,1 0 0 0 0,-1-1 1 0 0,1 1-1 0 0,1-1 1 0 0,9-4 13 0 0,-1 1 0 0 0,1-2 0 0 0,-1 1 0 0 0,0-1 0 0 0,-1-1 0 0 0,0 0 0 0 0,0-1 0 0 0,0 0 0 0 0,16-18 0 0 0,-3 1-18 0 0,-2-1 0 0 0,26-43 0 0 0,-25 31-19 0 0,-1-1 1 0 0,-2-1-1 0 0,-2 0 1 0 0,-1-2 0 0 0,-3 0-1 0 0,-1 0 1 0 0,-2-1-1 0 0,-2-1 1 0 0,3-65-1 0 0,-6-117-275 0 0,-8 215 228 0 0,-4 15 22 0 0,-5 19 36 0 0,-71 292 543 0 0,71-263-414 0 0,11-49-130 0 0,-32 164 253 0 0,29-138-200 0 0,1 0-1 0 0,1 1 0 0 0,4 50 0 0 0,-1-72-39 0 0,0-1-1 0 0,0 0 1 0 0,1 1-1 0 0,0-1 1 0 0,0 0-1 0 0,1 0 1 0 0,0 0-1 0 0,0 0 1 0 0,0 0-1 0 0,1-1 1 0 0,6 9 0 0 0,-7-11-7 0 0,1-1 0 0 0,-1 0 1 0 0,0 0-1 0 0,1 0 1 0 0,0-1-1 0 0,-1 1 1 0 0,1-1-1 0 0,0 0 0 0 0,1 0 1 0 0,-1 0-1 0 0,0 0 1 0 0,0-1-1 0 0,1 0 0 0 0,-1 0 1 0 0,1 0-1 0 0,-1 0 1 0 0,1-1-1 0 0,-1 1 1 0 0,9-2-1 0 0,-1 0-9 0 0,-1 0 0 0 0,1-1 0 0 0,-1 0 1 0 0,0-1-1 0 0,0-1 0 0 0,0 0 0 0 0,0 0 0 0 0,0-1 0 0 0,-1 0 0 0 0,0-1 1 0 0,0 0-1 0 0,-1-1 0 0 0,1 0 0 0 0,-2 0 0 0 0,13-13 0 0 0,-9 7-3 0 0,-2 1 0 0 0,0-2 0 0 0,0 1-1 0 0,-1-1 1 0 0,-1 0 0 0 0,-1-1 0 0 0,0 0 0 0 0,0 0-1 0 0,-2-1 1 0 0,6-21 0 0 0,-6 14 35 0 0,-2 0-1 0 0,2-42 1 0 0,-5 65-32 0 0,0-1 0 0 0,1 1 0 0 0,-1 0 0 0 0,0 0 0 0 0,0 0 1 0 0,0-1-1 0 0,0 1 0 0 0,0 0 0 0 0,0 0 0 0 0,0 0 0 0 0,0-1 0 0 0,0 1 0 0 0,0 0 0 0 0,0 0 0 0 0,0 0 0 0 0,0-1 1 0 0,0 1-1 0 0,0 0 0 0 0,0 0 0 0 0,0-1 0 0 0,0 1 0 0 0,0 0 0 0 0,0 0 0 0 0,0 0 0 0 0,0-1 0 0 0,0 1 0 0 0,-1 0 0 0 0,1 0 1 0 0,0 0-1 0 0,0 0 0 0 0,0-1 0 0 0,0 1 0 0 0,0 0 0 0 0,-1 0 0 0 0,1 0 0 0 0,0 0 0 0 0,0 0 0 0 0,0-1 0 0 0,0 1 1 0 0,-1 0-1 0 0,1 0 0 0 0,0 0 0 0 0,0 0 0 0 0,-1 0 0 0 0,1 0 0 0 0,0 0 0 0 0,0 0 0 0 0,0 0 0 0 0,-1 0 0 0 0,1 0 0 0 0,-10 11 77 0 0,-6 21 10 0 0,12-18-60 0 0,0 0 0 0 0,2 1-1 0 0,-1-1 1 0 0,2 1-1 0 0,0-1 1 0 0,0 1-1 0 0,3 19 1 0 0,-1-25-11 0 0,0-1 1 0 0,1 1-1 0 0,0-1 0 0 0,0 1 0 0 0,1-1 1 0 0,0 0-1 0 0,1 0 0 0 0,0 0 1 0 0,0 0-1 0 0,0 0 0 0 0,1-1 1 0 0,0 0-1 0 0,9 10 0 0 0,-8-12 47 0 0,0-1-1 0 0,0 1 1 0 0,1-1-1 0 0,0 0 1 0 0,-1-1-1 0 0,1 1 1 0 0,0-1-1 0 0,1-1 1 0 0,-1 1-1 0 0,0-1 1 0 0,1-1-1 0 0,-1 1 1 0 0,1-1 0 0 0,0 0-1 0 0,-1-1 1 0 0,1 0-1 0 0,0 0 1 0 0,-1-1-1 0 0,16-3 1 0 0,-18 3 67 0 0,0 0 0 0 0,0 0 0 0 0,0 0 0 0 0,-1-1 1 0 0,1 0-1 0 0,0 0 0 0 0,-1 0 0 0 0,1-1 0 0 0,-1 1 1 0 0,0-1-1 0 0,0 0 0 0 0,0 0 0 0 0,0-1 0 0 0,-1 1 0 0 0,1-1 1 0 0,-1 0-1 0 0,0 1 0 0 0,0-2 0 0 0,0 1 0 0 0,0 0 0 0 0,-1-1 1 0 0,0 1-1 0 0,0-1 0 0 0,0 1 0 0 0,0-1 0 0 0,-1 0 1 0 0,0 0-1 0 0,0 0 0 0 0,0 0 0 0 0,0-9 0 0 0,-1 9-81 0 0,0 0-1 0 0,-1 0 0 0 0,0 0 0 0 0,0 0 1 0 0,0 1-1 0 0,0-1 0 0 0,-1 0 1 0 0,0 0-1 0 0,0 1 0 0 0,0-1 0 0 0,0 1 1 0 0,-1 0-1 0 0,0-1 0 0 0,0 1 0 0 0,0 0 1 0 0,0 1-1 0 0,-1-1 0 0 0,1 1 1 0 0,-1-1-1 0 0,0 1 0 0 0,0 0 0 0 0,-4-2 1 0 0,-5-3-144 0 0,1 1 1 0 0,-1 1 0 0 0,-18-6 0 0 0,-18-5-3644 0 0,-12-5-8763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3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116 203 3112 0 0,'-113'24'13399'0'0,"111"-23"-12166"0"0,17-6-829 0 0,-10 2-337 0 0,599-150 758 0 0,-505 132-954 0 0,21-5-2161 0 0,-41 12-4097 0 0,-60 9-1443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1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37 332 0 0,'0'0'6071'0'0,"-2"0"-5497"0"0,-9-1 202 0 0,10 1-721 0 0,1 0-1 0 0,-1 0 0 0 0,1 0 0 0 0,-1 0 1 0 0,1 0-1 0 0,-1 0 0 0 0,1 0 0 0 0,-1 0 1 0 0,1 0-1 0 0,-1 0 0 0 0,1-1 1 0 0,0 1-1 0 0,-1 0 0 0 0,1 0 0 0 0,-1 0 1 0 0,1-1-1 0 0,-1 1 0 0 0,1 0 0 0 0,0-1 1 0 0,-1 1-1 0 0,1 0 0 0 0,0-1 0 0 0,-1 1 1 0 0,1-1-1 0 0,0 1 0 0 0,-1-1 482 0 0,1 1-549 0 0,-1 0 1 0 0,1 0 0 0 0,0 0-1 0 0,0 0 1 0 0,-1 0 0 0 0,1 0-1 0 0,0 0 1 0 0,0 0 0 0 0,-1 0-1 0 0,1-1 1 0 0,0 1 0 0 0,0 0-1 0 0,-1 0 1 0 0,1 0 0 0 0,0 0-1 0 0,0 0 1 0 0,-1 0 0 0 0,1-1-1 0 0,0 1 1 0 0,0 0 0 0 0,0 0-1 0 0,-1 0 1 0 0,1-1 0 0 0,0 1-1 0 0,0 0 1 0 0,0 0 0 0 0,0-1-1 0 0,0 1 1 0 0,0 0 0 0 0,-1 0-1 0 0,1-1 1 0 0,25-15-4274 0 0,-14 8 1671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12 1944 0 0,'23'-11'18403'0'0,"-39"12"-17711"0"0,-13 4-581 0 0,-41 6-23 0 0,-106 32 1 0 0,104-25-147 0 0,71-17 35 0 0,-2 0 9 0 0,1-1 1 0 0,-1 1-1 0 0,0 0 0 0 0,1 0 1 0 0,-1 1-1 0 0,1-1 0 0 0,-1 1 1 0 0,1-1-1 0 0,0 1 0 0 0,0 0 1 0 0,0-1-1 0 0,0 1 1 0 0,0 0-1 0 0,-3 4 0 0 0,0 4 8 0 0,1 1 0 0 0,1-1 0 0 0,0 1-1 0 0,0 0 1 0 0,1 0 0 0 0,-2 18 0 0 0,3 72 994 0 0,2-32-447 0 0,-52 734 55 0 0,50-794-595 0 0,-78 984 86 0 0,74-924-99 0 0,-14 315 178 0 0,17-282-253 0 0,2-85 83 0 0,0-16 29 0 0,16 17 89 0 0,-7-15-159 0 0,0-1 1 0 0,0-1-1 0 0,0 1 1 0 0,0-2 0 0 0,0 1-1 0 0,0-1 1 0 0,12-1-1 0 0,66-11-1389 0 0,-85 11 1394 0 0,162-34-4161 0 0,-57 3-3165 0 0,-53 14-246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9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8 636 0 0,'-21'-4'18621'0'0,"25"6"-19805"0"0,32 1 1243 0 0,1-2 0 0 0,43-5-1 0 0,7 1 5 0 0,33 1-2342 0 0,-118 2 1357 0 0,-13 9-3651 0 0,8-7 3773 0 0,-18 4-6534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9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 2436 0 0,'-14'-4'11670'0'0,"12"3"-11410"0"0,-2-1-323 0 0,-13 5 2503 0 0,15-2-2460 0 0,5 33-33 0 0,6 125 183 0 0,-3-102 333 0 0,10-57-374 0 0,-13 0-76 0 0,0 0 0 0 0,0-1 0 0 0,0 0 0 0 0,0 0 0 0 0,0 0 0 0 0,0 0 0 0 0,0 0 0 0 0,4-3 0 0 0,14-5 14 0 0,-8 5-34 0 0,0-1-32 0 0,1 2 1 0 0,0-1-1 0 0,27-2 0 0 0,-35 6 30 0 0,-1 0-1 0 0,1 0 0 0 0,-1 1 1 0 0,1 0-1 0 0,-1 0 0 0 0,1 0 0 0 0,-1 1 1 0 0,0-1-1 0 0,1 1 0 0 0,-1 0 1 0 0,0 1-1 0 0,0 0 0 0 0,-1-1 1 0 0,7 6-1 0 0,-2-1 42 0 0,0 1 0 0 0,0 0 0 0 0,-1 1 0 0 0,0 0 0 0 0,-1 0 0 0 0,0 0 1 0 0,0 1-1 0 0,-1 0 0 0 0,0 1 0 0 0,-1-1 0 0 0,0 1 0 0 0,-1 0 0 0 0,0 1 0 0 0,2 11 0 0 0,-4-13 192 0 0,0 1 0 0 0,-1-1-1 0 0,0 0 1 0 0,0 1-1 0 0,-1-1 1 0 0,-1 1 0 0 0,0-1-1 0 0,0 1 1 0 0,-1-1 0 0 0,0 0-1 0 0,-1 0 1 0 0,0 0 0 0 0,-1 0-1 0 0,0 0 1 0 0,-10 18 0 0 0,8-19 7 0 0,0 0 0 0 0,-1 0 1 0 0,0-1-1 0 0,-1 0 0 0 0,1 0 1 0 0,-1-1-1 0 0,-1 1 0 0 0,1-2 1 0 0,-15 9-1 0 0,17-12-122 0 0,0 0 0 0 0,0 0-1 0 0,-1-1 1 0 0,1 1 0 0 0,-1-2 0 0 0,0 1-1 0 0,1-1 1 0 0,-1 0 0 0 0,0 0 0 0 0,0-1-1 0 0,0 0 1 0 0,1 0 0 0 0,-1 0 0 0 0,0-1-1 0 0,0 0 1 0 0,-9-3 0 0 0,6 0-182 0 0,0 0 1 0 0,1 0-1 0 0,-1-1 0 0 0,1 0 1 0 0,0-1-1 0 0,1 0 0 0 0,-15-13 1 0 0,22 18-200 0 0,0 0 0 0 0,-1 0 0 0 0,1 0 1 0 0,1-1-1 0 0,-1 1 0 0 0,0 0 1 0 0,0-1-1 0 0,0 1 0 0 0,1 0 0 0 0,-1-1 1 0 0,1 1-1 0 0,-1-1 0 0 0,1 1 1 0 0,-1-1-1 0 0,1 0 0 0 0,0 1 0 0 0,0-2 1 0 0,0 1-376 0 0,0 1 1 0 0,0-1-1 0 0,0 1 1 0 0,0-1 0 0 0,0 1-1 0 0,1-1 1 0 0,-1 1-1 0 0,8-13-5171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92 612 0 0,'-15'8'21086'0'0,"14"-11"-20297"0"0,0 1-768 0 0,3-1-23 0 0,-1 0 0 0 0,1 0 0 0 0,0 0 0 0 0,0 1-1 0 0,0-1 1 0 0,0 0 0 0 0,1 1 0 0 0,-1-1 0 0 0,5-2 0 0 0,4-4-18 0 0,0 2 1 0 0,1 0-1 0 0,0 0 1 0 0,0 1-1 0 0,0 0 1 0 0,0 1 0 0 0,1 0-1 0 0,14-2 1 0 0,-21 5 7 0 0,-1 1 1 0 0,1 0-1 0 0,0 0 1 0 0,-1 1 0 0 0,1-1-1 0 0,0 1 1 0 0,0 1-1 0 0,-1-1 1 0 0,1 1 0 0 0,0 0-1 0 0,-1 0 1 0 0,1 0-1 0 0,-1 1 1 0 0,1 0 0 0 0,-1 0-1 0 0,0 1 1 0 0,1-1-1 0 0,-1 1 1 0 0,-1 0-1 0 0,1 0 1 0 0,6 6 0 0 0,-9-6 12 0 0,0-1 1 0 0,0 0-1 0 0,0 1 1 0 0,0-1-1 0 0,-1 1 1 0 0,0-1 0 0 0,1 1-1 0 0,-1 0 1 0 0,0-1-1 0 0,0 1 1 0 0,0 0-1 0 0,-1 0 1 0 0,1 0-1 0 0,-1 0 1 0 0,1 5 0 0 0,-1-2 3 0 0,-1 0 0 0 0,1 0 0 0 0,-1 1 0 0 0,0-1 0 0 0,-1 0 0 0 0,0 0 0 0 0,-2 7 0 0 0,-4 3 9 0 0,0 0 0 0 0,-1-1 1 0 0,0 0-1 0 0,-17 20 0 0 0,23-31-17 0 0,-6 7 61 0 0,0 1-1 0 0,-8 14 1 0 0,16-24-74 0 0,14 5-84 0 0,3-6 81 0 0,-1 2-1 0 0,0-1 0 0 0,0 2 1 0 0,0 0-1 0 0,0 1 0 0 0,0 0 1 0 0,-1 2-1 0 0,0-1 0 0 0,0 2 1 0 0,-1 0-1 0 0,0 0 0 0 0,0 1 1 0 0,-1 1-1 0 0,0 0 0 0 0,17 19 1 0 0,-27-27 116 0 0,0 1 1 0 0,0-1 0 0 0,0 1 0 0 0,0 0 0 0 0,-1 0-1 0 0,1 0 1 0 0,-1 0 0 0 0,0 0 0 0 0,1 1 0 0 0,-1-1-1 0 0,-1 0 1 0 0,1 1 0 0 0,0-1 0 0 0,-1 0 0 0 0,0 1-1 0 0,0-1 1 0 0,0 0 0 0 0,0 1 0 0 0,0-1 0 0 0,-1 0-1 0 0,0 1 1 0 0,1-1 0 0 0,-1 0 0 0 0,0 1 0 0 0,-1-1-1 0 0,1 0 1 0 0,-1 0 0 0 0,-1 3 0 0 0,-1-1 138 0 0,1 1-1 0 0,-1-1 1 0 0,-1 0 0 0 0,1-1-1 0 0,-1 1 1 0 0,0-1 0 0 0,0 0-1 0 0,0 0 1 0 0,0 0 0 0 0,-1-1-1 0 0,0 0 1 0 0,1 0 0 0 0,-12 4 0 0 0,1-2-53 0 0,0-1 1 0 0,0-1 0 0 0,-1 0-1 0 0,1-1 1 0 0,-1-1 0 0 0,1 0-1 0 0,-26-3 1 0 0,30 1-735 0 0,-1-1-1 0 0,1-1 1 0 0,0 0-1 0 0,0 0 1 0 0,0-1-1 0 0,-15-8 1 0 0,8 0-2978 0 0,10 2-557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0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56 115 568 0 0,'-22'-20'10405'0'0,"2"2"-4175"0"0,15 13-4763 0 0,5 5-1414 0 0,-1 0 0 0 0,1 0 0 0 0,-1-1-1 0 0,1 1 1 0 0,-1 0 0 0 0,1 0 0 0 0,-1-1 0 0 0,1 1 0 0 0,-1 0-1 0 0,1-1 1 0 0,0 1 0 0 0,-1 0 0 0 0,1-1 0 0 0,0 1 0 0 0,-1-1-1 0 0,1 1 1 0 0,0-1 0 0 0,0 1 0 0 0,-1 0 0 0 0,1-1 0 0 0,0 1-1 0 0,0-1 1 0 0,0 1 0 0 0,-1-1 0 0 0,1 1 0 0 0,0-1 0 0 0,0 1-1 0 0,0-1 1 0 0,0 1 0 0 0,0-1 0 0 0,0 0 0 0 0,0 1 0 0 0,0-1 0 0 0,0 1-1 0 0,1-1 1 0 0,-1 1 0 0 0,0-1 0 0 0,0 1 0 0 0,0-1 0 0 0,1 1-1 0 0,-1-1 1 0 0,11-6-38 0 0,0 1-1 0 0,0 1 0 0 0,1 0 1 0 0,-1 0-1 0 0,1 1 0 0 0,0 0 1 0 0,21-3-1 0 0,-3 3-39 0 0,0 1 1 0 0,34 0-1 0 0,-43 3-6 0 0,0 1 0 0 0,23 4 0 0 0,-37-4 24 0 0,0 0-1 0 0,0 1 0 0 0,0 0 1 0 0,0 1-1 0 0,0 0 0 0 0,0 0 1 0 0,-1 0-1 0 0,0 1 0 0 0,12 8 1 0 0,-16-11 12 0 0,0 1 0 0 0,0 0 0 0 0,0 0 0 0 0,-1 0 0 0 0,1 0 1 0 0,0 1-1 0 0,-1-1 0 0 0,1 0 0 0 0,-1 1 0 0 0,0-1 0 0 0,0 1 1 0 0,0-1-1 0 0,0 1 0 0 0,-1 0 0 0 0,1-1 0 0 0,0 6 0 0 0,-1-2 0 0 0,0-1-1 0 0,0 0 1 0 0,-1 1-1 0 0,0-1 1 0 0,0 0-1 0 0,0 0 1 0 0,-1 0-1 0 0,-2 6 1 0 0,-4 7 8 0 0,-1-1 0 0 0,-1 0 0 0 0,-20 25 1 0 0,30-41-13 0 0,-50 64 225 0 0,27-40 2296 0 0,21-26-2505 0 0,2 1-16 0 0,0-1-1 0 0,0 1 1 0 0,-1 0 0 0 0,1 0-1 0 0,0 0 1 0 0,0 0-1 0 0,0 0 1 0 0,-1 0-1 0 0,1-1 1 0 0,0 1-1 0 0,0 0 1 0 0,0 0-1 0 0,0 0 1 0 0,-1-1-1 0 0,1 1 1 0 0,0 0 0 0 0,0 0-1 0 0,0 0 1 0 0,0-1-1 0 0,0 1 1 0 0,0 0-1 0 0,0 0 1 0 0,0-1-1 0 0,0 1 1 0 0,0 0-1 0 0,0 0 1 0 0,0 0-1 0 0,0-1 1 0 0,0 1 0 0 0,0 0-1 0 0,0 0 1 0 0,0-1-1 0 0,3-2-15 0 0,1 1 0 0 0,0-1-1 0 0,0 1 1 0 0,-1 0 0 0 0,2 0 0 0 0,-1 0-1 0 0,0 0 1 0 0,0 1 0 0 0,0 0 0 0 0,1 0-1 0 0,-1 0 1 0 0,1 0 0 0 0,-1 1 0 0 0,8 0-1 0 0,-3 0-17 0 0,0 1 0 0 0,-1 0 0 0 0,1 1 0 0 0,0 0-1 0 0,-1 1 1 0 0,16 6 0 0 0,-8-2 22 0 0,-1 1 0 0 0,0 0 0 0 0,-1 1 1 0 0,1 1-1 0 0,24 22 0 0 0,-31-25 31 0 0,-1 1 0 0 0,0 0 0 0 0,0 0 0 0 0,-1 0 0 0 0,0 1 0 0 0,-1 0 0 0 0,1 0 1 0 0,-2 1-1 0 0,1-1 0 0 0,5 20 0 0 0,-9-24 143 0 0,0 0 0 0 0,0 0 0 0 0,-1 1-1 0 0,1-1 1 0 0,-1 1 0 0 0,-1-1 0 0 0,1 0 0 0 0,-1 1 0 0 0,1-1 0 0 0,-1 0 0 0 0,-1 0 0 0 0,1 0 0 0 0,-5 10 0 0 0,2-8 113 0 0,0 1 1 0 0,-1-1 0 0 0,1 0-1 0 0,-2-1 1 0 0,1 1 0 0 0,-1-1-1 0 0,0 0 1 0 0,-7 6 0 0 0,-1-1 48 0 0,-1-1 1 0 0,0-1 0 0 0,-1 0-1 0 0,1-1 1 0 0,-1 0 0 0 0,-1-1-1 0 0,-29 7 1 0 0,23-9-343 0 0,0-2 1 0 0,0 0-1 0 0,0-1 1 0 0,0-2 0 0 0,-41-3-1 0 0,-10-8-6621 0 0,72 11 6155 0 0,1-1 0 0 0,-1 1 0 0 0,0 0 0 0 0,1-1 0 0 0,-1 0 0 0 0,0 1-1 0 0,1-1 1 0 0,-1 0 0 0 0,1 0 0 0 0,-1 0 0 0 0,-1-1 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45 356 0 0,'-22'-29'12728'0'0,"22"28"-12694"0"0,0 0-1 0 0,0 0 1 0 0,1 1-1 0 0,-1-1 1 0 0,0 0 0 0 0,1 0-1 0 0,-1 1 1 0 0,1-1 0 0 0,-1 0-1 0 0,1 1 1 0 0,-1-1 0 0 0,1 0-1 0 0,0 1 1 0 0,-1-1 0 0 0,1 1-1 0 0,0-1 1 0 0,-1 1 0 0 0,1-1-1 0 0,0 1 1 0 0,-1-1 0 0 0,1 1-1 0 0,0 0 1 0 0,0 0 0 0 0,0-1-1 0 0,0 1 1 0 0,-1 0-1 0 0,1 0 1 0 0,0 0 0 0 0,0 0-1 0 0,0 0 1 0 0,0 0 0 0 0,-1 0-1 0 0,1 0 1 0 0,0 0 0 0 0,0 0-1 0 0,1 1 1 0 0,35 6 218 0 0,-32-5-206 0 0,-1 0 0 0 0,0 0-1 0 0,1 0 1 0 0,-1 0 0 0 0,0 1-1 0 0,0 0 1 0 0,0 0 0 0 0,0 0 0 0 0,-1 0-1 0 0,1 0 1 0 0,-1 1 0 0 0,0 0-1 0 0,0-1 1 0 0,0 1 0 0 0,0 0-1 0 0,3 8 1 0 0,-4-6 41 0 0,0 0 0 0 0,0 0 0 0 0,-1 0 0 0 0,0 1 0 0 0,0-1-1 0 0,0 1 1 0 0,-1-1 0 0 0,0 0 0 0 0,0 1 0 0 0,-1-1 0 0 0,-1 8 0 0 0,-2 4 168 0 0,-1 0 1 0 0,-1-1-1 0 0,0 0 1 0 0,-1 0-1 0 0,-1-1 1 0 0,-1 1 0 0 0,-19 26-1 0 0,0-9 578 0 0,-2-1-1 0 0,-2-1 1 0 0,0-2 0 0 0,-52 36 0 0 0,71-55-466 0 0,-9 6 303 0 0,-20 22 0 0 0,41-38-639 0 0,2 0-26 0 0,0 0 1 0 0,0-1-1 0 0,0 1 0 0 0,1 0 1 0 0,-1-1-1 0 0,0 1 0 0 0,0-1 1 0 0,1 1-1 0 0,-1-1 0 0 0,1 0 1 0 0,-1 0-1 0 0,0 1 1 0 0,1-1-1 0 0,-1 0 0 0 0,0 0 1 0 0,3-1-1 0 0,-2 1-3 0 0,161-12-351 0 0,-55-3-5102 0 0,-78 11 2198 0 0,-6 0-1847 0 0,1-1-2783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3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156 122 1848 0 0,'0'-75'13850'0'0,"-1"40"-9404"0"0,1 35-4382 0 0,0-1-1 0 0,0 1 1 0 0,0-1 0 0 0,0 1 0 0 0,0-1 0 0 0,0 1-1 0 0,0 0 1 0 0,0-1 0 0 0,0 1 0 0 0,0-1 0 0 0,0 1 0 0 0,0-1-1 0 0,0 1 1 0 0,0 0 0 0 0,-1-1 0 0 0,1 1 0 0 0,0-1-1 0 0,0 1 1 0 0,0 0 0 0 0,-1-1 0 0 0,1 1 0 0 0,0 0-1 0 0,-1-1 1 0 0,1 1 0 0 0,0 0 0 0 0,0-1 0 0 0,-1 1-1 0 0,1 0 1 0 0,-1 0 0 0 0,1-1 0 0 0,-12 7 405 0 0,-9 17-297 0 0,5 1-108 0 0,0 1 0 0 0,2 0 0 0 0,1 0 1 0 0,1 2-1 0 0,1 0 0 0 0,1 0 0 0 0,-9 44 0 0 0,17-59-50 0 0,1 0 0 0 0,0 0-1 0 0,0 0 1 0 0,1 0 0 0 0,1 0-1 0 0,0 0 1 0 0,1 0 0 0 0,6 23-1 0 0,-5-26 14 0 0,0 0-1 0 0,2 0 0 0 0,-1-1 0 0 0,1 1 0 0 0,0-1 0 0 0,0 0 1 0 0,1 0-1 0 0,0-1 0 0 0,1 0 0 0 0,0 0 0 0 0,0 0 0 0 0,11 8 0 0 0,-9-9 21 0 0,-1 0 0 0 0,1-1 0 0 0,0 0-1 0 0,1-1 1 0 0,-1 0 0 0 0,1 0 0 0 0,0-1-1 0 0,0 0 1 0 0,0-1 0 0 0,0 0-1 0 0,21 2 1 0 0,-29-5 10 0 0,1 1 0 0 0,-1 0 0 0 0,1 0 0 0 0,-1-1 0 0 0,1 0 0 0 0,-1 1 0 0 0,1-1 0 0 0,-1 0 0 0 0,1 0 0 0 0,-1 0 0 0 0,0-1 0 0 0,0 1 0 0 0,0 0 0 0 0,0-1 0 0 0,0 1 0 0 0,0-1 0 0 0,0 0 0 0 0,0 0 0 0 0,0 0 0 0 0,-1 0 0 0 0,1 0 0 0 0,2-4 0 0 0,-4 5-45 0 0,1 0-1 0 0,-1 0 1 0 0,0 0 0 0 0,0 0-1 0 0,1 0 1 0 0,-1 0 0 0 0,0 0-1 0 0,0 0 1 0 0,0 0 0 0 0,0-1-1 0 0,0 1 1 0 0,0 0 0 0 0,0 0-1 0 0,-1 0 1 0 0,1 0 0 0 0,0 0-1 0 0,0 0 1 0 0,-1 0 0 0 0,1 0-1 0 0,-1 1 1 0 0,1-1-1 0 0,-1 0 1 0 0,1 0 0 0 0,-1 0-1 0 0,0 0 1 0 0,0-1 0 0 0,-1 1-11 0 0,0-1 0 0 0,1 0 0 0 0,-1 0-1 0 0,0 1 1 0 0,0-1 0 0 0,0 1 0 0 0,0 0 0 0 0,0-1 0 0 0,-4 0 0 0 0,-9-2-274 0 0,0 1 0 0 0,-1 1 0 0 0,1 1 0 0 0,0 0 0 0 0,0 1 1 0 0,-1 0-1 0 0,-23 5 0 0 0,17-3-2932 0 0,0-1 0 0 0,-26-1 0 0 0,34-3-1465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21 2384 0 0,'-22'-9'14796'0'0,"16"5"-14355"0"0,14 6 640 0 0,10 1-451 0 0,199-8 593 0 0,-129 1-1087 0 0,-13 2-2 0 0,-56 1-107 0 0,47 0 43 0 0,-64 2-81 0 0,14-1-43 0 0,-13 0 7 0 0,-2 0 45 0 0,0 0 1 0 0,0 0 0 0 0,1 0-1 0 0,-1 0 1 0 0,0 1-1 0 0,0-1 1 0 0,0 0-1 0 0,1 1 1 0 0,-1-1 0 0 0,0 1-1 0 0,0-1 1 0 0,0 1-1 0 0,0 0 1 0 0,0 0-1 0 0,0-1 1 0 0,0 1 0 0 0,0 0-1 0 0,0 0 1 0 0,-1 0-1 0 0,1 0 1 0 0,0 0-1 0 0,0 0 1 0 0,-1 0 0 0 0,1 0-1 0 0,-1 0 1 0 0,1 0-1 0 0,-1 1 1 0 0,1 1-1 0 0,1 4 213 0 0,0 1 0 0 0,0 0 0 0 0,0 12 0 0 0,0-7 152 0 0,11 158 1964 0 0,-9-91-1828 0 0,48 559 2212 0 0,-44-536-2585 0 0,19 311-56 0 0,-34 1 113 0 0,-22-124-103 0 0,-16 271-51 0 0,43-420-46 0 0,-10 167 84 0 0,9-277-42 0 0,-15 138 229 0 0,17-167-94 0 0,0 0 1 0 0,1 0-1 0 0,-1 0 0 0 0,0 0 1 0 0,-1 0-1 0 0,1 0 1 0 0,-1 0-1 0 0,1-1 1 0 0,-1 1-1 0 0,0 0 1 0 0,0-1-1 0 0,0 1 1 0 0,0-1-1 0 0,-3 3 0 0 0,-1-1 50 0 0,1 1-1 0 0,-1-1 0 0 0,-1 0 0 0 0,1-1 0 0 0,-13 6 0 0 0,-5-1 22 0 0,1-1 0 0 0,-41 7 0 0 0,62-14-225 0 0,-212 25-883 0 0,1-26-4326 0 0,212 1 5148 0 0,-16-1-1578 0 0,-29-5-1 0 0,16-4-2171 0 0,28 9 2972 0 0,0-1-1 0 0,-1 1 1 0 0,1 0-1 0 0,0-1 1 0 0,0 0 0 0 0,-7-7-2501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66 876 0 0,'-23'-21'11590'0'0,"22"21"-11517"0"0,1 0-1 0 0,0-1 0 0 0,-1 1 1 0 0,1 0-1 0 0,0 0 0 0 0,-1-1 1 0 0,1 1-1 0 0,0-1 0 0 0,0 1 1 0 0,-1 0-1 0 0,1-1 0 0 0,0 1 1 0 0,0 0-1 0 0,0-1 0 0 0,-1 1 1 0 0,1-1-1 0 0,0 1 0 0 0,0-1 1 0 0,0 1-1 0 0,0 0 0 0 0,0-1 1 0 0,0 1-1 0 0,0-1 0 0 0,0 1 1 0 0,0-1-1 0 0,0 1 0 0 0,0-1 1 0 0,0 1-1 0 0,0-1 0 0 0,0 1 1 0 0,0 0-1 0 0,1-1 0 0 0,-1 0 1 0 0,1 0-11 0 0,0 1 1 0 0,0-1-1 0 0,0 0 1 0 0,0 0-1 0 0,0 1 0 0 0,0-1 1 0 0,0 0-1 0 0,0 1 1 0 0,1-1-1 0 0,-1 1 1 0 0,0 0-1 0 0,2-1 1 0 0,49-6-312 0 0,-37 6 517 0 0,105-9-1553 0 0,-41 6-5552 0 0,-58 3 1606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22 2448 0 0,'-44'38'13557'0'0,"48"-38"-13485"0"0,0 1-1 0 0,0-1 1 0 0,1 0-1 0 0,-1 0 1 0 0,0 0-1 0 0,1-1 0 0 0,-1 1 1 0 0,0-1-1 0 0,0 0 1 0 0,5-2-1 0 0,-1 1 6 0 0,106-22-2159 0 0,-23 5-4379 0 0,-49 9 540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89 1608 0 0,'-5'-24'8809'0'0,"4"21"-7927"0"0,0 1-1 0 0,1 0 1 0 0,-1-1-1 0 0,0 1 1 0 0,1-1-1 0 0,0 1 1 0 0,-1-1-1 0 0,1-3 1 0 0,1 6-866 0 0,-1-1 0 0 0,1 0 0 0 0,-1 0-1 0 0,1 1 1 0 0,0-1 0 0 0,-1 0 0 0 0,1 1 0 0 0,0-1 0 0 0,0 1 0 0 0,-1-1 0 0 0,1 1-1 0 0,0-1 1 0 0,0 1 0 0 0,0-1 0 0 0,-1 1 0 0 0,1 0 0 0 0,0 0 0 0 0,0-1-1 0 0,0 1 1 0 0,0 0 0 0 0,0 0 0 0 0,0 0 0 0 0,0 0 0 0 0,0 0 0 0 0,0 0-1 0 0,1 0 1 0 0,1 0-20 0 0,128-8 373 0 0,4-1-1768 0 0,-44-3-9283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 1420 0 0,'-3'0'1931'0'0,"-51"-7"6018"0"0,32 7-6893 0 0,19 2-1002 0 0,0-1 1 0 0,0 1-1 0 0,0 0 1 0 0,1 0-1 0 0,-1 0 1 0 0,1 1-1 0 0,-1-1 1 0 0,1 0-1 0 0,0 1 1 0 0,0 0-1 0 0,0-1 1 0 0,0 1-1 0 0,0 0 1 0 0,-2 6-1 0 0,0-2 6 0 0,-5 9-7 0 0,1 1 0 0 0,1-1 0 0 0,1 1 0 0 0,0 1-1 0 0,1-1 1 0 0,1 1 0 0 0,1 0 0 0 0,0 0 0 0 0,2 0 0 0 0,0 26 0 0 0,1-42-37 0 0,-1-1 0 0 0,1 1 1 0 0,1-1-1 0 0,-1 1 0 0 0,0-1 1 0 0,0 1-1 0 0,0-1 0 0 0,1 1 1 0 0,-1-1-1 0 0,1 1 0 0 0,-1-1 0 0 0,1 1 1 0 0,0-1-1 0 0,-1 0 0 0 0,1 1 1 0 0,0-1-1 0 0,0 0 0 0 0,0 0 1 0 0,0 0-1 0 0,0 0 0 0 0,0 1 1 0 0,0-1-1 0 0,0-1 0 0 0,1 1 1 0 0,-1 0-1 0 0,0 0 0 0 0,1 0 1 0 0,-1-1-1 0 0,0 1 0 0 0,1 0 1 0 0,-1-1-1 0 0,1 0 0 0 0,-1 1 1 0 0,1-1-1 0 0,-1 0 0 0 0,1 0 1 0 0,-1 1-1 0 0,1-1 0 0 0,2-1 1 0 0,6 1 10 0 0,1-2 0 0 0,0 1 0 0 0,-1-1 0 0 0,18-7 1 0 0,-10 4-23 0 0,28-3-7 0 0,-37 7-7 0 0,0 1-1 0 0,-1 0 0 0 0,1 1 0 0 0,-1-1 1 0 0,1 2-1 0 0,0-1 0 0 0,-1 1 0 0 0,0 1 1 0 0,1-1-1 0 0,-1 1 0 0 0,0 1 0 0 0,-1-1 0 0 0,1 1 1 0 0,9 7-1 0 0,-14-9 43 0 0,1 1-1 0 0,-1-1 1 0 0,0 1 0 0 0,0 0-1 0 0,0 0 1 0 0,0 1-1 0 0,0-1 1 0 0,0 0 0 0 0,-1 1-1 0 0,0 0 1 0 0,0 0 0 0 0,0-1-1 0 0,0 1 1 0 0,0 0 0 0 0,-1 0-1 0 0,0 1 1 0 0,0-1-1 0 0,0 0 1 0 0,0 0 0 0 0,-1 1-1 0 0,1-1 1 0 0,-1 0 0 0 0,0 1-1 0 0,-1-1 1 0 0,1 0 0 0 0,-1 0-1 0 0,0 1 1 0 0,0-1-1 0 0,0 0 1 0 0,-3 7 0 0 0,1-4 201 0 0,0 0-1 0 0,-1 0 1 0 0,0-1 0 0 0,0 1 0 0 0,0-1 0 0 0,-1 0 0 0 0,0-1-1 0 0,0 1 1 0 0,-1-1 0 0 0,1 0 0 0 0,-1 0 0 0 0,0-1 0 0 0,0 1-1 0 0,-1-2 1 0 0,1 1 0 0 0,-1 0 0 0 0,-9 2 0 0 0,7-3-47 0 0,0 0 1 0 0,-1-1-1 0 0,1 0 1 0 0,0 0-1 0 0,-1-1 1 0 0,1-1-1 0 0,-1 1 1 0 0,1-2-1 0 0,-1 1 1 0 0,1-1-1 0 0,0-1 1 0 0,-1 0-1 0 0,-12-4 1 0 0,-57-27-179 0 0,78 33-109 0 0,1 0-1 0 0,-1 0 1 0 0,1 0 0 0 0,-1-1-1 0 0,1 1 1 0 0,0 0 0 0 0,-1 0-1 0 0,1 0 1 0 0,-1-1 0 0 0,1 1-1 0 0,0 0 1 0 0,-1 0 0 0 0,1-1-1 0 0,0 1 1 0 0,-1 0 0 0 0,1-1-1 0 0,0 1 1 0 0,0 0 0 0 0,-1-1-1 0 0,1 1 1 0 0,0-1 0 0 0,0 1-1 0 0,-1 0 1 0 0,1-1 0 0 0,0 1-1 0 0,0-1 1 0 0,0 1 0 0 0,0-1-1 0 0,0 1 1 0 0,0-1 0 0 0,9-10-2296 0 0,18-3-1618 0 0,-1 3-1625 0 0,-12 5 886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1 113 184 0 0,'9'-16'4788'0'0,"10"-16"1312"0"0,-17 29-5815 0 0,0 0 0 0 0,0 0 0 0 0,1 1 0 0 0,-1-1 0 0 0,0 1 0 0 0,1-1 0 0 0,4-2 0 0 0,-3 4-194 0 0,0 1 0 0 0,0-1-1 0 0,1 1 1 0 0,-1 0 0 0 0,0 0 0 0 0,0 0 0 0 0,1 0 0 0 0,-1 1-1 0 0,0 0 1 0 0,0 0 0 0 0,0 0 0 0 0,8 3 0 0 0,-7-2-56 0 0,0 0 0 0 0,0 1 0 0 0,0-1 0 0 0,0 1 0 0 0,0 0 1 0 0,-1 1-1 0 0,1-1 0 0 0,-1 1 0 0 0,0 0 0 0 0,0 0 0 0 0,0 0 1 0 0,3 5-1 0 0,-5-6 0 0 0,0 0 1 0 0,-1 1 0 0 0,1-1-1 0 0,-1 0 1 0 0,0 0-1 0 0,0 1 1 0 0,0-1 0 0 0,0 1-1 0 0,0-1 1 0 0,-1 1-1 0 0,0-1 1 0 0,1 1 0 0 0,-1-1-1 0 0,-1 1 1 0 0,1-1-1 0 0,0 1 1 0 0,-1-1 0 0 0,0 1-1 0 0,0-1 1 0 0,-1 5-1 0 0,-6 10 462 0 0,-1 0 0 0 0,-1 0-1 0 0,0-1 1 0 0,-1-1 0 0 0,-1 1-1 0 0,0-2 1 0 0,-18 18 647 0 0,31-36-1127 0 0,0 1 0 0 0,1-1 0 0 0,-1 1 0 0 0,0-1 0 0 0,1 1 0 0 0,0 0 1 0 0,0-1-1 0 0,0 1 0 0 0,0 0 0 0 0,0 0 0 0 0,0 1 0 0 0,0-1 0 0 0,4-2 0 0 0,2-3 15 0 0,81-70 51 0 0,-48 44-74 0 0,-2-2-1 0 0,44-52 1 0 0,-79 83-17 0 0,0-1 0 0 0,0 0 0 0 0,-1 1 0 0 0,0-2-1 0 0,0 1 1 0 0,3-8 0 0 0,-6 12-19 0 0,0 0 24 0 0,0 1 0 0 0,0-1 1 0 0,-1 1-1 0 0,1 0 0 0 0,0-1 0 0 0,-1 1 0 0 0,1 0 1 0 0,0-1-1 0 0,-1 1 0 0 0,1 0 0 0 0,0-1 0 0 0,-1 1 1 0 0,1 0-1 0 0,-1 0 0 0 0,1 0 0 0 0,-1-1 0 0 0,1 1 1 0 0,0 0-1 0 0,-1 0 0 0 0,1 0 0 0 0,-2 0 1 0 0,-7 5-15 0 0,0 0 0 0 0,-1 1 0 0 0,2 0 0 0 0,-1 1 0 0 0,1 0 0 0 0,0 0 0 0 0,0 1 0 0 0,1 0 1 0 0,-13 17-1 0 0,9-8 14 0 0,0 1 0 0 0,0 0 0 0 0,2 0 0 0 0,-10 28 0 0 0,17-43 7 0 0,1 1 1 0 0,0-1-1 0 0,0 1 0 0 0,0 0 0 0 0,0-1 1 0 0,1 1-1 0 0,0 0 0 0 0,-1 0 0 0 0,1 0 0 0 0,0-1 1 0 0,1 1-1 0 0,-1 0 0 0 0,1 0 0 0 0,0-1 1 0 0,0 1-1 0 0,0 0 0 0 0,0-1 0 0 0,3 7 1 0 0,-1-7-11 0 0,-1 0 1 0 0,1 0 0 0 0,0 0 0 0 0,-1 0 0 0 0,1-1 0 0 0,0 1-1 0 0,1-1 1 0 0,-1 0 0 0 0,0 0 0 0 0,1 0 0 0 0,-1 0 0 0 0,1 0-1 0 0,0-1 1 0 0,-1 0 0 0 0,1 1 0 0 0,0-2 0 0 0,7 2 0 0 0,16 2-1307 0 0,1-1 1 0 0,41-2-1 0 0,15-8-6135 0 0,-43 2 836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1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67 1672 0 0,'-52'-19'11529'0'0,"50"18"-10945"0"0,0 1 122 0 0,-5-2 2247 0 0,40-3-2273 0 0,45-1-1 0 0,29-4-1884 0 0,-93 8-407 0 0,0-2-1 0 0,-1 1 1 0 0,15-7-1 0 0,-19 6-1998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36 608 0 0,'-38'-36'15407'0'0,"37"36"-15352"0"0,1 1 0 0 0,-1-1 0 0 0,0 0 0 0 0,0 0 0 0 0,0 1 0 0 0,0-1 0 0 0,0 1 0 0 0,1-1 0 0 0,-1 1 0 0 0,0-1 0 0 0,0 1 0 0 0,1-1 0 0 0,-1 1 0 0 0,0-1 0 0 0,1 1 0 0 0,-1 0 0 0 0,1 0 0 0 0,-1-1-1 0 0,0 1 1 0 0,1 0 0 0 0,0 0 0 0 0,-1-1 0 0 0,1 1 0 0 0,-1 0 0 0 0,1 0 0 0 0,0 2 0 0 0,-6 26 598 0 0,-14 214 276 0 0,18-190-4437 0 0,2-1-3605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2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103 203 2412 0 0,'0'-13'1948'0'0,"-1"-2"311"0"0,2 0 0 0 0,0-1-1 0 0,4-20 1 0 0,-4 31-2054 0 0,0 0 0 0 0,1 0 0 0 0,0 1-1 0 0,0-1 1 0 0,0 0 0 0 0,1 1 0 0 0,-1-1-1 0 0,1 1 1 0 0,0-1 0 0 0,1 1 0 0 0,-1 0 0 0 0,1 1-1 0 0,7-7 1 0 0,-6 5-145 0 0,1 1-1 0 0,0 0 1 0 0,0 0-1 0 0,0 1 0 0 0,1 0 1 0 0,-1 0-1 0 0,1 0 1 0 0,0 1-1 0 0,0 0 1 0 0,0 0-1 0 0,0 1 1 0 0,0-1-1 0 0,0 2 0 0 0,0-1 1 0 0,0 1-1 0 0,10 1 1 0 0,-11 0-52 0 0,0 0-1 0 0,0 0 1 0 0,0 1 0 0 0,0 0-1 0 0,0 0 1 0 0,-1 1 0 0 0,1 0-1 0 0,-1 0 1 0 0,0 0 0 0 0,0 0 0 0 0,0 1-1 0 0,0 0 1 0 0,0 0 0 0 0,-1 0-1 0 0,0 1 1 0 0,0-1 0 0 0,0 1 0 0 0,0 0-1 0 0,4 8 1 0 0,-6-9 2 0 0,0 1-1 0 0,1-1 1 0 0,-1 1 0 0 0,-1 0-1 0 0,1 0 1 0 0,-1 0 0 0 0,0 0-1 0 0,0 0 1 0 0,0 0 0 0 0,-1 0 0 0 0,0 0-1 0 0,0 0 1 0 0,-1 9 0 0 0,0-6-1 0 0,-1 0 0 0 0,0-1 0 0 0,-1 1 1 0 0,0-1-1 0 0,0 1 0 0 0,-1-1 0 0 0,1 0 0 0 0,-6 7 1 0 0,-3 2 30 0 0,0-1 1 0 0,-2 0-1 0 0,1-1 1 0 0,-2 0-1 0 0,0-1 1 0 0,-19 13 0 0 0,30-23 207 0 0,0-1 1 0 0,0 0 0 0 0,0 1 0 0 0,0-1-1 0 0,0-1 1 0 0,0 1 0 0 0,0-1 0 0 0,-5 2 0 0 0,9-3-248 0 0,0-1 1 0 0,0 1 0 0 0,0 0 0 0 0,0 0 0 0 0,-1-1-1 0 0,1 1 1 0 0,0 0 0 0 0,0 0 0 0 0,0-1 0 0 0,0 1 0 0 0,0 0-1 0 0,0-1 1 0 0,0 1 0 0 0,0 0 0 0 0,0 0 0 0 0,1-1 0 0 0,-1 1-1 0 0,0 0 1 0 0,0 0 0 0 0,0-1 0 0 0,0 1 0 0 0,0 0 0 0 0,0 0-1 0 0,0 0 1 0 0,1-1 0 0 0,-1 1 0 0 0,0 0 0 0 0,0 0 0 0 0,0 0-1 0 0,1-1 1 0 0,-1 1 0 0 0,0 0 0 0 0,0 0 0 0 0,0 0-1 0 0,1 0 1 0 0,-1 0 0 0 0,0 0 0 0 0,1-1 0 0 0,11-4 8 0 0,-9 3-9 0 0,24 5 23 0 0,-21-3-25 0 0,1 1 1 0 0,-1 0-1 0 0,1 0 1 0 0,-1 1-1 0 0,0 0 1 0 0,0 0-1 0 0,0 1 1 0 0,0 0 0 0 0,0 0-1 0 0,0 0 1 0 0,-1 0-1 0 0,0 1 1 0 0,1 0-1 0 0,-1 0 1 0 0,5 6 0 0 0,1 1-5 0 0,-9-9 38 0 0,1 0 0 0 0,-1 0 0 0 0,0 0 0 0 0,0 0-1 0 0,0 1 1 0 0,0-1 0 0 0,-1 1 0 0 0,1 0 0 0 0,-1-1 0 0 0,0 1-1 0 0,1 0 1 0 0,-1 0 0 0 0,0 0 0 0 0,-1 0 0 0 0,1 0 0 0 0,0 0 0 0 0,-1 0-1 0 0,0 0 1 0 0,0 0 0 0 0,0 0 0 0 0,0 0 0 0 0,0 1 0 0 0,0-1-1 0 0,-1 0 1 0 0,0 0 0 0 0,1 0 0 0 0,-1 0 0 0 0,0-1 0 0 0,0 1-1 0 0,-1 0 1 0 0,1 0 0 0 0,-1 0 0 0 0,1-1 0 0 0,-1 1 0 0 0,-4 3 0 0 0,0 2 325 0 0,-1-1 0 0 0,0 1 1 0 0,0-2-1 0 0,0 1 1 0 0,-1-1-1 0 0,0 0 0 0 0,-1-1 1 0 0,1 0-1 0 0,-19 8 1 0 0,13-8-150 0 0,-1-1 0 0 0,0-1 1 0 0,0 0-1 0 0,0-1 0 0 0,0 0 1 0 0,0-1-1 0 0,-1-1 0 0 0,1-1 1 0 0,0 0-1 0 0,0-1 1 0 0,0 0-1 0 0,0-2 0 0 0,0 1 1 0 0,0-2-1 0 0,-14-6 0 0 0,28 11-272 0 0,0-1-1 0 0,-1 1 1 0 0,1 0-1 0 0,0-1 1 0 0,0 1-1 0 0,0-1 1 0 0,0 0-1 0 0,0 1 1 0 0,0-1-1 0 0,0 0 1 0 0,0 1-1 0 0,0-1 1 0 0,0 0-1 0 0,0 0 1 0 0,0 0-1 0 0,1 0 1 0 0,-1 0-1 0 0,0 0 1 0 0,1 0-1 0 0,-1 0 0 0 0,1 0 1 0 0,-1 0-1 0 0,1-1 1 0 0,-1 1-1 0 0,1 0 1 0 0,0 0-1 0 0,0 0 1 0 0,-1 0-1 0 0,1-1 1 0 0,0 1-1 0 0,0 0 1 0 0,0 0-1 0 0,0-1 1 0 0,0 1-1 0 0,1 0 1 0 0,-1 0-1 0 0,0 0 1 0 0,1-1-1 0 0,-1 1 1 0 0,1 0-1 0 0,-1 0 1 0 0,1 0-1 0 0,-1 0 1 0 0,1 0-1 0 0,0 0 1 0 0,-1 0-1 0 0,2-1 1 0 0,2-3-846 0 0,0 0 1 0 0,0 0 0 0 0,1 0 0 0 0,0 1 0 0 0,-1 0-1 0 0,2 0 1 0 0,8-6 0 0 0,34-17-8219 0 0,-30 19 2593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57 2220 0 0,'0'-3'2379'0'0,"10"-42"9406"0"0,-9 37-8890 0 0,2 17-2399 0 0,0 0 0 0 0,0 0-1 0 0,2 16 1 0 0,3 14-23 0 0,-4-27-424 0 0,0-1 0 0 0,1 0 0 0 0,0-1 0 0 0,1 1 0 0 0,0-1 1 0 0,0 0-1 0 0,1 0 0 0 0,1-1 0 0 0,-1 0 0 0 0,2 0 0 0 0,-1-1 0 0 0,1 0 0 0 0,0 0 0 0 0,1-1 0 0 0,0 0 0 0 0,0-1 0 0 0,0 0 0 0 0,1-1 0 0 0,0 0 0 0 0,0 0 0 0 0,0-1 0 0 0,0-1 0 0 0,1 0 0 0 0,0 0 0 0 0,13 0 0 0 0,-19-2-34 0 0,-1-1 0 0 0,1 0-1 0 0,-1 0 1 0 0,1-1 0 0 0,-1 1-1 0 0,1-1 1 0 0,-1 0 0 0 0,0-1 0 0 0,0 1-1 0 0,1-1 1 0 0,-1 0 0 0 0,0-1 0 0 0,0 1-1 0 0,-1-1 1 0 0,1 0 0 0 0,-1 0-1 0 0,1 0 1 0 0,-1-1 0 0 0,4-4 0 0 0,4-4 454 0 0,-1-1 0 0 0,-1 0 0 0 0,0 0 0 0 0,14-28 0 0 0,-4 6 1313 0 0,-20 34-1725 0 0,1 2-51 0 0,-1-1 0 0 0,0 1 0 0 0,1-1 0 0 0,-1 1 1 0 0,0 0-1 0 0,1-1 0 0 0,-1 1 0 0 0,0-1 0 0 0,0 1 1 0 0,0 0-1 0 0,0-1 0 0 0,0 1 0 0 0,0-1 0 0 0,0 1 1 0 0,0 0-1 0 0,0-1 0 0 0,0 1 0 0 0,0 1 1 0 0,-38 227-53 0 0,28-153 66 0 0,-14 107 315 0 0,-21 132 367 0 0,33-257-423 0 0,-2 0 1 0 0,-3-2-1 0 0,-32 74 1 0 0,41-114-147 0 0,0-1 0 0 0,-1 1 0 0 0,-1-2 1 0 0,0 1-1 0 0,-1-2 0 0 0,0 1 0 0 0,-1-1 0 0 0,0-1 0 0 0,-2 0 0 0 0,1-1 0 0 0,-27 17 1 0 0,32-24-77 0 0,0 1 0 0 0,1-2 1 0 0,-2 1-1 0 0,1-1 0 0 0,0 0 1 0 0,-1 0-1 0 0,1-1 0 0 0,-1-1 1 0 0,0 1-1 0 0,1-1 0 0 0,-1-1 1 0 0,0 0-1 0 0,0 0 0 0 0,0 0 1 0 0,0-1-1 0 0,1-1 0 0 0,-1 1 1 0 0,0-1-1 0 0,1-1 0 0 0,0 0 1 0 0,-1 0-1 0 0,1-1 0 0 0,0 1 1 0 0,-14-11-1 0 0,14 9-56 0 0,1-1 0 0 0,0 0-1 0 0,0 0 1 0 0,1-1 0 0 0,-1 0 0 0 0,1 0-1 0 0,1 0 1 0 0,0-1 0 0 0,0 0 0 0 0,0 0-1 0 0,-6-14 1 0 0,7 9 0 0 0,0 1 0 0 0,1-1 1 0 0,0 0-1 0 0,1 0 0 0 0,0 0 0 0 0,1 0 0 0 0,1-21 0 0 0,2 10-11 0 0,1 1 0 0 0,0-1 0 0 0,2 1 0 0 0,1 0 0 0 0,1 0 0 0 0,1 1 0 0 0,1 0-1 0 0,21-37 1 0 0,-13 30-619 0 0,2 1-1 0 0,1 2 0 0 0,1 0 1 0 0,1 1-1 0 0,1 1 1 0 0,1 1-1 0 0,48-35 0 0 0,20 1-4330 0 0,8 10-3716 0 0,-79 39 4008 0 0,1-1-2281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0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14 840 112 0 0,'-14'-44'20365'0'0,"22"35"-20895"0"0,13-1 618 0 0,-1 0 0 0 0,37-12-1 0 0,5-2-33 0 0,-31 10-15 0 0,-1-1-1 0 0,-1-1 1 0 0,45-33 0 0 0,-61 37-22 0 0,1 1 0 0 0,-1-2 1 0 0,-1 0-1 0 0,0 0 1 0 0,-1-1-1 0 0,-1 0 0 0 0,0-1 1 0 0,13-25-1 0 0,-12 17-9 0 0,-2 0 0 0 0,0-1 0 0 0,-1 0 0 0 0,-1 0-1 0 0,-2-1 1 0 0,0 0 0 0 0,-2 0 0 0 0,0 0 0 0 0,-2 0 0 0 0,-1 0-1 0 0,-1 0 1 0 0,-1-1 0 0 0,-1 1 0 0 0,-1 0 0 0 0,-8-24 0 0 0,-7-9 127 0 0,18 58-137 0 0,1 0 0 0 0,0-1 0 0 0,0 1 0 0 0,0 0 0 0 0,-1-1 0 0 0,1 1 1 0 0,0 0-1 0 0,0-1 0 0 0,-1 1 0 0 0,1 0 0 0 0,0-1 0 0 0,0 1 0 0 0,-1 0 0 0 0,1 0 0 0 0,0 0 0 0 0,-1-1 1 0 0,1 1-1 0 0,-1 0 0 0 0,1 0 0 0 0,0 0 0 0 0,-1 0 0 0 0,1 0 0 0 0,0 0 0 0 0,-1-1 0 0 0,1 1 0 0 0,-1 0 0 0 0,1 0 1 0 0,0 0-1 0 0,-1 0 0 0 0,1 0 0 0 0,-1 1 0 0 0,1-1 0 0 0,0 0 0 0 0,-1 0 0 0 0,1 0 0 0 0,0 0 0 0 0,-1 0 0 0 0,1 0 1 0 0,0 1-1 0 0,-1-1 0 0 0,1 0 0 0 0,0 0 0 0 0,-1 1 0 0 0,1-1 0 0 0,-13 11-46 0 0,7-2 27 0 0,0 1 0 0 0,1-1 0 0 0,1 1 1 0 0,0 0-1 0 0,0 0 0 0 0,-2 10 0 0 0,-13 67 37 0 0,15-60 53 0 0,-48 427 2352 0 0,36-263-1769 0 0,-7 164-304 0 0,-1-6-53 0 0,21-317-282 0 0,-11 84 100 0 0,11-82 22 0 0,1-11 4146 0 0,2-26-4174 0 0,0 0-1 0 0,0 0 0 0 0,0 0 1 0 0,0 0-1 0 0,0 0 0 0 0,-1-1 1 0 0,1 1-1 0 0,-2-4 0 0 0,-2-15 46 0 0,8-141-143 0 0,45-283-1 0 0,-44 417-77 0 0,1 1-1 0 0,2-1 0 0 0,1 1 0 0 0,1 0 0 0 0,1 1 0 0 0,2 0 0 0 0,1 1 0 0 0,0 1 1 0 0,29-38-1 0 0,-33 53 46 0 0,0 0 0 0 0,0 1 0 0 0,1 0 0 0 0,1 0 1 0 0,-1 1-1 0 0,1 0 0 0 0,0 1 0 0 0,1 1 0 0 0,0 0 0 0 0,0 1 1 0 0,0 0-1 0 0,1 1 0 0 0,-1 0 0 0 0,1 1 0 0 0,0 1 1 0 0,0 0-1 0 0,0 1 0 0 0,0 0 0 0 0,1 1 0 0 0,-1 1 0 0 0,0 0 1 0 0,0 1-1 0 0,0 1 0 0 0,0 0 0 0 0,19 7 0 0 0,-29-9 11 0 0,0 1-1 0 0,-1-1 0 0 0,1 1 1 0 0,0 0-1 0 0,-1 0 0 0 0,1 0 0 0 0,-1 0 1 0 0,0 1-1 0 0,0-1 0 0 0,0 1 1 0 0,0 0-1 0 0,0 0 0 0 0,-1 0 1 0 0,1 0-1 0 0,-1 1 0 0 0,0-1 0 0 0,0 1 1 0 0,0-1-1 0 0,0 1 0 0 0,-1 0 1 0 0,1 0-1 0 0,-1-1 0 0 0,0 1 1 0 0,0 0-1 0 0,1 8 0 0 0,-2-6 25 0 0,-1 1-1 0 0,1-1 0 0 0,-1 1 1 0 0,0-1-1 0 0,0 1 1 0 0,-1-1-1 0 0,1 0 0 0 0,-2 0 1 0 0,1 0-1 0 0,-1 0 1 0 0,1 0-1 0 0,-2-1 0 0 0,1 1 1 0 0,-8 9-1 0 0,0-3 9 0 0,0-1 0 0 0,-1 0 0 0 0,0 0 0 0 0,-1-1 0 0 0,0-1 0 0 0,-1 0-1 0 0,0-1 1 0 0,0 0 0 0 0,-1-1 0 0 0,0-1 0 0 0,-25 7 0 0 0,-14 1-15 0 0,-1-3 0 0 0,-57 5 0 0 0,15-3-6 0 0,47-6-279 0 0,47-7 231 0 0,-6 4-86 0 0,29 2 120 0 0,0 1-1 0 0,-1 0 0 0 0,1 2 1 0 0,-2 0-1 0 0,1 1 0 0 0,-1 1 1 0 0,-1 0-1 0 0,0 1 0 0 0,-1 1 1 0 0,0 1-1 0 0,-1 0 1 0 0,14 18-1 0 0,11 15-52 0 0,-2 3 0 0 0,55 95 1 0 0,-89-136 117 0 0,1-2 1 0 0,0 1 0 0 0,1 0 0 0 0,0-1-1 0 0,0 0 1 0 0,1 0 0 0 0,-1-1 0 0 0,9 6-1 0 0,-11-9-22 0 0,0-1 0 0 0,0 0 0 0 0,0 0 0 0 0,0 0 0 0 0,1-1 0 0 0,-1 1 0 0 0,1-1 0 0 0,-1 0 0 0 0,1 0 0 0 0,-1 0 0 0 0,1-1 0 0 0,-1 0 0 0 0,1 0 0 0 0,0 0 0 0 0,-1 0 0 0 0,1-1 0 0 0,0 1 0 0 0,4-3 0 0 0,7-1 3 0 0,-2-2 0 0 0,1 0 0 0 0,0 0-1 0 0,-1-1 1 0 0,0-1 0 0 0,14-11-1 0 0,-7 4 7 0 0,-1-1 0 0 0,-1-1 0 0 0,18-21 0 0 0,-30 31-1330 0 0,-2-1 0 0 0,1 0 0 0 0,-1 0 0 0 0,0 0 0 0 0,-1-1 0 0 0,6-15 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541 117 1884 0 0,'0'-3'1718'0'0,"1"-3"-665"0"0,0 0 3 0 0,0 0 0 0 0,0 0 0 0 0,-1 0 0 0 0,0 0-1 0 0,0 0 1 0 0,0-1 0 0 0,-1 1 0 0 0,0 0 0 0 0,0 0-1 0 0,-1 0 1 0 0,-3-8 0 0 0,4 12-965 0 0,0 1 1 0 0,0 0-1 0 0,0 0 1 0 0,0-1-1 0 0,0 1 1 0 0,-1 0-1 0 0,1 0 1 0 0,-1 0 0 0 0,1 0-1 0 0,0 0 1 0 0,-1 1-1 0 0,0-1 1 0 0,1 0-1 0 0,-1 1 1 0 0,-2-2-1 0 0,-7 0-66 0 0,0-1 1 0 0,0 2-1 0 0,0-1 1 0 0,-1 1-1 0 0,1 1 0 0 0,0 0 1 0 0,0 1-1 0 0,-1 0 0 0 0,1 0 1 0 0,0 1-1 0 0,0 1 0 0 0,0 0 1 0 0,1 0-1 0 0,-1 1 1 0 0,1 1-1 0 0,0 0 0 0 0,0 0 1 0 0,0 1-1 0 0,-15 11 0 0 0,11-5-40 0 0,0 0 0 0 0,1 0 0 0 0,1 1 0 0 0,0 1 0 0 0,0 0 0 0 0,2 1 0 0 0,0 0 0 0 0,0 0 0 0 0,1 1 0 0 0,1 0 1 0 0,1 1-1 0 0,-6 21 0 0 0,-4 21 239 0 0,3 0 1 0 0,-8 80-1 0 0,14-83 88 0 0,-34 568 536 0 0,40-486-759 0 0,-16 443 632 0 0,8-201-591 0 0,8-194-68 0 0,13 254 312 0 0,0-195-328 0 0,-10-213-48 0 0,11 246 33 0 0,-7-194 41 0 0,0 0 1452 0 0,-5-47-24 0 0,-11 70-1 0 0,8-82-1090 0 0,-6 26-24 0 0,8-47-377 0 0,1 55 148 0 0,1-57-148 0 0,-1-1 0 0 0,0 1 0 0 0,0-1 0 0 0,1 0 0 0 0,-1 1 0 0 0,1-1 0 0 0,-1 0 0 0 0,1 0 0 0 0,-1 1 0 0 0,1-1 0 0 0,0 0 0 0 0,0 0 0 0 0,0 0 0 0 0,-1 0 0 0 0,1 0 0 0 0,0 0 0 0 0,0 0 0 0 0,0 0 0 0 0,1 0 0 0 0,-1 0 0 0 0,0-1 1 0 0,0 1-1 0 0,0 0 0 0 0,1-1 0 0 0,-1 1 0 0 0,0-1 0 0 0,0 0 0 0 0,1 1 0 0 0,-1-1 0 0 0,1 0 0 0 0,-1 0 0 0 0,2 1 0 0 0,5 0 16 0 0,0-1 1 0 0,0 1-1 0 0,15-2 0 0 0,-23 1-24 0 0,356-52-2723 0 0,-228 29-40 0 0,-110 19 2125 0 0,79-13-3153 0 0,-34 2-2819 0 0,-17 2-2762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6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50 612 0 0,'8'-14'6939'0'0,"9"-21"2752"0"0,-16 35-9652 0 0,-1 0 1 0 0,1 0-1 0 0,-1 0 1 0 0,1 1 0 0 0,-1-1-1 0 0,1 0 1 0 0,-1 1 0 0 0,0-1-1 0 0,1 0 1 0 0,-1 1 0 0 0,0-1-1 0 0,1 0 1 0 0,-1 1 0 0 0,0-1-1 0 0,0 1 1 0 0,1-1-1 0 0,-1 1 1 0 0,0-1 0 0 0,1 1-1 0 0,0 38 551 0 0,-1 0 0 0 0,-2 0 0 0 0,-2 0-1 0 0,-8 38 1 0 0,-2 22-375 0 0,8-62-157 0 0,0 25 67 0 0,6-61-119 0 0,0 0-1 0 0,0-1 1 0 0,1 1-1 0 0,-1 0 1 0 0,0-1-1 0 0,1 1 1 0 0,-1 0-1 0 0,0-1 1 0 0,1 1-1 0 0,-1-1 1 0 0,1 1-1 0 0,-1-1 1 0 0,1 1-1 0 0,-1-1 1 0 0,1 1-1 0 0,-1-1 0 0 0,1 1 1 0 0,-1-1-1 0 0,1 0 1 0 0,0 1-1 0 0,-1-1 1 0 0,1 0-1 0 0,-1 0 1 0 0,1 1-1 0 0,1-1 1 0 0,22 5 89 0 0,-2-5-236 0 0,0 0 0 0 0,0-2-1 0 0,1 0 1 0 0,-1-2 0 0 0,-1 0 0 0 0,1-1-1 0 0,-1-2 1 0 0,0 0 0 0 0,0-1-1 0 0,0-1 1 0 0,-1-1 0 0 0,18-13-1 0 0,-28 16 167 0 0,0-1 0 0 0,-1 0 0 0 0,0 0 0 0 0,-1-1 0 0 0,0-1 0 0 0,0 1-1 0 0,-1-1 1 0 0,0 0 0 0 0,-1-1 0 0 0,0 0 0 0 0,-1 0 0 0 0,0 0-1 0 0,-1-1 1 0 0,5-18 0 0 0,9-23 1301 0 0,-17 52-1336 0 0,1-6-149 0 0,2 24 352 0 0,-1-1 0 0 0,-1 1 0 0 0,1 32 0 0 0,-7 54 129 0 0,-18 218-1014 0 0,19-269-2605 0 0,2-28-5406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1260 0 0,'1'-2'3164'0'0,"8"-12"1719"0"0,11-12 2586 0 0,-17 24-7216 0 0,-1 0-1 0 0,1 0 1 0 0,0 0 0 0 0,0 0-1 0 0,-1 1 1 0 0,1-1-1 0 0,0 1 1 0 0,1 0-1 0 0,-1 0 1 0 0,4-1-1 0 0,189-56 1835 0 0,-166 43-4434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128 309 716 0 0,'2'-16'8157'0'0,"0"9"-5858"0"0,-1 0-1 0 0,0 0 0 0 0,0-1 0 0 0,-1-10 0 0 0,0 16-2193 0 0,-1 0-21 0 0,0 0 0 0 0,0-1 0 0 0,1 1 0 0 0,-2 0 0 0 0,1 0 0 0 0,0 0 0 0 0,0 0 0 0 0,-1 0 0 0 0,1 0 0 0 0,-1 0 0 0 0,1 1 0 0 0,-1-1 0 0 0,0 0 0 0 0,0 1 0 0 0,0 0 0 0 0,0-1 0 0 0,-3-1 0 0 0,-5-4 55 0 0,-36-26 193 0 0,35 26-360 0 0,1 0 1 0 0,-17-14-1 0 0,26 19-27 0 0,2-4-64 0 0,1 3 99 0 0,8 0-4 0 0,118-14-1045 0 0,-75 12 374 0 0,98-24 1 0 0,-140 25 1028 0 0,-1 0-1 0 0,0 0 0 0 0,-1-2 1 0 0,1 1-1 0 0,-1-1 0 0 0,0 0 1 0 0,0-1-1 0 0,0 0 0 0 0,10-12 1 0 0,-18 18 92 0 0,0 2-417 0 0,-1 1 1 0 0,1-1-1 0 0,-1 0 1 0 0,1 0-1 0 0,-1 1 1 0 0,1-1-1 0 0,-1 0 0 0 0,0 1 1 0 0,1-1-1 0 0,-1 1 1 0 0,0-1-1 0 0,0 0 1 0 0,0 1-1 0 0,0-1 1 0 0,0 1-1 0 0,-1-1 1 0 0,1 2-1 0 0,-8 30 187 0 0,5-20-53 0 0,-106 564 2342 0 0,93-496-2263 0 0,1-8-1661 0 0,8-26-3708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8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23 219 696 0 0,'37'-195'18193'0'0,"-34"173"-17212"0"0,-3 21-256 0 0,1 2-620 0 0,0 1 0 0 0,0-1 0 0 0,0 1 0 0 0,-1-1 0 0 0,1 1 0 0 0,0-1 0 0 0,-1 1 0 0 0,0 0 0 0 0,1 0 0 0 0,-1-1 0 0 0,0 1 0 0 0,0 0 0 0 0,0 1 0 0 0,-10 308 5453 0 0,-37 155-3520 0 0,38-424-1268 0 0,7-37-431 0 0,1-5-59 0 0,1-24-142 0 0,4-14-261 0 0,2 1-1 0 0,2-1 1 0 0,1 1 0 0 0,2 0-1 0 0,1 1 1 0 0,2 0-1 0 0,2 1 1 0 0,1 1 0 0 0,1 0-1 0 0,2 2 1 0 0,48-60-1 0 0,-62 85 81 0 0,0 0 0 0 0,0 0-1 0 0,1 0 1 0 0,0 1-1 0 0,0 0 1 0 0,1 0 0 0 0,0 1-1 0 0,0 0 1 0 0,0 0-1 0 0,1 1 1 0 0,14-6 0 0 0,-20 9 27 0 0,0 1 0 0 0,0 0 0 0 0,0-1 1 0 0,0 1-1 0 0,1 0 0 0 0,-1 1 1 0 0,0-1-1 0 0,0 0 0 0 0,0 1 0 0 0,0 0 1 0 0,0 0-1 0 0,0 0 0 0 0,0 0 0 0 0,0 0 1 0 0,-1 0-1 0 0,1 1 0 0 0,0 0 1 0 0,-1-1-1 0 0,1 1 0 0 0,3 3 0 0 0,-4-3 15 0 0,-1-1 0 0 0,0 1 0 0 0,1-1 0 0 0,-1 1-1 0 0,0-1 1 0 0,0 1 0 0 0,0 0 0 0 0,0-1 0 0 0,0 1 0 0 0,0 0-1 0 0,0 0 1 0 0,-1 0 0 0 0,1 0 0 0 0,-1 0 0 0 0,1 0 0 0 0,-1 0-1 0 0,0 0 1 0 0,0-1 0 0 0,0 1 0 0 0,0 0 0 0 0,0 0-1 0 0,0 0 1 0 0,-1 0 0 0 0,1 0 0 0 0,-1 0 0 0 0,1 0 0 0 0,-1 0-1 0 0,1 0 1 0 0,-1 0 0 0 0,0-1 0 0 0,-2 4 0 0 0,-3 2 14 0 0,1 0 1 0 0,-1 0-1 0 0,-1-1 1 0 0,1 1-1 0 0,-1-2 1 0 0,0 1-1 0 0,-1-1 1 0 0,1 0-1 0 0,-1 0 1 0 0,-14 5-1 0 0,7-3 49 0 0,-1-2 0 0 0,0 0 0 0 0,0 0 0 0 0,-29 3 0 0 0,42-8-57 0 0,1 1-57 0 0,0-1 25 0 0,1 0-1 0 0,-1 0 1 0 0,1 1-1 0 0,-1-1 1 0 0,0 1 0 0 0,1-1-1 0 0,-1 1 1 0 0,1-1-1 0 0,0 1 1 0 0,-1 0-1 0 0,1 0 1 0 0,-1 0 0 0 0,1 0-1 0 0,0 0 1 0 0,0 0-1 0 0,0 0 1 0 0,-1 0 0 0 0,0 2-1 0 0,2-1 15 0 0,0-1 0 0 0,-1 1 0 0 0,1 0 0 0 0,0-1-1 0 0,0 1 1 0 0,0 0 0 0 0,0-1 0 0 0,1 1 0 0 0,-1 0 0 0 0,0-1-1 0 0,1 1 1 0 0,-1 0 0 0 0,1-1 0 0 0,-1 1 0 0 0,1-1 0 0 0,0 1-1 0 0,0-1 1 0 0,0 1 0 0 0,1 1 0 0 0,10 14 1 0 0,0 0 0 0 0,1 0 0 0 0,1-1 1 0 0,0-1-1 0 0,2 0 0 0 0,-1-1 0 0 0,34 22 0 0 0,-1-6 65 0 0,87 42 0 0 0,-96-53-276 0 0,103 47-527 0 0,-45-28-8306 0 0,-93-37 8181 0 0,0 0-603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294 151 616 0 0,'5'-10'3005'0'0,"-1"0"1"0"0,0-1-1 0 0,5-18 0 0 0,-8 21-1842 0 0,1 0-1 0 0,-1 0 0 0 0,-1-1 1 0 0,1 1-1 0 0,-2-14 0 0 0,1 21-1088 0 0,0 0 0 0 0,-1 0-1 0 0,1-1 1 0 0,0 1 0 0 0,0 0-1 0 0,0 0 1 0 0,-1 0 0 0 0,1-1 0 0 0,-1 1-1 0 0,1 0 1 0 0,-1 0 0 0 0,1 0-1 0 0,-1 0 1 0 0,0 0 0 0 0,0 0 0 0 0,1 0-1 0 0,-1 0 1 0 0,0 0 0 0 0,0 0-1 0 0,0 0 1 0 0,0 1 0 0 0,0-1 0 0 0,0 0-1 0 0,-2 0 1 0 0,1 0-37 0 0,0 1-1 0 0,0-1 1 0 0,0 1 0 0 0,0 0 0 0 0,0 0-1 0 0,0 0 1 0 0,0 0 0 0 0,0 1-1 0 0,0-1 1 0 0,0 0 0 0 0,0 1 0 0 0,0-1-1 0 0,-3 2 1 0 0,-7 4-49 0 0,1 0 0 0 0,0 0-1 0 0,-18 14 1 0 0,27-18 73 0 0,-18 12-66 0 0,1 2 0 0 0,1 0 0 0 0,1 1-1 0 0,0 1 1 0 0,1 0 0 0 0,1 1 0 0 0,1 1 0 0 0,1 1 0 0 0,0 0-1 0 0,2 0 1 0 0,-15 38 0 0 0,24-52 7 0 0,0-1 1 0 0,1 1-1 0 0,0 0 0 0 0,0 0 1 0 0,1 0-1 0 0,0 0 0 0 0,0 0 0 0 0,2 11 1 0 0,-2-16 4 0 0,1 0 1 0 0,-1 0 0 0 0,0 1-1 0 0,1-1 1 0 0,0 0 0 0 0,-1 0-1 0 0,1 0 1 0 0,0 0 0 0 0,0 0-1 0 0,0 0 1 0 0,1 0 0 0 0,-1 0 0 0 0,0-1-1 0 0,1 1 1 0 0,-1 0 0 0 0,1-1-1 0 0,-1 1 1 0 0,1-1 0 0 0,0 0-1 0 0,0 1 1 0 0,0-1 0 0 0,-1 0-1 0 0,1 0 1 0 0,0 0 0 0 0,1 0-1 0 0,-1 0 1 0 0,0-1 0 0 0,0 1-1 0 0,0-1 1 0 0,0 1 0 0 0,0-1-1 0 0,4 0 1 0 0,3 0 1 0 0,-1-1 0 0 0,0 0 0 0 0,-1-1 0 0 0,1 0-1 0 0,0 0 1 0 0,0-1 0 0 0,-1 1 0 0 0,1-2 0 0 0,-1 1 0 0 0,0-1 0 0 0,0 0 0 0 0,-1-1-1 0 0,1 0 1 0 0,-1 0 0 0 0,0 0 0 0 0,8-9 0 0 0,9-11 208 0 0,-2-2 0 0 0,31-47 0 0 0,-19 24 941 0 0,-32 49-1157 0 0,-1 0 0 0 0,1 0 0 0 0,-1 0 0 0 0,1 1 0 0 0,-1-1 0 0 0,1 0 0 0 0,0 0 0 0 0,-1 1 0 0 0,1-1 0 0 0,0 1 0 0 0,-1-1 0 0 0,1 1 0 0 0,0-1 0 0 0,0 1 0 0 0,-1-1 1 0 0,1 1-1 0 0,0-1 0 0 0,0 1 0 0 0,0 0 0 0 0,0 0 0 0 0,1-1 0 0 0,-2 1 37 0 0,1 1 1 0 0,0-1-1 0 0,-1 0 0 0 0,1 1 1 0 0,-1-1-1 0 0,1 0 0 0 0,-1 1 1 0 0,1-1-1 0 0,-1 1 0 0 0,1-1 1 0 0,-1 1-1 0 0,1-1 0 0 0,-1 1 1 0 0,1-1-1 0 0,-1 1 0 0 0,0 0 1 0 0,0-1-1 0 0,1 1 1 0 0,-1-1-1 0 0,0 1 0 0 0,1 1 1 0 0,1 7 504 0 0,0 0 1 0 0,-1-1-1 0 0,1 13 1 0 0,-2-13-246 0 0,9 123 2271 0 0,-12 166 1 0 0,2-249-2433 0 0,-2 123-137 0 0,3-160-152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5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3052 0 0,'11'-54'18575'0'0,"-5"35"-15866"0"0,-5 18-2642 0 0,0-1 1 0 0,1 1 0 0 0,-1-1 0 0 0,1 1 0 0 0,-1 0 0 0 0,1 0 0 0 0,0 0 0 0 0,-1 0 0 0 0,1 0 0 0 0,0 0 0 0 0,0 0 0 0 0,0 1-1 0 0,0-1 1 0 0,-1 0 0 0 0,5 0 0 0 0,1-1 34 0 0,85-25 609 0 0,-56 18-2308 0 0,43-18-1 0 0,-43 13-13633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03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116 228 1376 0 0,'20'6'21354'0'0,"-23"-10"-21178"0"0,0 0 1 0 0,0 0-1 0 0,0 0 0 0 0,0-1 0 0 0,0 1 1 0 0,1 0-1 0 0,0-1 0 0 0,0 0 0 0 0,0 1 0 0 0,1-1 1 0 0,0 0-1 0 0,0 0 0 0 0,-1-9 0 0 0,1 7-147 0 0,1-1 0 0 0,0 1 0 0 0,1-1 0 0 0,-1 1 0 0 0,1-1 0 0 0,1 1 0 0 0,0 0-1 0 0,0 0 1 0 0,3-9 0 0 0,-2 11-76 0 0,-1-1 0 0 0,1 1-1 0 0,0 0 1 0 0,0 0 0 0 0,1 0 0 0 0,-1 0-1 0 0,1 0 1 0 0,0 1 0 0 0,1-1 0 0 0,-1 1 0 0 0,8-5-1 0 0,-9 7 43 0 0,1 0-1 0 0,0 0 0 0 0,0 0 0 0 0,0 0 0 0 0,0 1 0 0 0,0 0 1 0 0,0-1-1 0 0,1 1 0 0 0,-1 1 0 0 0,0-1 0 0 0,0 1 0 0 0,1 0 1 0 0,-1 0-1 0 0,1 0 0 0 0,-1 0 0 0 0,9 2 0 0 0,-8 0-1 0 0,1 0 0 0 0,-1 0 0 0 0,0 0 0 0 0,1 1 0 0 0,-1 0 0 0 0,0 0-1 0 0,-1 0 1 0 0,1 0 0 0 0,0 1 0 0 0,-1 0 0 0 0,0 0 0 0 0,0 0 0 0 0,0 0 0 0 0,0 1 0 0 0,-1 0-1 0 0,0 0 1 0 0,0-1 0 0 0,0 2 0 0 0,-1-1 0 0 0,1 0 0 0 0,1 8 0 0 0,1 0 6 0 0,-2 1 1 0 0,1-1 0 0 0,-2 1 0 0 0,0 0-1 0 0,0 0 1 0 0,-1 0 0 0 0,-2 25 0 0 0,-2-16 0 0 0,-1 0 1 0 0,-1 0-1 0 0,-1 0 1 0 0,0-1 0 0 0,-2 0-1 0 0,-1 0 1 0 0,0-1-1 0 0,-2 0 1 0 0,-17 26 0 0 0,6-15 60 0 0,-2-2 1 0 0,0-1-1 0 0,-2 0 1 0 0,-58 47 0 0 0,-1 1 615 0 0,83-76-633 0 0,2 0-43 0 0,1-1-1 0 0,-1 0 1 0 0,0 1-1 0 0,0-1 1 0 0,0 0 0 0 0,0 1-1 0 0,0-1 1 0 0,1 0 0 0 0,-1 0-1 0 0,0 1 1 0 0,0-1-1 0 0,0 0 1 0 0,1 1 0 0 0,-1-1-1 0 0,0 0 1 0 0,0 0-1 0 0,1 0 1 0 0,-1 1 0 0 0,0-1-1 0 0,1 0 1 0 0,-1 0-1 0 0,0 0 1 0 0,0 0 0 0 0,1 0-1 0 0,-1 0 1 0 0,0 1-1 0 0,1-1 1 0 0,-1 0 0 0 0,0 0-1 0 0,1 0 1 0 0,-1 0 0 0 0,0 0-1 0 0,1 0 1 0 0,-1 0-1 0 0,14-1-2 0 0,-12 0 7 0 0,412-34 13 0 0,-346 30 329 0 0,-66 5-309 0 0,17 0 28 0 0,0-5-2250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0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0 498 2572 0 0,'3'-50'9481'0'0,"1"-10"-1875"0"0,-3 58-7517 0 0,0-1 0 0 0,1 1 0 0 0,0 0 0 0 0,0-1 0 0 0,-1 1 1 0 0,1 0-1 0 0,0 0 0 0 0,1 0 0 0 0,-1 1 0 0 0,0-1 0 0 0,3-1 0 0 0,-1 0 65 0 0,19-14 244 0 0,-1 0-1 0 0,-1-2 1 0 0,38-42 0 0 0,-52 52-364 0 0,0-1 0 0 0,-1 1 0 0 0,0-2 0 0 0,-1 1 0 0 0,0-1 0 0 0,0 1 0 0 0,-1-1 0 0 0,0-1 0 0 0,-1 1 0 0 0,-1 0 0 0 0,0-1 0 0 0,1-16 0 0 0,1-49-131 0 0,-4 77 93 0 0,0-1 0 0 0,0 1 0 0 0,0 0 0 0 0,1-1-1 0 0,-1 1 1 0 0,0-1 0 0 0,0 1 0 0 0,0 0 0 0 0,0-1 0 0 0,0 1 0 0 0,0 0 0 0 0,0-1-1 0 0,0 1 1 0 0,0 0 0 0 0,0-1 0 0 0,0 1 0 0 0,-1 0 0 0 0,1-1 0 0 0,0 1 0 0 0,0 0-1 0 0,0-1 1 0 0,0 1 0 0 0,0 0 0 0 0,-1-1 0 0 0,1 1 0 0 0,0 0 0 0 0,0-1 0 0 0,-1 1-1 0 0,1 0 1 0 0,0 0 0 0 0,0-1 0 0 0,-1 1 0 0 0,1 0 0 0 0,0 0 0 0 0,-1 0 0 0 0,1-1-1 0 0,0 1 1 0 0,-1 0 0 0 0,1 0 0 0 0,0 0 0 0 0,-1 0 0 0 0,1 0 0 0 0,0 0 0 0 0,-1 0-1 0 0,1 0 1 0 0,0 0 0 0 0,-1 0 0 0 0,1 0 0 0 0,0 0 0 0 0,-1 0 0 0 0,1 0-1 0 0,-1 0 1 0 0,1 0 0 0 0,0 0 0 0 0,-1 0 0 0 0,1 0 0 0 0,0 0 0 0 0,-1 1 0 0 0,1-1-1 0 0,0 0 1 0 0,0 0 0 0 0,-1 0 0 0 0,1 1 0 0 0,0-1 0 0 0,-1 0 0 0 0,1 0 0 0 0,0 1-1 0 0,-1 0 1 0 0,-17 18-58 0 0,9 0 25 0 0,0-1-1 0 0,0 1 0 0 0,2 0 1 0 0,-9 35-1 0 0,-10 85-66 0 0,18-88 86 0 0,-13 100 515 0 0,-1 197 1 0 0,24-250-334 0 0,-2 33 1260 0 0,-3-111 1700 0 0,2-21-3035 0 0,0 1 1 0 0,1-1 0 0 0,-1 1 0 0 0,1-1-1 0 0,-1 1 1 0 0,1-1 0 0 0,-1 1 0 0 0,1-1-1 0 0,-1 1 1 0 0,1-1 0 0 0,0 1-1 0 0,-1-1 1 0 0,1 0 0 0 0,0 1 0 0 0,-1-1-1 0 0,1 0 1 0 0,0 1 0 0 0,0-1 0 0 0,0 0-1 0 0,-1 1 1 0 0,1-1 0 0 0,0-1-1 0 0,-2-6-36 0 0,0 0-1 0 0,1-1 1 0 0,-1 1-1 0 0,2-1 1 0 0,-1 1-1 0 0,1-11 0 0 0,7-53 93 0 0,-3 48-164 0 0,1 0 1 0 0,2 0-1 0 0,0 0 0 0 0,1 1 1 0 0,2 0-1 0 0,0 1 1 0 0,1 0-1 0 0,1 0 0 0 0,16-20 1 0 0,-18 28-23 0 0,0 1 1 0 0,1 1 0 0 0,0 0 0 0 0,1 0-1 0 0,0 1 1 0 0,1 0 0 0 0,0 1-1 0 0,1 1 1 0 0,0 0 0 0 0,1 1-1 0 0,0 1 1 0 0,0 0 0 0 0,0 0-1 0 0,23-5 1 0 0,-31 11-48 0 0,0 0-1 0 0,0 0 0 0 0,1 1 1 0 0,-1-1-1 0 0,0 2 1 0 0,0-1-1 0 0,0 1 1 0 0,0 0-1 0 0,0 0 1 0 0,0 1-1 0 0,11 4 1 0 0,-16-5 74 0 0,1 0 0 0 0,-1 0 0 0 0,0 0 0 0 0,0 0 0 0 0,-1 0 0 0 0,1 1-1 0 0,0-1 1 0 0,0 0 0 0 0,-1 1 0 0 0,1 0 0 0 0,0-1 0 0 0,-1 1 0 0 0,0 0 0 0 0,1 0 0 0 0,-1 0 0 0 0,0-1 0 0 0,0 1 0 0 0,0 1 0 0 0,0-1 0 0 0,-1 0 0 0 0,1 0 0 0 0,0 0 0 0 0,-1 0 0 0 0,1 1 0 0 0,-1-1 0 0 0,0 0 0 0 0,0 0-1 0 0,0 0 1 0 0,0 1 0 0 0,0-1 0 0 0,-1 0 0 0 0,1 0 0 0 0,0 1 0 0 0,-1-1 0 0 0,0 0 0 0 0,0 0 0 0 0,1 0 0 0 0,-1 0 0 0 0,-3 4 0 0 0,-1 3 9 0 0,-1 1 0 0 0,0-1 0 0 0,0 0 0 0 0,-1 0 0 0 0,-1-1 0 0 0,1 0 0 0 0,-2 0 0 0 0,1 0 0 0 0,-1-1 0 0 0,-17 10 1 0 0,14-9 6 0 0,0-1 0 0 0,-1-1 0 0 0,0 0 0 0 0,0-1 1 0 0,-1-1-1 0 0,1 0 0 0 0,-28 5 0 0 0,32-9 4 0 0,1 1-1 0 0,-1-1 1 0 0,0-1-1 0 0,1 0 1 0 0,-1 0-1 0 0,1 0 0 0 0,-1-1 1 0 0,-14-5-1 0 0,4 1-92 0 0,17 5 28 0 0,-5 0-177 0 0,5 1 80 0 0,7 2 52 0 0,2 2 80 0 0,27 14-98 0 0,-1 2 0 0 0,-1 2 0 0 0,31 26 0 0 0,-8-6 58 0 0,29 21 24 0 0,112 79 252 0 0,-132-101 298 0 0,-63-41-531 0 0,1 1 1 0 0,-1-1-1 0 0,0 0 1 0 0,0 1-1 0 0,0-1 0 0 0,0 0 1 0 0,0 1-1 0 0,1-1 1 0 0,-1 0-1 0 0,0 0 0 0 0,0 0 1 0 0,1 0-1 0 0,-1 0 1 0 0,0 0-1 0 0,0-1 1 0 0,0 1-1 0 0,1 0 0 0 0,-1-1 1 0 0,0 1-1 0 0,0 0 1 0 0,0-1-1 0 0,2-1 0 0 0,0 0-383 0 0,0 1-1 0 0,0-2 0 0 0,0 1 0 0 0,-1 0 0 0 0,1 0 1 0 0,3-6-1 0 0,-1 2-1242 0 0,0-1 0 0 0,-1 0 0 0 0,6-13 1 0 0,1-8-5685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05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277 135 2320 0 0,'-20'-16'10385'0'0,"-6"-10"-4499"0"0,23 24-5120 0 0,3 2-732 0 0,0 0 0 0 0,0 0-1 0 0,0 0 1 0 0,0 0 0 0 0,0 0-1 0 0,-1 0 1 0 0,1 0-1 0 0,0 0 1 0 0,0 0 0 0 0,0 0-1 0 0,0 0 1 0 0,0-1 0 0 0,-1 1-1 0 0,1 0 1 0 0,0 0 0 0 0,0 0-1 0 0,0 0 1 0 0,0 0-1 0 0,0 0 1 0 0,0 0 0 0 0,0-1-1 0 0,-1 1 1 0 0,1 0 0 0 0,0 0-1 0 0,0 0 1 0 0,0 0-1 0 0,0 0 1 0 0,0-1 0 0 0,0 1-1 0 0,0 0 1 0 0,0 0 0 0 0,0 0-1 0 0,0 0 1 0 0,0-1 0 0 0,0 1-1 0 0,0 0 1 0 0,0 0-1 0 0,0 0 1 0 0,0 0 0 0 0,0-1-1 0 0,0 1 1 0 0,0 0 0 0 0,0 0-1 0 0,3-2 6 0 0,-1-1 0 0 0,1 1 1 0 0,-1 0-1 0 0,1 0 0 0 0,0 1 0 0 0,0-1 0 0 0,-1 1 0 0 0,1-1 0 0 0,0 1 0 0 0,0 0 1 0 0,1 0-1 0 0,4-1 0 0 0,48-8 133 0 0,-39 8-123 0 0,384-48 146 0 0,-399 49-200 0 0,1 1-1 0 0,-1 0 1 0 0,0 0-1 0 0,0 0 1 0 0,1 0 0 0 0,-1 0-1 0 0,0 0 1 0 0,0 1-1 0 0,1-1 1 0 0,-1 1-1 0 0,0 0 1 0 0,0-1 0 0 0,0 1-1 0 0,0 0 1 0 0,0 0-1 0 0,0 0 1 0 0,0 1 0 0 0,0-1-1 0 0,0 0 1 0 0,2 3-1 0 0,-1 0 65 0 0,-1 0-1 0 0,0-1 0 0 0,0 1 0 0 0,0 0 0 0 0,0 1 0 0 0,-1-1 1 0 0,1 0-1 0 0,-1 0 0 0 0,1 6 0 0 0,2 20 486 0 0,-1-1 1 0 0,-1 1-1 0 0,-3 47 0 0 0,0-20 6 0 0,-31 1434 2616 0 0,24-1230-3017 0 0,2 581 34 0 0,4-554-267 0 0,-4-197 1401 0 0,-18 103 0 0 0,19-173-1151 0 0,-1 0 1 0 0,0-1 0 0 0,-2 0-1 0 0,-1 0 1 0 0,0-1 0 0 0,-1 0-1 0 0,-1 0 1 0 0,-1-1-1 0 0,0-1 1 0 0,-1 0 0 0 0,-22 21-1 0 0,-13 8-559 0 0,-2-3 0 0 0,-77 52 0 0 0,-48 17-5834 0 0,52-46-4559 0 0,46-29-1622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2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34 748 0 0,'4'-6'20271'0'0,"-17"4"-20058"0"0,0-2 0 0 0,-17-5 0 0 0,28 8-223 0 0,0 0 5 0 0,-7-1 6 0 0,-2-1-12 0 0,7 2 8 0 0,-1-1-1 0 0,0 2 1 0 0,0-1 0 0 0,1 0-1 0 0,-1 1 1 0 0,0 0 0 0 0,0 0 0 0 0,0 0-1 0 0,-7 2 1 0 0,7-1 1 0 0,-11 1-15 0 0,1 1 0 0 0,-23 6 0 0 0,-6 6 13 0 0,1 1-1 0 0,0 2 0 0 0,-57 33 1 0 0,83-41-20 0 0,1 0 0 0 0,0 1 0 0 0,1 1 0 0 0,0 0 1 0 0,1 1-1 0 0,0 1 0 0 0,1 0 0 0 0,1 1 0 0 0,0 0 1 0 0,1 1-1 0 0,0 0 0 0 0,-13 30 0 0 0,12-17 3 0 0,2 0 1 0 0,2 1-1 0 0,0 0 0 0 0,2 0 0 0 0,1 1 0 0 0,2 0 0 0 0,1 0 0 0 0,1 0 0 0 0,5 48 1 0 0,-1-59 20 0 0,1 0 0 0 0,0-1 1 0 0,14 37-1 0 0,-13-45 13 0 0,0 0-1 0 0,0-1 0 0 0,1 0 1 0 0,0 0-1 0 0,1 0 0 0 0,0-1 1 0 0,0 0-1 0 0,10 9 0 0 0,-5-6 11 0 0,1-1 0 0 0,1 0 0 0 0,-1-1 0 0 0,2 0 0 0 0,-1-1 0 0 0,1-1 0 0 0,1 0 0 0 0,-1-1 0 0 0,1-1 0 0 0,0 0 0 0 0,1-1-1 0 0,-1-1 1 0 0,1-1 0 0 0,31 3 0 0 0,-5-5-2 0 0,-1-2-1 0 0,0-3 1 0 0,53-9-1 0 0,119-41 1046 0 0,-152 32 29 0 0,-60 21-803 0 0,8-4 150 0 0,-5 2 1048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3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50 1072 0 0,'3'-27'9740'0'0,"-6"4"42"0"0,2 24-9778 0 0,0 0 0 0 0,1 0 0 0 0,-1 0 0 0 0,1 0 0 0 0,-1 0-1 0 0,1 0 1 0 0,-1 0 0 0 0,1 0 0 0 0,0 0 0 0 0,-1 0 0 0 0,1 0 0 0 0,0 0 0 0 0,0 0 0 0 0,0 1 0 0 0,0-1 0 0 0,0 0 0 0 0,0 0 0 0 0,0 1 0 0 0,4 32 20 0 0,-1-10-1 0 0,-1 77 98 0 0,14 163-3926 0 0,3-154-3455 0 0,-6-55-108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3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15 284 0 0,'-8'-8'6539'0'0,"-27"2"2733"0"0,21 6-6783 0 0,-4 7 1079 0 0,108 1-3571 0 0,138-7 1 0 0,-95-11-7203 0 0,-130 9 6158 0 0,0 1-107 0 0,10 0 15 0 0,-9 0-183 0 0,7 2-3203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36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 1308 0 0,'-2'1'712'0'0,"-82"39"14858"0"0,82-39-15132 0 0,2-1-389 0 0,0 1 0 0 0,0-1-1 0 0,-1 1 1 0 0,1-1 0 0 0,0 1 0 0 0,-1-1-1 0 0,1 1 1 0 0,0-1 0 0 0,-1 0-1 0 0,1 1 1 0 0,-1-1 0 0 0,1 0-1 0 0,0 1 1 0 0,-1-1 0 0 0,1 0 0 0 0,-1 0-1 0 0,1 0 1 0 0,-1 1 0 0 0,1-1-1 0 0,-1 0 1 0 0,1 0 0 0 0,-1 0 0 0 0,1 0-1 0 0,-1 0 1 0 0,1 0 0 0 0,-2 0-1 0 0,-9 5 766 0 0,11-5-798 0 0,0 0-1 0 0,0 0 1 0 0,-1 1 0 0 0,1-1-1 0 0,0 0 1 0 0,0 0 0 0 0,0 1-1 0 0,0-1 1 0 0,0 0 0 0 0,-1 1-1 0 0,1-1 1 0 0,0 0 0 0 0,0 1-1 0 0,0-1 1 0 0,0 0 0 0 0,0 1-1 0 0,0-1 1 0 0,0 0 0 0 0,0 1-1 0 0,0-1 1 0 0,0 0 0 0 0,0 1-1 0 0,0-1 1 0 0,1 0 0 0 0,-1 1 0 0 0,0-1-1 0 0,0 0 1 0 0,0 0 0 0 0,0 1-1 0 0,0-1 1 0 0,1 0 0 0 0,-1 1-1 0 0,0-1 1 0 0,3 1-3 0 0,0 1-1 0 0,-1-2 1 0 0,1 1 0 0 0,0 0-1 0 0,0 0 1 0 0,0-1 0 0 0,0 0 0 0 0,-1 1-1 0 0,1-1 1 0 0,0 0 0 0 0,0-1-1 0 0,5 0 1 0 0,-6 1-15 0 0,502-31 318 0 0,-372 19-289 0 0,-91 9-24 0 0,105-14 61 0 0,-133 15-66 0 0,-10 1-32 0 0,0 1-64 0 0,5-1 406 0 0,14-1-4542 0 0,11-1-5002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33 940 0 0,'0'0'2488'0'0,"-2"-10"-788"0"0,1 0-1211 0 0,-6 3-1658 0 0,0 2-875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29 392 0 0,'1'-12'1907'0'0,"-1"10"-1878"0"0,4-10 890 0 0,-4 9-526 0 0,-4 7-471 0 0,3-3 39 0 0,-5 9-1534 0 0,4-3 919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3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1244 0 0,'0'0'3852'0'0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3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52 592 0 0,'31'-41'5144'0'0,"-30"39"-4969"0"0,8-7 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4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57 828 0 0,'0'0'4331'0'0,"-16"-2"284"0"0,16 2-4627 0 0,-1 0 0 0 0,1 0 1 0 0,0 0-1 0 0,-1 0 0 0 0,1 0 1 0 0,0 0-1 0 0,-1 0 1 0 0,1 0-1 0 0,0 0 0 0 0,-1 0 1 0 0,1 0-1 0 0,-1 0 0 0 0,1 0 1 0 0,0 0-1 0 0,-1 0 1 0 0,1-1-1 0 0,0 1 0 0 0,-1 0 1 0 0,1 0-1 0 0,0 0 0 0 0,0-1 1 0 0,-1 1-1 0 0,1 0 1 0 0,0 0-1 0 0,0-1 0 0 0,-1 1 1 0 0,1 0-1 0 0,0 0 0 0 0,0-1 1 0 0,-1 1-1 0 0,1 0 1 0 0,0-1-1 0 0,0 1 0 0 0,0 0 1 0 0,0-1-1 0 0,0 0-122 0 0,0-1 0 0 0,1 1 0 0 0,-1 0 1 0 0,0 0-1 0 0,1 0 0 0 0,0 0 0 0 0,-1 0 0 0 0,1 0 0 0 0,0 0 0 0 0,-1 0 0 0 0,1 0 0 0 0,0 0 0 0 0,0 0 1 0 0,1-1-1 0 0,12-12-2106 0 0,3-3-463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4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19 444 0 0,'0'0'776'0'0,"13"-7"180"0"0,-4 1-976 0 0,1 0-1156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5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 76 0 0,'0'0'1458'0'0,"-3"0"-1463"0"0,1 0 6 0 0,-1 0 0 0 0,0 0-1 0 0,0 0 1 0 0,0 1 0 0 0,1-1-1 0 0,-1 1 1 0 0,0 0-1 0 0,1 0 1 0 0,-1 0 0 0 0,0 0-1 0 0,1 0 1 0 0,-1 1 0 0 0,-2 1-1 0 0,4-2 62 0 0,-17-12 88 0 0,13 2-194 0 0,4 6-328 0 0,2 8 125 0 0,0-4-92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95 1204 0 0,'2'-14'2588'0'0,"0"1"0"0"0,2 0-1 0 0,8-25 686 0 0,-12 21 1140 0 0,-1 19-3734 0 0,0 26-221 0 0,-1 10-154 0 0,-13 160 924 0 0,11 239 0 0 0,9-315-1087 0 0,-4-90 477 0 0,4 20-2113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3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50 1028 0 0,'1'-2'871'0'0,"1"0"0"0"0,0 0 0 0 0,-1-1 0 0 0,0 1-1 0 0,0 0 1 0 0,1-1 0 0 0,-1 1 0 0 0,-1-1 0 0 0,1 0 0 0 0,0 1 0 0 0,-1-1-1 0 0,1 0 1 0 0,-1 1 0 0 0,0-1 0 0 0,0 0 0 0 0,0-4 0 0 0,-1 5-529 0 0,-1 2-60 0 0,-8 2-162 0 0,0 1 1 0 0,0 0-1 0 0,1 0 1 0 0,-1 1-1 0 0,1 0 1 0 0,0 0-1 0 0,0 1 0 0 0,0 0 1 0 0,1 1-1 0 0,0 0 1 0 0,-12 11-1 0 0,1 1-62 0 0,1 0 0 0 0,1 2 0 0 0,-22 30 0 0 0,30-38-49 0 0,1 1 0 0 0,0 0 1 0 0,1 1-1 0 0,1 0 0 0 0,0 0 0 0 0,1 0 0 0 0,-7 30 0 0 0,11-38-1 0 0,0 0 0 0 0,0 1 0 0 0,1-1 1 0 0,0 0-1 0 0,0 1 0 0 0,1-1 0 0 0,0 1 0 0 0,0-1 1 0 0,0 0-1 0 0,1 0 0 0 0,0 0 0 0 0,0 0 0 0 0,0 0 1 0 0,1 0-1 0 0,0 0 0 0 0,0-1 0 0 0,0 1 0 0 0,1-1 0 0 0,0 0 1 0 0,0 0-1 0 0,7 6 0 0 0,0-1 13 0 0,1 0-1 0 0,1-1 1 0 0,0 0 0 0 0,0-1 0 0 0,1 0-1 0 0,28 11 1 0 0,1-4 123 0 0,46 9 0 0 0,-42-12 169 0 0,24 6 2965 0 0,-68-17-2952 0 0,16 1 580 0 0,16 5-491 0 0,-33-6-727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1888 0 0,'10'-85'14926'0'0,"-10"83"-14320"0"0,0-7 1321 0 0,34 909 897 0 0,-29-853-2708 0 0,3 36 338 0 0,-6-31 2880 0 0,2-28-747 0 0,-2-14-3205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26 104 660 0 0,'-9'-22'10864'0'0,"-8"-11"770"0"0,25 24-11405 0 0,10 3-169 0 0,0 2-1 0 0,0-1 0 0 0,25-1 0 0 0,8-3-322 0 0,-31 6-1956 0 0,1 0 0 0 0,30-1 0 0 0,-49 4 1640 0 0,0 1 0 0 0,0-1-1 0 0,0 0 1 0 0,0 1 0 0 0,0-1 0 0 0,0 1 0 0 0,0-1 0 0 0,0 1 0 0 0,0 0 0 0 0,-1 0 0 0 0,1 0 0 0 0,0 0 0 0 0,-1 0 0 0 0,1 0 0 0 0,2 3 0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5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84 123 1796 0 0,'-3'0'2742'0'0,"-41"5"7085"0"0,25-1-5935 0 0,2 2-2028 0 0,28-7-1130 0 0,38-7-658 0 0,-42 7 12 0 0,541-94 164 0 0,-472 82-62 0 0,0 1-929 0 0,-28 5-7846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49 1976 0 0,'-4'-14'5021'0'0,"-12"-21"1967"0"0,15 36-6980 0 0,1 0 1 0 0,-1-1-1 0 0,1 1 1 0 0,-1 0-1 0 0,1 0 1 0 0,-1 0-1 0 0,1 0 0 0 0,-1 0 1 0 0,1 0-1 0 0,0 0 1 0 0,0 0-1 0 0,0 0 1 0 0,-1 0-1 0 0,1 0 1 0 0,0 0-1 0 0,0 0 1 0 0,0 0-1 0 0,0 0 1 0 0,1 0-1 0 0,-1 1 1 0 0,2 23 61 0 0,2 161 412 0 0,-3-72-283 0 0,2-7-55 0 0,34 637 802 0 0,11 43 244 0 0,-31-473-662 0 0,-14-258-395 0 0,10 131 2315 0 0,-13-186-2437 0 0,0 0 0 0 0,0 0 0 0 0,0 0 0 0 0,0 0 1 0 0,0 1-1 0 0,0-1 0 0 0,1 0 0 0 0,-1 0 0 0 0,0 0 1 0 0,0 0-1 0 0,1 0 0 0 0,-1 0 0 0 0,1 0 1 0 0,-1 0-1 0 0,1 1 0 0 0,0 0 0 0 0,4-19-2365 0 0,-2 3 1221 0 0,2-8-1296 0 0,3-6-1855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53 136 932 0 0,'-6'-14'5261'0'0,"-31"-67"4082"0"0,28 61-7035 0 0,9 19-2298 0 0,0 1-1 0 0,0 0 0 0 0,0-1 0 0 0,0 1 0 0 0,0-1 1 0 0,0 1-1 0 0,0-1 0 0 0,0 1 0 0 0,0-1 1 0 0,0 1-1 0 0,1-1 0 0 0,-1 1 0 0 0,0 0 1 0 0,0-1-1 0 0,0 1 0 0 0,1-1 0 0 0,-1 1 0 0 0,0 0 1 0 0,0-1-1 0 0,1 1 0 0 0,-1-1 0 0 0,0 1 1 0 0,1 0-1 0 0,-1 0 0 0 0,1-1 0 0 0,-1 1 1 0 0,0 0-1 0 0,1 0 0 0 0,-1-1 0 0 0,1 1 1 0 0,-1 0-1 0 0,1 0 0 0 0,-1 0 0 0 0,0 0 0 0 0,1 0 1 0 0,-1-1-1 0 0,1 1 0 0 0,0 0 0 0 0,36-4 48 0 0,-1 1 0 0 0,54 2-1 0 0,-51 1-37 0 0,83 3 279 0 0,-9 0-5264 0 0,-94-1 2003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 1176 0 0,'-10'0'1628'0'0,"2"0"-540"0"0,-1 0-1 0 0,1 0 1 0 0,-1 1 0 0 0,1 0 0 0 0,-13 3-1 0 0,18-3-970 0 0,0 1-1 0 0,0-1 1 0 0,1 0 0 0 0,-1 1-1 0 0,0 0 1 0 0,1-1-1 0 0,-1 1 1 0 0,1 0-1 0 0,0 1 1 0 0,0-1 0 0 0,0 0-1 0 0,0 0 1 0 0,0 1-1 0 0,0-1 1 0 0,0 1-1 0 0,1 0 1 0 0,-1 0 0 0 0,1-1-1 0 0,-1 4 1 0 0,-3 7 200 0 0,1 1-1 0 0,0-1 1 0 0,1 1 0 0 0,0 0 0 0 0,1 0 0 0 0,0 25 0 0 0,2-32-194 0 0,0 0 1 0 0,1 0 0 0 0,0 0-1 0 0,0 0 1 0 0,0-1 0 0 0,1 1-1 0 0,0 0 1 0 0,0-1 0 0 0,1 1-1 0 0,-1-1 1 0 0,2 0 0 0 0,-1 0-1 0 0,1 0 1 0 0,-1 0-1 0 0,8 8 1 0 0,-8-12-55 0 0,0 0-1 0 0,-1 0 1 0 0,1-1 0 0 0,0 1-1 0 0,0-1 1 0 0,0 1-1 0 0,0-1 1 0 0,0 0 0 0 0,0 0-1 0 0,0 0 1 0 0,1-1-1 0 0,3 1 1 0 0,42 2 227 0 0,-43-3-278 0 0,17 0 3 0 0,0 1 0 0 0,0 2 0 0 0,0 0-1 0 0,0 1 1 0 0,-1 2 0 0 0,1 0 0 0 0,23 11 0 0 0,-36-13 10 0 0,1 1 1 0 0,0 0 0 0 0,-1 1 0 0 0,0 0-1 0 0,-1 1 1 0 0,1 0 0 0 0,-1 1-1 0 0,-1-1 1 0 0,1 2 0 0 0,-2-1 0 0 0,1 1-1 0 0,-1 0 1 0 0,0 1 0 0 0,-1 0 0 0 0,10 20-1 0 0,-14-26 160 0 0,0 0 0 0 0,-1 1 0 0 0,0-1 0 0 0,0 1 0 0 0,0-1 0 0 0,0 1 0 0 0,-1 0 0 0 0,1-1-1 0 0,-1 1 1 0 0,-1-1 0 0 0,1 1 0 0 0,-1 0 0 0 0,1-1 0 0 0,-1 1 0 0 0,0-1 0 0 0,-3 8 0 0 0,1-6 89 0 0,-1 0 0 0 0,1 0 0 0 0,-1 0 0 0 0,0-1 0 0 0,0 1 0 0 0,-1-1-1 0 0,0 0 1 0 0,0 0 0 0 0,0 0 0 0 0,-7 4 0 0 0,-1 0 87 0 0,1-2-1 0 0,-1 1 1 0 0,-1-2-1 0 0,1 0 1 0 0,-1 0-1 0 0,0-1 1 0 0,0-1 0 0 0,-1 0-1 0 0,-25 2 1 0 0,26-4-323 0 0,-1-1 1 0 0,1-1 0 0 0,0 0 0 0 0,-1-1 0 0 0,1 0-1 0 0,0-2 1 0 0,0 1 0 0 0,0-2 0 0 0,-26-10 0 0 0,36 13-561 0 0,1-1 1 0 0,-1 1-1 0 0,1-1 0 0 0,0 0 1 0 0,0-1-1 0 0,-4-2 1 0 0,7 4 240 0 0,-1 1 0 0 0,0-1 0 0 0,1 0 0 0 0,-1 0 1 0 0,0 0-1 0 0,1 0 0 0 0,-1 0 0 0 0,1 0 0 0 0,0 0 0 0 0,-1 0 0 0 0,1 0 1 0 0,0 0-1 0 0,-1 0 0 0 0,1 0 0 0 0,0 0 0 0 0,0 0 0 0 0,0 0 0 0 0,0 0 1 0 0,0 0-1 0 0,0 0 0 0 0,0 0 0 0 0,1 0 0 0 0,-1 0 0 0 0,0 0 0 0 0,1-1 1 0 0,5-8-2807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64 158 1676 0 0,'-7'-6'2179'0'0,"-1"0"0"0"0,1-1 0 0 0,1 0 0 0 0,-1 0 0 0 0,-8-14-1 0 0,8 12-1339 0 0,6 8-599 0 0,1 1-218 0 0,0 0 0 0 0,-1 0 1 0 0,1-1-1 0 0,0 1 0 0 0,-1 0 0 0 0,1 0 0 0 0,0-1 0 0 0,0 1 1 0 0,-1 0-1 0 0,1 0 0 0 0,0-1 0 0 0,0 1 0 0 0,-1 0 0 0 0,1-1 1 0 0,0 1-1 0 0,0 0 0 0 0,0-1 0 0 0,0 1 0 0 0,-1 0 0 0 0,1-1 1 0 0,0 1-1 0 0,0 0 0 0 0,0-1 0 0 0,0 1 0 0 0,0 0 0 0 0,0-1 1 0 0,0 0-1 0 0,3-2 7 0 0,0 0 0 0 0,0 0 1 0 0,0 0-1 0 0,1 1 0 0 0,-1-1 1 0 0,1 1-1 0 0,-1 0 0 0 0,1 0 1 0 0,0 0-1 0 0,6-2 0 0 0,50-14 48 0 0,-31 10-33 0 0,-4 0-33 0 0,0 2 0 0 0,1 0 0 0 0,0 2 0 0 0,-1 1 0 0 0,1 1 0 0 0,0 2 0 0 0,31 2 0 0 0,-48-1-9 0 0,0 0 0 0 0,0 1 0 0 0,-1 0 0 0 0,1 1 0 0 0,-1 0 0 0 0,0 0 1 0 0,14 8-1 0 0,-20-10 1 0 0,0 1-1 0 0,1-1 1 0 0,-1 1 0 0 0,0 0 0 0 0,0 0 0 0 0,0 0 0 0 0,0 0 0 0 0,0 1 0 0 0,0-1 0 0 0,-1 0 0 0 0,1 1 0 0 0,-1-1 0 0 0,0 1 0 0 0,0 0 0 0 0,0-1 0 0 0,0 1 0 0 0,0 0 0 0 0,0 0 0 0 0,-1-1 0 0 0,1 1 0 0 0,-1 0 0 0 0,0 0 0 0 0,0 0 0 0 0,0 0 0 0 0,0 0 0 0 0,0-1 0 0 0,-2 6 0 0 0,-1 4 12 0 0,-1 1 1 0 0,-1 0 0 0 0,0-1-1 0 0,-1 0 1 0 0,0 0 0 0 0,-1-1-1 0 0,0 0 1 0 0,0 0-1 0 0,-17 18 1 0 0,-11 8 35 0 0,-45 36 0 0 0,4-8 4061 0 0,76-66-4101 0 0,0 0 1 0 0,0 0-1 0 0,1 1 1 0 0,-1-1-1 0 0,0 0 1 0 0,1 0-1 0 0,-1 1 1 0 0,1-1-1 0 0,-1 0 1 0 0,1 1-1 0 0,-1-1 1 0 0,1 1-1 0 0,0-1 1 0 0,-1 1-1 0 0,1-1 1 0 0,0 1-1 0 0,-1-1 0 0 0,1 1 1 0 0,0-1-1 0 0,1 1 1 0 0,16-8 39 0 0,-5 5-43 0 0,0 1 1 0 0,0 0-1 0 0,1 1 0 0 0,-1 0 0 0 0,0 1 1 0 0,1 0-1 0 0,-1 1 0 0 0,0 1 1 0 0,1 0-1 0 0,17 6 0 0 0,-9-1-4 0 0,-1 0 0 0 0,1 2 1 0 0,-2 0-1 0 0,1 2 0 0 0,22 15 0 0 0,-34-19 10 0 0,0-1 0 0 0,-1 1 0 0 0,0 1 0 0 0,-1-1 1 0 0,0 2-1 0 0,0-1 0 0 0,0 0 0 0 0,-1 1 0 0 0,-1 1 0 0 0,0-1 0 0 0,0 1 0 0 0,4 11 0 0 0,-7-17 123 0 0,-1 0-1 0 0,1 0 1 0 0,-1 1-1 0 0,0-1 1 0 0,0 0-1 0 0,-1 1 1 0 0,1-1-1 0 0,-1 1 1 0 0,0-1-1 0 0,-1 0 0 0 0,1 1 1 0 0,-1-1-1 0 0,1 1 1 0 0,-1-1-1 0 0,0 0 1 0 0,-1 0-1 0 0,1 0 1 0 0,-1 1-1 0 0,0-1 1 0 0,0-1-1 0 0,0 1 1 0 0,-1 0-1 0 0,1 0 1 0 0,-1-1-1 0 0,0 0 1 0 0,0 1-1 0 0,0-1 1 0 0,0 0-1 0 0,0 0 0 0 0,-1-1 1 0 0,-6 5-1 0 0,1-2 50 0 0,0-1-1 0 0,-1 1 0 0 0,0-2 0 0 0,0 1 0 0 0,0-1 0 0 0,0-1 0 0 0,-1 0 0 0 0,1 0 0 0 0,-1-1 0 0 0,1 0 0 0 0,-1-1 0 0 0,-15-2 0 0 0,-9-2-394 0 0,-1-2-1 0 0,-43-14 1 0 0,64 17-94 0 0,3-1-311 0 0,-31-5-5128 0 0,39 9 4418 0 0,0 0 1 0 0,-1 0-1 0 0,1 1 0 0 0,0-1 0 0 0,-1 1 1 0 0,1 0-1 0 0,0 0 0 0 0,-7 3 1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15 135 2700 0 0,'-2'-4'1216'0'0,"0"0"-1"0"0,0 0 1 0 0,0 0 0 0 0,1-1-1 0 0,-3-8 1 0 0,3 9-826 0 0,1 1 1 0 0,-1-1-1 0 0,1 1 1 0 0,0-1 0 0 0,0 0-1 0 0,1 1 1 0 0,0-6-1 0 0,0 6-327 0 0,0 0 0 0 0,0 0 0 0 0,0 0-1 0 0,0 0 1 0 0,1 0 0 0 0,-1 0 0 0 0,1 1-1 0 0,0-1 1 0 0,0 1 0 0 0,0-1 0 0 0,0 1 0 0 0,0 0-1 0 0,0-1 1 0 0,1 1 0 0 0,-1 0 0 0 0,1 1 0 0 0,-1-1-1 0 0,1 0 1 0 0,0 1 0 0 0,5-3 0 0 0,2 1-28 0 0,1 0 1 0 0,0 0-1 0 0,-1 1 1 0 0,1 1 0 0 0,0-1-1 0 0,0 2 1 0 0,0 0-1 0 0,0 0 1 0 0,0 1-1 0 0,0 0 1 0 0,14 3 0 0 0,-18-2-37 0 0,0 0-1 0 0,-1 0 1 0 0,1 1 0 0 0,0 0 0 0 0,-1 0 0 0 0,0 0 0 0 0,0 1 0 0 0,8 5 0 0 0,-11-6 3 0 0,0 0-1 0 0,0 0 0 0 0,0 0 0 0 0,0 1 1 0 0,0-1-1 0 0,-1 1 0 0 0,0-1 0 0 0,1 1 1 0 0,-1 0-1 0 0,-1 0 0 0 0,1 0 1 0 0,-1 0-1 0 0,1 0 0 0 0,0 6 0 0 0,-1-3-4 0 0,-1 1 0 0 0,0-1-1 0 0,0 0 1 0 0,-1 0 0 0 0,0 0-1 0 0,0 0 1 0 0,-1 0 0 0 0,0-1-1 0 0,0 1 1 0 0,-1 0 0 0 0,1-1 0 0 0,-1 1-1 0 0,-1-1 1 0 0,1 0 0 0 0,-6 7-1 0 0,-1 1 312 0 0,-1 0 0 0 0,0-1-1 0 0,-1 0 1 0 0,-1-1 0 0 0,-15 12-1 0 0,18-17 630 0 0,7-6-801 0 0,1 0 1 0 0,0 1-1 0 0,1-1 1 0 0,-1 1 0 0 0,0-1-1 0 0,0 1 1 0 0,0-1 0 0 0,1 1-1 0 0,-1 0 1 0 0,1 0 0 0 0,-2 3-1 0 0,34 1 54 0 0,-11-3-194 0 0,0 1 0 0 0,0 1 0 0 0,-1 0 0 0 0,0 2 0 0 0,0 0 0 0 0,0 1 0 0 0,-1 1 0 0 0,0 1 0 0 0,-1 1 0 0 0,0 0 0 0 0,0 1 0 0 0,28 28 0 0 0,-42-37 51 0 0,1 0 0 0 0,-1 1 0 0 0,0 0 0 0 0,-1-1 0 0 0,1 1 0 0 0,-1 0 1 0 0,1 1-1 0 0,-1-1 0 0 0,0 0 0 0 0,-1 1 0 0 0,1-1 0 0 0,-1 1 0 0 0,1 7 0 0 0,-2-9 36 0 0,0-1 0 0 0,0 0 0 0 0,-1 1 0 0 0,1-1-1 0 0,-1 0 1 0 0,0 1 0 0 0,0-1 0 0 0,0 0-1 0 0,0 0 1 0 0,0 1 0 0 0,0-1 0 0 0,0 0 0 0 0,-1 0-1 0 0,1 0 1 0 0,-1-1 0 0 0,0 1 0 0 0,1 0 0 0 0,-1 0-1 0 0,0-1 1 0 0,0 1 0 0 0,0-1 0 0 0,0 0-1 0 0,0 0 1 0 0,0 1 0 0 0,0-1 0 0 0,-1-1 0 0 0,-3 2-1 0 0,-9 4 156 0 0,-1-1-1 0 0,0-1 1 0 0,0-1-1 0 0,-1 0 0 0 0,1-1 1 0 0,-24-1-1 0 0,4-1-102 0 0,-65-10 0 0 0,82 5-1858 0 0,18 5 1561 0 0,-2-13-5171 0 0,3 12 4801 0 0,1 0 0 0 0,0-1 0 0 0,0 1-1 0 0,14-11-5321 0 0,1 3-830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67 2176 0 0,'-8'-10'3862'0'0,"5"6"-2803"0"0,0 0 1 0 0,0 1-1 0 0,1-2 1 0 0,-1 1 0 0 0,-3-8-1 0 0,6 11-1015 0 0,0 0 1 0 0,0 1-1 0 0,0-1 0 0 0,0 0 0 0 0,0 0 0 0 0,0 0 1 0 0,0 1-1 0 0,0-1 0 0 0,1 0 0 0 0,-1 0 0 0 0,0 1 1 0 0,0-1-1 0 0,1 0 0 0 0,-1 0 0 0 0,1 1 1 0 0,-1-1-1 0 0,0 0 0 0 0,1 1 0 0 0,-1-1 0 0 0,1 1 1 0 0,0-1-1 0 0,-1 0 0 0 0,1 1 0 0 0,-1-1 0 0 0,1 1 1 0 0,0 0-1 0 0,-1-1 0 0 0,1 1 0 0 0,0 0 1 0 0,-1-1-1 0 0,1 1 0 0 0,0 0 0 0 0,0 0 0 0 0,0-1 1 0 0,-1 1-1 0 0,1 0 0 0 0,1 0 0 0 0,27-4 208 0 0,-22 4-243 0 0,1 1 1 0 0,-1 0-1 0 0,0 0 1 0 0,0 1-1 0 0,0 0 0 0 0,0 0 1 0 0,0 1-1 0 0,-1-1 1 0 0,1 2-1 0 0,-1-1 1 0 0,1 1-1 0 0,-1 0 1 0 0,0 0-1 0 0,-1 0 1 0 0,1 1-1 0 0,-1 0 1 0 0,0 0-1 0 0,0 0 1 0 0,0 1-1 0 0,-1 0 1 0 0,0 0-1 0 0,0 0 0 0 0,0 0 1 0 0,-1 1-1 0 0,0-1 1 0 0,0 1-1 0 0,-1 0 1 0 0,0 0-1 0 0,0 0 1 0 0,0 0-1 0 0,-1 0 1 0 0,0 0-1 0 0,-1 0 1 0 0,1 1-1 0 0,-2-1 1 0 0,1 0-1 0 0,-1 0 1 0 0,-2 13-1 0 0,-2-3 163 0 0,0 0 1 0 0,-1 0-1 0 0,-1 0 1 0 0,0 0-1 0 0,-2-1 0 0 0,0-1 1 0 0,0 1-1 0 0,-2-1 0 0 0,-15 17 1 0 0,-15 12 1144 0 0,-67 57 1 0 0,55-55-443 0 0,41-35-721 0 0,8-8-88 0 0,-1 1 0 0 0,1 0 1 0 0,0 0-1 0 0,0 0 0 0 0,-5 8 0 0 0,9-11-55 0 0,0-1 0 0 0,0 1 0 0 0,0 0 0 0 0,0-1 0 0 0,1 1 0 0 0,-1 0 0 0 0,0-1 0 0 0,0 1 0 0 0,0 0 0 0 0,1-1 0 0 0,-1 1 0 0 0,0 0 0 0 0,1-1 0 0 0,-1 1 0 0 0,0-1 0 0 0,1 1 0 0 0,-1 0 0 0 0,1-1 0 0 0,-1 1 0 0 0,1-1 0 0 0,-1 1 0 0 0,1-1 0 0 0,-1 0 0 0 0,1 1 0 0 0,-1-1 0 0 0,1 1 0 0 0,0-1 0 0 0,-1 0 0 0 0,1 0 0 0 0,0 1 0 0 0,1-1 0 0 0,-2 0-9 0 0,7 3 34 0 0,0 0 0 0 0,0-1 0 0 0,0 0-1 0 0,0-1 1 0 0,1 1 0 0 0,12-1 0 0 0,45 0 54 0 0,-60-2-83 0 0,167-11-3743 0 0,-142 7-1065 0 0,53-15 0 0 0,-53 10-640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9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226 107 1908 0 0,'2'-5'919'0'0,"3"-10"1938"0"0,-1-1 0 0 0,0 1 0 0 0,-1-1 0 0 0,1-22 0 0 0,-4 37-2305 0 0,-2 1-368 0 0,-3 2-140 0 0,-1 0 0 0 0,2 0 1 0 0,-1 0-1 0 0,0 1 0 0 0,0 0 1 0 0,1 0-1 0 0,-1 0 1 0 0,1 0-1 0 0,0 1 0 0 0,0 0 1 0 0,-4 4-1 0 0,-41 55 83 0 0,33-42-72 0 0,-1 3-29 0 0,0 1 0 0 0,1 1 0 0 0,2 0 0 0 0,1 1 0 0 0,-13 35 0 0 0,22-52-4 0 0,1 1 1 0 0,0 1-1 0 0,0-1 0 0 0,1 0 1 0 0,0 1-1 0 0,1-1 1 0 0,1 1-1 0 0,0-1 1 0 0,0 1-1 0 0,1-1 0 0 0,0 1 1 0 0,1-1-1 0 0,1 0 1 0 0,0 1-1 0 0,0-1 1 0 0,8 16-1 0 0,-8-21 5 0 0,0-1 1 0 0,0 0-1 0 0,1 0 1 0 0,0-1-1 0 0,0 1 1 0 0,0-1-1 0 0,0 0 0 0 0,1 0 1 0 0,0 0-1 0 0,0 0 1 0 0,0-1-1 0 0,0 0 0 0 0,0 0 1 0 0,1 0-1 0 0,-1-1 1 0 0,1 0-1 0 0,-1 0 0 0 0,8 1 1 0 0,-9-2 9 0 0,0 0 1 0 0,0-1-1 0 0,0 0 0 0 0,0 0 1 0 0,0 0-1 0 0,0 0 1 0 0,0-1-1 0 0,0 1 1 0 0,0-1-1 0 0,0 0 1 0 0,0 0-1 0 0,0-1 0 0 0,0 1 1 0 0,0-1-1 0 0,-1 0 1 0 0,1 0-1 0 0,-1 0 1 0 0,1 0-1 0 0,-1-1 0 0 0,0 1 1 0 0,0-1-1 0 0,0 0 1 0 0,0 0-1 0 0,0 0 1 0 0,-1 0-1 0 0,1 0 0 0 0,2-6 1 0 0,-2 4 65 0 0,-1 0-1 0 0,1-1 1 0 0,-1 1 0 0 0,0-1-1 0 0,0 1 1 0 0,-1-1 0 0 0,0 0 0 0 0,0 0-1 0 0,0 0 1 0 0,0 1 0 0 0,-1-1-1 0 0,0 0 1 0 0,-2-11 0 0 0,2 13-88 0 0,-1 0 1 0 0,0 1-1 0 0,0-1 1 0 0,0 1-1 0 0,-1-1 0 0 0,1 1 1 0 0,-1-1-1 0 0,0 1 1 0 0,0 0-1 0 0,0 0 1 0 0,0 0-1 0 0,0 0 0 0 0,-1 0 1 0 0,1 0-1 0 0,-1 1 1 0 0,0-1-1 0 0,0 1 1 0 0,0 0-1 0 0,0 0 0 0 0,0 0 1 0 0,0 0-1 0 0,-7-2 1 0 0,4 2-182 0 0,-1 0 0 0 0,1 0-1 0 0,-1 1 1 0 0,0 0 0 0 0,1 0 0 0 0,-1 1 0 0 0,0-1 0 0 0,-11 2 0 0 0,-19 6-3780 0 0,0 4-5512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09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1712 0 0,'8'-40'5420'0'0,"-5"32"-4228"0"0,-1-1-1 0 0,-1 1 1 0 0,1-1-1 0 0,-1 0 1 0 0,-1-13-1 0 0,2 17-650 0 0,3 10-141 0 0,4 11 121 0 0,6 44 1182 0 0,15 112 0 0 0,-11 67-232 0 0,-14-170-992 0 0,13 617 1948 0 0,-39 3-1514 0 0,17 565-144 0 0,11-1150-1955 0 0,-7-109-8 0 0,1 0 1 0 0,0 0 0 0 0,0 1 0 0 0,1-1-1 0 0,1-6 1 0 0,4-12-4609 0 0,0-5-2854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0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41 1172 0 0,'-128'-20'14523'0'0,"125"20"-14025"0"0,-5-2 1076 0 0,24-2-1189 0 0,28-4-303 0 0,0 4-113 0 0,47 2 1 0 0,-23 7-2475 0 0,-50-2-1101 0 0,29 8 0 0 0,-29-5-2446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18 3044 0 0,'-79'51'15959'0'0,"90"-49"-15266"0"0,9-1-415 0 0,246-41-1084 0 0,-87 17-8236 0 0,-121 15 1320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5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2204 0 0,'17'-33'12383'0'0,"-5"10"-6532"0"0,-8 11-3613 0 0,-4 11-2154 0 0,0 0 1 0 0,0 0-1 0 0,0 0 0 0 0,0 0 0 0 0,0 0 1 0 0,1 0-1 0 0,-1 0 0 0 0,0 0 0 0 0,1 0 0 0 0,-1 1 1 0 0,1-1-1 0 0,-1 0 0 0 0,1 0 0 0 0,-1 0 1 0 0,1 1-1 0 0,0-1 0 0 0,-1 0 0 0 0,1 0 0 0 0,0 1 1 0 0,-1-1-1 0 0,1 1 0 0 0,0-1 0 0 0,1 0 1 0 0,27-8-62 0 0,0 2 1 0 0,0 0-1 0 0,1 2 1 0 0,36-1-1 0 0,-1-1-1987 0 0,-17 4-2275 0 0,-18 6-1526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5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 2200 0 0,'-88'62'15405'0'0,"87"-61"-15010"0"0,1-1-360 0 0,0 1 1 0 0,0 0-1 0 0,0-1 0 0 0,0 1 0 0 0,0-1 0 0 0,0 1 1 0 0,1-1-1 0 0,-1 1 0 0 0,0 0 0 0 0,0-1 0 0 0,1 1 0 0 0,-1-1 1 0 0,0 1-1 0 0,1-1 0 0 0,-1 0 0 0 0,1 1 0 0 0,-1-1 1 0 0,0 1-1 0 0,1-1 0 0 0,-1 0 0 0 0,1 1 0 0 0,-1-1 0 0 0,1 0 1 0 0,-1 1-1 0 0,2-1 0 0 0,20 5 312 0 0,23-7-148 0 0,-43 2-154 0 0,55-7-1266 0 0,71-18-1 0 0,-9-13-7461 0 0,-84 23 2707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6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234 101 276 0 0,'-15'-40'10103'0'0,"-4"-11"-2974"0"0,19 50-6677 0 0,-6 1-269 0 0,5 0-166 0 0,0 0 0 0 0,-1 0-1 0 0,1 0 1 0 0,0 0 0 0 0,0 0-1 0 0,0 0 1 0 0,0 0 0 0 0,0 0-1 0 0,0 1 1 0 0,-1-1-1 0 0,1 1 1 0 0,0-1 0 0 0,0 0-1 0 0,0 1 1 0 0,0 0 0 0 0,-2 0-1 0 0,-7 8 17 0 0,-1 0 0 0 0,1 1 0 0 0,1 0 0 0 0,0 1 0 0 0,0 0 0 0 0,-8 14 0 0 0,1 1 6 0 0,-20 48 1 0 0,26-52-24 0 0,2 1-1 0 0,1 0 1 0 0,1 1 0 0 0,-6 38 0 0 0,10-50 9 0 0,1 1-1 0 0,1-1 1 0 0,0 1 0 0 0,1-1-1 0 0,0 1 1 0 0,1-1 0 0 0,0 0-1 0 0,1 1 1 0 0,0-1 0 0 0,9 20-1 0 0,-10-27 33 0 0,1 1-1 0 0,0-1 1 0 0,1 0-1 0 0,-1 0 1 0 0,1 0-1 0 0,0-1 1 0 0,0 1-1 0 0,1-1 0 0 0,-1 0 1 0 0,1 0-1 0 0,0-1 1 0 0,0 1-1 0 0,0-1 1 0 0,7 3-1 0 0,-3-3 34 0 0,-1 0 0 0 0,1 0-1 0 0,0-1 1 0 0,0 0 0 0 0,0 0-1 0 0,0-1 1 0 0,0 0 0 0 0,16-1 0 0 0,-8-2 78 0 0,0 0 0 0 0,0-1 1 0 0,0 0-1 0 0,-1-2 1 0 0,0 0-1 0 0,0 0 0 0 0,0-2 1 0 0,-1 0-1 0 0,28-17 1 0 0,-25 11-30 0 0,0-1 0 0 0,-1 0-1 0 0,0-2 1 0 0,-2 0 0 0 0,0-1 0 0 0,0 0 0 0 0,12-20 0 0 0,-21 27-82 0 0,0-1 0 0 0,0 0-1 0 0,-1-1 1 0 0,0 1 0 0 0,-1-1 0 0 0,3-14 0 0 0,-5 18-30 0 0,-1 0 1 0 0,0 0-1 0 0,-1 1 1 0 0,0-1-1 0 0,0 0 1 0 0,0 0-1 0 0,-1 1 1 0 0,0-1-1 0 0,-1 0 1 0 0,-4-12-1 0 0,2 10-47 0 0,-1 1 1 0 0,0 0-1 0 0,0 0 0 0 0,-1 1 0 0 0,0-1 1 0 0,-1 1-1 0 0,1 0 0 0 0,-2 1 0 0 0,1 0 0 0 0,-1 0 1 0 0,0 0-1 0 0,0 1 0 0 0,-1 1 0 0 0,-16-9 0 0 0,0 2-919 0 0,-1 0-1 0 0,0 2 0 0 0,-1 1 0 0 0,-32-6 0 0 0,33 10-3134 0 0,-47-2 0 0 0,61 6 1880 0 0,-15 0-4300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43 104 284 0 0,'-5'-10'4973'0'0,"-23"-25"2820"0"0,28 35-7716 0 0,-1 0 1 0 0,1 0-1 0 0,-1-1 1 0 0,1 1-1 0 0,-1 0 1 0 0,0-1-1 0 0,1 1 1 0 0,-1-1-1 0 0,1 1 1 0 0,0-1-1 0 0,-1 1 1 0 0,1-1-1 0 0,-1 1 1 0 0,1-1-1 0 0,0 1 1 0 0,-1-1-1 0 0,1 1 1 0 0,0-1-1 0 0,0 1 1 0 0,-1-1-1 0 0,1-1 1 0 0,0 2-58 0 0,0-1 0 0 0,0 1-1 0 0,0 0 1 0 0,-1-1 0 0 0,1 1 0 0 0,0-1 0 0 0,0 1-1 0 0,0 0 1 0 0,0-1 0 0 0,0 1 0 0 0,0-1 0 0 0,0 1 0 0 0,1 0-1 0 0,-1-1 1 0 0,0 1 0 0 0,0-1 0 0 0,0 1 0 0 0,0 0-1 0 0,0-1 1 0 0,0 1 0 0 0,1 0 0 0 0,-1-1 0 0 0,0 1 0 0 0,0 0-1 0 0,1-1 1 0 0,-1 1 0 0 0,0 0 0 0 0,1 0 0 0 0,-1-1-1 0 0,0 1 1 0 0,0 0 0 0 0,1 0 0 0 0,-1-1 0 0 0,1 1 0 0 0,-1 0-1 0 0,0 0 1 0 0,1 0 0 0 0,-1 0 0 0 0,0 0 0 0 0,1 0-1 0 0,-1 0 1 0 0,1-1 0 0 0,-1 1 0 0 0,1 0 0 0 0,102-13 266 0 0,33-4-774 0 0,-46 12-6025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26 2332 0 0,'-20'-7'4862'0'0,"-28"-11"0"0"0,46 17-4462 0 0,0 2-352 0 0,0-1 0 0 0,1 1 0 0 0,-1-1 0 0 0,0 1-1 0 0,0 0 1 0 0,1 0 0 0 0,-1 0 0 0 0,0 0-1 0 0,1 0 1 0 0,-1 0 0 0 0,1 0 0 0 0,-1 1 0 0 0,1-1-1 0 0,0 0 1 0 0,0 1 0 0 0,-1-1 0 0 0,1 1-1 0 0,0 0 1 0 0,0-1 0 0 0,1 1 0 0 0,-1 0 0 0 0,0 0-1 0 0,0-1 1 0 0,1 1 0 0 0,-1 0 0 0 0,0 3-1 0 0,-2 8 53 0 0,0-1 0 0 0,-1 20 0 0 0,0-2 33 0 0,2 0 0 0 0,0 0 1 0 0,2 0-1 0 0,7 50 0 0 0,-7-79-120 0 0,1 0 1 0 0,-1-1-1 0 0,0 1 0 0 0,0-1 1 0 0,1 1-1 0 0,-1-1 0 0 0,0 1 1 0 0,1-1-1 0 0,-1 1 0 0 0,0-1 1 0 0,1 1-1 0 0,-1-1 0 0 0,1 0 1 0 0,-1 1-1 0 0,1-1 0 0 0,-1 1 0 0 0,1-1 1 0 0,-1 0-1 0 0,1 0 0 0 0,-1 1 1 0 0,1-1-1 0 0,0 0 0 0 0,-1 0 1 0 0,1 0-1 0 0,-1 0 0 0 0,1 1 1 0 0,0-1-1 0 0,-1 0 0 0 0,1 0 1 0 0,-1 0-1 0 0,2-1 0 0 0,18-2 190 0 0,42-27 129 0 0,-47 22-305 0 0,0 1 1 0 0,1 0 0 0 0,0 0 0 0 0,31-7-1 0 0,-42 13-27 0 0,1 1 0 0 0,-1-1 0 0 0,0 1-1 0 0,0 0 1 0 0,1 1 0 0 0,-1-1-1 0 0,0 1 1 0 0,0 0 0 0 0,0 0 0 0 0,0 0-1 0 0,0 1 1 0 0,0 0 0 0 0,0 0-1 0 0,0 0 1 0 0,-1 1 0 0 0,1-1 0 0 0,-1 1-1 0 0,1 0 1 0 0,-1 1 0 0 0,5 4-1 0 0,-1-1 43 0 0,-1 1-1 0 0,-1 0 0 0 0,1 0 0 0 0,-1 0 1 0 0,0 1-1 0 0,-1 0 0 0 0,0 0 0 0 0,-1 0 0 0 0,0 1 1 0 0,0 0-1 0 0,-1-1 0 0 0,0 1 0 0 0,2 13 1 0 0,-4-16 170 0 0,0 1-1 0 0,-1-1 1 0 0,0 1 0 0 0,0-1 0 0 0,-1 0 0 0 0,0 1 0 0 0,0-1 0 0 0,0 0 0 0 0,-1 1 0 0 0,0-1 0 0 0,-1 0 0 0 0,1 0 0 0 0,-2 0 0 0 0,1-1-1 0 0,-1 1 1 0 0,1-1 0 0 0,-2 0 0 0 0,-8 11 0 0 0,8-12-47 0 0,0 0-1 0 0,0-1 0 0 0,-1 1 0 0 0,1-1 1 0 0,-1 0-1 0 0,0-1 0 0 0,0 1 1 0 0,0-1-1 0 0,-1-1 0 0 0,1 1 1 0 0,-1-1-1 0 0,1 0 0 0 0,-1 0 1 0 0,0-1-1 0 0,0 0 0 0 0,0 0 1 0 0,0-1-1 0 0,1 0 0 0 0,-1 0 1 0 0,-8-1-1 0 0,1-1-81 0 0,0-1-1 0 0,0-1 1 0 0,0 0 0 0 0,0-1-1 0 0,1 0 1 0 0,0-1 0 0 0,0-1 0 0 0,-21-13-1 0 0,22 12-226 0 0,10 8-76 0 0,0-1 1 0 0,1 1 0 0 0,-1-1 0 0 0,1 0-1 0 0,-1 0 1 0 0,0 0 0 0 0,1 0 0 0 0,0 0-1 0 0,-1 0 1 0 0,1 0 0 0 0,0 0-1 0 0,-1-1 1 0 0,1 1 0 0 0,0 0 0 0 0,0-1-1 0 0,0 1 1 0 0,0-1 0 0 0,0 1 0 0 0,1-1-1 0 0,-1 0 1 0 0,-1-2 0 0 0,3 3 51 0 0,-1 0 0 0 0,1 0 1 0 0,-1 1-1 0 0,1-1 0 0 0,0 0 0 0 0,-1 0 1 0 0,1 1-1 0 0,0-1 0 0 0,-1 0 1 0 0,1 1-1 0 0,0-1 0 0 0,0 0 0 0 0,0 1 1 0 0,0-1-1 0 0,-1 1 0 0 0,1 0 0 0 0,1-1 1 0 0,-1 0-219 0 0,33-13-6650 0 0,-11 7 245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1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1760 0 0,'7'-20'5203'0'0,"-4"13"-3329"0"0,0-1 0 0 0,0 1-1 0 0,8-12 910 0 0,-8 19-2519 0 0,0 1 0 0 0,0-1 0 0 0,1 1 0 0 0,-1 0 0 0 0,0 0 0 0 0,0 0-1 0 0,0 0 1 0 0,0 0 0 0 0,0 1 0 0 0,4 3 0 0 0,30 23 1049 0 0,-18-12-837 0 0,13 9-206 0 0,0 1 0 0 0,-2 2-1 0 0,-1 2 1 0 0,-2 0 0 0 0,47 66-1 0 0,-39-36-4435 0 0,-5 3-4308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423 115 2356 0 0,'-58'-105'12098'0'0,"57"104"-12058"0"0,1 1 1 0 0,-1-1 0 0 0,1 0-1 0 0,-1 1 1 0 0,1-1-1 0 0,-1 0 1 0 0,0 1-1 0 0,1-1 1 0 0,-1 1-1 0 0,0-1 1 0 0,0 1-1 0 0,1-1 1 0 0,-1 1-1 0 0,0 0 1 0 0,0-1-1 0 0,0 1 1 0 0,0 0-1 0 0,1 0 1 0 0,-1 0-1 0 0,0-1 1 0 0,0 1-1 0 0,0 0 1 0 0,0 0-1 0 0,0 0 1 0 0,0 0-1 0 0,1 1 1 0 0,-1-1-1 0 0,0 0 1 0 0,0 0-1 0 0,0 0 1 0 0,0 1-1 0 0,1-1 1 0 0,-1 0-1 0 0,0 1 1 0 0,0-1-1 0 0,0 1 1 0 0,0 0-1 0 0,-28 22 177 0 0,26-20-118 0 0,-16 18 4 0 0,1 0 1 0 0,0 2 0 0 0,-27 48-1 0 0,18-28-55 0 0,-19 28-216 0 0,-66 136 1 0 0,97-166-1833 0 0,13-14-5681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2060 0 0,'8'-11'2521'0'0,"1"-1"0"0"0,20-19-1 0 0,-21 23-1848 0 0,0 1 0 0 0,1 0 0 0 0,0 1 0 0 0,15-9 0 0 0,-19 12-607 0 0,0 1 0 0 0,1-1 0 0 0,-1 1 0 0 0,0 0 0 0 0,1 1 0 0 0,-1-1 0 0 0,1 1 0 0 0,-1 0 0 0 0,1 1-1 0 0,0-1 1 0 0,-1 1 0 0 0,1 0 0 0 0,0 1 0 0 0,-1-1 0 0 0,1 1 0 0 0,-1 0 0 0 0,1 0 0 0 0,-1 1 0 0 0,1 0-1 0 0,-1 0 1 0 0,0 0 0 0 0,0 0 0 0 0,6 5 0 0 0,-8-5-34 0 0,1 0-1 0 0,-2 0 1 0 0,1 1 0 0 0,0-1 0 0 0,0 1-1 0 0,-1 0 1 0 0,1-1 0 0 0,-1 1-1 0 0,0 0 1 0 0,0 1 0 0 0,0-1 0 0 0,0 0-1 0 0,-1 1 1 0 0,1-1 0 0 0,0 5-1 0 0,0-2 49 0 0,-1 0 0 0 0,-1-1 0 0 0,1 1-1 0 0,-1 0 1 0 0,0 0 0 0 0,0 0 0 0 0,-1 0-1 0 0,-2 11 1 0 0,-2 1 163 0 0,-1 0 0 0 0,-1 0 0 0 0,0 0 0 0 0,-19 30 0 0 0,-134 183 1608 0 0,134-197-1476 0 0,26-33-371 0 0,-12 15 578 0 0,-16 27 1 0 0,27-42-341 0 0,1 0-216 0 0,0-1 0 0 0,0 1 0 0 0,0-1 1 0 0,0 1-1 0 0,0-1 0 0 0,1 1 1 0 0,-1-1-1 0 0,0 0 0 0 0,0 1 0 0 0,0-1 1 0 0,0 1-1 0 0,1-1 0 0 0,-1 0 0 0 0,0 1 1 0 0,0-1-1 0 0,1 0 0 0 0,-1 1 1 0 0,0-1-1 0 0,1 0 0 0 0,-1 1 0 0 0,0-1 1 0 0,1 0-1 0 0,-1 0 0 0 0,1 1 1 0 0,-1-1-1 0 0,0 0 0 0 0,1 0 0 0 0,-1 0 1 0 0,1 1-1 0 0,18 0 328 0 0,13-4-337 0 0,0-2 0 0 0,0-1 0 0 0,-1-2 0 0 0,53-20 0 0 0,-14-2-4067 0 0,-5-4-5417 0 0,-41 21 3619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456 136 1772 0 0,'4'-18'2604'0'0,"-2"5"-264"0"0,1 1 0 0 0,0-23-1 0 0,-3 32-2110 0 0,0 1-1 0 0,0-1 0 0 0,0 0 0 0 0,0 1 1 0 0,-1-1-1 0 0,1 1 0 0 0,-1-1 0 0 0,1 1 1 0 0,-1-1-1 0 0,0 1 0 0 0,0-1 1 0 0,0 1-1 0 0,-1 0 0 0 0,1-1 0 0 0,-1 1 1 0 0,1 0-1 0 0,-1 0 0 0 0,1 0 1 0 0,-3-2-1 0 0,1 3-163 0 0,1 0 1 0 0,-1 0 0 0 0,1 0-1 0 0,-1 0 1 0 0,1 0 0 0 0,-1 1-1 0 0,0-1 1 0 0,0 1 0 0 0,1 0-1 0 0,-1 0 1 0 0,0 0 0 0 0,0 0-1 0 0,1 0 1 0 0,-1 0 0 0 0,0 1-1 0 0,1-1 1 0 0,-1 1 0 0 0,0 0-1 0 0,1 0 1 0 0,-5 2 0 0 0,-10 5 137 0 0,1 0 1 0 0,0 1-1 0 0,0 1 1 0 0,0 1 0 0 0,2 0-1 0 0,-1 1 1 0 0,-22 25-1 0 0,2 3 98 0 0,-43 64-1 0 0,58-74-217 0 0,1 0-1 0 0,2 1 1 0 0,-24 58-1 0 0,34-69-37 0 0,1-1-1 0 0,0 1 0 0 0,2 1 0 0 0,0-1 0 0 0,2 1 0 0 0,0-1 0 0 0,1 40 0 0 0,2-55-31 0 0,-1 0 0 0 0,1 0 0 0 0,0 0 0 0 0,0 0 0 0 0,0 0 0 0 0,1 0 0 0 0,-1 0 0 0 0,1 0 0 0 0,0-1 0 0 0,1 1 0 0 0,-1-1 0 0 0,1 1 0 0 0,0-1-1 0 0,0 0 1 0 0,0 0 0 0 0,1 0 0 0 0,-1-1 0 0 0,1 1 0 0 0,0-1 0 0 0,0 0 0 0 0,0 0 0 0 0,1 0 0 0 0,-1-1 0 0 0,1 1 0 0 0,-1-1 0 0 0,1 0 0 0 0,0 0 0 0 0,0-1 0 0 0,0 0 0 0 0,0 1 0 0 0,0-2 0 0 0,0 1 0 0 0,0 0 0 0 0,0-1 0 0 0,0 0 0 0 0,0 0 0 0 0,0-1 0 0 0,0 0 0 0 0,0 1 0 0 0,0-2 0 0 0,0 1 0 0 0,0 0 0 0 0,0-1 0 0 0,0 0 0 0 0,-1 0 0 0 0,1-1 0 0 0,-1 1 0 0 0,1-1 0 0 0,5-4 0 0 0,1-2-10 0 0,-1 0 1 0 0,0 0-1 0 0,-1-1 0 0 0,0-1 1 0 0,0 1-1 0 0,10-18 1 0 0,-15 22-7 0 0,0-1 0 0 0,-1 0 1 0 0,0 0-1 0 0,0 0 0 0 0,-1 0 0 0 0,1 0 0 0 0,-1 0 1 0 0,-1-1-1 0 0,0 1 0 0 0,0-1 0 0 0,0 1 0 0 0,-1-1 1 0 0,0-8-1 0 0,-1 12-15 0 0,0 1 1 0 0,0-1 0 0 0,0 1-1 0 0,0 0 1 0 0,0 0-1 0 0,-1 0 1 0 0,0 0-1 0 0,1 0 1 0 0,-1 0-1 0 0,0 0 1 0 0,-1 0-1 0 0,1 1 1 0 0,0-1-1 0 0,-1 1 1 0 0,1 0-1 0 0,-1-1 1 0 0,0 1 0 0 0,0 0-1 0 0,0 1 1 0 0,0-1-1 0 0,0 0 1 0 0,0 1-1 0 0,0 0 1 0 0,0 0-1 0 0,-1 0 1 0 0,1 0-1 0 0,-5-1 1 0 0,0 1-570 0 0,1 0 0 0 0,-1 0 0 0 0,1 1 0 0 0,0 0 0 0 0,-10 0 1 0 0,11 1-728 0 0,0 0 1 0 0,0 0 0 0 0,0 1-1 0 0,1-1 1 0 0,-1 1-1 0 0,-5 3 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76 3092 0 0,'-15'1'15260'0'0,"6"-1"-14600"0"0,13-3 301 0 0,19-2 378 0 0,-17 4-1474 0 0,167-32 1041 0 0,-73 16-778 0 0,-97 16-172 0 0,3 1-471 0 0,-1-1 0 0 0,0-1 0 0 0,0 1 0 0 0,0-1 0 0 0,0 1 0 0 0,0-1-1 0 0,9-6 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4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36 165 2196 0 0,'50'-55'9091'0'0,"5"8"-5375"0"0,-44 38-3523 0 0,1 1 0 0 0,-1 1-1 0 0,2 0 1 0 0,-1 1 0 0 0,1 0 0 0 0,0 1 0 0 0,0 1-1 0 0,17-4 1 0 0,-27 7-180 0 0,-1 0 0 0 0,1 1 0 0 0,0 0 0 0 0,-1-1 0 0 0,1 1 0 0 0,0 0 0 0 0,-1 0 0 0 0,1 1 0 0 0,0-1 0 0 0,-1 1-1 0 0,1-1 1 0 0,-1 1 0 0 0,1 0 0 0 0,0 0 0 0 0,2 1 0 0 0,-4-1-6 0 0,1 0 0 0 0,-1 0 0 0 0,1 1 0 0 0,-1-1 0 0 0,1 1 1 0 0,-1-1-1 0 0,0 1 0 0 0,0-1 0 0 0,0 1 0 0 0,0-1 0 0 0,0 1 0 0 0,0 0 0 0 0,0 0 0 0 0,-1-1 0 0 0,1 1 0 0 0,0 3 0 0 0,0 1 3 0 0,0 0 0 0 0,-1 1 0 0 0,0-1 0 0 0,0 1 0 0 0,0-1 0 0 0,-1 1 0 0 0,0-1 0 0 0,0 0 1 0 0,-1 1-1 0 0,-3 7 0 0 0,-2 4-7 0 0,-1 0 1 0 0,-1 0 0 0 0,-1-1 0 0 0,-20 27-1 0 0,-57 59-3 0 0,57-69 14 0 0,14-17 236 0 0,-21 19-1 0 0,35-34-20 0 0,2-3-225 0 0,0 1-1 0 0,0-1 0 0 0,0 1 1 0 0,0-1-1 0 0,0 1 0 0 0,0-1 0 0 0,0 1 1 0 0,1 0-1 0 0,-1-1 0 0 0,0 1 1 0 0,0-1-1 0 0,0 1 0 0 0,1-1 1 0 0,-1 1-1 0 0,0 0 0 0 0,1-1 0 0 0,-1 1 1 0 0,0 0-1 0 0,1-1 0 0 0,-1 1 1 0 0,0 0-1 0 0,1-1 0 0 0,10-4 14 0 0,-7 3-17 0 0,1 0 0 0 0,-1 0-1 0 0,0 1 1 0 0,1-1 0 0 0,0 1 0 0 0,-1 0-1 0 0,1 0 1 0 0,0 1 0 0 0,-1 0 0 0 0,1 0-1 0 0,0 0 1 0 0,0 0 0 0 0,8 2 0 0 0,-8-1-1 0 0,7 2-1 0 0,0 0 0 0 0,-1 1 0 0 0,1 1 0 0 0,-1 0-1 0 0,-1 0 1 0 0,1 1 0 0 0,-1 0 0 0 0,0 1 0 0 0,0 1 0 0 0,0-1 0 0 0,-1 1 0 0 0,-1 1 0 0 0,1-1 0 0 0,-1 2-1 0 0,-1-1 1 0 0,0 1 0 0 0,0 0 0 0 0,-1 0 0 0 0,9 21 0 0 0,-13-27 115 0 0,-1 0 0 0 0,1 0 0 0 0,-1 0 0 0 0,0 0 0 0 0,0 0 0 0 0,0 0 0 0 0,-1 1 0 0 0,1-1 0 0 0,-1 0 0 0 0,0 0 0 0 0,-1 1 0 0 0,1-1 0 0 0,-1 0 0 0 0,1 0 0 0 0,-1 0 0 0 0,-1 0 1 0 0,1 0-1 0 0,0 0 0 0 0,-1 0 0 0 0,0 0 0 0 0,0 0 0 0 0,0 0 0 0 0,0-1 0 0 0,-1 1 0 0 0,0-1 0 0 0,1 0 0 0 0,-1 0 0 0 0,0 0 0 0 0,0 0 0 0 0,-1 0 0 0 0,-4 2 0 0 0,-1 1 148 0 0,-1 0 0 0 0,1-1 0 0 0,-2-1 0 0 0,1 1 1 0 0,0-1-1 0 0,-1-1 0 0 0,0 0 0 0 0,1-1 0 0 0,-1 0 0 0 0,-20 1 0 0 0,1-2 158 0 0,-45-4 1 0 0,67 2-557 0 0,0 0 1 0 0,0 0-1 0 0,0-1 1 0 0,0 0-1 0 0,0 0 1 0 0,1-1-1 0 0,-1 0 1 0 0,1 0-1 0 0,0-1 1 0 0,-11-7 0 0 0,17 10-9 0 0,0 1 0 0 0,1-1 0 0 0,-1 0-1 0 0,0 1 1 0 0,1-1 0 0 0,-1 0 0 0 0,1 0 0 0 0,-1 0 0 0 0,1 0 0 0 0,-1 1 0 0 0,1-1 0 0 0,-1 0 0 0 0,1 0 0 0 0,0 0 0 0 0,0 0 0 0 0,0 0 0 0 0,-1 0 0 0 0,1 0 0 0 0,0 0 0 0 0,0 0 0 0 0,0 0 0 0 0,0 0 0 0 0,0 0 0 0 0,1 0 0 0 0,-1 0 0 0 0,0 0 0 0 0,0 0 0 0 0,1 0 0 0 0,-1 0 0 0 0,1 0 0 0 0,-1 0 0 0 0,0 0 0 0 0,1 1 0 0 0,0-1 0 0 0,-1 0 0 0 0,1 0 0 0 0,-1 1 0 0 0,1-1 0 0 0,0 0 0 0 0,0 0 0 0 0,5-5-1034 0 0,0 1-1 0 0,-1 0 0 0 0,13-8 0 0 0,-15 11 368 0 0,19-12-3275 0 0,3-3-1755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2152 0 0,'29'-75'17057'0'0,"-13"80"-16145"0"0,-8 0-670 0 0,0 0 0 0 0,0 1 0 0 0,0 0 0 0 0,-1 0 0 0 0,0 0 0 0 0,0 1 1 0 0,9 12-1 0 0,6 4 115 0 0,157 172 880 0 0,-106-108-4784 0 0,-71-85 2886 0 0,9 12-1308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4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68 2924 0 0,'-9'-14'3115'0'0,"0"1"1"0"0,-1-1-1 0 0,-14-13 0 0 0,20 28-2655 0 0,-3 0-268 0 0,1 1 1 0 0,-1 0-1 0 0,1 1 0 0 0,0 0 1 0 0,0 0-1 0 0,0 0 1 0 0,0 0-1 0 0,1 1 1 0 0,-1 0-1 0 0,1 0 0 0 0,0 1 1 0 0,0 0-1 0 0,-5 6 1 0 0,-11 14 297 0 0,-26 41 1 0 0,36-50-387 0 0,-20 33 89 0 0,1 2 1 0 0,-28 66-1 0 0,21-19-3983 0 0,31-69-450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5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63 214 592 0 0,'34'-111'11882'0'0,"-17"47"-8019"0"0,-16 61-3817 0 0,0 1 1 0 0,0 0 0 0 0,1 0-1 0 0,-1-1 1 0 0,1 1 0 0 0,-1 0-1 0 0,1 0 1 0 0,0 0-1 0 0,-1 1 1 0 0,1-1 0 0 0,0 0-1 0 0,0 1 1 0 0,0-1-1 0 0,1 1 1 0 0,-1 0 0 0 0,0-1-1 0 0,1 1 1 0 0,-1 0 0 0 0,0 0-1 0 0,1 1 1 0 0,-1-1-1 0 0,1 1 1 0 0,-1-1 0 0 0,1 1-1 0 0,3-1 1 0 0,1 1-23 0 0,0 0 0 0 0,0 0-1 0 0,0 0 1 0 0,-1 0 0 0 0,1 1 0 0 0,0 0 0 0 0,0 1 0 0 0,9 3 0 0 0,-14-4-20 0 0,1 0 1 0 0,0 0 0 0 0,0 0 0 0 0,-1 1 0 0 0,1-1 0 0 0,-1 1 0 0 0,1 0-1 0 0,-1 0 1 0 0,0 0 0 0 0,1 0 0 0 0,-1 0 0 0 0,0 0 0 0 0,-1 1-1 0 0,1-1 1 0 0,0 1 0 0 0,-1-1 0 0 0,1 1 0 0 0,1 4 0 0 0,-2-3 0 0 0,0 1 1 0 0,0-1-1 0 0,0 1 1 0 0,-1-1-1 0 0,0 1 1 0 0,0-1-1 0 0,0 1 1 0 0,0-1-1 0 0,-1 1 1 0 0,1-1-1 0 0,-2 6 1 0 0,-3 4 2 0 0,0 0 0 0 0,0 0 1 0 0,-2 0-1 0 0,1-1 0 0 0,-2 0 0 0 0,-11 16 1 0 0,-2-2 24 0 0,-2-1 1 0 0,-26 24-1 0 0,25-26 147 0 0,23-23-118 0 0,0-1 0 0 0,1 1 0 0 0,-1 0-1 0 0,0-1 1 0 0,1 1 0 0 0,-1 0 0 0 0,0-1 0 0 0,0 1-1 0 0,0-1 1 0 0,1 0 0 0 0,-1 1 0 0 0,0-1 0 0 0,0 1-1 0 0,0-1 1 0 0,0 0 0 0 0,0 0 0 0 0,0 0-1 0 0,0 1 1 0 0,0-1 0 0 0,0 0 0 0 0,0 0 0 0 0,0 0-1 0 0,1 0 1 0 0,-1-1 0 0 0,0 1 0 0 0,0 0-1 0 0,0 0 1 0 0,0-1 0 0 0,-1 1 0 0 0,3-3-44 0 0,0 1 0 0 0,0 0-1 0 0,1 0 1 0 0,-1 0 0 0 0,1 1 0 0 0,0-1 0 0 0,-1 0 0 0 0,1 0 0 0 0,0 1 0 0 0,2-2 0 0 0,-3 3-14 0 0,4-5-4 0 0,2 1 1 0 0,-1 1 0 0 0,0-1 0 0 0,1 1-1 0 0,0 0 1 0 0,0 0 0 0 0,0 1 0 0 0,0 0 0 0 0,0 0-1 0 0,0 1 1 0 0,0 0 0 0 0,1 0 0 0 0,-1 1 0 0 0,0 0-1 0 0,1 0 1 0 0,-1 1 0 0 0,0-1 0 0 0,0 2 0 0 0,1-1-1 0 0,-1 1 1 0 0,0 0 0 0 0,0 1 0 0 0,-1-1 0 0 0,1 1-1 0 0,0 1 1 0 0,-1-1 0 0 0,0 1 0 0 0,11 9 0 0 0,-10-9 19 0 0,-1 1 0 0 0,0 1 0 0 0,-1-1 0 0 0,1 1 0 0 0,-1 0 0 0 0,0 0 0 0 0,0 0 0 0 0,-1 1 0 0 0,0 0 0 0 0,0 0 0 0 0,-1 0 0 0 0,0 0 0 0 0,0 1 0 0 0,0-1 0 0 0,-1 1 0 0 0,0 0 0 0 0,-1-1 0 0 0,0 1 0 0 0,0 0 0 0 0,0 0 0 0 0,-1 0 0 0 0,0 0 0 0 0,-1 0 0 0 0,0 0 0 0 0,0-1 1 0 0,-4 12-1 0 0,2-9 272 0 0,-1-1 0 0 0,0 1 1 0 0,0-1-1 0 0,-1 0 0 0 0,0-1 1 0 0,-1 1-1 0 0,0-1 0 0 0,0 0 1 0 0,-1 0-1 0 0,-12 10 0 0 0,14-14-106 0 0,0 0-1 0 0,0 0 0 0 0,0-1 0 0 0,-1 0 0 0 0,0 0 0 0 0,1-1 0 0 0,-1 1 0 0 0,0-1 1 0 0,-1 0-1 0 0,1-1 0 0 0,0 1 0 0 0,0-1 0 0 0,-1-1 0 0 0,1 1 0 0 0,0-1 0 0 0,-1 0 1 0 0,1 0-1 0 0,-7-2 0 0 0,-18-5-331 0 0,0-1 0 0 0,0-2 0 0 0,-58-27 0 0 0,87 36 49 0 0,2 1-21 0 0,-1-1 0 0 0,0 1 0 0 0,1 0 0 0 0,-1-1 0 0 0,0 1 0 0 0,1-1 0 0 0,-1 1 0 0 0,0-1 0 0 0,1 1 0 0 0,-1-1 0 0 0,1 1 0 0 0,-1-1 0 0 0,1 0 0 0 0,0 1 0 0 0,-1-1 0 0 0,1 0 0 0 0,0 1 0 0 0,-1-1 0 0 0,1 0 0 0 0,0 0 0 0 0,0 1 0 0 0,-1-1 0 0 0,1 0 0 0 0,0 0 0 0 0,0 1 0 0 0,0-1 0 0 0,0 0 0 0 0,0 0 0 0 0,0 1 0 0 0,0-1 0 0 0,1 0 0 0 0,-1 0 0 0 0,0 1 0 0 0,0-1 0 0 0,0 0 0 0 0,1 0 0 0 0,0-1 0 0 0,15-22-3506 0 0,-6 14 1862 0 0,1 1 1 0 0,0 0-1 0 0,0 0 1 0 0,1 1-1 0 0,13-6 0 0 0,8-4-4087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7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99 1316 0 0,'0'0'1680'0'0,"4"-30"8207"0"0,-4 27-9703 0 0,1 0 0 0 0,-1 0 0 0 0,1 0 0 0 0,0 0 1 0 0,0 0-1 0 0,0 1 0 0 0,1-1 0 0 0,-1 0 1 0 0,1 1-1 0 0,-1-1 0 0 0,1 1 0 0 0,0-1 0 0 0,0 1 1 0 0,2-3-1 0 0,0 3-174 0 0,-1 0 0 0 0,1-1 0 0 0,-1 1 0 0 0,1 0-1 0 0,0 1 1 0 0,0-1 0 0 0,-1 1 0 0 0,1-1 0 0 0,0 1 0 0 0,7-1 0 0 0,4 0 5 0 0,-1 0 0 0 0,1 1 1 0 0,-1 1-1 0 0,1 0 0 0 0,18 3 1 0 0,-26-2-19 0 0,0 0 1 0 0,-1 1 0 0 0,1-1 0 0 0,-1 1-1 0 0,1 1 1 0 0,-1-1 0 0 0,0 1 0 0 0,1 0 0 0 0,-2 1-1 0 0,1-1 1 0 0,0 1 0 0 0,-1 0 0 0 0,8 7-1 0 0,-11-9 3 0 0,0 1 0 0 0,-1-1-1 0 0,1 0 1 0 0,0 1-1 0 0,-1-1 1 0 0,1 1 0 0 0,-1-1-1 0 0,0 1 1 0 0,0 0-1 0 0,0-1 1 0 0,0 1 0 0 0,-1 0-1 0 0,1 0 1 0 0,-1 0-1 0 0,1-1 1 0 0,-1 1 0 0 0,0 3-1 0 0,-1-1 3 0 0,1-1-1 0 0,-1 1 1 0 0,-1-1-1 0 0,1 1 1 0 0,0-1-1 0 0,-1 0 1 0 0,0 0-1 0 0,0 0 0 0 0,-5 8 1 0 0,-5 3 2 0 0,-1 1 0 0 0,-1-2 0 0 0,0 0 0 0 0,-17 13 0 0 0,18-16-10 0 0,-85 70 634 0 0,96-80 175 0 0,3-2-802 0 0,0 0 1 0 0,0 0 0 0 0,0 1-1 0 0,0-1 1 0 0,0 0 0 0 0,0 1-1 0 0,0-1 1 0 0,1 0 0 0 0,-1 1 0 0 0,0-1-1 0 0,0 1 1 0 0,0 0 0 0 0,1-1-1 0 0,-1 1 1 0 0,0 0 0 0 0,0 0-1 0 0,1 0 1 0 0,-1 0 0 0 0,0 0-1 0 0,1 0 1 0 0,-1 0 0 0 0,0 0 0 0 0,2 1-1 0 0,4 0-6 0 0,0 1 0 0 0,0 0 0 0 0,0 0 0 0 0,-1 1 0 0 0,1-1 0 0 0,-1 1 0 0 0,0 1 0 0 0,0-1 0 0 0,0 1 0 0 0,0 0 0 0 0,-1 1 0 0 0,1-1 0 0 0,-1 1 0 0 0,0 0 0 0 0,0 0 0 0 0,-1 1 0 0 0,0 0 0 0 0,0-1 0 0 0,5 10 0 0 0,-7-12 12 0 0,-1 1 1 0 0,1-1 0 0 0,-1 0-1 0 0,0 1 1 0 0,0-1 0 0 0,0 1 0 0 0,0-1-1 0 0,-1 1 1 0 0,1 0 0 0 0,-1-1-1 0 0,0 1 1 0 0,0 0 0 0 0,0-1 0 0 0,0 1-1 0 0,-1-1 1 0 0,0 1 0 0 0,-2 6-1 0 0,2-6 57 0 0,-2 0 0 0 0,1 0-1 0 0,0 0 1 0 0,-1-1 0 0 0,1 1-1 0 0,-1-1 1 0 0,0 0 0 0 0,0 0-1 0 0,-1 0 1 0 0,1 0 0 0 0,-1 0-1 0 0,-7 4 1 0 0,1-2 52 0 0,1-1 0 0 0,-2 1 1 0 0,1-2-1 0 0,0 1 0 0 0,-1-1 0 0 0,0-1 0 0 0,1 0 1 0 0,-1 0-1 0 0,0-2 0 0 0,-21 1 0 0 0,22-3-439 0 0,-1 0 0 0 0,1 0 0 0 0,-1-1 0 0 0,1 0 0 0 0,-14-6-1 0 0,-16-14-9696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59 2308 0 0,'0'-3'1953'0'0,"-5"-42"5897"0"0,3 34-5135 0 0,2 33-2520 0 0,2 107 947 0 0,-16 154-1 0 0,6-174-926 0 0,2-17 274 0 0,6-90-813 0 0,13-9-4984 0 0,-12 6 4818 0 0,1-1 1 0 0,-1 1-1 0 0,0-1 0 0 0,2-1 1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9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2 181 276 0 0,'-1'-33'5776'0'0,"1"19"-4008"0"0,-1-1 0 0 0,2 1 1 0 0,2-18-1 0 0,-2 28-1695 0 0,0 1 0 0 0,1 0-1 0 0,-1 0 1 0 0,1 0 0 0 0,0 0 0 0 0,0 0-1 0 0,0 0 1 0 0,0 0 0 0 0,0 1 0 0 0,0-1 0 0 0,1 1-1 0 0,0-1 1 0 0,-1 1 0 0 0,1 0 0 0 0,0 0-1 0 0,0 0 1 0 0,0 1 0 0 0,0-1 0 0 0,0 1-1 0 0,7-3 1 0 0,2 0 4 0 0,0 0 1 0 0,0 1-1 0 0,1 1 1 0 0,16-2-1 0 0,-21 3-62 0 0,0 1 1 0 0,0 0-1 0 0,0 0 0 0 0,-1 1 0 0 0,1 0 1 0 0,0 0-1 0 0,0 1 0 0 0,0 0 1 0 0,-1 1-1 0 0,14 5 0 0 0,-18-6-7 0 0,0-1 0 0 0,0 1 0 0 0,-1 0 1 0 0,1 0-1 0 0,0 0 0 0 0,-1 0 0 0 0,1 1 0 0 0,-1-1 0 0 0,0 0 0 0 0,1 1 0 0 0,-1 0 0 0 0,-1 0 0 0 0,1 0 0 0 0,0-1 1 0 0,-1 2-1 0 0,1-1 0 0 0,-1 0 0 0 0,0 0 0 0 0,0 0 0 0 0,0 0 0 0 0,0 1 0 0 0,-1-1 0 0 0,0 0 0 0 0,1 1 0 0 0,-1-1 1 0 0,0 1-1 0 0,-1 5 0 0 0,0-2 4 0 0,-1 1 0 0 0,0 0 0 0 0,0-1 0 0 0,-1 0 0 0 0,0 0 0 0 0,0 1 1 0 0,0-2-1 0 0,-1 1 0 0 0,0 0 0 0 0,-6 6 0 0 0,-6 6 34 0 0,-33 31 0 0 0,3-2 204 0 0,33-37 538 0 0,5-4 555 0 0,23-7-899 0 0,-4-2-441 0 0,0 1-1 0 0,1 0 1 0 0,0 0-1 0 0,-1 2 1 0 0,1-1-1 0 0,-1 2 1 0 0,0-1-1 0 0,1 2 1 0 0,-1-1-1 0 0,0 1 1 0 0,0 1-1 0 0,0 0 1 0 0,13 8-1 0 0,-12-6 1 0 0,0 1-1 0 0,-1 0 0 0 0,0 1 1 0 0,0 1-1 0 0,-1 0 0 0 0,0 0 1 0 0,-1 1-1 0 0,1 0 0 0 0,-2 0 1 0 0,0 1-1 0 0,9 15 0 0 0,-15-21 76 0 0,1 0 0 0 0,-1 0-1 0 0,0 1 1 0 0,-1-1-1 0 0,1 0 1 0 0,-1 1 0 0 0,0-1-1 0 0,0 1 1 0 0,-1-1-1 0 0,0 1 1 0 0,0-1-1 0 0,0 1 1 0 0,0-1 0 0 0,-1 1-1 0 0,0-1 1 0 0,0 1-1 0 0,-1-1 1 0 0,1 0 0 0 0,-1 0-1 0 0,0 1 1 0 0,-1-1-1 0 0,1 0 1 0 0,-1-1 0 0 0,0 1-1 0 0,0 0 1 0 0,-5 4-1 0 0,3-2 59 0 0,-1-1 0 0 0,-1 1 0 0 0,1-1 0 0 0,-1 0 0 0 0,0-1 0 0 0,0 1 0 0 0,-1-2-1 0 0,0 1 1 0 0,0-1 0 0 0,0 0 0 0 0,0 0 0 0 0,0-1 0 0 0,-1 0 0 0 0,0-1 0 0 0,-12 2-1 0 0,7-2 0 0 0,-1-2-1 0 0,1 0 0 0 0,0 0 1 0 0,-18-4-1 0 0,27 4-279 0 0,0-1 0 0 0,0 0 1 0 0,0 0-1 0 0,1-1 0 0 0,-1 1 0 0 0,1-1 1 0 0,-1 0-1 0 0,1 0 0 0 0,0 0 0 0 0,-1-1 1 0 0,1 0-1 0 0,0 0 0 0 0,1 0 0 0 0,-1 0 0 0 0,0 0 1 0 0,-3-5-1 0 0,7 7-105 0 0,-1-1 0 0 0,1 1 0 0 0,-1 0 0 0 0,1 0 0 0 0,-1-1 0 0 0,1 1 0 0 0,-1 0 1 0 0,1-1-1 0 0,0 1 0 0 0,0-1 0 0 0,0 1 0 0 0,0 0 0 0 0,0-1 0 0 0,0 1 0 0 0,0 0 0 0 0,0-1 0 0 0,1 1 0 0 0,-1 0 0 0 0,0-1 0 0 0,1 1 1 0 0,0-3-1 0 0,17-23-6872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19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74 108 880 0 0,'-6'-1'838'0'0,"1"0"523"0"0,0 0 1 0 0,0 0 0 0 0,0 0 0 0 0,0-1-1 0 0,-8-3 1168 0 0,-16-2 2855 0 0,72 4-4785 0 0,69-13-1 0 0,-84 11-506 0 0,174-34 2765 0 0,-148 20-1824 0 0,-52 18-1136 0 0,2-5-1544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291 207 2104 0 0,'9'-10'1559'0'0,"-1"0"0"0"0,-1-1 0 0 0,0 0 0 0 0,0 0 0 0 0,6-18 0 0 0,-10 24-1267 0 0,-1 0 1 0 0,0 0-1 0 0,-1-1 1 0 0,1 1-1 0 0,-1-1 1 0 0,0 1-1 0 0,-1-1 0 0 0,1 1 1 0 0,-1-1-1 0 0,0 1 1 0 0,-1-1-1 0 0,1 0 1 0 0,-1 1-1 0 0,0-1 0 0 0,-3-6 1 0 0,4 10-265 0 0,-1 0 1 0 0,0 1-1 0 0,0-1 1 0 0,0 0-1 0 0,0 1 1 0 0,0-1-1 0 0,0 0 1 0 0,0 1-1 0 0,-1 0 1 0 0,1-1-1 0 0,0 1 1 0 0,-1 0-1 0 0,1 0 0 0 0,-1-1 1 0 0,0 1-1 0 0,1 1 1 0 0,-1-1-1 0 0,0 0 1 0 0,0 0-1 0 0,-2 0 1 0 0,1 0-10 0 0,-1 0 1 0 0,0 1 0 0 0,0 0-1 0 0,0 0 1 0 0,1 0-1 0 0,-1 0 1 0 0,0 1 0 0 0,0-1-1 0 0,-6 3 1 0 0,-3 1-10 0 0,1 0-1 0 0,-1 2 1 0 0,1-1 0 0 0,-21 14 0 0 0,17-8-1 0 0,1 1 0 0 0,0 0 0 0 0,0 1 0 0 0,1 0 0 0 0,1 1 0 0 0,0 1 0 0 0,1 0 0 0 0,1 1 0 0 0,0 0 0 0 0,1 1 0 0 0,1 0 0 0 0,1 0 0 0 0,0 1 1 0 0,-8 29-1 0 0,15-42 4 0 0,0 0 1 0 0,0 0-1 0 0,0-1 1 0 0,1 1 0 0 0,0 0-1 0 0,0 0 1 0 0,0 0-1 0 0,1-1 1 0 0,-1 1 0 0 0,1 0-1 0 0,0 0 1 0 0,1-1 0 0 0,-1 1-1 0 0,1 0 1 0 0,0-1-1 0 0,0 0 1 0 0,0 1 0 0 0,0-1-1 0 0,1 0 1 0 0,0 0-1 0 0,0 0 1 0 0,5 5 0 0 0,-4-6-1 0 0,1 1 0 0 0,-1-1 0 0 0,1 0 0 0 0,0-1 0 0 0,0 1 0 0 0,0-1 0 0 0,0 0 0 0 0,0 0 0 0 0,0 0 1 0 0,1-1-1 0 0,-1 1 0 0 0,0-1 0 0 0,1-1 0 0 0,-1 1 0 0 0,1-1 0 0 0,0 0 0 0 0,-1 0 0 0 0,1-1 0 0 0,6-1 0 0 0,0 0-9 0 0,0-1 0 0 0,0-1 0 0 0,0 0 0 0 0,-1-1 0 0 0,1 0 0 0 0,-1-1 0 0 0,0 0 0 0 0,-1 0 0 0 0,0-1-1 0 0,0-1 1 0 0,18-16 0 0 0,-1-6 421 0 0,-1 0 0 0 0,30-46 0 0 0,8-11 2717 0 0,-63 85-2992 0 0,0 4-145 0 0,-1-1 0 0 0,1 0 1 0 0,-1 1-1 0 0,0-1 0 0 0,0 1 0 0 0,1-1 1 0 0,-1 1-1 0 0,0 0 0 0 0,0-1 0 0 0,-1 1 0 0 0,1-1 1 0 0,0 1-1 0 0,0-1 0 0 0,-1 1 0 0 0,1-1 1 0 0,-2 2-1 0 0,2-2-3 0 0,-13 77-44 0 0,-5 94 0 0 0,13 79-294 0 0,7-143-2905 0 0,2-36-5679 0 0,-1-47 1510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134 111 1000 0 0,'-32'-25'3938'0'0,"-63"-55"4782"0"0,93 78-8499 0 0,-2-2 259 0 0,24 13-384 0 0,1 0 1 0 0,1-2-1 0 0,35 8 0 0 0,73 6-3 0 0,-102-17-59 0 0,19 3-141 0 0,63 10-1731 0 0,-37-2-3123 0 0,-58-10 2442 0 0,-3 0-523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28 600 0 0,'-21'6'2978'0'0,"-34"15"5399"0"0,71-21-8037 0 0,-9 0-282 0 0,88-10 361 0 0,-26 1-378 0 0,12 2-521 0 0,164-14-5158 0 0,-158 13 1347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2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74 202 1440 0 0,'-15'-33'5337'0'0,"2"0"0"0"0,-13-50-1 0 0,16 45-1685 0 0,10 37-3433 0 0,-7-12 730 0 0,4 48-1003 0 0,4 53 0 0 0,1-25 137 0 0,3 372 666 0 0,-3-377 1284 0 0,-2-56-1769 0 0,-1 32-646 0 0,-1-28-45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3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144 191 148 0 0,'-2'-12'8105'0'0,"-4"-23"33"0"0,6 34-7592 0 0,2-34 567 0 0,0 29-1099 0 0,1 0-1 0 0,-1 0 0 0 0,1 0 0 0 0,0 1 1 0 0,0-1-1 0 0,0 1 0 0 0,1 0 0 0 0,0 0 1 0 0,0 0-1 0 0,0 1 0 0 0,0-1 0 0 0,1 1 1 0 0,0 0-1 0 0,0 0 0 0 0,0 1 0 0 0,0-1 1 0 0,1 1-1 0 0,-1 0 0 0 0,1 1 0 0 0,0-1 1 0 0,6-1-1 0 0,-3 2-19 0 0,0-1 0 0 0,0 2 0 0 0,0-1 1 0 0,0 1-1 0 0,0 1 0 0 0,0 0 0 0 0,0 0 1 0 0,0 0-1 0 0,0 1 0 0 0,0 1 0 0 0,0 0 1 0 0,0 0-1 0 0,16 7 0 0 0,-21-8 5 0 0,0 1 1 0 0,-1-1-1 0 0,1 1 1 0 0,-1 0-1 0 0,1 1 1 0 0,-1-1-1 0 0,0 0 1 0 0,0 1-1 0 0,0 0 0 0 0,0 0 1 0 0,-1 0-1 0 0,1 0 1 0 0,-1 0-1 0 0,0 1 1 0 0,0-1-1 0 0,3 6 1 0 0,-3-4 2 0 0,-1 0 0 0 0,0 0 0 0 0,0 0 0 0 0,0 0 0 0 0,-1-1 0 0 0,0 1 0 0 0,1 0 0 0 0,-2 0 0 0 0,1 0 0 0 0,-1 0 0 0 0,-2 9 0 0 0,-1 1 0 0 0,-2 0-1 0 0,0 0 1 0 0,-1 0 0 0 0,0-1 0 0 0,-1 0 0 0 0,0 0 0 0 0,-13 13-1 0 0,-25 27-2 0 0,-3-2-1 0 0,-102 83 1 0 0,107-98 9 0 0,-32 30 720 0 0,75-66-585 0 0,15 2 176 0 0,272-35 29 0 0,-107 9 91 0 0,-176 23-420 0 0,14-4 46 0 0,4 1-447 0 0,-19 3-259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1144 0 0,'9'-40'10030'0'0,"2"0"-4114"0"0,-2 73-5242 0 0,-13 354 1595 0 0,-5-135-3176 0 0,13-143-2835 0 0,4-38-3089 0 0,-3-38 682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57 1728 0 0,'-1'-13'1907'0'0,"1"11"-1631"0"0,0-1-1 0 0,0 1 1 0 0,-1-1 0 0 0,1 1 0 0 0,-1 0 0 0 0,1-1 0 0 0,-1 1 0 0 0,0 0 0 0 0,1 0-1 0 0,-1-1 1 0 0,0 1 0 0 0,-1 0 0 0 0,1 0 0 0 0,0 0 0 0 0,-1 0 0 0 0,1 0-1 0 0,-1 0 1 0 0,-2-2 0 0 0,3 4-241 0 0,0 0 0 0 0,-1 0 0 0 0,1 0 0 0 0,0 1 0 0 0,0-1 0 0 0,0 0 0 0 0,-1 1 0 0 0,1-1 0 0 0,0 1 0 0 0,0-1 0 0 0,0 1 0 0 0,0-1 0 0 0,0 1 0 0 0,0 0 0 0 0,0-1 0 0 0,0 1 0 0 0,0 0 0 0 0,0 0 0 0 0,1 0 0 0 0,-1 0 0 0 0,-1 2 0 0 0,-16 22 304 0 0,1 1 0 0 0,1 0 0 0 0,2 2-1 0 0,0-1 1 0 0,-11 37 0 0 0,5-15 136 0 0,-100 272 1733 0 0,92-231-1581 0 0,-25 157 0 0 0,45-187-481 0 0,3 0 0 0 0,2 1 0 0 0,9 98 0 0 0,-1-114-113 0 0,2 0 1 0 0,2-1-1 0 0,2 0 0 0 0,2-1 0 0 0,30 67 1 0 0,-31-82-134 0 0,2-1 1 0 0,1 0 0 0 0,2-2 0 0 0,19 26 0 0 0,-25-39-502 0 0,0 0 0 0 0,1 0 0 0 0,20 14 0 0 0,-22-18-418 0 0,1-2-1 0 0,0 1 0 0 0,0-1 0 0 0,1-1 1 0 0,14 5-1 0 0,13 0-3958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50 135 332 0 0,'-16'-33'6158'0'0,"-12"-15"2269"0"0,23 28-5620 0 0,6 19-2758 0 0,1 0-1 0 0,0 0 0 0 0,0 0 0 0 0,0 0 1 0 0,0 0-1 0 0,0 1 0 0 0,-1-1 0 0 0,1 1 1 0 0,0-1-1 0 0,0 1 0 0 0,0 0 0 0 0,1 0 0 0 0,2 0 1 0 0,35 2 223 0 0,-23-1-162 0 0,112 4 247 0 0,253-26 0 0 0,-355 16-548 0 0,27-3-881 0 0,-21 11-9852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33 1536 0 0,'-69'23'8274'0'0,"67"-22"-7595"0"0,1-1-541 0 0,0 0 1 0 0,0 0-1 0 0,0 0 0 0 0,0 0 1 0 0,0 0-1 0 0,0 0 0 0 0,0 0 1 0 0,0 1-1 0 0,0-1 1 0 0,1 0-1 0 0,-1 0 0 0 0,0 1 1 0 0,0-1-1 0 0,0 1 0 0 0,0-1 1 0 0,1 1-1 0 0,-1-1 0 0 0,0 1 1 0 0,0 0-1 0 0,1-1-81 0 0,0 0 0 0 0,0 0 0 0 0,1 0 1 0 0,-1 0-1 0 0,0 0 0 0 0,0 0 0 0 0,1 0 0 0 0,-1 0 0 0 0,0 0 0 0 0,0 0 0 0 0,1 0 0 0 0,-1 0 1 0 0,0 0-1 0 0,0 0 0 0 0,1 0 0 0 0,-1 0 0 0 0,0 1 0 0 0,0-1 0 0 0,0 0 0 0 0,1 0 0 0 0,-1 0 1 0 0,0 0-1 0 0,0 0 0 0 0,0 1 0 0 0,1-1 0 0 0,-1 0 0 0 0,0 0 0 0 0,0 0 0 0 0,0 1 0 0 0,0-1 1 0 0,1 0-1 0 0,-1 0 0 0 0,0 0 0 0 0,0 1 0 0 0,0-1 0 0 0,0 0 0 0 0,0 0 0 0 0,0 1 0 0 0,0-1 1 0 0,0 0-1 0 0,0 0 0 0 0,0 1 0 0 0,0-1 0 0 0,0 0 0 0 0,0 0 0 0 0,0 1 0 0 0,0-1 0 0 0,0 0 1 0 0,0 0-1 0 0,0 1 0 0 0,0-1 0 0 0,0 0 0 0 0,0 0 0 0 0,0 1 0 0 0,-1-1 0 0 0,1 0 0 0 0,0 0 0 0 0,0 0 1 0 0,0 1-1 0 0,0-1 0 0 0,0 0 0 0 0,-1 0 0 0 0,1 0 0 0 0,0 1 0 0 0,0-1 0 0 0,-1 0 0 0 0,1 0 1 0 0,96 4 702 0 0,0-4 1 0 0,102-13 0 0 0,-71-4-1373 0 0,-65 1-2085 0 0,-47 11 570 0 0,0-1 1 0 0,13-8-1 0 0,-18 8-1005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5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74 196 0 0,'-20'-66'12595'0'0,"20"64"-12120"0"0,-1-4 463 0 0,3 17-499 0 0,3 8 76 0 0,-1 1 1 0 0,-1-1-1 0 0,1 29 1 0 0,-3 67 957 0 0,-2-65-983 0 0,0 47-2 0 0,-5 0 0 0 0,-26 138 1 0 0,28-215-1024 0 0,-8 39 675 0 0,6-40-3802 0 0,0-1-3966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5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228 131 2224 0 0,'-2'-54'5404'0'0,"1"32"-2371"0"0,-3-31 0 0 0,4 51-2794 0 0,-3 4-53 0 0,-1 1-100 0 0,-1 1-1 0 0,1 0 1 0 0,-1 1-1 0 0,1-1 1 0 0,1 1-1 0 0,-1-1 0 0 0,0 1 1 0 0,-3 8-1 0 0,-25 50 914 0 0,22-41-660 0 0,-16 31 195 0 0,3 1-1 0 0,1 0 1 0 0,4 2-1 0 0,1 0 1 0 0,-11 74-1 0 0,27-123-470 0 0,1 0 0 0 0,-1 0 0 0 0,1 0 0 0 0,0 0 0 0 0,1 0 0 0 0,-1-1-1 0 0,1 1 1 0 0,1 0 0 0 0,2 7 0 0 0,-3-12-24 0 0,0 1 0 0 0,0 0-1 0 0,1-1 1 0 0,-1 1 0 0 0,1-1 0 0 0,-1 0 0 0 0,1 1-1 0 0,0-1 1 0 0,0 0 0 0 0,0 0 0 0 0,0 0-1 0 0,1 0 1 0 0,-1-1 0 0 0,0 1 0 0 0,1-1-1 0 0,-1 1 1 0 0,1-1 0 0 0,0 0 0 0 0,-1 0 0 0 0,1 0-1 0 0,0 0 1 0 0,0 0 0 0 0,5 0 0 0 0,3 0 8 0 0,0-1 0 0 0,0 0 1 0 0,0 0-1 0 0,-1-1 1 0 0,1-1-1 0 0,0 0 1 0 0,0 0-1 0 0,-1-1 1 0 0,1-1-1 0 0,-1 0 0 0 0,13-6 1 0 0,2-3 15 0 0,-1-1-1 0 0,-1 0 1 0 0,29-25 0 0 0,-33 24 11 0 0,0-2 1 0 0,-1-1-1 0 0,0 0 1 0 0,-2-1-1 0 0,0-1 1 0 0,-2 0-1 0 0,16-28 1 0 0,-24 37-57 0 0,0-1 0 0 0,-1 1 1 0 0,0-1-1 0 0,-1 0 0 0 0,-1 0 0 0 0,0-1 1 0 0,-1 1-1 0 0,0-1 0 0 0,0 1 1 0 0,-1-1-1 0 0,-1 1 0 0 0,-1-1 0 0 0,1 0 1 0 0,-2 1-1 0 0,0-1 0 0 0,-4-15 0 0 0,3 20-8 0 0,0 1 0 0 0,-1-1-1 0 0,1 1 1 0 0,-1 0-1 0 0,-1 0 1 0 0,1 0-1 0 0,-1 1 1 0 0,-1 0 0 0 0,1-1-1 0 0,-1 2 1 0 0,0-1-1 0 0,0 1 1 0 0,-1 0 0 0 0,1 0-1 0 0,-1 1 1 0 0,0 0-1 0 0,0 0 1 0 0,-1 0-1 0 0,1 1 1 0 0,-1 0 0 0 0,-12-2-1 0 0,12 3-207 0 0,0 0-1 0 0,-1 1 0 0 0,1 0 1 0 0,0 1-1 0 0,-1 0 1 0 0,1 0-1 0 0,-1 1 1 0 0,1 0-1 0 0,-11 3 0 0 0,12-2-427 0 0,0 0-1 0 0,1 0 0 0 0,-1 1 0 0 0,1 0 1 0 0,-1 1-1 0 0,1-1 0 0 0,0 1 0 0 0,0 0 1 0 0,1 1-1 0 0,-1-1 0 0 0,-7 10 0 0 0,9-9-639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2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529 129 2056 0 0,'4'-26'2962'0'0,"-1"7"-698"0"0,0 1-1 0 0,1-1 1 0 0,7-18-1 0 0,-11 36-2227 0 0,1 1-1 0 0,-1-1 1 0 0,0 1-1 0 0,0-1 1 0 0,1 1 0 0 0,-1-1-1 0 0,0 1 1 0 0,1-1 0 0 0,-1 1-1 0 0,0-1 1 0 0,1 1 0 0 0,-1 0-1 0 0,0-1 1 0 0,1 1-1 0 0,-1 0 1 0 0,1-1 0 0 0,-1 1-1 0 0,1 0 1 0 0,-1 0 0 0 0,1-1-1 0 0,-1 1 1 0 0,1 0-1 0 0,-1 0 1 0 0,1 0 0 0 0,-1 0-1 0 0,1 0 1 0 0,0 0 0 0 0,-1 0-1 0 0,1 0 1 0 0,-1 0 0 0 0,1 0-1 0 0,-1 0 1 0 0,1 0-1 0 0,-1 0 1 0 0,1 0 0 0 0,-1 0-1 0 0,1 0 1 0 0,0 1 0 0 0,-1-1-1 0 0,1 0 1 0 0,0 1-1 0 0,21 15 539 0 0,-21-15-458 0 0,21 19 376 0 0,-1 2 0 0 0,-1 0-1 0 0,-1 1 1 0 0,27 44 0 0 0,-19-20-78 0 0,38 86 0 0 0,-51-98-342 0 0,-2 0 0 0 0,-1 1 0 0 0,-2 0 0 0 0,-1 0 0 0 0,-2 1 0 0 0,1 46 0 0 0,-6-53-9 0 0,-2-1 1 0 0,-1 0-1 0 0,-1 1 1 0 0,-2-2-1 0 0,0 1 1 0 0,-2 0-1 0 0,-2-1 0 0 0,-16 38 1 0 0,5-26-132 0 0,-2 0-1 0 0,-1-2 1 0 0,-2-1 0 0 0,-2-1 0 0 0,-1-1-1 0 0,-2-1 1 0 0,-54 47 0 0 0,-7-5-2808 0 0,-165 104 1 0 0,146-111-1849 0 0,-2-7-2471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1712 0 0,'-22'7'18419'0'0,"49"-5"-18664"0"0,-1-2-1 0 0,29-2 1 0 0,13-1-3154 0 0,-6 2-4865 0 0,-46 2 2936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2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 3164 0 0,'-16'10'2512'0'0,"-4"2"636"0"0,1 1 1 0 0,-30 25-1 0 0,49-38-3096 0 0,-1 1-1 0 0,1-1 1 0 0,-1 1-1 0 0,1-1 1 0 0,-1 1-1 0 0,1-1 1 0 0,-1 1-1 0 0,1-1 1 0 0,-1 1-1 0 0,1 0 1 0 0,0-1-1 0 0,-1 1 1 0 0,1-1-1 0 0,0 1 1 0 0,0 0-1 0 0,-1-1 1 0 0,1 1-1 0 0,0 0 0 0 0,0-1 1 0 0,0 1-1 0 0,0 0 1 0 0,0 0-1 0 0,0-1 1 0 0,0 1-1 0 0,0 0 1 0 0,0-1-1 0 0,0 2 1 0 0,1-1-20 0 0,0 0 0 0 0,-1-1 1 0 0,1 1-1 0 0,0 0 0 0 0,0-1 0 0 0,0 1 1 0 0,-1 0-1 0 0,1-1 0 0 0,0 1 0 0 0,0-1 1 0 0,0 1-1 0 0,0-1 0 0 0,0 0 0 0 0,0 1 1 0 0,0-1-1 0 0,1 0 0 0 0,7 2 25 0 0,1-1-1 0 0,-1 0 1 0 0,10-1 0 0 0,-18 0-39 0 0,85-4-921 0 0,163-30 1 0 0,-240 32 738 0 0,209-44-7487 0 0,-139 24 2319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2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384 138 688 0 0,'-23'-20'2815'0'0,"-11"-11"1849"0"0,-1 2 0 0 0,-45-28 835 0 0,80 57-5460 0 0,-1 1-1 0 0,1-1 0 0 0,0 1 0 0 0,-1-1 0 0 0,1 1 1 0 0,-1-1-1 0 0,1 1 0 0 0,0-1 0 0 0,-1 1 0 0 0,1 0 0 0 0,0-1 1 0 0,0 1-1 0 0,0 0 0 0 0,-1-1 0 0 0,1 1 0 0 0,0 0 1 0 0,0-1-1 0 0,0 1 0 0 0,0 0 0 0 0,0-1 0 0 0,0 1 1 0 0,0 0-1 0 0,1-1 0 0 0,-1 1 0 0 0,0 0 0 0 0,0-1 1 0 0,0 1-1 0 0,1 0 0 0 0,-1-1 0 0 0,0 1 0 0 0,1-1 0 0 0,-1 1 1 0 0,0 0-1 0 0,2 0 0 0 0,16 26 279 0 0,-14-22-194 0 0,26 39 59 0 0,-1 0 1 0 0,-3 2 0 0 0,-1 1 0 0 0,-2 1-1 0 0,29 93 1 0 0,-45-115-169 0 0,-1 0-1 0 0,-2 0 0 0 0,0 1 1 0 0,-2-1-1 0 0,-2 45 1 0 0,-2-50-1 0 0,-1-1 0 0 0,0 0 0 0 0,-1 0 0 0 0,-2 0 0 0 0,0-1 0 0 0,-1 0 0 0 0,-1 0 0 0 0,-12 22 0 0 0,2-12-173 0 0,-1 0 1 0 0,-2-1-1 0 0,0 0 1 0 0,-43 39-1 0 0,23-30-2360 0 0,0-2 0 0 0,-58 37 0 0 0,68-53-1786 0 0,3-3-2027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70 892 0 0,'-24'-50'16601'0'0,"13"30"-10984"0"0,30 35-5238 0 0,69 53 119 0 0,124 101 65 0 0,-146-111-656 0 0,64 71 0 0 0,-117-116-453 0 0,-10-10-49 0 0,0-1 0 0 0,-1 0 0 0 0,1 1 1 0 0,-1 0-1 0 0,1 0 0 0 0,-1-1 0 0 0,0 1 1 0 0,2 4-1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3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724 108 92 0 0,'-1'-61'13493'0'0,"0"24"-7745"0"0,1 35-5249 0 0,0 2-458 0 0,0-1-1 0 0,0 1 0 0 0,0 0 0 0 0,0-1 0 0 0,0 1 0 0 0,0 0 0 0 0,0 0 0 0 0,0-1 0 0 0,-1 1 0 0 0,1 0 0 0 0,0-1 0 0 0,0 1 0 0 0,0 0 0 0 0,0 0 0 0 0,0-1 0 0 0,-1 1 0 0 0,1 0 0 0 0,0 0 0 0 0,0 0 0 0 0,0-1 1 0 0,-1 1-1 0 0,1 0 0 0 0,0 0 0 0 0,0 0 0 0 0,-1-1 0 0 0,1 1 0 0 0,0 0 0 0 0,-1 0 0 0 0,-149 166 3992 0 0,59-62-3000 0 0,-319 390 1165 0 0,364-436-1643 0 0,37-47 595 0 0,-1-1-4319 0 0,60-44-14449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16 0 0,'-8'-48'15658'0'0,"1"12"-7199"0"0,7 35-8306 0 0,-5-13 3771 0 0,3 23-4114 0 0,-3 327 576 0 0,7-192-99 0 0,-2 26 2208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53 3316 0 0,'-12'-6'8883'0'0,"12"6"-8906"0"0,-37-18 14545 0 0,79 10-14165 0 0,130-9-2042 0 0,-115 14-3458 0 0,-3 2-5885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5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35 1888 0 0,'-107'55'18912'0'0,"107"-55"-18901"0"0,-1 0 1 0 0,1 0-1 0 0,0 0 0 0 0,0 0 1 0 0,-1 0-1 0 0,1 0 0 0 0,0 0 1 0 0,0 0-1 0 0,0 0 0 0 0,-1 1 1 0 0,1-1-1 0 0,0 0 0 0 0,0 0 1 0 0,0 0-1 0 0,0 0 0 0 0,-1 0 1 0 0,1 1-1 0 0,0-1 1 0 0,0 0-1 0 0,0 0 0 0 0,0 0 1 0 0,0 1-1 0 0,0-1 0 0 0,-1 0 1 0 0,1 0-1 0 0,0 0 0 0 0,0 1 1 0 0,0-1-1 0 0,0 0 0 0 0,0 0 1 0 0,0 1-1 0 0,0-1 0 0 0,0 0 1 0 0,0 0-1 0 0,0 0 0 0 0,0 1 1 0 0,0-1-1 0 0,0 0 1 0 0,0 0-1 0 0,0 1 0 0 0,1-1 1 0 0,-1 0-1 0 0,10 8 349 0 0,13 0-88 0 0,-1-6-204 0 0,1-1 0 0 0,-1-1 0 0 0,0 0 0 0 0,1-2 0 0 0,-1-1 0 0 0,29-7 0 0 0,3 0-36 0 0,-3 2 355 0 0,0-2 0 0 0,0-3 1 0 0,83-32-1 0 0,-104 35-209 0 0,-17 6-3492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53 616 0 0,'0'0'1160'0'0,"-3"-12"964"0"0,-1 0-1048 0 0,3 3-624 0 0,2-1-419 0 0,9 5-1442 0 0,1 0-239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5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39 272 0 0,'0'0'1996'0'0,"-2"-11"476"0"0,-5 4-491 0 0,1-2-1265 0 0,7 1-1512 0 0,16 4-3441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4309 457 808 0 0,'1'7'8240'0'0,"-183"-19"-6931"0"0,71 3-1196 0 0,-601-27 234 0 0,405 22-293 0 0,-2228-131 154 0 0,2481 142-188 0 0,-158-14-45 0 0,168 15 89 0 0,41 2-40 0 0,-29-3 37 0 0,16 2-54 0 0,13 0 3 0 0,-16-2 20 0 0,13-1-15 0 0,13-4-34 0 0,12-4-22 0 0,-1-1 1 0 0,29-28 0 0 0,-6 6-21 0 0,-32 27 47 0 0,-2 3 14 0 0,-1 1 0 0 0,0-2 0 0 0,0 1 0 0 0,-1-1 0 0 0,0 0 0 0 0,0 0 0 0 0,0 0 0 0 0,-1-1 0 0 0,6-10 0 0 0,-9 16-3 0 0,-1 0 0 0 0,1 0-1 0 0,-1 0 1 0 0,1-1-1 0 0,-1 1 1 0 0,1 0 0 0 0,-1 0-1 0 0,0 0 1 0 0,0-1-1 0 0,1 1 1 0 0,-1 0 0 0 0,0 0-1 0 0,0-1 1 0 0,0 1 0 0 0,-1-3-1 0 0,1 4 3 0 0,0-1 0 0 0,0 1 0 0 0,-1 0 0 0 0,1-1 0 0 0,0 1 0 0 0,-1-1 0 0 0,1 1 0 0 0,0 0 0 0 0,-1-1 0 0 0,1 1 0 0 0,-1 0 0 0 0,1-1 1 0 0,0 1-1 0 0,-1 0 0 0 0,1 0 0 0 0,-1-1 0 0 0,1 1 0 0 0,-1 0 0 0 0,1 0 0 0 0,-1 0 0 0 0,1 0 0 0 0,-1 0 0 0 0,1 0 0 0 0,-2 0 0 0 0,-24 4-23 0 0,5 5 115 0 0,-1 1 0 0 0,2 1-1 0 0,-1 0 1 0 0,2 2-1 0 0,-1 1 1 0 0,2 0 0 0 0,0 1-1 0 0,-25 28 1 0 0,39-39-82 0 0,0 0-1 0 0,0 1 1 0 0,1-1 0 0 0,0 1 0 0 0,0 0-1 0 0,0 0 1 0 0,1 0 0 0 0,-1 0 0 0 0,1 0-1 0 0,1 1 1 0 0,-1-1 0 0 0,1 1 0 0 0,0-1-1 0 0,-1 11 1 0 0,2-11-2 0 0,0-1 0 0 0,0 1-1 0 0,1-1 1 0 0,0 1 0 0 0,0-1 0 0 0,0 1 0 0 0,1-1-1 0 0,-1 0 1 0 0,1 1 0 0 0,0-1 0 0 0,0 0-1 0 0,0 0 1 0 0,1 0 0 0 0,0-1 0 0 0,-1 1-1 0 0,1 0 1 0 0,1-1 0 0 0,4 5 0 0 0,5 2-20 0 0,0-1 0 0 0,0 0 1 0 0,1 0-1 0 0,0-2 0 0 0,1 0 0 0 0,30 10 1 0 0,97 20-566 0 0,-133-35 503 0 0,92 18-2690 0 0,143 10 1 0 0,-141-23-605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1260 0 0,'0'0'3402'0'0,"16"7"-2662"0"0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0 964 0 0,'0'0'4688'0'0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69 1024 0 0,'0'0'7297'0'0,"-24"1"-1229"0"0,146-48-4054 0 0,-104 42-2006 0 0,1 0 0 0 0,0 1 1 0 0,0 0-1 0 0,0 2 0 0 0,29 0 1 0 0,-38 2 8 0 0,0 0 1 0 0,0 1-1 0 0,0 0 1 0 0,0 1-1 0 0,-1 0 1 0 0,1 0-1 0 0,-1 1 1 0 0,1 1 0 0 0,-1-1-1 0 0,0 2 1 0 0,0-1-1 0 0,12 9 1 0 0,-19-12 0 0 0,0 1 0 0 0,0 0 0 0 0,0-1 0 0 0,0 1 0 0 0,-1 0 0 0 0,1 0 0 0 0,-1 0 0 0 0,1 0 0 0 0,-1 1 0 0 0,1-1 0 0 0,-1 0-1 0 0,0 0 1 0 0,0 1 0 0 0,0-1 0 0 0,-1 1 0 0 0,1-1 0 0 0,0 1 0 0 0,-1-1 0 0 0,1 4 0 0 0,-2-1 0 0 0,1-1 1 0 0,-1 1-1 0 0,1-1 0 0 0,-1 0 0 0 0,-1 1 0 0 0,1-1 0 0 0,-1 0 0 0 0,1 0 1 0 0,-1 0-1 0 0,-4 6 0 0 0,-4 4 16 0 0,0 0 0 0 0,-1 0 0 0 0,-1-1 1 0 0,-21 19-1 0 0,-8 5 104 0 0,-2-1 1 0 0,-64 39-1 0 0,106-74 89 0 0,3-4-210 0 0,0 1 0 0 0,0 0 0 0 0,0-1 0 0 0,1 1 0 0 0,-1 0 0 0 0,1 1 0 0 0,0-1 0 0 0,0 0 0 0 0,4-1 0 0 0,0-1-9 0 0,0 1 1 0 0,0 0-1 0 0,0 1 0 0 0,1-1 1 0 0,-1 1-1 0 0,1 1 1 0 0,-1 0-1 0 0,1 0 0 0 0,0 0 1 0 0,0 1-1 0 0,-1 0 0 0 0,1 0 1 0 0,0 1-1 0 0,-1 0 0 0 0,1 0 1 0 0,0 1-1 0 0,-1 0 1 0 0,0 1-1 0 0,1-1 0 0 0,-1 1 1 0 0,0 1-1 0 0,0-1 0 0 0,7 6 1 0 0,-5-2 48 0 0,1 0 0 0 0,-2 0 0 0 0,1 1 1 0 0,-1 0-1 0 0,0 0 0 0 0,0 1 0 0 0,-1 0 1 0 0,0 0-1 0 0,-1 0 0 0 0,0 1 0 0 0,-1 0 1 0 0,0 1-1 0 0,0-1 0 0 0,-1 1 1 0 0,4 13-1 0 0,-7-16 12 0 0,0-1-1 0 0,-1 1 1 0 0,0-1 0 0 0,0 0 0 0 0,0 1 0 0 0,-1-1-1 0 0,0 1 1 0 0,-1-1 0 0 0,1 0 0 0 0,-2 1-1 0 0,1-1 1 0 0,-1 0 0 0 0,0-1 0 0 0,0 1 0 0 0,0 0-1 0 0,-1-1 1 0 0,-8 10 0 0 0,4-5 99 0 0,-1-1-1 0 0,1 0 1 0 0,-2-1 0 0 0,0 1 0 0 0,0-2-1 0 0,0 0 1 0 0,-1 0 0 0 0,0-1 0 0 0,-13 7-1 0 0,17-11-116 0 0,-1 0-1 0 0,1 0 1 0 0,0-1-1 0 0,-1 0 1 0 0,1 0-1 0 0,-1-1 1 0 0,0 0-1 0 0,0 0 0 0 0,1 0 1 0 0,-1-1-1 0 0,0-1 1 0 0,0 1-1 0 0,1-1 1 0 0,-1-1-1 0 0,0 1 1 0 0,1-1-1 0 0,-1 0 1 0 0,1-1-1 0 0,0 0 0 0 0,0 0 1 0 0,0-1-1 0 0,0 0 1 0 0,0 0-1 0 0,1 0 1 0 0,0-1-1 0 0,0 0 1 0 0,0 0-1 0 0,0 0 1 0 0,1-1-1 0 0,-8-10 1 0 0,11 13-110 0 0,-3-3 105 0 0,0-1 1 0 0,0 0 0 0 0,1 0-1 0 0,-1 0 1 0 0,-2-8-1 0 0,6 13-130 0 0,1 1 0 0 0,-1 0 1 0 0,0-1-1 0 0,1 1 0 0 0,0-1 0 0 0,-1 1 0 0 0,1-1 0 0 0,0 0 0 0 0,0 1 0 0 0,0-1 0 0 0,0 1 0 0 0,0-1 0 0 0,0 1 0 0 0,0-1 0 0 0,1 0 0 0 0,-1 1 0 0 0,0-1 0 0 0,1 1 0 0 0,-1-1 0 0 0,1 1 0 0 0,0 0 0 0 0,-1-1 0 0 0,1 1 0 0 0,0 0 0 0 0,0-1 0 0 0,0 1 1 0 0,0 0-1 0 0,0 0 0 0 0,0 0 0 0 0,0 0 0 0 0,1 0 0 0 0,-1 0 0 0 0,0 0 0 0 0,1 0 0 0 0,-1 0 0 0 0,2 0 0 0 0,43-17-6698 0 0,-24 12 680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52 102 748 0 0,'-1'-2'2310'0'0,"-7"-16"2412"0"0,5 13-3485 0 0,0-1 0 0 0,0 0 0 0 0,1-1 0 0 0,0 1-1 0 0,0 0 1 0 0,-1-9 0 0 0,3 14-1182 0 0,0 1 0 0 0,0-1 0 0 0,0 0 1 0 0,0 1-1 0 0,0-1 0 0 0,0 1 0 0 0,0-1 0 0 0,0 0 0 0 0,0 1 0 0 0,0-1 0 0 0,0 1 0 0 0,1-1 0 0 0,-1 1 0 0 0,0-1 0 0 0,0 0 1 0 0,1 1-1 0 0,-1-1 0 0 0,0 1 0 0 0,1 0 0 0 0,-1-1 0 0 0,1 1 0 0 0,-1-1 0 0 0,0 1 0 0 0,1-1 0 0 0,-1 1 0 0 0,1 0 0 0 0,-1-1 1 0 0,1 1-1 0 0,-1 0 0 0 0,1 0 0 0 0,0-1 0 0 0,1 1 15 0 0,-1 0 1 0 0,1 0-1 0 0,0 0 1 0 0,-1 0-1 0 0,1 0 1 0 0,-1 0-1 0 0,1 1 1 0 0,0-1-1 0 0,-1 0 1 0 0,1 1 0 0 0,2 1-1 0 0,3 1 79 0 0,0 0 0 0 0,-1 1 0 0 0,1 0 0 0 0,7 6 0 0 0,-7-3-79 0 0,1 0 0 0 0,-1 0 0 0 0,0 0 0 0 0,0 1 0 0 0,-1 0 1 0 0,0 0-1 0 0,0 1 0 0 0,-1 0 0 0 0,0 0 0 0 0,-1 0 0 0 0,0 0 0 0 0,0 1 0 0 0,-1 0 0 0 0,0-1 1 0 0,-1 1-1 0 0,0 0 0 0 0,-1 1 0 0 0,0-1 0 0 0,0 0 0 0 0,-1 0 0 0 0,0 0 0 0 0,-1 1 0 0 0,0-1 1 0 0,-1 0-1 0 0,0 0 0 0 0,0 0 0 0 0,-1-1 0 0 0,-1 1 0 0 0,-5 11 0 0 0,4-9-38 0 0,-2-1-1 0 0,1 0 0 0 0,-1 0 0 0 0,-1 0 1 0 0,0-1-1 0 0,0 0 0 0 0,-1-1 0 0 0,0 0 0 0 0,-1 0 1 0 0,0-1-1 0 0,0 0 0 0 0,-15 8 0 0 0,23-15-22 0 0,0 0-1 0 0,0 0 0 0 0,-1 0 0 0 0,1-1 0 0 0,0 1 0 0 0,0 0 0 0 0,-1-1 1 0 0,1 0-1 0 0,-3 1 0 0 0,4-1-7 0 0,0 0-1 0 0,1 0 1 0 0,-1 0-1 0 0,1 0 1 0 0,-1 0 0 0 0,1-1-1 0 0,-1 1 1 0 0,0 0-1 0 0,1 0 1 0 0,-1 0 0 0 0,1-1-1 0 0,-1 1 1 0 0,1 0-1 0 0,-1-1 1 0 0,1 1 0 0 0,-1 0-1 0 0,1-1 1 0 0,-1 1-1 0 0,1-1 1 0 0,0 1 0 0 0,-1-1-1 0 0,1 1 1 0 0,-1-1-1 0 0,1-1-4 0 0,-1 0 0 0 0,1 0 0 0 0,0 0 0 0 0,0 0 0 0 0,0 1 0 0 0,0-1 0 0 0,0 0 0 0 0,0 0 0 0 0,1 0-1 0 0,-1 1 1 0 0,0-1 0 0 0,1 0 0 0 0,0 0 0 0 0,-1 1 0 0 0,1-1 0 0 0,0 0 0 0 0,0 1 0 0 0,0-1 0 0 0,0 1-1 0 0,2-3 1 0 0,13-17-17 0 0,1 0-1 0 0,1 1 0 0 0,32-28 1 0 0,70-47-7 0 0,-49 41-2 0 0,-17 14 21 0 0,-32 25 24 0 0,-1-1 0 0 0,0 0 1 0 0,35-40-1 0 0,-46 39-11 0 0,-10 17-4 0 0,0 0 1 0 0,0-1-1 0 0,0 1 1 0 0,0 0 0 0 0,0 0-1 0 0,0-1 1 0 0,0 1 0 0 0,0 0-1 0 0,0 0 1 0 0,0-1-1 0 0,0 1 1 0 0,0 0 0 0 0,0 0-1 0 0,0-1 1 0 0,0 1 0 0 0,0 0-1 0 0,-1 0 1 0 0,1-1-1 0 0,0 1 1 0 0,0 0 0 0 0,0 0-1 0 0,0 0 1 0 0,0-1-1 0 0,-1 1 1 0 0,1 0 0 0 0,0 0-1 0 0,0 0 1 0 0,0 0 0 0 0,-1-1-1 0 0,1 1 1 0 0,0 0-1 0 0,0 0 1 0 0,-1 0 0 0 0,1 0-1 0 0,0 0 1 0 0,-2 0 2 0 0,0 0-1 0 0,0 0 1 0 0,0 0 0 0 0,0 0-1 0 0,1 0 1 0 0,-1 1 0 0 0,0-1-1 0 0,0 1 1 0 0,0-1 0 0 0,1 1 0 0 0,-1 0-1 0 0,0 0 1 0 0,1-1 0 0 0,-3 3-1 0 0,-16 10 36 0 0,1 1 0 0 0,1 0-1 0 0,0 2 1 0 0,0 0 0 0 0,-15 19 0 0 0,24-24-20 0 0,1 0 0 0 0,-1 0 1 0 0,2 1-1 0 0,-1 0 1 0 0,2 0-1 0 0,0 1 1 0 0,0 0-1 0 0,1 0 1 0 0,-6 25-1 0 0,10-35-11 0 0,1 1 0 0 0,-1 0 0 0 0,1 0 0 0 0,0-1 0 0 0,0 1 0 0 0,0 0 0 0 0,0 0 0 0 0,1-1 0 0 0,-1 1 1 0 0,1 0-1 0 0,0-1 0 0 0,0 1 0 0 0,0-1 0 0 0,1 1 0 0 0,-1-1 0 0 0,1 0 0 0 0,4 7 0 0 0,-3-7 11 0 0,1 1-1 0 0,-1-1 1 0 0,1 0 0 0 0,0 0 0 0 0,0 0-1 0 0,0 0 1 0 0,0-1 0 0 0,1 1 0 0 0,-1-1-1 0 0,0 0 1 0 0,1-1 0 0 0,5 2 0 0 0,7 1 19 0 0,1-1 1 0 0,0 0-1 0 0,0-2 1 0 0,0 0-1 0 0,0-1 1 0 0,23-3-1 0 0,-9 0 224 0 0,1-2 0 0 0,-1-1 0 0 0,0-1-1 0 0,0-2 1 0 0,33-14 0 0 0,-61 21-195 0 0,0 0 0 0 0,-1 0 0 0 0,1 0 1 0 0,-1-1-1 0 0,1 1 0 0 0,2-4 0 0 0,2-4-3870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8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48 119 2424 0 0,'-24'-10'7556'0'0,"16"5"-4577"0"0,-7-8 1806 0 0,25 10-1268 0 0,79-1-2378 0 0,130-15-473 0 0,-193 15-928 0 0,45-10-1479 0 0,-64 12 883 0 0,1 0-1 0 0,-1-1 0 0 0,0 0 1 0 0,0 0-1 0 0,-1-1 1 0 0,1 0-1 0 0,8-6 1 0 0,-3-6-5528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29 948 0 0,'-6'-5'2281'0'0,"0"1"-1"0"0,-1-1 1 0 0,0 1 0 0 0,0 1-1 0 0,-11-5 1034 0 0,4 24-134 0 0,12-10-2626 0 0,-1 0 0 0 0,1 0 0 0 0,0 1 0 0 0,0-1 0 0 0,1 1 0 0 0,-1-1 0 0 0,1 10 0 0 0,0 51 1922 0 0,1-46-1877 0 0,19 338 779 0 0,-14-296-2920 0 0,-1-34-3660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9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191 154 2000 0 0,'0'-10'1896'0'0,"-1"-7"2068"0"0,2 0 1 0 0,3-26-1 0 0,-3 39-3676 0 0,0 0 1 0 0,0 0-1 0 0,0 0 0 0 0,0 0 1 0 0,1 1-1 0 0,-1-1 0 0 0,1 1 1 0 0,0-1-1 0 0,0 1 0 0 0,0-1 1 0 0,1 1-1 0 0,-1 0 0 0 0,1 0 1 0 0,-1 0-1 0 0,1 0 0 0 0,4-2 1 0 0,-5 4-247 0 0,0 0 0 0 0,0 0 1 0 0,0 0-1 0 0,0 1 0 0 0,0-1 1 0 0,1 1-1 0 0,-1-1 0 0 0,0 1 1 0 0,0 0-1 0 0,0 0 1 0 0,0 0-1 0 0,1 0 0 0 0,-1 0 1 0 0,0 1-1 0 0,4 0 0 0 0,-1 1 21 0 0,1-1 0 0 0,-1 1 0 0 0,0 0 0 0 0,9 5 0 0 0,-8-3-16 0 0,0-1 1 0 0,0 1 0 0 0,-1 0 0 0 0,0 1-1 0 0,0-1 1 0 0,0 1 0 0 0,-1 0 0 0 0,1 0-1 0 0,-1 1 1 0 0,0-1 0 0 0,-1 1 0 0 0,0 0 0 0 0,1 0-1 0 0,2 10 1 0 0,-3-7 0 0 0,-1 0 1 0 0,0 1-1 0 0,-1-1 1 0 0,1 0-1 0 0,-2 1 0 0 0,0-1 1 0 0,0 1-1 0 0,0-1 0 0 0,-4 14 1 0 0,-1-1 14 0 0,0 0-1 0 0,-2 0 1 0 0,-1-1 0 0 0,-1 0-1 0 0,-1 0 1 0 0,0-1-1 0 0,-25 35 1 0 0,6-19 54 0 0,-2-1 0 0 0,-1-1 0 0 0,-38 30-1 0 0,-15 15 21 0 0,78-72-66 0 0,1-1 75 0 0,0-1 0 0 0,1 1 0 0 0,0 0 0 0 0,0 0-1 0 0,-4 9 1 0 0,8-15-123 0 0,1 0 0 0 0,0 0 1 0 0,0 1-1 0 0,0-1 0 0 0,0 0 0 0 0,0 1 0 0 0,0-1 0 0 0,0 0 0 0 0,0 1 0 0 0,0-1 0 0 0,0 0 0 0 0,0 1 1 0 0,0-1-1 0 0,0 0 0 0 0,0 0 0 0 0,0 1 0 0 0,0-1 0 0 0,0 0 0 0 0,0 1 0 0 0,0-1 0 0 0,1 0 0 0 0,-1 1 0 0 0,0-1 1 0 0,0 0-1 0 0,0 0 0 0 0,0 1 0 0 0,1-1 0 0 0,-1 0 0 0 0,0 0 0 0 0,0 0 0 0 0,1 1 0 0 0,-1-1 0 0 0,0 0 1 0 0,0 0-1 0 0,1 0 0 0 0,-1 0 0 0 0,0 1 0 0 0,1-1 0 0 0,16 3 366 0 0,57-8-96 0 0,1-4-1 0 0,101-24 0 0 0,-164 31-237 0 0,18-5-60 0 0,38-12 0 0 0,-31 2-3011 0 0,-34 15 2344 0 0,-1 0 1 0 0,0 0 0 0 0,0 0 0 0 0,0 0-1 0 0,0 0 1 0 0,0-1 0 0 0,0 1 0 0 0,-1-1-1 0 0,2-2 1 0 0,6-13-6948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29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245 182 1776 0 0,'36'-116'13701'0'0,"-27"60"-8286"0"0,-8 54-5063 0 0,-1 1-326 0 0,0 1 0 0 0,0 0-1 0 0,0 0 1 0 0,0-1 0 0 0,0 1 0 0 0,0 0-1 0 0,0 0 1 0 0,0-1 0 0 0,0 1 0 0 0,0 0 0 0 0,-1 0-1 0 0,1-1 1 0 0,0 1 0 0 0,0 0 0 0 0,0 0-1 0 0,0-1 1 0 0,0 1 0 0 0,0 0 0 0 0,-1 0 0 0 0,1 0-1 0 0,0-1 1 0 0,0 1 0 0 0,0 0 0 0 0,-1 0-1 0 0,1 0 1 0 0,0 0 0 0 0,0-1 0 0 0,0 1 0 0 0,-1 0-1 0 0,1 0 1 0 0,0 0 0 0 0,0 0 0 0 0,-1 0-1 0 0,1 0 1 0 0,0 0 0 0 0,0 0 0 0 0,-1 0 0 0 0,1 0-1 0 0,-13 8 325 0 0,1 1 0 0 0,0 0 0 0 0,0 1 0 0 0,1 0 0 0 0,1 1 0 0 0,-18 22 0 0 0,3 2 410 0 0,-26 45 1 0 0,32-46-501 0 0,0 1 0 0 0,3 1 0 0 0,1 0 0 0 0,-13 47 0 0 0,24-68-243 0 0,1 0-1 0 0,0 0 1 0 0,1 0 0 0 0,1 0-1 0 0,0 1 1 0 0,1-1 0 0 0,1 0-1 0 0,0 1 1 0 0,1-1 0 0 0,1 0-1 0 0,0 0 1 0 0,1 0 0 0 0,10 25-1 0 0,-10-33 1 0 0,0 0 0 0 0,1 0 0 0 0,-1 0 0 0 0,1-1 0 0 0,1 1 0 0 0,-1-1 0 0 0,1-1 0 0 0,0 1 0 0 0,0-1 1 0 0,1 0-1 0 0,0 0 0 0 0,-1-1 0 0 0,2 0 0 0 0,-1 0 0 0 0,0-1 0 0 0,1 0 0 0 0,12 4 0 0 0,-15-6-2 0 0,0 0 1 0 0,-1 0 0 0 0,1 0-1 0 0,0-1 1 0 0,-1 1-1 0 0,1-1 1 0 0,0 0-1 0 0,0-1 1 0 0,-1 1 0 0 0,1-1-1 0 0,0 0 1 0 0,-1 0-1 0 0,1 0 1 0 0,0-1 0 0 0,-1 1-1 0 0,0-1 1 0 0,1 0-1 0 0,-1-1 1 0 0,0 1 0 0 0,0-1-1 0 0,0 0 1 0 0,-1 0-1 0 0,1 0 1 0 0,-1 0 0 0 0,1-1-1 0 0,-1 1 1 0 0,0-1-1 0 0,0 0 1 0 0,-1 0-1 0 0,1 0 1 0 0,1-5 0 0 0,-2 5-11 0 0,0-1 1 0 0,0 1-1 0 0,-1-1 1 0 0,1 0-1 0 0,-1 0 1 0 0,-1 1-1 0 0,1-1 1 0 0,-1 0-1 0 0,1 0 1 0 0,-1 0-1 0 0,-1 0 1 0 0,1 0-1 0 0,-1 1 1 0 0,0-1-1 0 0,0 0 1 0 0,0 0-1 0 0,-1 1 1 0 0,1-1-1 0 0,-4-4 1 0 0,4 5-30 0 0,-1 1 1 0 0,0 0 0 0 0,-1 0-1 0 0,1 0 1 0 0,0 0 0 0 0,-1 0 0 0 0,0 0-1 0 0,1 1 1 0 0,-1-1 0 0 0,0 1-1 0 0,-1 0 1 0 0,1 0 0 0 0,0 0-1 0 0,-1 0 1 0 0,1 1 0 0 0,-1-1-1 0 0,1 1 1 0 0,-1 0 0 0 0,1 0-1 0 0,-1 0 1 0 0,0 0 0 0 0,0 1 0 0 0,0-1-1 0 0,1 1 1 0 0,-1 0 0 0 0,-4 1-1 0 0,2-1-361 0 0,0 1 0 0 0,1 0 0 0 0,-1 0 0 0 0,0 1 0 0 0,0 0 0 0 0,1 0 0 0 0,-7 3-1 0 0,10-4-139 0 0,-1 1-1 0 0,0 0 1 0 0,1-1-1 0 0,-1 1 1 0 0,1 0 0 0 0,-1 0-1 0 0,1 0 1 0 0,0 1-1 0 0,0-1 1 0 0,0 1-1 0 0,0-1 1 0 0,1 1-1 0 0,-1-1 1 0 0,-2 7-1 0 0,4-9 320 0 0,0 1 0 0 0,0 0 0 0 0,0 0 0 0 0,0-1 1 0 0,0 1-1 0 0,0 0 0 0 0,0 0 0 0 0,1-1 0 0 0,-1 1 0 0 0,0 0 0 0 0,0 0 0 0 0,1-1 0 0 0,-1 1 0 0 0,1 0 0 0 0,-1-1 0 0 0,0 1 0 0 0,1 0 0 0 0,-1-1 0 0 0,1 1 0 0 0,-1-1 0 0 0,1 1 0 0 0,0-1 0 0 0,-1 1 1 0 0,1-1-1 0 0,0 1 0 0 0,-1-1 0 0 0,1 0 0 0 0,0 1 0 0 0,-1-1 0 0 0,1 0 0 0 0,0 1 0 0 0,-1-1 0 0 0,1 0 0 0 0,0 0 0 0 0,0 0 0 0 0,1 0 0 0 0,10 3-2827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0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40 141 2068 0 0,'8'-10'3221'0'0,"-1"0"0"0"0,1-1-1 0 0,-2 0 1 0 0,13-21 3135 0 0,-15 36-5582 0 0,0 17-375 0 0,-4-8-291 0 0,0-1 0 0 0,1 1 0 0 0,1 0 1 0 0,0 0-1 0 0,1-1 0 0 0,0 1 0 0 0,1-1 0 0 0,11 23 0 0 0,-12-29-74 0 0,0 0-1 0 0,1 0 1 0 0,0-1-1 0 0,0 0 1 0 0,0 0-1 0 0,1 0 1 0 0,-1 0-1 0 0,1-1 1 0 0,0 0-1 0 0,1 0 1 0 0,-1 0-1 0 0,1 0 1 0 0,-1-1-1 0 0,1 0 1 0 0,0 0-1 0 0,0-1 1 0 0,0 0 0 0 0,1 0-1 0 0,11 2 1 0 0,-12-3-8 0 0,0 0 1 0 0,0 0 0 0 0,1-1 0 0 0,-1 0 0 0 0,0 0 0 0 0,0-1 0 0 0,0 0-1 0 0,0 0 1 0 0,1 0 0 0 0,-1-1 0 0 0,-1 0 0 0 0,1 0 0 0 0,0 0 0 0 0,0-1 0 0 0,-1 0-1 0 0,0 0 1 0 0,1 0 0 0 0,-1-1 0 0 0,8-7 0 0 0,-5 2-9 0 0,0 1-1 0 0,-1-1 1 0 0,0-1 0 0 0,-1 1-1 0 0,0-1 1 0 0,0 0 0 0 0,-1 0-1 0 0,-1-1 1 0 0,7-20 0 0 0,-4 7 379 0 0,-1-1 0 0 0,-1 0 1 0 0,-1 1-1 0 0,1-32 0 0 0,-5 53 415 0 0,0 29 687 0 0,-11 234 576 0 0,1-27-518 0 0,16 89-1557 0 0,-3 107 0 0 0,-5-398 0 0 0,-1 0 0 0 0,-1-1 0 0 0,-12 42 0 0 0,13-60 0 0 0,-1 0 0 0 0,-1 0 0 0 0,1 0 0 0 0,-2-1 0 0 0,0 0 0 0 0,0 0 0 0 0,-1-1 0 0 0,0 1 0 0 0,-1-2 0 0 0,0 1 0 0 0,-11 9 0 0 0,15-16 0 0 0,0 0 0 0 0,0 0 0 0 0,0 0 0 0 0,0-1 0 0 0,0 0 0 0 0,-1 1 0 0 0,1-2 0 0 0,-1 1 0 0 0,1 0 0 0 0,-1-1 0 0 0,0 0 0 0 0,1 0 0 0 0,-1-1 0 0 0,-7 1 0 0 0,5-1 0 0 0,0-1 0 0 0,0 1 0 0 0,0-2 0 0 0,0 1 0 0 0,0-1 0 0 0,1 0 0 0 0,-1 0 0 0 0,0-1 0 0 0,-6-3 0 0 0,0-2 0 0 0,0 0 0 0 0,1-1 0 0 0,0 0 0 0 0,0-1 0 0 0,1 0 0 0 0,0-1 0 0 0,1 0 0 0 0,-14-19 0 0 0,15 16-115 0 0,0-1 0 0 0,0 0-1 0 0,2 0 1 0 0,0 0 0 0 0,0-1 0 0 0,2 0-1 0 0,0-1 1 0 0,1 1 0 0 0,0-1 0 0 0,2 0-1 0 0,-2-19 1 0 0,4 14-277 0 0,1 0 1 0 0,1-1-1 0 0,0 1 0 0 0,2 0 0 0 0,1 1 1 0 0,1-1-1 0 0,14-35 0 0 0,-5 22-449 0 0,2 0 0 0 0,2 1 0 0 0,41-58 0 0 0,-25 48-196 0 0,75-76 0 0 0,21 5-5199 0 0,-40 43-1431 0 0,-44 37 1162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1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33 580 0 0,'0'0'1248'0'0,"22"-18"3153"0"0,-14 11-7300 0 0,-1 0 1973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77 156 1000 0 0,'-3'-1'2045'0'0,"-4"-4"-650"0"0,1 2-371 0 0,1-1 0 0 0,0 1-1 0 0,0 0 1 0 0,0-1 0 0 0,0 0-1 0 0,1-1 1 0 0,-1 1 0 0 0,1-1-1 0 0,0 1 1 0 0,1-1 0 0 0,-1 0-1 0 0,1-1 1 0 0,-5-9 0 0 0,8 14-996 0 0,0 1 1 0 0,0-1-1 0 0,0 0 1 0 0,0 0-1 0 0,0 1 0 0 0,0-1 1 0 0,0 0-1 0 0,1 1 1 0 0,-1-1-1 0 0,0 0 1 0 0,0 1-1 0 0,1-1 1 0 0,-1 0-1 0 0,1 1 1 0 0,-1-1-1 0 0,0 0 0 0 0,1 1 1 0 0,-1-1-1 0 0,1 1 1 0 0,-1-1-1 0 0,1 1 1 0 0,-1-1-1 0 0,1 1 1 0 0,0 0-1 0 0,-1-1 0 0 0,1 1 1 0 0,0 0-1 0 0,-1-1 1 0 0,2 1-1 0 0,24-11 233 0 0,-21 10-180 0 0,22-7 20 0 0,1 1-1 0 0,0 1 1 0 0,1 2 0 0 0,34-1-1 0 0,-21 2-52 0 0,237-13-156 0 0,-160 14-4301 0 0,-103 3 3363 0 0,17 3-6867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17 512 0 0,'-42'-13'8475'0'0,"40"13"-7539"0"0,-14-3 1187 0 0,15 4-2011 0 0,-1 0 0 0 0,0 0 1 0 0,1 0-1 0 0,-1 0 1 0 0,1 0-1 0 0,0 0 0 0 0,-1 1 1 0 0,1-1-1 0 0,0 1 0 0 0,0-1 1 0 0,0 1-1 0 0,0-1 0 0 0,0 1 1 0 0,0-1-1 0 0,0 1 0 0 0,0 0 1 0 0,1 0-1 0 0,-1-1 0 0 0,0 5 1 0 0,-9 45 1370 0 0,6-28-1024 0 0,-40 132 1165 0 0,9-34-816 0 0,35-121-798 0 0,0 0 1 0 0,0 1-1 0 0,0-1 1 0 0,0 0-1 0 0,-1 1 1 0 0,1-1-1 0 0,0 0 1 0 0,0 1-1 0 0,0-1 0 0 0,0 0 1 0 0,0 1-1 0 0,0-1 1 0 0,0 0-1 0 0,0 1 1 0 0,0-1-1 0 0,0 1 1 0 0,1-1-1 0 0,-1 0 0 0 0,0 0 1 0 0,0 1-1 0 0,0-1 1 0 0,0 0-1 0 0,0 1 1 0 0,1-1-1 0 0,-1 0 1 0 0,0 1-1 0 0,0-1 0 0 0,0 0 1 0 0,1 0-1 0 0,-1 1 1 0 0,0-1-1 0 0,0 0 1 0 0,1 0-1 0 0,12 0 73 0 0,15-13-44 0 0,4-8 12 0 0,-20 12-51 0 0,0 1 1 0 0,1 0 0 0 0,-1 2-1 0 0,1-1 1 0 0,16-5-1 0 0,-25 11 1 0 0,0 0-1 0 0,-1 0 0 0 0,1 1 0 0 0,0-1 0 0 0,0 1 1 0 0,-1 0-1 0 0,1 0 0 0 0,0 0 0 0 0,0 1 1 0 0,-1-1-1 0 0,1 1 0 0 0,0 0 0 0 0,-1 0 0 0 0,1 0 1 0 0,-1 0-1 0 0,1 1 0 0 0,-1-1 0 0 0,0 1 0 0 0,1 0 1 0 0,-1 0-1 0 0,0 0 0 0 0,0 0 0 0 0,3 4 0 0 0,1 2 6 0 0,0 0 0 0 0,-1 0 0 0 0,0 1 0 0 0,0-1 0 0 0,8 19-1 0 0,-10-17 81 0 0,1 0 0 0 0,-2 0 0 0 0,0 0 0 0 0,0 0 0 0 0,0 1 0 0 0,-1 0 0 0 0,-1-1 0 0 0,0 1 0 0 0,-1 0 0 0 0,0 0 0 0 0,0-1 0 0 0,-1 1 0 0 0,0 0 0 0 0,-1-1 0 0 0,-6 20 0 0 0,5-21 117 0 0,0 0 0 0 0,-1-1 0 0 0,0 0 0 0 0,-1 0 0 0 0,1 0 0 0 0,-2 0 0 0 0,1-1 0 0 0,-1 0 0 0 0,0 0 0 0 0,0 0 0 0 0,-1-1 0 0 0,0 0 0 0 0,0 0 0 0 0,0-1 0 0 0,-1 0 0 0 0,0 0 0 0 0,0-1 0 0 0,-16 7 0 0 0,13-7-92 0 0,0 0 0 0 0,-1-1 0 0 0,1-1 0 0 0,-1 1 0 0 0,0-2 0 0 0,0 0 0 0 0,0 0 0 0 0,0-1-1 0 0,1-1 1 0 0,-1 0 0 0 0,0 0 0 0 0,0-1 0 0 0,1-1 0 0 0,-1 0 0 0 0,1 0 0 0 0,-15-7 0 0 0,24 9-184 0 0,1 0-1 0 0,-1 0 1 0 0,0 0-1 0 0,0 0 1 0 0,1 0-1 0 0,-1 0 1 0 0,0 0-1 0 0,1 0 1 0 0,0-1-1 0 0,-1 1 1 0 0,1 0-1 0 0,0-1 1 0 0,-1 0-1 0 0,1 1 1 0 0,0-1-1 0 0,0 0 1 0 0,0 1-1 0 0,1-1 1 0 0,-2-3-1 0 0,2 3-110 0 0,0 0 0 0 0,0 0 0 0 0,0 1 0 0 0,0-1 0 0 0,0 0 1 0 0,1 0-1 0 0,-1 1 0 0 0,1-1 0 0 0,-1 0 0 0 0,1 1 0 0 0,0-1 0 0 0,-1 0 0 0 0,1 1 0 0 0,0-1 0 0 0,0 1 0 0 0,0-1 0 0 0,2-1 0 0 0,5-4-1018 0 0,0-1 0 0 0,0 1 0 0 0,0 1 0 0 0,1-1-1 0 0,17-8 1 0 0,24-10-5249 0 0,-21 13 943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89 924 0 0,'30'-25'9289'0'0,"1"-1"-4052"0"0,-29 24-5106 0 0,1 1 0 0 0,-1-1-1 0 0,1 1 1 0 0,0 0 0 0 0,0 0 0 0 0,0 0-1 0 0,0 0 1 0 0,0 0 0 0 0,0 1-1 0 0,0-1 1 0 0,4 1 0 0 0,0 0-66 0 0,1 0 0 0 0,-1 1 0 0 0,0 0 0 0 0,1 1-1 0 0,-1-1 1 0 0,0 1 0 0 0,0 1 0 0 0,0-1 0 0 0,0 1 0 0 0,12 8 0 0 0,-16-9-47 0 0,-1-1-1 0 0,1 1 1 0 0,-1 0 0 0 0,0 1 0 0 0,1-1 0 0 0,-1 0-1 0 0,0 1 1 0 0,0-1 0 0 0,-1 1 0 0 0,1-1-1 0 0,0 1 1 0 0,-1 0 0 0 0,1 0 0 0 0,-1 0 0 0 0,0 0-1 0 0,0 0 1 0 0,0 0 0 0 0,-1 0 0 0 0,1 0 0 0 0,-1 0-1 0 0,1 0 1 0 0,-1 0 0 0 0,0 0 0 0 0,0 1-1 0 0,-1-1 1 0 0,1 0 0 0 0,-1 0 0 0 0,1 0 0 0 0,-2 4-1 0 0,-1 1 43 0 0,-1 0 0 0 0,1 0-1 0 0,-2 0 1 0 0,1-1 0 0 0,-1 1-1 0 0,0-1 1 0 0,0 0 0 0 0,-13 12-1 0 0,-5 3 333 0 0,-27 20 0 0 0,34-30 44 0 0,15-11-369 0 0,0 0-1 0 0,0-1 1 0 0,0 1-1 0 0,0 0 1 0 0,0-1-1 0 0,1 1 1 0 0,-2 0-1 0 0,1-1 0 0 0,0 0 1 0 0,0 1-1 0 0,0-1 1 0 0,0 0-1 0 0,0 1 1 0 0,0-1-1 0 0,0 0 1 0 0,0 0-1 0 0,-1 0 1 0 0,1 0-1 0 0,0 0 1 0 0,0 0-1 0 0,0 0 1 0 0,0 0-1 0 0,-1-1 1 0 0,2 0-54 0 0,0 0 1 0 0,0 0-1 0 0,0 0 1 0 0,0 0 0 0 0,0 0-1 0 0,0 1 1 0 0,1-1 0 0 0,-1 0-1 0 0,0 0 1 0 0,1 0-1 0 0,-1 0 1 0 0,0 0 0 0 0,1 1-1 0 0,0-2 1 0 0,-1 2-8 0 0,12-19 42 0 0,1 1 1 0 0,1 0-1 0 0,1 1 0 0 0,0 0 0 0 0,24-19 0 0 0,-1 0-19 0 0,83-82-39 0 0,-111 111-167 0 0,-16 18 131 0 0,-14 18 23 0 0,1-4-16 0 0,-18 31-1 0 0,32-47 41 0 0,1 0 0 0 0,-1-1 0 0 0,2 1-1 0 0,-1 1 1 0 0,1-1 0 0 0,1 0 0 0 0,-3 20 0 0 0,5-27 6 0 0,0 1-1 0 0,0 0 1 0 0,1 0 0 0 0,-1-1 0 0 0,1 1 0 0 0,0 0 0 0 0,-1-1 0 0 0,1 1 0 0 0,1 0 0 0 0,-1-1 0 0 0,0 0-1 0 0,1 1 1 0 0,-1-1 0 0 0,1 0 0 0 0,-1 1 0 0 0,1-1 0 0 0,0 0 0 0 0,0 0 0 0 0,0-1 0 0 0,0 1-1 0 0,1 0 1 0 0,-1-1 0 0 0,0 1 0 0 0,1-1 0 0 0,-1 0 0 0 0,1 0 0 0 0,4 2 0 0 0,5 2-221 0 0,1-1 0 0 0,0-1 0 0 0,-1 0 0 0 0,21 2 0 0 0,1-2-1966 0 0,43-1 0 0 0,-4-7-4688 0 0,-31-1-442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2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61 104 0 0,'-32'-11'16517'0'0,"44"8"-12443"0"0,35-1-3475 0 0,76-7-60 0 0,-42-3-4628 0 0,-56 5 659 0 0,-10 1-1946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2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 2268 0 0,'-1'-1'395'0'0,"-1"0"0"0"0,1 1 0 0 0,0-1 0 0 0,-1 1 0 0 0,1-1 0 0 0,-1 1-1 0 0,1-1 1 0 0,-1 1 0 0 0,1 0 0 0 0,-1 0 0 0 0,1 0 0 0 0,-1 0 0 0 0,1 0 0 0 0,-1 0 0 0 0,1 0-1 0 0,-1 1 1 0 0,1-1 0 0 0,-1 0 0 0 0,1 1 0 0 0,-1 0 0 0 0,-2 0 0 0 0,2 1-75 0 0,1 1 0 0 0,-1-1 0 0 0,0 0 0 0 0,1 0 0 0 0,-1 1 0 0 0,1-1 0 0 0,0 1 0 0 0,0-1 0 0 0,0 1 0 0 0,0 0 0 0 0,-1 3 0 0 0,-25 108 4340 0 0,1 61-3233 0 0,17-103-1074 0 0,5-44-1036 0 0,-4 39-2245 0 0,8-25-5642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7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86 688 0 0,'-5'-12'3937'0'0,"2"1"0"0"0,-1-1 0 0 0,1 0 0 0 0,-4-26 5357 0 0,5 141-8937 0 0,-1-44-155 0 0,11 116 0 0 0,-7-166-180 0 0,1 0-1 0 0,0 0 0 0 0,0 0 1 0 0,1 0-1 0 0,0-1 1 0 0,1 1-1 0 0,0-1 1 0 0,8 14-1 0 0,-8-17 9 0 0,0-1 0 0 0,0 1-1 0 0,0-1 1 0 0,0 0 0 0 0,1 0 0 0 0,-1 0 0 0 0,1 0-1 0 0,0-1 1 0 0,0 0 0 0 0,1 0 0 0 0,-1 0 0 0 0,0-1-1 0 0,12 4 1 0 0,-12-5-22 0 0,-1-1 0 0 0,1 1 0 0 0,-1-1 0 0 0,0 0-1 0 0,1 0 1 0 0,-1-1 0 0 0,1 1 0 0 0,-1-1 0 0 0,1 0 0 0 0,-1 0 0 0 0,0 0-1 0 0,1-1 1 0 0,-1 1 0 0 0,0-1 0 0 0,0 0 0 0 0,6-4 0 0 0,0-1-7 0 0,0 0 1 0 0,-1 0-1 0 0,0-1 0 0 0,16-17 1 0 0,79-107 195 0 0,-103 131-224 0 0,0 1-26 0 0,-1 1 52 0 0,1-1 1 0 0,0 1-1 0 0,-1 0 1 0 0,1-1-1 0 0,0 1 1 0 0,-1 0-1 0 0,1-1 1 0 0,-1 1-1 0 0,1 0 1 0 0,-1 0-1 0 0,1-1 1 0 0,-1 1-1 0 0,1 1 1 0 0,-1 37 72 0 0,-1-1-1 0 0,-2 1 1 0 0,-11 55 0 0 0,6-46-63 0 0,-50 234-526 0 0,42-229-3118 0 0,-32 73-1 0 0,14-62-5246 0 0,19-36 308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300 298 656 0 0,'33'-43'7048'0'0,"-20"27"-5295"0"0,0-1 0 0 0,-1 0 0 0 0,-1 0 0 0 0,-1-1 0 0 0,0 0 0 0 0,10-28 0 0 0,-19 43-1639 0 0,0 0 1 0 0,-1 0-1 0 0,1 0 0 0 0,-1-1 1 0 0,1 1-1 0 0,-1 0 0 0 0,0 0 0 0 0,0-1 1 0 0,0 1-1 0 0,-1 0 0 0 0,1 0 1 0 0,-1-1-1 0 0,0 1 0 0 0,1 0 0 0 0,-1 0 1 0 0,-1 0-1 0 0,1 0 0 0 0,0 0 1 0 0,-1 0-1 0 0,0 0 0 0 0,0 1 0 0 0,0-1 1 0 0,0 0-1 0 0,-4-3 0 0 0,3 3-91 0 0,-1 0 0 0 0,0 1-1 0 0,0-1 1 0 0,-1 1 0 0 0,1 0-1 0 0,0 0 1 0 0,-1 0 0 0 0,1 1-1 0 0,-1-1 1 0 0,0 1 0 0 0,1 0-1 0 0,-1 1 1 0 0,0-1-1 0 0,0 1 1 0 0,1 0 0 0 0,-8 1-1 0 0,-3 1 14 0 0,1 0 0 0 0,0 1-1 0 0,0 1 1 0 0,1 1-1 0 0,-1 0 1 0 0,1 0 0 0 0,0 1-1 0 0,0 1 1 0 0,1 0-1 0 0,-23 18 1 0 0,21-14-18 0 0,0 1 0 0 0,0 1 1 0 0,2 0-1 0 0,-1 1 0 0 0,2 1 0 0 0,0-1 0 0 0,0 2 1 0 0,-8 18-1 0 0,13-24-6 0 0,2 0 0 0 0,0 1 1 0 0,0-1-1 0 0,1 1 0 0 0,0 0 0 0 0,1 0 1 0 0,0 0-1 0 0,0 0 0 0 0,1 20 1 0 0,2-25 5 0 0,-1 0 0 0 0,1 0 0 0 0,0-1 0 0 0,1 1 0 0 0,-1 0 0 0 0,1-1 0 0 0,0 1 0 0 0,0-1 0 0 0,1 0 1 0 0,0 1-1 0 0,0-1 0 0 0,0-1 0 0 0,0 1 0 0 0,1 0 0 0 0,0-1 0 0 0,0 0 0 0 0,0 0 0 0 0,1 0 0 0 0,-1 0 0 0 0,9 5 1 0 0,-4-4 8 0 0,-1-1 1 0 0,1 1 0 0 0,0-2 0 0 0,0 1 0 0 0,0-1 0 0 0,0-1-1 0 0,0 0 1 0 0,1 0 0 0 0,-1 0 0 0 0,1-1 0 0 0,-1-1 0 0 0,1 0 0 0 0,0 0-1 0 0,-1-1 1 0 0,12-2 0 0 0,-5-1-6 0 0,1 0 0 0 0,-1-1 0 0 0,0-1 0 0 0,0 0 0 0 0,0-1 0 0 0,-1-1 1 0 0,23-16-1 0 0,-1-4 1367 0 0,34-34 0 0 0,-28 24 80 0 0,-42 38-1462 0 0,-1-1 0 0 0,0 1-1 0 0,1 0 1 0 0,-1-1 0 0 0,0 1 0 0 0,1 0-1 0 0,-1-1 1 0 0,1 1 0 0 0,-1 0-1 0 0,0-1 1 0 0,1 1 0 0 0,-1 0-1 0 0,1 0 1 0 0,-1-1 0 0 0,1 1 0 0 0,-1 0-1 0 0,1 0 1 0 0,-1 0 0 0 0,1 0-1 0 0,-1 0 1 0 0,1 0 0 0 0,0 0-1 0 0,-1 0 1 0 0,1 0 0 0 0,-1 0 0 0 0,1 0-1 0 0,-1 0 1 0 0,1 0 0 0 0,-1 0-1 0 0,1 0 1 0 0,-1 1 0 0 0,1-1-1 0 0,-1 0 1 0 0,1 0 0 0 0,-1 1 0 0 0,0-1-1 0 0,1 0 1 0 0,-1 1 0 0 0,1-1-1 0 0,-1 0 1 0 0,0 1 0 0 0,1-1-1 0 0,-1 1 1 0 0,0-1 0 0 0,1 0-1 0 0,-1 1 1 0 0,0-1 0 0 0,0 1 0 0 0,1-1-1 0 0,-1 1 1 0 0,0-1 0 0 0,0 1-1 0 0,0-1 1 0 0,0 1 0 0 0,0-1-1 0 0,1 1 1 0 0,-1-1 0 0 0,0 1 0 0 0,0-1-1 0 0,-1 2 1 0 0,3 39 29 0 0,-2-36-8 0 0,1 93-292 0 0,-4 194-1535 0 0,-1-194-3184 0 0,-3-1-4211 0 0,3-48-1780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80 1060 0 0,'-4'-36'5811'0'0,"1"25"-4654"0"0,-9-20 1280 0 0,11 29-2230 0 0,-25 24 251 0 0,-30 42 21 0 0,2 3-1 0 0,4 2 0 0 0,3 3 0 0 0,3 1 0 0 0,3 2 0 0 0,-39 100 1 0 0,33-49 24 0 0,5 3 1 0 0,5 1-1 0 0,-23 162 1 0 0,44-189-355 0 0,5-1 0 0 0,4 1 0 0 0,5 1 0 0 0,4-1 0 0 0,5 0 0 0 0,4 0 0 0 0,5-1 0 0 0,36 129 0 0 0,-21-136-100 0 0,3-1 1 0 0,5-2-1 0 0,4-2 0 0 0,3-2 0 0 0,5-2 1 0 0,3-2-1 0 0,3-2 0 0 0,4-3 0 0 0,4-3 1 0 0,121 111-1 0 0,-69-86-442 0 0,5-5 1 0 0,4-5-1 0 0,194 105 1 0 0,-190-129-3776 0 0,253 91 1 0 0,-241-113-1899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1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768 17 1000 0 0,'0'0'944'0'0,"-22"-17"6699"0"0,23 23-7444 0 0,-1 0 0 0 0,1-1 0 0 0,0 1 0 0 0,1-1 1 0 0,0 1-1 0 0,0-1 0 0 0,4 9 0 0 0,24 41 764 0 0,-14-27-784 0 0,340 702 2829 0 0,-286-555-2306 0 0,-7 2 0 0 0,50 240 0 0 0,-75-221-398 0 0,-9 1-1 0 0,-9 2 0 0 0,-8 0 1 0 0,-9 1-1 0 0,-9 0 0 0 0,-60 379 1 0 0,29-391 120 0 0,-8-1 0 0 0,-84 218 0 0 0,82-285-284 0 0,-6-2-1 0 0,-5-3 0 0 0,-4-3 0 0 0,-99 133 1 0 0,108-177-189 0 0,-3-3 1 0 0,-3-3 0 0 0,-100 83 0 0 0,-29-1-2137 0 0,-8-14-3319 0 0,129-89 1005 0 0,-2-5-2245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278 118 2072 0 0,'-6'-11'1556'0'0,"0"-1"793"0"0,0-1-1 0 0,0 1 1 0 0,1-1 0 0 0,-5-21 0 0 0,10 33-2327 0 0,0 1 1 0 0,0-1-1 0 0,0 0 1 0 0,1 1-1 0 0,-1-1 0 0 0,0 0 1 0 0,0 1-1 0 0,1-1 0 0 0,-1 0 1 0 0,1 1-1 0 0,-1-1 1 0 0,0 1-1 0 0,1-1 0 0 0,-1 1 1 0 0,1-1-1 0 0,-1 1 1 0 0,1-1-1 0 0,-1 1 0 0 0,1-1 1 0 0,-1 1-1 0 0,1 0 0 0 0,0-1 1 0 0,-1 1-1 0 0,1 0 1 0 0,0-1-1 0 0,0 1 0 0 0,18-6 185 0 0,-8 4-166 0 0,0 2 0 0 0,0-1 0 0 0,0 1 1 0 0,0 1-1 0 0,0 0 0 0 0,0 0 0 0 0,0 1 1 0 0,-1 0-1 0 0,1 1 0 0 0,16 7 0 0 0,-21-8-34 0 0,-1 1-1 0 0,0 0 1 0 0,1 0-1 0 0,-1 0 1 0 0,-1 1-1 0 0,1-1 1 0 0,0 1-1 0 0,-1 0 1 0 0,6 7-1 0 0,-8-8 2 0 0,1 1-1 0 0,-1-1 1 0 0,-1 0 0 0 0,1 1 0 0 0,0-1-1 0 0,-1 1 1 0 0,0-1 0 0 0,0 1 0 0 0,0 0-1 0 0,0 0 1 0 0,0-1 0 0 0,-1 1 0 0 0,0 0-1 0 0,0 0 1 0 0,0 7 0 0 0,-2-4 7 0 0,1 0-1 0 0,-1 0 1 0 0,-1 1 0 0 0,1-1 0 0 0,-1-1 0 0 0,-1 1-1 0 0,1 0 1 0 0,-1-1 0 0 0,0 0 0 0 0,0 0 0 0 0,-1 0-1 0 0,0 0 1 0 0,-7 6 0 0 0,-5 4 43 0 0,0-1-1 0 0,-39 25 1 0 0,-62 27 3554 0 0,116-66-3164 0 0,-5 2 131 0 0,18-3-582 0 0,0 1 0 0 0,0 0 1 0 0,0 0-1 0 0,-1 1 0 0 0,1 0 0 0 0,0 1 1 0 0,-1 1-1 0 0,0-1 0 0 0,0 2 0 0 0,0-1 0 0 0,12 8 1 0 0,-12-6 0 0 0,0 0 0 0 0,-1 1 0 0 0,1 0 0 0 0,-2 1 0 0 0,1-1 0 0 0,-1 2 0 0 0,0-1 0 0 0,0 1 0 0 0,-1 0 0 0 0,10 18 0 0 0,-15-24 21 0 0,-1 0 0 0 0,1 1 0 0 0,-1-1 0 0 0,0 1 0 0 0,0-1 1 0 0,-1 1-1 0 0,1 0 0 0 0,-1-1 0 0 0,1 1 0 0 0,-1 0 0 0 0,0 0 0 0 0,0-1 1 0 0,-1 1-1 0 0,1 0 0 0 0,-3 6 0 0 0,1-5 87 0 0,0 1-1 0 0,-1-1 1 0 0,1 0-1 0 0,-1 1 1 0 0,0-1-1 0 0,-1 0 1 0 0,1-1-1 0 0,-1 1 1 0 0,-5 4-1 0 0,-1 0 248 0 0,0 0 0 0 0,-1-1 1 0 0,1-1-1 0 0,-2 1 0 0 0,1-2 0 0 0,-1 0 0 0 0,0 0 0 0 0,-15 4 0 0 0,11-5 19 0 0,-1 0-1 0 0,0-2 0 0 0,0 0 0 0 0,0-1 1 0 0,0-1-1 0 0,-1 0 0 0 0,-18-2 0 0 0,28 0-286 0 0,-1 0-1 0 0,1 0 0 0 0,0-1 0 0 0,-1 0 0 0 0,1-1 0 0 0,0 1 0 0 0,0-2 1 0 0,1 1-1 0 0,-1-1 0 0 0,1 0 0 0 0,-1-1 0 0 0,1 1 0 0 0,1-1 0 0 0,-1-1 1 0 0,1 1-1 0 0,-9-11 0 0 0,13 14-148 0 0,1 1 1 0 0,0-1-1 0 0,-1 0 1 0 0,1 0-1 0 0,0 0 1 0 0,0 0-1 0 0,0 0 0 0 0,0 0 1 0 0,1 0-1 0 0,-1 0 1 0 0,1 0-1 0 0,-1-1 1 0 0,1 1-1 0 0,-1 0 1 0 0,1 0-1 0 0,0-1 1 0 0,0 1-1 0 0,0 0 0 0 0,1-4 1 0 0,1 2-208 0 0,-1 1 0 0 0,0 0 0 0 0,1-1-1 0 0,-1 1 1 0 0,1 0 0 0 0,0 0 0 0 0,0 0 0 0 0,0 1 0 0 0,1-1 0 0 0,-1 0 0 0 0,5-3-1 0 0,2-1-1008 0 0,1 0 0 0 0,0 0 0 0 0,1 1 0 0 0,-1 0-1 0 0,1 0 1 0 0,14-4 0 0 0,19-5-6441 0 0,-18 6 603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4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34 1228 0 0,'24'-25'13064'0'0,"-24"24"-12757"0"0,1 0 0 0 0,0 1 0 0 0,-1-1 0 0 0,1 0 1 0 0,0 1-1 0 0,0-1 0 0 0,0 1 0 0 0,-1-1 0 0 0,1 1 0 0 0,0-1 0 0 0,0 1 0 0 0,2-1 0 0 0,-2 1-269 0 0,0 1-1 0 0,0-1 1 0 0,0 1-1 0 0,-1 0 1 0 0,1-1-1 0 0,0 1 1 0 0,0 0-1 0 0,0-1 1 0 0,-1 1-1 0 0,1 0 1 0 0,0 0-1 0 0,-1 0 1 0 0,1-1-1 0 0,-1 1 1 0 0,1 0-1 0 0,-1 0 1 0 0,1 0-1 0 0,-1 0 1 0 0,0 0-1 0 0,0 0 1 0 0,1 1-1 0 0,4 30 312 0 0,-3-13-141 0 0,1-3-100 0 0,1 0 1 0 0,0-1 0 0 0,1 0 0 0 0,1 1-1 0 0,0-2 1 0 0,1 1 0 0 0,17 26-1 0 0,-21-37-78 0 0,1 1-1 0 0,-1-1 0 0 0,1 0 1 0 0,0 0-1 0 0,0 0 0 0 0,0 0 1 0 0,1-1-1 0 0,-1 1 0 0 0,1-1 0 0 0,0 0 1 0 0,0-1-1 0 0,0 1 0 0 0,0-1 1 0 0,0 0-1 0 0,0 0 0 0 0,1-1 1 0 0,-1 1-1 0 0,1-1 0 0 0,-1-1 1 0 0,1 1-1 0 0,0-1 0 0 0,-1 0 0 0 0,1 0 1 0 0,-1 0-1 0 0,1-1 0 0 0,6-1 1 0 0,-5 0-17 0 0,1 0 1 0 0,-1-1 0 0 0,-1 0 0 0 0,1 0 0 0 0,0-1 0 0 0,-1 1 0 0 0,0-1-1 0 0,1-1 1 0 0,-2 1 0 0 0,1-1 0 0 0,7-7 0 0 0,3-7 206 0 0,0-1 1 0 0,14-21 0 0 0,-5 5 1107 0 0,-22 29-1103 0 0,8-4-124 0 0,-11 14-105 0 0,1-1 1 0 0,-1 0-1 0 0,1 1 1 0 0,-1-1-1 0 0,0 1 1 0 0,0-1-1 0 0,0 0 1 0 0,-1 4 0 0 0,-53 214 157 0 0,22-101-45 0 0,-56 197 72 0 0,67-254-17 0 0,-3-2-1 0 0,-2 0 1 0 0,-34 57-1 0 0,44-92 121 0 0,-1 0-1 0 0,-1-1 0 0 0,-1-1 1 0 0,0-1-1 0 0,-43 37 1 0 0,51-50-23 0 0,-1 0 0 0 0,0 0 0 0 0,-1-1 0 0 0,0-1 0 0 0,0 0 0 0 0,0 0 0 0 0,-1-2 0 0 0,0 0 0 0 0,0 0 0 0 0,-1-1 0 0 0,1-1 0 0 0,-1 0 0 0 0,-24 1 0 0 0,35-4-189 0 0,0 0 0 0 0,0 0 1 0 0,0-1-1 0 0,0 1 0 0 0,1-1 0 0 0,-1 0 1 0 0,0 0-1 0 0,0 0 0 0 0,1 0 0 0 0,-1-1 1 0 0,1 1-1 0 0,-1-1 0 0 0,1 0 0 0 0,0 0 1 0 0,0 0-1 0 0,0-1 0 0 0,0 1 0 0 0,0-1 1 0 0,0 1-1 0 0,-2-4 0 0 0,3 2-29 0 0,0 1 0 0 0,0-1 0 0 0,0 0 0 0 0,1 0 0 0 0,-1 0 0 0 0,1 0-1 0 0,0 0 1 0 0,0 0 0 0 0,0 0 0 0 0,1 0 0 0 0,0 0 0 0 0,0 0 0 0 0,0-1 0 0 0,0 1-1 0 0,0 0 1 0 0,1 0 0 0 0,0 0 0 0 0,1-7 0 0 0,3-1-24 0 0,-1-1 0 0 0,1 1 0 0 0,1 0 0 0 0,0 0 0 0 0,1 1 0 0 0,11-16 0 0 0,55-59-714 0 0,-63 76 524 0 0,43-46-2932 0 0,107-85-1 0 0,-44 54-2942 0 0,3 6-3810 0 0,-74 52 2539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4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13 106 608 0 0,'-12'-3'12357'0'0,"30"-4"-11640"0"0,0 1 0 0 0,1 1 0 0 0,0 0 0 0 0,30-3 1 0 0,3-1-313 0 0,107-17 455 0 0,-78 14-1620 0 0,-2-3-3580 0 0,-60 11 206 0 0,-1-2-2044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35 656 0 0,'-51'-33'12949'0'0,"49"32"-12404"0"0,1 2-472 0 0,0 0-1 0 0,0 0 1 0 0,0 0-1 0 0,0 0 1 0 0,0 0-1 0 0,0 0 1 0 0,0 0 0 0 0,1 0-1 0 0,-1 1 1 0 0,0-1-1 0 0,1 0 1 0 0,-1 0-1 0 0,0 1 1 0 0,1-1-1 0 0,0 1 1 0 0,-1-1 0 0 0,1 0-1 0 0,0 1 1 0 0,0 2-1 0 0,-1 34 66 0 0,2-26 16 0 0,-11 307 919 0 0,3-142-3884 0 0,9-127-3254 0 0,1-31 379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130 369 804 0 0,'56'-60'16674'0'0,"-54"58"-16236"0"0,-2 2-383 0 0,0 0 1 0 0,1 0 0 0 0,-1 0 0 0 0,1 0-1 0 0,-1 0 1 0 0,1 0 0 0 0,-1 0-1 0 0,1 0 1 0 0,-1 0 0 0 0,0-1 0 0 0,1 1-1 0 0,-1 0 1 0 0,1 0 0 0 0,-1-1-1 0 0,0 1 1 0 0,1 0 0 0 0,-1 0 0 0 0,0-1-1 0 0,1 1 1 0 0,-1 0 0 0 0,0-1 0 0 0,1 1-1 0 0,-1-1 1 0 0,0 1 0 0 0,0 0-1 0 0,0-1 1 0 0,1 1 0 0 0,-1-1 0 0 0,0 1-1 0 0,0 0 1 0 0,0-1 0 0 0,0 1-1 0 0,0-1 1 0 0,0 1 0 0 0,0-1 0 0 0,0 1-1 0 0,0-1 1 0 0,0 1 0 0 0,0-1-1 0 0,0 1 1 0 0,0 0 0 0 0,0-1 0 0 0,0 1-1 0 0,0-1 1 0 0,-1 1 0 0 0,1-1 0 0 0,0 1-1 0 0,0 0 1 0 0,-1-1 0 0 0,-9-19 1055 0 0,-1 10-914 0 0,-1 1 1 0 0,-17-12 0 0 0,-17-14-4 0 0,-38-33-375 0 0,84 67 179 0 0,0 1 0 0 0,0 0 0 0 0,-1 0 0 0 0,1-1-1 0 0,0 1 1 0 0,0 0 0 0 0,-1 0 0 0 0,1-1 0 0 0,0 1-1 0 0,0 0 1 0 0,-1 0 0 0 0,1-1 0 0 0,0 1-1 0 0,0 0 1 0 0,0-1 0 0 0,0 1 0 0 0,0 0 0 0 0,0-1-1 0 0,0 1 1 0 0,-1 0 0 0 0,1-1 0 0 0,0 1 0 0 0,0 0-1 0 0,0-1 1 0 0,0 1 0 0 0,0 0 0 0 0,0-1 0 0 0,1 1-1 0 0,-1 0 1 0 0,0-1 0 0 0,0 1 0 0 0,0 0-1 0 0,0-1 1 0 0,0 1 0 0 0,0 0 0 0 0,1-1 0 0 0,-1 1-1 0 0,0 0 1 0 0,0 0 0 0 0,0-1 0 0 0,1 1 0 0 0,-1 0-1 0 0,0 0 1 0 0,0-1 0 0 0,1 1 0 0 0,-1 0 0 0 0,0 0-1 0 0,1 0 1 0 0,-1-1 0 0 0,0 1 0 0 0,1 0 0 0 0,-1 0-1 0 0,0 0 1 0 0,1 0 0 0 0,-1 0 0 0 0,0 0-1 0 0,1 0 1 0 0,-1 0 0 0 0,0 0 0 0 0,1 0 0 0 0,19-5 27 0 0,-20 5-29 0 0,186-19-248 0 0,-126 16-12 0 0,108-21-1 0 0,-159 21 258 0 0,-1 0-1 0 0,0 0 1 0 0,1 0-1 0 0,-1-1 1 0 0,-1-1-1 0 0,1 1 1 0 0,12-11-1 0 0,2 0-6 0 0,-20 14 14 0 0,-2 0-15 0 0,0 1-1 0 0,1-1 0 0 0,0 1 0 0 0,-1 0 1 0 0,1-1-1 0 0,-1 1 0 0 0,1 0 1 0 0,-1-1-1 0 0,1 1 0 0 0,0 0 0 0 0,-1 0 1 0 0,1-1-1 0 0,-1 1 0 0 0,1 0 0 0 0,0 0 1 0 0,-1 0-1 0 0,1 0 0 0 0,1 0 1 0 0,-2 3 6 0 0,1 1 0 0 0,-1-1 0 0 0,0 0 0 0 0,0 1 0 0 0,0-1 0 0 0,-1 0 1 0 0,1 1-1 0 0,-1-1 0 0 0,-1 5 0 0 0,-14 36 4 0 0,9-23 29 0 0,-155 409 934 0 0,64-164-614 0 0,73-193-313 0 0,18-54-530 0 0,-4 13-774 0 0,6-11-4466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6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15 165 1200 0 0,'13'-26'7186'0'0,"-7"16"-3439"0"0,0 0-1 0 0,5-17 1 0 0,-10 25-3528 0 0,0-1-1 0 0,0 1 1 0 0,0 0-1 0 0,0 0 1 0 0,1 0-1 0 0,-1 0 1 0 0,1 0-1 0 0,-1 0 1 0 0,1 0-1 0 0,0 1 1 0 0,-1-1-1 0 0,1 1 1 0 0,0-1-1 0 0,0 1 1 0 0,0-1-1 0 0,0 1 1 0 0,0 0-1 0 0,4-1 1 0 0,3-1-269 0 0,0 0 1 0 0,-1 1 0 0 0,16-1-1 0 0,-1-1 406 0 0,166-28-298 0 0,-170 27-129 0 0,-12 4-30 0 0,0-1-1 0 0,0 1 1 0 0,0 0 0 0 0,9 0-1 0 0,-37 18-79 0 0,-24 16 127 0 0,2 1-1 0 0,1 3 0 0 0,2 1 1 0 0,1 2-1 0 0,2 1 0 0 0,2 3 1 0 0,-34 55-1 0 0,32-36 393 0 0,36-61-263 0 0,1-2-62 0 0,0 0-1 0 0,0 1 1 0 0,0-1 0 0 0,0 0 0 0 0,0 1 0 0 0,0-1-1 0 0,0 0 1 0 0,0 1 0 0 0,0-1 0 0 0,0 0 0 0 0,0 1-1 0 0,0-1 1 0 0,0 0 0 0 0,0 0 0 0 0,1 1 0 0 0,-1-1-1 0 0,0 0 1 0 0,0 1 0 0 0,0-1 0 0 0,0 0 0 0 0,1 0-1 0 0,-1 1 1 0 0,0-1 0 0 0,0 0 0 0 0,1 0 0 0 0,-1 0-1 0 0,0 1 1 0 0,0-1 0 0 0,1 0 0 0 0,-1 0-1 0 0,14-1 21 0 0,0-1-1 0 0,0-1 1 0 0,0 0-1 0 0,-1-1 1 0 0,1 0-1 0 0,14-7 1 0 0,45-14 54 0 0,-53 22-175 0 0,0 0 0 0 0,0 2 0 0 0,1 1 0 0 0,-1 0 0 0 0,30 5 0 0 0,-23-3-1047 0 0,-18-1-135 0 0,0-1 1 0 0,0-1-1 0 0,-1 1 1 0 0,14-4-1 0 0,11-5-5984 0 0,-14 1 1001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6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1 108 504 0 0,'11'-38'15228'0'0,"-9"30"-13208"0"0,-2 6-1410 0 0,20-11 1303 0 0,7 4-1713 0 0,0 2 0 0 0,54-9 0 0 0,-33 8-2554 0 0,-36 6 211 0 0,13-3-6076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1000 0 0,'-47'37'11732'0'0,"47"-37"-11640"0"0,-1 0 1 0 0,1 0-1 0 0,0 0 0 0 0,-1 0 1 0 0,1 1-1 0 0,-1-1 0 0 0,1 0 1 0 0,0 0-1 0 0,-1 1 0 0 0,1-1 1 0 0,0 0-1 0 0,-1 1 0 0 0,1-1 1 0 0,0 0-1 0 0,0 1 1 0 0,-1-1-1 0 0,1 1 0 0 0,0-1 1 0 0,0 0-1 0 0,0 1 0 0 0,-1-1 1 0 0,1 1-1 0 0,0-1 0 0 0,0 1 1 0 0,0-1-1 0 0,0 0 0 0 0,0 1 1 0 0,0-1-1 0 0,0 1 0 0 0,0-1 1 0 0,0 1-1 0 0,0-1 1 0 0,0 1-1 0 0,0-1 0 0 0,0 0 1 0 0,1 1-1 0 0,-1 0 0 0 0,0 0 21 0 0,1-1 0 0 0,0 1-1 0 0,-1 0 1 0 0,1-1 0 0 0,0 1 0 0 0,0 0-1 0 0,-1-1 1 0 0,1 1 0 0 0,0-1 0 0 0,0 1-1 0 0,0-1 1 0 0,0 1 0 0 0,0-1-1 0 0,0 0 1 0 0,0 1 0 0 0,-1-1 0 0 0,1 0-1 0 0,2 0 1 0 0,33 4 221 0 0,0-2 0 0 0,62-5 0 0 0,78-16-5534 0 0,-116 10 526 0 0,1-2-2433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8 0 0,'-23'6'5441'0'0,"9"-2"-2273"0"0,8-3-3813 0 0,4 0 14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9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3 584 0 0,'0'0'5385'0'0,"-17"-2"-3669"0"0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0 652 0 0,'0'0'8066'0'0,"4"6"-7801"0"0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1 342 344 0 0,'0'0'1190'0'0,"8"-6"1358"0"0,38-41 364 0 0,-32 35-2664 0 0,-2 0 0 0 0,16-19 0 0 0,-18 18-200 0 0,-1 0-1 0 0,-1-1 1 0 0,0 1 0 0 0,-1-2-1 0 0,0 1 1 0 0,-1-1-1 0 0,-1 0 1 0 0,0 0 0 0 0,-2-1-1 0 0,1 1 1 0 0,1-25-1 0 0,-4 29 28 0 0,0-10-43 0 0,-5 17-45 0 0,-6 10 15 0 0,7-2 6 0 0,0 0 0 0 0,1 0 0 0 0,-1 0 0 0 0,1 1 0 0 0,0-1 1 0 0,0 1-1 0 0,0 0 0 0 0,1-1 0 0 0,-2 9 0 0 0,1-4 1 0 0,-12 44 83 0 0,3 1 0 0 0,-9 108 0 0 0,15 113-97 0 0,5-205-2 0 0,-11 103 816 0 0,11-172-788 0 0,-5 18 857 0 0,5-19-870 0 0,0 0 0 0 0,0 0 1 0 0,0 0-1 0 0,0 0 0 0 0,0 0 1 0 0,0 1-1 0 0,0-1 0 0 0,0 0 0 0 0,-1 0 1 0 0,1 0-1 0 0,0 0 0 0 0,0 0 1 0 0,0 0-1 0 0,0 0 0 0 0,0 1 0 0 0,0-1 1 0 0,-1 0-1 0 0,1 0 0 0 0,0 0 1 0 0,0 0-1 0 0,0 0 0 0 0,0 0 0 0 0,0 0 1 0 0,-1 0-1 0 0,1 0 0 0 0,0 0 1 0 0,0 0-1 0 0,0 0 0 0 0,0 0 0 0 0,0 0 1 0 0,-1 0-1 0 0,1 0 0 0 0,0 0 1 0 0,0 0-1 0 0,0 0 0 0 0,0 0 0 0 0,-1 0 1 0 0,1 0-1 0 0,0 0 0 0 0,0 0 1 0 0,0 0-1 0 0,0-1 0 0 0,0 1 0 0 0,0 0 1 0 0,-1 0-1 0 0,1 0 0 0 0,-1-2 8 0 0,0 1-1 0 0,0-1 1 0 0,0 0 0 0 0,0 0-1 0 0,0 0 1 0 0,0 0-1 0 0,1 0 1 0 0,-1 0 0 0 0,0 0-1 0 0,1-3 1 0 0,-2-22 42 0 0,1 0 1 0 0,1 0-1 0 0,2 0 1 0 0,1 0-1 0 0,11-49 1 0 0,-5 41-96 0 0,0-1-1 0 0,2 1 1 0 0,30-62-1 0 0,-32 78-1 0 0,2 0-1 0 0,0 0 1 0 0,1 2-1 0 0,1-1 1 0 0,0 1-1 0 0,1 1 1 0 0,33-28-1 0 0,-43 41 31 0 0,1-1-1 0 0,-1 1 1 0 0,1 0 0 0 0,0 1-1 0 0,0-1 1 0 0,1 1-1 0 0,-1 0 1 0 0,0 1 0 0 0,1-1-1 0 0,-1 1 1 0 0,1 0 0 0 0,-1 0-1 0 0,1 1 1 0 0,-1-1 0 0 0,1 1-1 0 0,11 2 1 0 0,-13-2 13 0 0,0 1-1 0 0,-1 0 1 0 0,1 1 0 0 0,0-1-1 0 0,0 1 1 0 0,0-1 0 0 0,-1 1 0 0 0,1 0-1 0 0,-1 1 1 0 0,0-1 0 0 0,1 1 0 0 0,-1-1-1 0 0,0 1 1 0 0,-1 0 0 0 0,1 0-1 0 0,0 0 1 0 0,-1 0 0 0 0,0 1 0 0 0,1-1-1 0 0,-1 1 1 0 0,-1-1 0 0 0,1 1 0 0 0,0 0-1 0 0,0 4 1 0 0,-1-4 9 0 0,0 0 0 0 0,0 0 0 0 0,0 0 0 0 0,-1 0 0 0 0,1 1 0 0 0,-1-1 0 0 0,0 0 0 0 0,0 0 0 0 0,-1 0 0 0 0,1 0 0 0 0,-1 0 0 0 0,0 0 0 0 0,0 0 0 0 0,-3 7 0 0 0,1-5-6 0 0,-1 0 0 0 0,1 0 0 0 0,-1 0 1 0 0,0-1-1 0 0,-1 0 0 0 0,1 1 0 0 0,-1-2 0 0 0,-7 7 0 0 0,-1-1 5 0 0,-1 0 0 0 0,-1-1-1 0 0,1-1 1 0 0,-1 0-1 0 0,-1-1 1 0 0,-24 8 0 0 0,23-10 27 0 0,-1-1 0 0 0,1-1 1 0 0,-1 0-1 0 0,-22-1 0 0 0,38-2-21 0 0,-1 1-55 0 0,-17 4-22 0 0,20-5 58 0 0,-1 1-1 0 0,1-1 1 0 0,-1 1-1 0 0,1-1 1 0 0,0 1-1 0 0,-1-1 1 0 0,1 1-1 0 0,0-1 1 0 0,-1 1-1 0 0,1-1 1 0 0,0 1-1 0 0,0 0 1 0 0,0-1-1 0 0,-1 1 1 0 0,1-1-1 0 0,0 1 1 0 0,0 0-1 0 0,0-1 1 0 0,0 1-1 0 0,0-1 1 0 0,0 1-1 0 0,0 0 1 0 0,0-1-1 0 0,1 1 1 0 0,-1 0-1 0 0,0-1 1 0 0,0 1-1 0 0,0-1 1 0 0,1 1 0 0 0,-1 0-1 0 0,0-1 1 0 0,1 1-1 0 0,-1-1 1 0 0,0 1-1 0 0,1-1 1 0 0,0 1-1 0 0,15 22-39 0 0,1-2 1 0 0,1 0-1 0 0,0-1 0 0 0,39 32 1 0 0,-14-13 17 0 0,123 122-1466 0 0,-57-52-3065 0 0,-74-73 1976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35 107 80 0 0,'-30'-37'19248'0'0,"29"35"-18712"0"0,1 1 1 0 0,-1 0 0 0 0,1-1-1 0 0,-1 1 1 0 0,1 0 0 0 0,-1-1-1 0 0,1 1 1 0 0,-1-3 0 0 0,24-1-372 0 0,0 1 0 0 0,1 1 0 0 0,32 0 0 0 0,-19 0-156 0 0,-16 2-455 0 0,13-1-1593 0 0,41-9 0 0 0,-63 9-817 0 0,0-2 0 0 0,0 1 0 0 0,21-11 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38 2428 0 0,'-34'-38'16759'0'0,"29"53"-14450"0"0,2 44 1067 0 0,7 100 0 0 0,0-29-2306 0 0,-2 141 1515 0 0,-2-264-2432 0 0,1-8 45 0 0,0-1-13 0 0,0 5-20 0 0,0 39-2 0 0,-1-49-163 0 0,1-2 0 0 0,3 0 0 0 0,-1 2 0 0 0,0 0-108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154 202 1720 0 0,'-6'-6'1717'0'0,"1"-1"0"0"0,0 1-1 0 0,0-1 1 0 0,0 0 0 0 0,-5-11 0 0 0,4 5-258 0 0,1 0 1 0 0,1 0-1 0 0,0 0 1 0 0,-5-27-1 0 0,9 38-1406 0 0,0 1 0 0 0,-1-1 0 0 0,1 0-1 0 0,0 0 1 0 0,0 0 0 0 0,0 0 0 0 0,0 0-1 0 0,0 0 1 0 0,0 0 0 0 0,1 0-1 0 0,-1 0 1 0 0,1 0 0 0 0,-1 0 0 0 0,1 0-1 0 0,0 0 1 0 0,0 1 0 0 0,-1-1-1 0 0,1 0 1 0 0,1 0 0 0 0,-1 1 0 0 0,0-1-1 0 0,0 1 1 0 0,1-1 0 0 0,-1 1 0 0 0,0-1-1 0 0,1 1 1 0 0,0 0 0 0 0,-1 0-1 0 0,1 0 1 0 0,0 0 0 0 0,2-1 0 0 0,0 1-35 0 0,-1 0 1 0 0,0 0 0 0 0,1 0-1 0 0,0 1 1 0 0,-1 0 0 0 0,1 0-1 0 0,-1 0 1 0 0,1 0 0 0 0,-1 0 0 0 0,1 1-1 0 0,-1-1 1 0 0,1 1 0 0 0,-1 0-1 0 0,1 0 1 0 0,-1 0 0 0 0,6 4-1 0 0,2 1-4 0 0,0 0-1 0 0,0 1 1 0 0,-1 0-1 0 0,0 1 1 0 0,0 0-1 0 0,-1 0 1 0 0,0 1-1 0 0,-1 0 1 0 0,0 1-1 0 0,0 0 1 0 0,-1 0-1 0 0,0 1 1 0 0,-1 0-1 0 0,0 0 1 0 0,-1 0-1 0 0,0 1 1 0 0,-1 0-1 0 0,0 0 1 0 0,-1 0-1 0 0,0 0 1 0 0,-1 1-1 0 0,0-1 1 0 0,-1 1-1 0 0,-1-1 1 0 0,0 1-1 0 0,0-1 1 0 0,-1 1-1 0 0,-1-1 1 0 0,0 1-1 0 0,-1-1 1 0 0,0 0-1 0 0,-1 0 1 0 0,-10 22-1 0 0,5-16 27 0 0,-2-1 0 0 0,1 0 0 0 0,-2 0-1 0 0,0-1 1 0 0,-1-1 0 0 0,-1 0 0 0 0,-20 18 0 0 0,-2-5 1600 0 0,0-1-1 0 0,-46 26 1 0 0,39-23 66 0 0,42-28-1659 0 0,1-2-39 0 0,0 1 0 0 0,1-1 0 0 0,-1 1 0 0 0,0-1 0 0 0,0 1 0 0 0,0-1 0 0 0,1 0 0 0 0,-1 1 0 0 0,0-1 0 0 0,1 1 0 0 0,-1-1 0 0 0,0 0 0 0 0,1 1 0 0 0,-1-1 0 0 0,1 1 0 0 0,-1-1 0 0 0,0 0 0 0 0,1 0 0 0 0,-1 1 0 0 0,1-1 0 0 0,0 0 0 0 0,37 3-776 0 0,1-2 0 0 0,50-6 0 0 0,78-20-9460 0 0,-137 19 4720 0 0,-3-3-2997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21 124 1848 0 0,'-13'-52'15265'0'0,"9"38"-11294"0"0,4 14-3903 0 0,-1-1-1 0 0,1 1 1 0 0,-1-1-1 0 0,1 0 1 0 0,0 1 0 0 0,-1-1-1 0 0,1 0 1 0 0,0 0-1 0 0,0 1 1 0 0,0-1 0 0 0,-1 0-1 0 0,1 0 1 0 0,0 1-1 0 0,0-1 1 0 0,0 0 0 0 0,0 0-1 0 0,0 1 1 0 0,0-1-1 0 0,1 0 1 0 0,-1 0 0 0 0,0 1-1 0 0,0-1 1 0 0,0 0-1 0 0,1 1 1 0 0,-1-1 0 0 0,0 0-1 0 0,1 1 1 0 0,-1-1-1 0 0,1 0 1 0 0,-1 1 0 0 0,0-1-1 0 0,1 1 1 0 0,-1-1-1 0 0,1 0 1 0 0,0 1 0 0 0,-1 0-1 0 0,1-1 1 0 0,-1 1-1 0 0,1-1 1 0 0,0 1 0 0 0,-1 0-1 0 0,1-1 1 0 0,0 1-1 0 0,0 0 1 0 0,-1 0 0 0 0,1-1-1 0 0,0 1 1 0 0,0 0-1 0 0,-1 0 1 0 0,2 0 0 0 0,49-7 239 0 0,81-2 1 0 0,5 1-119 0 0,-53 2-113 0 0,-82 6-132 0 0,3 2-7 0 0,-5-2 59 0 0,1-1 1 0 0,-1 1-1 0 0,0 0 0 0 0,1 1 1 0 0,-1-1-1 0 0,1 0 0 0 0,-1 0 1 0 0,1 0-1 0 0,-1 0 0 0 0,1 0 1 0 0,-1 0-1 0 0,1 0 1 0 0,-1 1-1 0 0,0-1 0 0 0,1 0 1 0 0,-1 0-1 0 0,1 1 0 0 0,-1-1 1 0 0,0 0-1 0 0,1 1 0 0 0,-1-1 1 0 0,1 1-1 0 0,-8 9-7 0 0,1-1-1 0 0,-2 1 1 0 0,1-1-1 0 0,-1-1 1 0 0,0 1-1 0 0,-1-2 1 0 0,-12 10-1 0 0,-7 7 18 0 0,-24 23-41 0 0,-56 54 513 0 0,91-83-331 0 0,1 0 0 0 0,1 1 0 0 0,1 1 0 0 0,-12 21 0 0 0,26-40-130 0 0,-1 0 0 0 0,0 0 0 0 0,1 0 1 0 0,-1 0-1 0 0,1 0 0 0 0,-1 0 0 0 0,1 0 0 0 0,0 0 0 0 0,-1 0 0 0 0,1 0 1 0 0,0 0-1 0 0,0 0 0 0 0,0 0 0 0 0,0 0 0 0 0,0 0 0 0 0,0 0 0 0 0,0 0 1 0 0,0 0-1 0 0,0 0 0 0 0,0 0 0 0 0,1 1 0 0 0,-1-1 0 0 0,0 0 0 0 0,1 0 1 0 0,-1 0-1 0 0,1 0 0 0 0,-1-1 0 0 0,1 1 0 0 0,-1 0 0 0 0,1 0 0 0 0,0 0 0 0 0,-1 0 1 0 0,1 0-1 0 0,0-1 0 0 0,0 1 0 0 0,0 0 0 0 0,0-1 0 0 0,-1 1 0 0 0,1-1 1 0 0,0 1-1 0 0,0-1 0 0 0,0 1 0 0 0,0-1 0 0 0,0 0 0 0 0,0 1 0 0 0,0-1 1 0 0,0 0-1 0 0,1 0 0 0 0,0 1 0 0 0,8 0 33 0 0,0 1 0 0 0,-1-2 1 0 0,1 1-1 0 0,11-2 0 0 0,-18 1-34 0 0,49-3-1165 0 0,0-3 0 0 0,68-16 0 0 0,-9-6-3436 0 0,-1-5-3598 0 0,-37 10-623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4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37 1848 0 0,'-23'-28'19255'0'0,"36"26"-18950"0"0,138-1 1698 0 0,5 0-5646 0 0,-139 3 2103 0 0,17 0-6446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4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0 148 0 0,'-103'55'18326'0'0,"103"-55"-18211"0"0,0 1 1 0 0,0 0-1 0 0,1 0 1 0 0,-1 0-1 0 0,0 0 0 0 0,0-1 1 0 0,1 1-1 0 0,-1 0 1 0 0,1 0-1 0 0,-1-1 1 0 0,1 1-1 0 0,-1 0 1 0 0,1-1-1 0 0,-1 1 1 0 0,1 0-1 0 0,0-1 1 0 0,-1 1-1 0 0,1-1 0 0 0,0 1 1 0 0,0-1-1 0 0,-1 1 1 0 0,1-1-1 0 0,0 0 1 0 0,0 1-1 0 0,-1-1 1 0 0,1 0-1 0 0,0 0 1 0 0,0 0-1 0 0,1 1 1 0 0,34 3 216 0 0,-24-3-29 0 0,34 1-1238 0 0,73-4 1 0 0,44-17-10116 0 0,-116 10 3800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0 667 1404 0 0,'4'-10'866'0'0,"1"1"0"0"0,0 0 0 0 0,1 0 0 0 0,0 0 0 0 0,0 1 0 0 0,12-12 0 0 0,52-44 202 0 0,-24 24-618 0 0,-11 6-180 0 0,-2-1-1 0 0,-1-2 0 0 0,-1-1 1 0 0,-3-1-1 0 0,44-79 0 0 0,-62 95-138 0 0,-1-1 0 0 0,-1 0 0 0 0,-1 0 0 0 0,6-43 0 0 0,-12 44-135 0 0,-1 23 4 0 0,0 0-1 0 0,0 0 1 0 0,0 0 0 0 0,0-1-1 0 0,0 1 1 0 0,0 0-1 0 0,0 0 1 0 0,0 0 0 0 0,0 0-1 0 0,0 0 1 0 0,-1 0 0 0 0,1-1-1 0 0,0 1 1 0 0,0 0 0 0 0,0 0-1 0 0,0 0 1 0 0,0 0-1 0 0,0 0 1 0 0,0 0 0 0 0,0 0-1 0 0,-1 0 1 0 0,1 0 0 0 0,0 0-1 0 0,0 0 1 0 0,0 0 0 0 0,0-1-1 0 0,0 1 1 0 0,0 0-1 0 0,-1 0 1 0 0,1 0 0 0 0,0 0-1 0 0,0 0 1 0 0,0 0 0 0 0,0 0-1 0 0,0 0 1 0 0,-1 0 0 0 0,1 0-1 0 0,0 1 1 0 0,0-1-1 0 0,0 0 1 0 0,0 0 0 0 0,0 0-1 0 0,0 0 1 0 0,-1 0 0 0 0,1 0-1 0 0,0 0 1 0 0,0 0 0 0 0,0 0-1 0 0,0 0 1 0 0,0 0-1 0 0,0 0 1 0 0,0 1 0 0 0,0-1-1 0 0,-1 0 1 0 0,1 0 0 0 0,0 0-1 0 0,0 0 1 0 0,0 0-1 0 0,-2 4 0 0 0,0-1 0 0 0,-1 0 0 0 0,1 0 0 0 0,1 1 0 0 0,-1-1 0 0 0,0 1-1 0 0,-1 5 1 0 0,-2 12 5 0 0,1 1 0 0 0,0-1 0 0 0,0 44-1 0 0,8 67 23 0 0,-3-98-12 0 0,49 343 137 0 0,-27-243-175 0 0,-18-104 504 0 0,0 40 1 0 0,-5-70-467 0 0,0 0-1 0 0,0-1 1 0 0,0 1-1 0 0,0 0 1 0 0,-1 0-1 0 0,1 0 1 0 0,0-1-1 0 0,0 1 1 0 0,-1 0-1 0 0,1 0 1 0 0,0 0-1 0 0,0 0 1 0 0,0 0-1 0 0,-1 0 1 0 0,1 0-1 0 0,0 0 1 0 0,-1-1-1 0 0,1 1 1 0 0,0 0-1 0 0,0 0 1 0 0,-1 0-1 0 0,1 0 1 0 0,0 0-1 0 0,0 0 1 0 0,-1 0 0 0 0,1 1-1 0 0,0-1 1 0 0,0 0-1 0 0,-1 0 1 0 0,1 0-1 0 0,0 0 1 0 0,0 0-1 0 0,-1 0 1 0 0,1 0-1 0 0,0 1 1 0 0,0-1-1 0 0,0 0 1 0 0,-1 0-1 0 0,1 0 1 0 0,0 0-1 0 0,0 1 1 0 0,0-1-1 0 0,-1 0 1 0 0,1 0-1 0 0,0 0 1 0 0,0 1-1 0 0,0-1 1 0 0,0 0-1 0 0,0 0 1 0 0,0 1-1 0 0,0-1 1 0 0,-1 0-1 0 0,1 0 1 0 0,0 1-1 0 0,0-1 1 0 0,0 0-1 0 0,0 1 1 0 0,0-1-1 0 0,0 0 1 0 0,0 0 0 0 0,0 1-1 0 0,0-1 1 0 0,1 1-1 0 0,-15-21 3 0 0,8-3-3 0 0,0 0 0 0 0,2 0 0 0 0,1 0 0 0 0,0-1 0 0 0,2 1 0 0 0,0-1 0 0 0,5-37 0 0 0,-2 48-44 0 0,0 1 1 0 0,0-1-1 0 0,1 1 1 0 0,1 0-1 0 0,0 1 1 0 0,1-1-1 0 0,0 1 1 0 0,1-1-1 0 0,0 1 1 0 0,0 1-1 0 0,1-1 1 0 0,13-14-1 0 0,-15 20 16 0 0,0 0 1 0 0,0-1-1 0 0,0 2 0 0 0,1-1 1 0 0,0 1-1 0 0,0 0 0 0 0,0 0 1 0 0,0 0-1 0 0,1 1 0 0 0,-1 0 0 0 0,1 0 1 0 0,0 1-1 0 0,0 0 0 0 0,0 0 1 0 0,0 0-1 0 0,0 1 0 0 0,0 0 1 0 0,0 1-1 0 0,0-1 0 0 0,1 1 1 0 0,-1 1-1 0 0,0-1 0 0 0,9 3 0 0 0,-13-2 25 0 0,0-1 0 0 0,1 1-1 0 0,-1 0 1 0 0,0 0 0 0 0,0 0-1 0 0,1 1 1 0 0,-1-1-1 0 0,0 1 1 0 0,0 0 0 0 0,-1 0-1 0 0,1 0 1 0 0,0 0-1 0 0,-1 0 1 0 0,1 1 0 0 0,-1-1-1 0 0,0 1 1 0 0,0-1 0 0 0,0 1-1 0 0,0 0 1 0 0,0 0-1 0 0,0 0 1 0 0,-1 0 0 0 0,0 0-1 0 0,1 1 1 0 0,-1-1-1 0 0,0 0 1 0 0,-1 0 0 0 0,1 1-1 0 0,0-1 1 0 0,-1 1-1 0 0,0-1 1 0 0,0 0 0 0 0,0 1-1 0 0,0-1 1 0 0,-1 1 0 0 0,1-1-1 0 0,-1 0 1 0 0,0 1-1 0 0,0-1 1 0 0,0 0 0 0 0,0 0-1 0 0,0 0 1 0 0,-1 1-1 0 0,0-1 1 0 0,1-1 0 0 0,-1 1-1 0 0,-4 4 1 0 0,-3 3 28 0 0,0 0-1 0 0,-1-1 1 0 0,0 0 0 0 0,-1-1-1 0 0,0 0 1 0 0,0 0 0 0 0,-1-1-1 0 0,0-1 1 0 0,0 0 0 0 0,-1-1-1 0 0,1 0 1 0 0,-1-1 0 0 0,0 0 0 0 0,-26 3-1 0 0,36-6 1 0 0,0-1 1 0 0,0 1-1 0 0,0-1 0 0 0,0 0 0 0 0,0 0 0 0 0,1-1 0 0 0,-1 1 0 0 0,0 0 0 0 0,0-1 1 0 0,0 0-1 0 0,0 0 0 0 0,1 0 0 0 0,-1 0 0 0 0,0 0 0 0 0,1 0 0 0 0,-1-1 0 0 0,1 1 1 0 0,0-1-1 0 0,-1 0 0 0 0,-1-1 0 0 0,4 2-39 0 0,0 0 1 0 0,-1 1-1 0 0,1-1 1 0 0,0 1-1 0 0,0-1 1 0 0,0 1-1 0 0,0-1 1 0 0,0 1-1 0 0,0-1 1 0 0,0 1-1 0 0,0-1 1 0 0,0 0-1 0 0,0 1 1 0 0,0-1-1 0 0,0 1 1 0 0,1-1-1 0 0,-1 1 1 0 0,0-1-1 0 0,0 1 1 0 0,0-1-1 0 0,1 1 1 0 0,-1-1-1 0 0,0 1 1 0 0,1-1-1 0 0,-1 1 1 0 0,0 0-1 0 0,1-1 1 0 0,-1 1-1 0 0,1-1 1 0 0,-1 1-1 0 0,0 0 1 0 0,1 0-1 0 0,-1-1 1 0 0,1 1-1 0 0,-1 0 1 0 0,1 0-1 0 0,-1-1 1 0 0,1 1-1 0 0,1 0 1 0 0,0-1-7 0 0,0 0 0 0 0,0 0 0 0 0,0 0 1 0 0,0 0-1 0 0,0 1 0 0 0,0-1 0 0 0,1 1 1 0 0,-1-1-1 0 0,0 1 0 0 0,4 0 0 0 0,13 4-12 0 0,-1 1-1 0 0,1 0 1 0 0,-1 2-1 0 0,0 0 0 0 0,-1 1 1 0 0,1 0-1 0 0,-1 2 1 0 0,-1 0-1 0 0,24 20 0 0 0,16 16-16 0 0,60 65 0 0 0,-87-81 26 0 0,39 39-648 0 0,14 14-1436 0 0,-26-29-2487 0 0,-28-28 265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62 836 0 0,'-1'-10'1352'0'0,"-1"-1"-388"0"0,0 3-412 0 0,0-4-604 0 0,4 2-1092 0 0,-2 0 1040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1 816 0 0,'0'0'2312'0'0,"7"8"-824"0"0,5-6-2320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5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101 112 120 0 0,'-6'-10'6119'0'0,"5"8"-5635"0"0,0 0 1 0 0,-1 0 0 0 0,1 0 0 0 0,0-1 0 0 0,0 1 0 0 0,0 0 0 0 0,1 0 0 0 0,-1-1 0 0 0,1 1 0 0 0,-1-1-1 0 0,1 1 1 0 0,0 0 0 0 0,0-1 0 0 0,0-3 0 0 0,0 4-382 0 0,1-1 0 0 0,0 1 0 0 0,-1 0 0 0 0,1-1 0 0 0,0 1 0 0 0,1 0 0 0 0,-1 0 0 0 0,0 0 0 0 0,1-1 0 0 0,-1 1 1 0 0,1 1-1 0 0,-1-1 0 0 0,1 0 0 0 0,0 0 0 0 0,0 1 0 0 0,0-1 0 0 0,0 1 0 0 0,0-1 0 0 0,0 1 0 0 0,0 0 0 0 0,0 0 0 0 0,3-1 0 0 0,6-2-42 0 0,0 0 0 0 0,1 1 0 0 0,-1 0 0 0 0,1 1 0 0 0,-1 0 0 0 0,1 1 0 0 0,0 0 0 0 0,0 1 0 0 0,13 1 0 0 0,-18 0-50 0 0,0 0-1 0 0,1 0 1 0 0,-1 0 0 0 0,0 1 0 0 0,0 0 0 0 0,0 0 0 0 0,0 1-1 0 0,0 0 1 0 0,0 0 0 0 0,-1 1 0 0 0,0 0 0 0 0,1 0-1 0 0,-2 0 1 0 0,1 1 0 0 0,8 7 0 0 0,-12-9-3 0 0,0 0 0 0 0,0 0 0 0 0,0 0 0 0 0,-1 0 0 0 0,1 0 0 0 0,-1 0 0 0 0,1 0 0 0 0,-1 1 0 0 0,0-1 0 0 0,0 1 0 0 0,-1-1 1 0 0,1 0-1 0 0,-1 1 0 0 0,1 5 0 0 0,-2-2 4 0 0,0 0-1 0 0,0 0 1 0 0,0 0 0 0 0,-1 0 0 0 0,1-1 0 0 0,-7 14 0 0 0,0-3 18 0 0,-2 0 1 0 0,0 0-1 0 0,-1-1 0 0 0,-17 21 1 0 0,-13 16 665 0 0,40-52-493 0 0,1-1-194 0 0,0 0 1 0 0,-1 0-1 0 0,1 0 0 0 0,0 0 1 0 0,0 0-1 0 0,0 0 1 0 0,0 0-1 0 0,0 0 1 0 0,-1 0-1 0 0,1 0 1 0 0,0 0-1 0 0,0 0 0 0 0,0 0 1 0 0,0 0-1 0 0,0 0 1 0 0,0 0-1 0 0,-1 0 1 0 0,1 0-1 0 0,0 0 1 0 0,0 1-1 0 0,0-1 0 0 0,0 0 1 0 0,0 0-1 0 0,0 0 1 0 0,-1 0-1 0 0,1 0 1 0 0,0 0-1 0 0,0 0 1 0 0,0 0-1 0 0,0 0 0 0 0,0 1 1 0 0,0-1-1 0 0,0 0 1 0 0,0 0-1 0 0,0 0 1 0 0,0 0-1 0 0,0 0 1 0 0,0 0-1 0 0,-1 1 0 0 0,1-1 1 0 0,0 0-1 0 0,0 0 1 0 0,0 0-1 0 0,0 0 1 0 0,0 0-1 0 0,0 1 1 0 0,0-1-1 0 0,0 0 0 0 0,0 0 1 0 0,0 0-1 0 0,1 0 1 0 0,-1 0-1 0 0,0 0 1 0 0,0 1-1 0 0,0-1 1 0 0,0 0-1 0 0,11 6 113 0 0,1-4-117 0 0,0 1 0 0 0,-1 0-1 0 0,1 0 1 0 0,-1 2-1 0 0,0-1 1 0 0,0 1 0 0 0,0 1-1 0 0,19 13 1 0 0,-23-14 60 0 0,0 0 0 0 0,0 1 0 0 0,-1 0 1 0 0,0 0-1 0 0,0 0 0 0 0,0 0 0 0 0,-1 1 0 0 0,0 0 0 0 0,-1 0 1 0 0,1 1-1 0 0,-1-1 0 0 0,-1 1 0 0 0,6 14 0 0 0,-9-17 75 0 0,1 0-1 0 0,-1 0 0 0 0,0 0 1 0 0,0-1-1 0 0,0 1 0 0 0,-1 0 1 0 0,0 0-1 0 0,0 0 0 0 0,0-1 1 0 0,-1 1-1 0 0,1 0 0 0 0,-1-1 1 0 0,0 1-1 0 0,0-1 0 0 0,-1 0 0 0 0,-4 7 1 0 0,-2 2 281 0 0,-1 0 0 0 0,-1-1 0 0 0,-20 19 0 0 0,18-20-216 0 0,-1 0 1 0 0,0-2-1 0 0,0 0 1 0 0,-1 0-1 0 0,0-2 1 0 0,-1 1-1 0 0,0-2 0 0 0,0 0 1 0 0,0-1-1 0 0,0-1 1 0 0,-1-1-1 0 0,0 0 1 0 0,0-1-1 0 0,0 0 1 0 0,0-2-1 0 0,0 0 0 0 0,0-1 1 0 0,0 0-1 0 0,-29-8 1 0 0,43 9-255 0 0,0-1 1 0 0,0 0-1 0 0,0 0 1 0 0,0 0-1 0 0,1 0 1 0 0,-1-1-1 0 0,0 1 1 0 0,-3-3-1 0 0,5 3-81 0 0,1 0 0 0 0,-1 0-1 0 0,0 1 1 0 0,0-1 0 0 0,1 0-1 0 0,-1 0 1 0 0,1 0 0 0 0,-1 0-1 0 0,1 0 1 0 0,-1 0 0 0 0,1 0-1 0 0,-1 0 1 0 0,1 0-1 0 0,0 0 1 0 0,-1 0 0 0 0,1 0-1 0 0,0-1 1 0 0,0-1-308 0 0,1 1-1 0 0,-1 0 1 0 0,1-1-1 0 0,0 1 1 0 0,-1-1-1 0 0,1 1 1 0 0,1 0-1 0 0,-1 0 1 0 0,0-1-1 0 0,0 1 1 0 0,1 0-1 0 0,-1 0 1 0 0,1 0-1 0 0,-1 0 1 0 0,1 1-1 0 0,0-1 1 0 0,2-1-1 0 0,21-16-7044 0 0,-8 8 350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93 764 0 0,'26'-36'12183'0'0,"-17"21"-9964"0"0,-8 14-1707 0 0,1 0-403 0 0,-1 1-1 0 0,1 0 1 0 0,0 0 0 0 0,0 0-1 0 0,0 0 1 0 0,0 0 0 0 0,0 0-1 0 0,0 0 1 0 0,0 0 0 0 0,3 2-1 0 0,-2-2-55 0 0,6 4 15 0 0,0 1 0 0 0,-1-1 0 0 0,0 1-1 0 0,0 1 1 0 0,0-1 0 0 0,-1 1 0 0 0,0 0 0 0 0,0 1-1 0 0,9 12 1 0 0,-7-9-30 0 0,-1 1-1 0 0,-1 0 1 0 0,0 0 0 0 0,-1 1-1 0 0,0 0 1 0 0,6 16 0 0 0,-10-20 52 0 0,0 1 1 0 0,-1-1 0 0 0,0 1 0 0 0,0-1 0 0 0,-1 1-1 0 0,0-1 1 0 0,0 1 0 0 0,-1-1 0 0 0,0 1-1 0 0,-1-1 1 0 0,0 1 0 0 0,0-1 0 0 0,0 0 0 0 0,-1 0-1 0 0,-1 0 1 0 0,1 0 0 0 0,-7 9 0 0 0,5-7 666 0 0,5-9-716 0 0,0-1 0 0 0,0 1 0 0 0,0 0 0 0 0,0-1-1 0 0,-1 1 1 0 0,1 0 0 0 0,0-1 0 0 0,0 1 0 0 0,0-1 0 0 0,-1 1-1 0 0,1-1 1 0 0,0 1 0 0 0,-1-1 0 0 0,1 1 0 0 0,-1-1 0 0 0,1 1-1 0 0,0-1 1 0 0,-1 1 0 0 0,1-1 0 0 0,-1 1 0 0 0,1-1 0 0 0,-1 0 0 0 0,1 1-1 0 0,-1-1 1 0 0,0 0 0 0 0,1 0 0 0 0,-1 1 0 0 0,1-1 0 0 0,-1 0-1 0 0,0 0 1 0 0,1 0 0 0 0,-1 0 0 0 0,1 0 0 0 0,-1 1 0 0 0,0-1-1 0 0,1-1 1 0 0,-1 1 0 0 0,-1 0 0 0 0,2-1-33 0 0,0 0-1 0 0,-1 0 1 0 0,1 0 0 0 0,0 0 0 0 0,0 0-1 0 0,0 0 1 0 0,0 0 0 0 0,0 0-1 0 0,0 0 1 0 0,0-1 0 0 0,1 1 0 0 0,-1 0-1 0 0,0 0 1 0 0,1-1 0 0 0,-1 2 0 0 0,6-18 5 0 0,0 0 0 0 0,1 1 0 0 0,1 0 0 0 0,1 0 0 0 0,0 1 0 0 0,22-27 0 0 0,-10 10-16 0 0,-1 4-21 0 0,83-121 57 0 0,-93 138-292 0 0,-10 16 140 0 0,-16 27 88 0 0,5-12-20 0 0,-7 20 35 0 0,4-8 5 0 0,-12 33 0 0 0,23-54 11 0 0,0-1 0 0 0,1 1 0 0 0,0 0 0 0 0,1 0 0 0 0,0 0 0 0 0,0 0 0 0 0,1 0 0 0 0,1 11 0 0 0,0-18 9 0 0,0 1 0 0 0,0 0 0 0 0,1-1 0 0 0,-1 1 0 0 0,1-1 0 0 0,-1 0 0 0 0,1 1 0 0 0,0-1 0 0 0,1 0 0 0 0,-1 0 1 0 0,0 0-1 0 0,1 0 0 0 0,0-1 0 0 0,-1 1 0 0 0,1-1 0 0 0,0 0 0 0 0,0 1 0 0 0,1-1 0 0 0,-1 0 0 0 0,0-1 0 0 0,1 1 0 0 0,6 1 0 0 0,6 3-300 0 0,1-1-1 0 0,1 0 0 0 0,23 2 0 0 0,-12-3-1636 0 0,35 0 1 0 0,30-8-5955 0 0,-49-1 1407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74 1920 0 0,'-7'-12'14403'0'0,"6"12"-14328"0"0,24-5 1099 0 0,29 0-1088 0 0,-10 0-155 0 0,49-10 1 0 0,-48 4-2957 0 0,-1-4-3880 0 0,-25 10 1718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13 1648 0 0,'-25'-11'9986'0'0,"24"10"-9857"0"0,0 1 1 0 0,0 0-1 0 0,0 0 1 0 0,0 0 0 0 0,0 0-1 0 0,0 0 1 0 0,0 0-1 0 0,0 0 1 0 0,0 0-1 0 0,0 1 1 0 0,0-1-1 0 0,0 0 1 0 0,0 0 0 0 0,0 1-1 0 0,0-1 1 0 0,0 1-1 0 0,0-1 1 0 0,0 1-1 0 0,0-1 1 0 0,0 1-1 0 0,1 0 1 0 0,-1-1 0 0 0,0 1-1 0 0,0 0 1 0 0,1 0-1 0 0,-1 0 1 0 0,0-1-1 0 0,1 1 1 0 0,-1 0-1 0 0,1 0 1 0 0,-1 0 0 0 0,1 0-1 0 0,0 0 1 0 0,-1 0-1 0 0,1 0 1 0 0,0 0-1 0 0,-1 2 1 0 0,-37 142 4727 0 0,6 77-3766 0 0,23-91-1930 0 0,10-111-1214 0 0,0-1 0 0 0,6 28 0 0 0,-7-43 1036 0 0,1-1 0 0 0,0 1 0 0 0,1-1 0 0 0,-1 0 0 0 0,1 1-1 0 0,2 4 1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0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183 143 1444 0 0,'25'-41'5645'0'0,"-19"29"-4311"0"0,0 0 1 0 0,2 0-1 0 0,-1 1 1 0 0,2 0-1 0 0,11-11 1 0 0,-17 19-1251 0 0,-1 1 1 0 0,1 0-1 0 0,1 0 0 0 0,-1 0 1 0 0,0 0-1 0 0,0 1 0 0 0,1-1 1 0 0,-1 1-1 0 0,1 0 0 0 0,-1 0 1 0 0,1 0-1 0 0,-1 0 0 0 0,1 1 1 0 0,0 0-1 0 0,-1-1 0 0 0,1 1 1 0 0,0 1-1 0 0,-1-1 0 0 0,1 0 1 0 0,0 1-1 0 0,-1 0 0 0 0,1 0 1 0 0,-1 0-1 0 0,1 0 0 0 0,-1 0 1 0 0,1 1-1 0 0,-1 0 0 0 0,0-1 1 0 0,0 1-1 0 0,0 1 0 0 0,5 3 1 0 0,-3-3-66 0 0,-1 1 0 0 0,1 0-1 0 0,-1 1 1 0 0,0-1 0 0 0,0 1 0 0 0,0-1 0 0 0,-1 1 0 0 0,0 0 0 0 0,0 1 0 0 0,0-1 0 0 0,0 0 0 0 0,-1 1 0 0 0,0 0 0 0 0,0-1-1 0 0,0 1 1 0 0,-1 0 0 0 0,0 0 0 0 0,0 0 0 0 0,0 6 0 0 0,-2-2 6 0 0,-1 0 0 0 0,0-1 0 0 0,0 1 0 0 0,-1-1 0 0 0,0 0 0 0 0,-1 0 0 0 0,0 0-1 0 0,-1 0 1 0 0,1-1 0 0 0,-12 15 0 0 0,-2 0 27 0 0,-1 0-1 0 0,-27 25 1 0 0,-165 123 185 0 0,166-138-179 0 0,-3 4 252 0 0,47-36-100 0 0,2 0-192 0 0,0-1 0 0 0,-1 1-1 0 0,1-1 1 0 0,0 1 0 0 0,0-1 0 0 0,0 0-1 0 0,-1 1 1 0 0,1-1 0 0 0,0 0-1 0 0,0 0 1 0 0,0 1 0 0 0,0-1 0 0 0,0 0-1 0 0,1 0 1 0 0,52-6-450 0 0,74-17 1 0 0,55-23-9448 0 0,-130 30 3342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72 656 0 0,'-8'-40'8633'0'0,"7"38"-8265"0"0,0-1 0 0 0,0 1 0 0 0,0 0 0 0 0,0 0 0 0 0,-1 0 0 0 0,1 0 0 0 0,-1 0 0 0 0,1 0 0 0 0,-1 0 0 0 0,0 0 0 0 0,1 1 0 0 0,-1-1 0 0 0,-3-1 0 0 0,4 2-320 0 0,0 1 0 0 0,0 0 0 0 0,0 0 0 0 0,0-1 0 0 0,0 1 0 0 0,0 0 0 0 0,1 0 0 0 0,-1 0 0 0 0,0 0 0 0 0,0 0 0 0 0,0 0 0 0 0,0 0 0 0 0,0 0 0 0 0,0 1-1 0 0,0-1 1 0 0,0 0 0 0 0,0 1 0 0 0,0-1 0 0 0,0 1 0 0 0,-2 0 105 0 0,-7 2 232 0 0,-1 0-1 0 0,0 1 1 0 0,1 0-1 0 0,0 0 1 0 0,0 1-1 0 0,0 1 1 0 0,-17 13-1 0 0,4-1 198 0 0,-36 38-1 0 0,32-28-323 0 0,1 1-1 0 0,2 2 0 0 0,1 0 1 0 0,-28 50-1 0 0,44-68-210 0 0,0 1 0 0 0,1-1 1 0 0,1 1-1 0 0,0 0 0 0 0,0 1 1 0 0,2-1-1 0 0,0 1 0 0 0,0-1 0 0 0,2 1 1 0 0,0 0-1 0 0,0 0 0 0 0,1 0 0 0 0,1 0 1 0 0,5 26-1 0 0,-3-33-21 0 0,-1 0 0 0 0,1-1 1 0 0,1 1-1 0 0,-1-1 0 0 0,1 0 0 0 0,1 0 0 0 0,-1-1 1 0 0,1 1-1 0 0,0-1 0 0 0,1 0 0 0 0,0 0 0 0 0,-1 0 1 0 0,2-1-1 0 0,-1 0 0 0 0,1 0 0 0 0,-1-1 1 0 0,1 0-1 0 0,1 0 0 0 0,-1-1 0 0 0,0 1 0 0 0,15 3 1 0 0,-16-5-13 0 0,1-1 1 0 0,0 1 0 0 0,0-1 0 0 0,1 0 0 0 0,-1 0 0 0 0,0-1 0 0 0,0 0 0 0 0,0-1 0 0 0,0 1 0 0 0,0-1 0 0 0,0-1 0 0 0,0 1 0 0 0,0-1 0 0 0,0 0 0 0 0,0-1 0 0 0,-1 0 0 0 0,1 0-1 0 0,-1 0 1 0 0,0-1 0 0 0,0 0 0 0 0,0 0 0 0 0,0 0 0 0 0,-1-1 0 0 0,10-10 0 0 0,-10 9-7 0 0,0-1-1 0 0,0 0 1 0 0,-1 0 0 0 0,0 0-1 0 0,0-1 1 0 0,-1 1-1 0 0,0-1 1 0 0,0 0 0 0 0,-1 0-1 0 0,0 0 1 0 0,0 0-1 0 0,-1 0 1 0 0,1-15 0 0 0,-2 17-12 0 0,0 0 0 0 0,-1 0 0 0 0,1 0 0 0 0,-1 0 0 0 0,-1 0 0 0 0,1 0 0 0 0,-1 1 0 0 0,0-1 0 0 0,0 0 0 0 0,-1 1 0 0 0,0 0 0 0 0,0-1 0 0 0,0 1 0 0 0,0 0 0 0 0,-1 1 0 0 0,0-1 0 0 0,0 1 0 0 0,0-1 0 0 0,-8-5 0 0 0,8 7 3 0 0,-1 1-1 0 0,1-1 0 0 0,-1 1 1 0 0,0 0-1 0 0,0 0 0 0 0,0 1 1 0 0,1-1-1 0 0,-2 1 0 0 0,1 0 1 0 0,0 1-1 0 0,0-1 0 0 0,0 1 1 0 0,0 0-1 0 0,0 0 1 0 0,0 1-1 0 0,-1-1 0 0 0,-4 2 1 0 0,1 0-237 0 0,1 0-1 0 0,0 0 1 0 0,-1 1 0 0 0,1 1 0 0 0,0-1 0 0 0,0 1 0 0 0,1 0 0 0 0,-1 1 0 0 0,-8 6 0 0 0,14-8-47 0 0,-1-1-1 0 0,1 0 0 0 0,0 1 1 0 0,0-1-1 0 0,0 1 0 0 0,0-1 1 0 0,1 1-1 0 0,-1 0 1 0 0,1 0-1 0 0,-2 4 0 0 0,3-6-92 0 0,-1 0-1 0 0,1 1 0 0 0,-1 0 1 0 0,1-1-1 0 0,0 1 1 0 0,0-1-1 0 0,0 1 0 0 0,-1-1 1 0 0,2 1-1 0 0,-1-1 1 0 0,0 1-1 0 0,0 0 0 0 0,0-1 1 0 0,1 1-1 0 0,-1-1 1 0 0,1 1-1 0 0,-1-1 0 0 0,1 0 1 0 0,0 1-1 0 0,-1-1 1 0 0,1 1-1 0 0,2 1 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01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106 107 2480 0 0,'0'-9'2549'0'0,"1"-1"0"0"0,1 1 0 0 0,-1-1 0 0 0,7-16 814 0 0,-8 37-3131 0 0,-1 3-84 0 0,1 1 1 0 0,1-1-1 0 0,1 0 0 0 0,3 18 0 0 0,-4-29-129 0 0,0 1-1 0 0,0-1 1 0 0,0 0 0 0 0,1 1 0 0 0,-1-1-1 0 0,1 0 1 0 0,0 0 0 0 0,0 0-1 0 0,0 0 1 0 0,0-1 0 0 0,0 1 0 0 0,1 0-1 0 0,-1-1 1 0 0,1 1 0 0 0,-1-1-1 0 0,1 0 1 0 0,0 0 0 0 0,0 0-1 0 0,0-1 1 0 0,0 1 0 0 0,1-1 0 0 0,5 3-1 0 0,-4-3-13 0 0,0 0 0 0 0,0 0 1 0 0,0-1-1 0 0,0 1 0 0 0,0-1 0 0 0,0 0 0 0 0,0-1 0 0 0,1 1 0 0 0,-1-1 0 0 0,0 0 0 0 0,0 0 0 0 0,-1-1 0 0 0,1 1 0 0 0,0-1 1 0 0,0 0-1 0 0,-1-1 0 0 0,1 1 0 0 0,-1-1 0 0 0,0 0 0 0 0,0 0 0 0 0,0 0 0 0 0,5-5 0 0 0,7-8 27 0 0,-1 0-1 0 0,-1-2 1 0 0,22-34-1 0 0,-18 25 241 0 0,-8 11 176 0 0,8-10 79 0 0,-17 25-492 0 0,0 2-32 0 0,0-1 0 0 0,-1 0 0 0 0,1 1 0 0 0,-1-1 0 0 0,1 1 1 0 0,0-1-1 0 0,-1 1 0 0 0,1-1 0 0 0,-1 1 0 0 0,0-1 0 0 0,1 1 0 0 0,-1-1 0 0 0,1 1 0 0 0,-1 0 0 0 0,0-1 0 0 0,1 1 0 0 0,-1 0 0 0 0,0-1 1 0 0,0 1-1 0 0,0 0 0 0 0,1-1 0 0 0,-1 1 0 0 0,0 0 0 0 0,0-1 0 0 0,0 1 0 0 0,0 0 0 0 0,0 0 0 0 0,1 24 152 0 0,-1-22-103 0 0,-5 93 1892 0 0,-16 101-1 0 0,4-62-1070 0 0,16-132-857 0 0,-62 441 1675 0 0,57-419-1094 0 0,0-1 0 0 0,-2 0-1 0 0,0 0 1 0 0,-2 0 0 0 0,-21 38 0 0 0,26-55-359 0 0,1 0 0 0 0,-2-1 0 0 0,1 1 0 0 0,-1-1 1 0 0,1 0-1 0 0,-2-1 0 0 0,1 1 0 0 0,-1-1 0 0 0,-9 5 1 0 0,11-7-167 0 0,0-1-1 0 0,-1 1 1 0 0,0-1 0 0 0,0 0 0 0 0,0-1 0 0 0,1 0-1 0 0,-1 0 1 0 0,-1 0 0 0 0,1 0 0 0 0,0-1 0 0 0,0 0 0 0 0,0-1-1 0 0,0 1 1 0 0,-7-2 0 0 0,8 1-77 0 0,1 0 1 0 0,-1-1-1 0 0,0 1 0 0 0,1-1 0 0 0,-1 0 1 0 0,1 0-1 0 0,0 0 0 0 0,0 0 0 0 0,-1-1 1 0 0,1 0-1 0 0,1 0 0 0 0,-1 0 1 0 0,0 0-1 0 0,1-1 0 0 0,0 1 0 0 0,0-1 1 0 0,0 0-1 0 0,0 0 0 0 0,0 0 1 0 0,-2-6-1 0 0,2 3-36 0 0,1 1 1 0 0,0-1-1 0 0,0 1 0 0 0,1-1 1 0 0,-1 0-1 0 0,2 0 1 0 0,-1 1-1 0 0,1-1 1 0 0,0 0-1 0 0,0 0 0 0 0,1 0 1 0 0,0 0-1 0 0,3-12 1 0 0,2 0-1167 0 0,0 1 0 0 0,2 0 0 0 0,0 0 0 0 0,1 1 0 0 0,1 0 0 0 0,21-28 0 0 0,0 7-5444 0 0,54-52 0 0 0,-50 55-1294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12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1 156 0 0,'0'0'1068'0'0,"-5"7"-100"0"0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1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82 792 0 0,'2'-12'3096'0'0,"-1"-26"478"0"0,-1 36-3363 0 0,0-8 85 0 0,-3-9-4185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14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1 244 0 0,'0'0'1113'0'0,"0"4"-193"0"0,1 1-1 0 0,-1-1 0 0 0,1 1 0 0 0,0-1 0 0 0,3 6 1 0 0,17-10-4012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31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6 304 0 0,'0'0'900'0'0,"8"-5"-796"0"0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3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1 496 0 0,'0'0'1576'0'0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5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384 107 1956 0 0,'4'-8'1964'0'0,"0"0"0"0"0,0-1 0 0 0,-1 1 1 0 0,0-1-1 0 0,-1 1 0 0 0,0-1 0 0 0,1-12 1421 0 0,-3 20-3224 0 0,0 0 0 0 0,0 0 0 0 0,0 0-1 0 0,0 0 1 0 0,0 0 0 0 0,0 0 0 0 0,-1-1-1 0 0,1 1 1 0 0,0 0 0 0 0,-1 0 0 0 0,1 0-1 0 0,-1 0 1 0 0,1 0 0 0 0,-1 0 0 0 0,0 1-1 0 0,1-1 1 0 0,-1 0 0 0 0,0 0 0 0 0,-1-1-1 0 0,-4 0-114 0 0,-1 1 0 0 0,0 0-1 0 0,1 0 1 0 0,-1 1-1 0 0,0 0 1 0 0,0 0-1 0 0,0 0 1 0 0,1 1 0 0 0,-1 0-1 0 0,0 0 1 0 0,1 1-1 0 0,-12 4 1 0 0,11-3-63 0 0,-1 0-1 0 0,0 0 1 0 0,1 1 0 0 0,0 0-1 0 0,0 1 1 0 0,0-1 0 0 0,1 1-1 0 0,-1 1 1 0 0,1-1 0 0 0,-8 11-1 0 0,-2 6-8 0 0,1 1 0 0 0,1 1 0 0 0,1 1 0 0 0,1 0 0 0 0,1 0-1 0 0,-9 35 1 0 0,3 3 17 0 0,-14 99 0 0 0,19-59 131 0 0,5 0 0 0 0,6 118 0 0 0,33 204 434 0 0,-19-291 12 0 0,9 341 857 0 0,-23 1 210 0 0,-1-160 611 0 0,-21 18-464 0 0,-27-2-99 0 0,38-265-1683 0 0,2-14 0 0 0,2 1 0 0 0,-1 62 0 0 0,9-114 0 0 0,0 0 0 0 0,0 1 0 0 0,0-1 0 0 0,0 0 0 0 0,0 1 0 0 0,1-1 0 0 0,-1 1 0 0 0,1-1 0 0 0,0 0 0 0 0,-1 0 0 0 0,1 0 0 0 0,0 1 0 0 0,0-1 0 0 0,1 0 0 0 0,-1 0 0 0 0,0 0 0 0 0,1 0 0 0 0,-1-1 0 0 0,1 1 0 0 0,0 0 0 0 0,-1-1 0 0 0,1 1 0 0 0,0-1 0 0 0,2 2 0 0 0,1-1 0 0 0,0 0 0 0 0,0 0 0 0 0,0-1 0 0 0,0 0 0 0 0,0 0 0 0 0,0 0 0 0 0,0-1 0 0 0,0 1 0 0 0,0-1 0 0 0,8-1 0 0 0,72-9-1598 0 0,-1-3 1 0 0,102-30-1 0 0,-125 28 778 0 0,44-16-4090 0 0,-37 4-3429 0 0,-15 5-3162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22 154 392 0 0,'-14'-28'9968'0'0,"6"0"-5495"0"0,9 26-4389 0 0,0 0 0 0 0,0 0 0 0 0,-1 0 0 0 0,1 0 1 0 0,0 1-1 0 0,1-1 0 0 0,-1 0 0 0 0,0 0 0 0 0,0 1 0 0 0,1-1 1 0 0,-1 1-1 0 0,1-1 0 0 0,-1 1 0 0 0,1 0 0 0 0,0-1 0 0 0,0 1 1 0 0,-1 0-1 0 0,1 0 0 0 0,0 0 0 0 0,2 0 0 0 0,3-1-59 0 0,-1 0 0 0 0,1 1-1 0 0,-1-1 1 0 0,1 2 0 0 0,-1-1-1 0 0,1 1 1 0 0,0 0 0 0 0,-1 0-1 0 0,1 1 1 0 0,-1-1 0 0 0,1 2 0 0 0,-1-1-1 0 0,1 1 1 0 0,-1 0 0 0 0,0 0-1 0 0,1 1 1 0 0,-1-1 0 0 0,-1 1-1 0 0,1 1 1 0 0,0-1 0 0 0,-1 1-1 0 0,1 0 1 0 0,4 5 0 0 0,-2-2 23 0 0,-1 0 0 0 0,1 1 1 0 0,-2 0-1 0 0,1 0 0 0 0,-1 0 0 0 0,0 1 1 0 0,-1 0-1 0 0,0 0 0 0 0,0 0 1 0 0,-1 1-1 0 0,0 0 0 0 0,-1-1 0 0 0,0 1 1 0 0,2 12-1 0 0,-5-4 207 0 0,0-1 1 0 0,-1 0-1 0 0,-1 1 0 0 0,0-1 0 0 0,-1 0 1 0 0,-1 0-1 0 0,-10 27 0 0 0,5-14 1314 0 0,8-28-1206 0 0,1-2-348 0 0,0 0 1 0 0,0 1 0 0 0,1-1 0 0 0,-1 0-1 0 0,0 0 1 0 0,0 0 0 0 0,0 0 0 0 0,0 1 0 0 0,0-1-1 0 0,0 0 1 0 0,0 0 0 0 0,0 0 0 0 0,0 0-1 0 0,-1 1 1 0 0,1-1 0 0 0,0 0 0 0 0,0 0-1 0 0,0 0 1 0 0,0 0 0 0 0,0 1 0 0 0,0-1-1 0 0,0 0 1 0 0,0 0 0 0 0,0 0 0 0 0,0 0 0 0 0,-1 0-1 0 0,1 0 1 0 0,0 1 0 0 0,0-1 0 0 0,0 0-1 0 0,0 0 1 0 0,0 0 0 0 0,-1 0 0 0 0,1 0-1 0 0,0 0 1 0 0,0 0 0 0 0,0 0 0 0 0,0 0-1 0 0,-1 0 1 0 0,1 0 0 0 0,0 0 0 0 0,0 0-1 0 0,0 0 1 0 0,0 0 0 0 0,-1 0 0 0 0,1 0 0 0 0,0 0-1 0 0,0 0 1 0 0,-1 0 0 0 0,1 0-8 0 0,0-1 1 0 0,0 1-1 0 0,-1 0 1 0 0,1-1-1 0 0,0 1 1 0 0,0-1-1 0 0,-1 1 1 0 0,1-1-1 0 0,0 1 1 0 0,0-1-1 0 0,0 1 1 0 0,0-1-1 0 0,0 1 1 0 0,0-1-1 0 0,0 1 1 0 0,0-1-1 0 0,0 1 1 0 0,0 0-1 0 0,0-1 1 0 0,0 1-1 0 0,0-1 1 0 0,0 1-1 0 0,1-1 1 0 0,-1 1-1 0 0,0-1 1 0 0,0 1-1 0 0,1-1 1 0 0,6-16 27 0 0,1 1 0 0 0,0 0 1 0 0,2 1-1 0 0,0-1 0 0 0,0 2 0 0 0,18-19 1 0 0,85-79-75 0 0,-93 93 22 0 0,27-22 14 0 0,-21 18 44 0 0,-1-1 1 0 0,37-43-1 0 0,-61 66-51 0 0,-1 1 0 0 0,1-1 0 0 0,0 0 0 0 0,-1 1 0 0 0,1-1 0 0 0,-1 0 0 0 0,0 0 0 0 0,1 0 0 0 0,-1 1 0 0 0,1-1 0 0 0,-1 0 0 0 0,0 0 0 0 0,0 0 0 0 0,0 0 0 0 0,1 0 0 0 0,-1-1 0 0 0,0 1 6 0 0,-1 1-1 0 0,1 0 0 0 0,0 0 1 0 0,0-1-1 0 0,-1 1 1 0 0,1 0-1 0 0,0 0 1 0 0,0 0-1 0 0,-1-1 1 0 0,1 1-1 0 0,0 0 1 0 0,-1 0-1 0 0,1 0 0 0 0,0 0 1 0 0,0 0-1 0 0,-1 0 1 0 0,1 0-1 0 0,0 0 1 0 0,-1-1-1 0 0,1 1 1 0 0,0 0-1 0 0,-1 0 0 0 0,1 0 1 0 0,0 1-1 0 0,-1-1 1 0 0,1 0-1 0 0,0 0 1 0 0,-1 0-1 0 0,1 0 1 0 0,-4 1-16 0 0,1 0 1 0 0,-1 0-1 0 0,1 0 0 0 0,-1 1 1 0 0,1-1-1 0 0,-6 5 1 0 0,-9 8 12 0 0,0 1 0 0 0,1 1 0 0 0,1 1 0 0 0,-26 34 0 0 0,32-38 4 0 0,1 0 0 0 0,1 1 0 0 0,0 0-1 0 0,1 1 1 0 0,0 0 0 0 0,1 0 0 0 0,-6 29 0 0 0,10-39 10 0 0,2 1 0 0 0,-1-1 0 0 0,1 1 0 0 0,-1 0 0 0 0,1-1 0 0 0,1 1 0 0 0,-1 0 1 0 0,1-1-1 0 0,0 1 0 0 0,1-1 0 0 0,-1 1 0 0 0,1-1 0 0 0,0 0 0 0 0,0 1 0 0 0,5 7 0 0 0,-3-7 2 0 0,1-1 0 0 0,0 1 0 0 0,0 0 1 0 0,0-1-1 0 0,0 0 0 0 0,1-1 0 0 0,0 1 0 0 0,0-1 0 0 0,0 0 0 0 0,1 0 1 0 0,9 4-1 0 0,11 2 85 0 0,-1 0 1 0 0,1-2-1 0 0,1-1 1 0 0,-1-1-1 0 0,30 2 1 0 0,42-1-3220 0 0,-2-5-9555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77 408 0 0,'-20'-67'15201'0'0,"19"66"-14701"0"0,-5-6 427 0 0,2 6-263 0 0,2 8-91 0 0,2 9-464 0 0,1-1 0 0 0,1 1 0 0 0,0-1 1 0 0,1 1-1 0 0,0-1 0 0 0,1 0 0 0 0,1 0 0 0 0,12 27 0 0 0,-14-37-84 0 0,0 1-1 0 0,0-1 0 0 0,0 0 1 0 0,1 0-1 0 0,0 0 0 0 0,0 0 1 0 0,0-1-1 0 0,1 0 0 0 0,-1 0 1 0 0,1 0-1 0 0,0 0 0 0 0,0-1 1 0 0,1 1-1 0 0,-1-1 0 0 0,1-1 1 0 0,-1 1-1 0 0,1-1 0 0 0,0 0 1 0 0,0 0-1 0 0,0-1 0 0 0,0 1 0 0 0,0-1 1 0 0,0-1-1 0 0,1 1 0 0 0,8-2 1 0 0,-7 1 30 0 0,-1-1-1 0 0,0 0 1 0 0,0-1 0 0 0,0 0 0 0 0,0 0-1 0 0,0 0 1 0 0,0-1 0 0 0,-1 0 0 0 0,1-1 0 0 0,-1 1-1 0 0,0-1 1 0 0,0 0 0 0 0,0-1 0 0 0,-1 1-1 0 0,1-1 1 0 0,8-11 0 0 0,-1 0 509 0 0,-1-1-1 0 0,0-1 1 0 0,-2 0 0 0 0,14-30-1 0 0,2-2 1132 0 0,-25 48-1691 0 0,-2 20 66 0 0,-29 217 869 0 0,4 169 847 0 0,15-210-1430 0 0,11-189-345 0 0,-11 109 229 0 0,9-100-136 0 0,-1-1-1 0 0,0 1 1 0 0,-1-1 0 0 0,0 0 0 0 0,-1 0-1 0 0,-8 13 1 0 0,11-22-75 0 0,0-1-1 0 0,-1 1 1 0 0,0-1-1 0 0,0 0 1 0 0,0 0 0 0 0,0 0-1 0 0,-1 0 1 0 0,1 0-1 0 0,-1-1 1 0 0,0 1 0 0 0,0-1-1 0 0,1 0 1 0 0,-2 0-1 0 0,1-1 1 0 0,0 1 0 0 0,0-1-1 0 0,0 0 1 0 0,-1 0-1 0 0,1 0 1 0 0,0-1 0 0 0,-1 1-1 0 0,1-1 1 0 0,-1 0-1 0 0,1 0 1 0 0,-8-2 0 0 0,-1 0 25 0 0,-1 0 1 0 0,1-2-1 0 0,0 1 0 0 0,0-2 1 0 0,0 0-1 0 0,-24-12 1 0 0,26 11-24 0 0,1-1 0 0 0,-1 0-1 0 0,1 0 1 0 0,1-1 0 0 0,-1-1 0 0 0,1 1 0 0 0,-13-17 0 0 0,19 20-67 0 0,-1 0 1 0 0,1 0 0 0 0,0 0-1 0 0,0-1 1 0 0,1 1 0 0 0,0-1-1 0 0,0 1 1 0 0,0-1 0 0 0,1 0-1 0 0,-1 0 1 0 0,1 1 0 0 0,1-1-1 0 0,-1 0 1 0 0,1 0-1 0 0,0 0 1 0 0,0 0 0 0 0,1 0-1 0 0,1-7 1 0 0,2-2-254 0 0,1 1 1 0 0,1 0-1 0 0,0 0 1 0 0,0 1-1 0 0,1-1 0 0 0,1 1 1 0 0,1 1-1 0 0,0 0 0 0 0,14-16 1 0 0,14-10-1514 0 0,53-43 0 0 0,-82 73 1499 0 0,127-100-5128 0 0,-53 44-2200 0 0,-38 29-274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4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89 896 0 0,'-9'-14'17860'0'0,"213"-12"-16431"0"0,-42 7-1276 0 0,41-4 14 0 0,-147 18-179 0 0,-48 3-26 0 0,1 3-21 0 0,-5 0 2 0 0,-3-1 55 0 0,1 0 1 0 0,-1 0-1 0 0,0 1 0 0 0,1-1 0 0 0,-1 0 0 0 0,0 1 0 0 0,1-1 0 0 0,-1 1 1 0 0,0-1-1 0 0,0 1 0 0 0,0 0 0 0 0,1-1 0 0 0,-1 1 0 0 0,0 0 0 0 0,0 0 1 0 0,0 0-1 0 0,0 0 0 0 0,0 0 0 0 0,-1 0 0 0 0,1 0 0 0 0,0 0 1 0 0,0 0-1 0 0,-1 0 0 0 0,1 1 0 0 0,-1-1 0 0 0,1 0 0 0 0,-1 0 0 0 0,1 1 1 0 0,-1-1-1 0 0,0 0 0 0 0,1 1 0 0 0,-1-1 0 0 0,0 0 0 0 0,0 1 0 0 0,0-1 1 0 0,-1 3-1 0 0,1 0-6 0 0,2 57 510 0 0,-13 108 1 0 0,2-41 166 0 0,0 527 1844 0 0,7-246-1611 0 0,-39 163-369 0 0,-1 49 137 0 0,56-295-420 0 0,-1 0 1418 0 0,-21-129 1577 0 0,8-185-2896 0 0,-9 47 351 0 0,8-50-700 0 0,-1 0 0 0 0,0 0 0 0 0,-1 0 0 0 0,1-1 0 0 0,-3 1 0 0 0,2 1 0 0 0,-1-2 0 0 0,-1 0 0 0 0,4-7 0 0 0,0 0 0 0 0,0-1 0 0 0,1 1 0 0 0,-1 0 0 0 0,0 0 0 0 0,0 0 0 0 0,0-1 0 0 0,0 1 0 0 0,0 0 0 0 0,0-1 0 0 0,0 1 0 0 0,0-1 0 0 0,0 1 0 0 0,0-1 0 0 0,0 0 0 0 0,0 0 0 0 0,-1 1 0 0 0,-1-1 0 0 0,-1 1 0 0 0,-39 12 0 0 0,-49 11 0 0 0,29-10 0 0 0,-52 18-2188 0 0,-54 19-6269 0 0,-4 1-479 0 0,82-26-1846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3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0 392 0 0,'0'0'436'0'0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6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5418 709 712 0 0,'56'-22'7927'0'0,"-58"21"-7761"0"0,-6-3-56 0 0,0 1 0 0 0,-1 0 0 0 0,0 0 0 0 0,1 1 0 0 0,-1 0 0 0 0,0 1 0 0 0,-17-1 0 0 0,-2-1 49 0 0,-503-67 738 0 0,-145-22-679 0 0,-2379-308 137 0 0,2884 380-338 0 0,-511-50 108 0 0,575 60-175 0 0,74 9 56 0 0,22 4 0 0 0,-18 0-35 0 0,-22 10 33 0 0,49-13 1 0 0,1 1-9 0 0,-6 1 15 0 0,5-1 18 0 0,3 5 171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7:5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77 1012 0 0,'-3'-17'2660'0'0,"0"1"0"0"0,-10-26-1 0 0,13 41-2426 0 0,-4 1-135 0 0,1 0 1 0 0,-1 1 0 0 0,0 0-1 0 0,1 0 1 0 0,-1 0 0 0 0,1 0 0 0 0,-1 0-1 0 0,1 1 1 0 0,0-1 0 0 0,-5 4 0 0 0,-33 26 296 0 0,22-15-215 0 0,15-13-133 0 0,-120 100 1042 0 0,113-92-1024 0 0,0 0 1 0 0,2 0 0 0 0,-1 1 0 0 0,1 0 0 0 0,1 0 0 0 0,0 1-1 0 0,1 0 1 0 0,-9 23 0 0 0,15-33-56 0 0,0 0-1 0 0,0 1 1 0 0,1-1-1 0 0,0 0 1 0 0,-1 0-1 0 0,1 0 1 0 0,0 0-1 0 0,0 1 1 0 0,1-1-1 0 0,-1 0 1 0 0,1 0 0 0 0,0 0-1 0 0,0 0 1 0 0,0 0-1 0 0,0 0 1 0 0,0 0-1 0 0,0 0 1 0 0,1 0-1 0 0,0 0 1 0 0,-1-1-1 0 0,1 1 1 0 0,0-1-1 0 0,0 1 1 0 0,0-1-1 0 0,1 0 1 0 0,-1 0-1 0 0,1 0 1 0 0,-1 0 0 0 0,6 3-1 0 0,8 5 5 0 0,1-1 0 0 0,-1-1 0 0 0,2-1 0 0 0,17 6 0 0 0,-11-5-33 0 0,16 7-46 0 0,-20-8-233 0 0,0 0 0 0 0,-1 1-1 0 0,0 1 1 0 0,25 15-1 0 0,-39-19-370 0 0,0 0 1 0 0,-1 0-1 0 0,1 0 1 0 0,-1 1-1 0 0,0-1 0 0 0,0 1 1 0 0,3 6-1 0 0,-6-10 413 0 0,6 11-3128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52 110 2512 0 0,'-2'-1'2357'0'0,"-38"-25"9913"0"0,39 26-12222 0 0,1 0 0 0 0,0 0 0 0 0,-1 0 0 0 0,1 0 1 0 0,-1 0-1 0 0,1-1 0 0 0,0 1 0 0 0,-1 0 0 0 0,1 0 0 0 0,-1 0 1 0 0,1 0-1 0 0,0-1 0 0 0,-1 1 0 0 0,1 0 0 0 0,0 0 0 0 0,-1-1 0 0 0,1 1 1 0 0,0 0-1 0 0,0 0 0 0 0,-1-1 0 0 0,1 1 0 0 0,0 0 0 0 0,0-1 0 0 0,0 1 1 0 0,-1-1-1 0 0,1 1 0 0 0,0 0 0 0 0,0-1 0 0 0,0 1 0 0 0,0 0 1 0 0,0-1-1 0 0,0 1 0 0 0,0-1 0 0 0,0 1 0 0 0,0 0 0 0 0,0-1 0 0 0,0 1 1 0 0,0-1-1 0 0,0 1 0 0 0,0 0 0 0 0,0-1 0 0 0,0 1 0 0 0,0-1 0 0 0,0 1 1 0 0,1 0-1 0 0,-1-1 0 0 0,0 1 0 0 0,0 0 0 0 0,0-1 0 0 0,1 1 0 0 0,-1 0 1 0 0,0-1-1 0 0,0 1 0 0 0,1 0 0 0 0,-1-1 0 0 0,0 1 0 0 0,1 0 1 0 0,-1 0-1 0 0,0 0 0 0 0,1-1 0 0 0,-1 1 0 0 0,1 0 0 0 0,-1 0 0 0 0,1 0 1 0 0,25-10 114 0 0,1 2 1 0 0,0 1 0 0 0,30-4 0 0 0,89-8-52 0 0,-144 19-109 0 0,30-4-418 0 0,32-2-1372 0 0,-19 8-8497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1 180 0 0,'-98'43'16849'0'0,"97"-43"-16762"0"0,0 1 0 0 0,0-1-1 0 0,1 0 1 0 0,-1 0 0 0 0,0 1 0 0 0,1-1 0 0 0,-1 0-1 0 0,0 1 1 0 0,1-1 0 0 0,-1 1 0 0 0,0-1 0 0 0,1 1-1 0 0,-1-1 1 0 0,1 1 0 0 0,-1 0 0 0 0,1-1 0 0 0,-1 1-1 0 0,1-1 1 0 0,0 1 0 0 0,-1 1 0 0 0,1-2-47 0 0,0 0 0 0 0,0 1 0 0 0,0-1 0 0 0,1 1 0 0 0,-1-1 0 0 0,0 1 0 0 0,0-1 1 0 0,0 0-1 0 0,0 1 0 0 0,1-1 0 0 0,-1 0 0 0 0,0 1 0 0 0,1-1 0 0 0,-1 0 0 0 0,0 1 0 0 0,0-1 0 0 0,1 0 0 0 0,-1 1 1 0 0,1-1-1 0 0,-1 0 0 0 0,0 0 0 0 0,1 1 0 0 0,0-1 0 0 0,25 9 475 0 0,13-4-343 0 0,0-1 1 0 0,55-2 0 0 0,77-13-4909 0 0,-163 11 4266 0 0,79-10-6561 0 0,-44 5 825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115 167 1212 0 0,'1'-3'1822'0'0,"0"-10"643"0"0,2-3-479 0 0,-2 0 0 0 0,0 0 1 0 0,-1-1-1 0 0,-2-22 0 0 0,-1-7 936 0 0,2 47-3064 0 0,0 1 142 0 0,0 0-1 0 0,0-1 1 0 0,0 1 0 0 0,0 0-1 0 0,0 0 1 0 0,0 0-1 0 0,1 0 1 0 0,-1 0-1 0 0,1 1 1 0 0,-1-1 0 0 0,1 0-1 0 0,0 0 1 0 0,0 0-1 0 0,0 4 1 0 0,0 2 2 0 0,-8 63 21 0 0,-4 0 0 0 0,-2-1 1 0 0,-28 79-1 0 0,13-44 167 0 0,29-104-161 0 0,-1 4 21 0 0,0 9 135 0 0,1-14-183 0 0,0 1-1 0 0,0-1 1 0 0,0 0-1 0 0,0 0 1 0 0,0 0-1 0 0,0 1 1 0 0,0-1 0 0 0,0 0-1 0 0,0 0 1 0 0,0 1-1 0 0,0-1 1 0 0,0 0-1 0 0,0 0 1 0 0,1 0 0 0 0,-1 1-1 0 0,0-1 1 0 0,0 0-1 0 0,0 0 1 0 0,0 0-1 0 0,0 0 1 0 0,0 1 0 0 0,1-1-1 0 0,-1 0 1 0 0,0 0-1 0 0,0 0 1 0 0,0 0-1 0 0,0 0 1 0 0,1 1 0 0 0,-1-1-1 0 0,0 0 1 0 0,0 0-1 0 0,0 0 1 0 0,1 0-1 0 0,-1 0 1 0 0,0 0 0 0 0,0 0-1 0 0,0 0 1 0 0,1 0-1 0 0,-1 0 1 0 0,0 0-1 0 0,0 0 1 0 0,1 0 0 0 0,-1 0-1 0 0,0 0 1 0 0,0 0-1 0 0,0 0 1 0 0,1 0-1 0 0,-1 0 1 0 0,0 0 0 0 0,0 0-1 0 0,43-14 13 0 0,47-9 1 0 0,-49 14-76 0 0,61-22 0 0 0,-98 30 56 0 0,0-1-1 0 0,0 1 1 0 0,-1-1 0 0 0,1 0 0 0 0,-1 0 0 0 0,0-1 0 0 0,0 1-1 0 0,1-1 1 0 0,-1 1 0 0 0,-1-1 0 0 0,1 0 0 0 0,0 0 0 0 0,-1 0 0 0 0,0-1-1 0 0,1 1 1 0 0,-1 0 0 0 0,0-1 0 0 0,-1 0 0 0 0,2-3 0 0 0,-1 0 5 0 0,-1 0 0 0 0,0-1 0 0 0,0 1 1 0 0,-1 0-1 0 0,0 0 0 0 0,0 0 0 0 0,-1 0 1 0 0,0-1-1 0 0,0 1 0 0 0,0 0 0 0 0,-4-9 1 0 0,-14-35 171 0 0,18 50-184 0 0,-8 10-23 0 0,-3 32 52 0 0,2-1 1 0 0,-10 83-1 0 0,10-51 12 0 0,7-52-254 0 0,-16 105 759 0 0,9-42-4558 0 0,10-66 677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6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5 130 1408 0 0,'-4'-31'12683'0'0,"4"20"-10416"0"0,3 9-2200 0 0,0 0-1 0 0,0 0 1 0 0,0 1-1 0 0,0 0 1 0 0,0-1-1 0 0,0 1 1 0 0,0 0-1 0 0,0 1 1 0 0,0-1-1 0 0,4 0 1 0 0,-1-1-6 0 0,93-22 365 0 0,69-20-3155 0 0,-163 42 855 0 0,0 0 1244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6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88 326 1908 0 0,'12'-11'6346'0'0,"-1"-6"-2314"0"0,-7 11-2422 0 0,-1 1 0 0 0,1-1 0 0 0,-1 0 0 0 0,4-10 0 0 0,-6 13-1470 0 0,-1 1 1 0 0,1 0-1 0 0,-1 0 1 0 0,0-1-1 0 0,0 1 1 0 0,0 0-1 0 0,0-1 1 0 0,0 1-1 0 0,0 0 1 0 0,-1-4-1 0 0,-1 1-89 0 0,0 1 0 0 0,-1-1 0 0 0,1 1 0 0 0,-1 0-1 0 0,0 0 1 0 0,0 0 0 0 0,-1 0 0 0 0,1 1 0 0 0,-1-1 0 0 0,1 1-1 0 0,-7-4 1 0 0,-1-3 4 0 0,-17-12 21 0 0,16 14-68 0 0,1-1 0 0 0,-17-16 0 0 0,27 24-31 0 0,1 0 8 0 0,0 0 15 0 0,0 1-1 0 0,1-1 1 0 0,-1 1 0 0 0,0-1-1 0 0,0 0 1 0 0,1 1-1 0 0,-1-1 1 0 0,0 1-1 0 0,0-1 1 0 0,1 1 0 0 0,-1-1-1 0 0,1 1 1 0 0,-1 0-1 0 0,0-1 1 0 0,1 1-1 0 0,-1-1 1 0 0,1 1 0 0 0,-1 0-1 0 0,1-1 1 0 0,-1 1-1 0 0,1 0 1 0 0,-1 0-1 0 0,1-1 1 0 0,0 1 0 0 0,-1 0-1 0 0,1 0 1 0 0,-1 0-1 0 0,2 0 1 0 0,18-3 6 0 0,-16 3-1 0 0,189-17-286 0 0,-108 13-206 0 0,64-11-224 0 0,-144 14 699 0 0,-1 0 0 0 0,0 0-1 0 0,0 0 1 0 0,0-1 0 0 0,0 0 0 0 0,0 0-1 0 0,4-3 1 0 0,-7 5 9 0 0,14-7-16 0 0,-11 4 17 0 0,4-8-6 0 0,3-4 19 0 0,-10 13-6 0 0,-11 17-28 0 0,-9 30 89 0 0,3 0 0 0 0,1 1 0 0 0,-16 89 1 0 0,12-48 127 0 0,-53 244 385 0 0,54-258 215 0 0,18-72-646 0 0,-1 2-66 0 0,-1 4-8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4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211 202 1188 0 0,'7'-89'10840'0'0,"0"-4"-1503"0"0,-7 75-8129 0 0,0 18-1198 0 0,0 0-1 0 0,0 0 1 0 0,0 0-1 0 0,0 0 1 0 0,0 0-1 0 0,0 0 1 0 0,0 0-1 0 0,0 0 0 0 0,0 0 1 0 0,0 0-1 0 0,0 0 1 0 0,0 0-1 0 0,0 0 1 0 0,0 0-1 0 0,0 0 0 0 0,-1 0 1 0 0,1 0-1 0 0,0 0 1 0 0,0 0-1 0 0,0 0 1 0 0,0 1-1 0 0,0-1 0 0 0,0 0 1 0 0,0 0-1 0 0,0 0 1 0 0,0 0-1 0 0,0 0 1 0 0,0 0-1 0 0,0 0 1 0 0,-1 0-1 0 0,1-1 0 0 0,0 1 1 0 0,0 0-1 0 0,0 0 1 0 0,0 0-1 0 0,0 0 1 0 0,0 0-1 0 0,0 0 0 0 0,0 0 1 0 0,0 0-1 0 0,0 0 1 0 0,0 0-1 0 0,0 0 1 0 0,0 0-1 0 0,0 0 0 0 0,-1 0 1 0 0,1 0-1 0 0,0 0 1 0 0,0 0-1 0 0,0 0 1 0 0,0 0-1 0 0,0 0 1 0 0,0-1-1 0 0,0 1 0 0 0,0 0 1 0 0,0 0-1 0 0,0 0 1 0 0,0 0-1 0 0,0 0 1 0 0,0 0-1 0 0,0 0 0 0 0,0 0 1 0 0,0 0-1 0 0,0 0 1 0 0,0 0-1 0 0,0 0 1 0 0,0-1-1 0 0,0 1 0 0 0,-9 22 255 0 0,-19 118 791 0 0,7-32-214 0 0,-90 295 703 0 0,102-374-1566 0 0,6-18 224 0 0,0-1 0 0 0,0 1 0 0 0,-8 13 0 0 0,6-11 1350 0 0,5-13-1502 0 0,0 1-1 0 0,0-1 0 0 0,1 0 0 0 0,-2 0 0 0 0,1 1 0 0 0,0-1 0 0 0,0 0 0 0 0,0 0 0 0 0,0 1 1 0 0,0-1-1 0 0,0 0 0 0 0,0 0 0 0 0,0 1 0 0 0,0-1 0 0 0,0 0 0 0 0,0 0 0 0 0,-1 1 0 0 0,1-1 1 0 0,0 0-1 0 0,0 0 0 0 0,0 0 0 0 0,0 0 0 0 0,-1 1 0 0 0,1-1 0 0 0,0 0 0 0 0,0 0 0 0 0,0 0 1 0 0,-1 0-1 0 0,1 0 0 0 0,0 1 0 0 0,0-1 0 0 0,-1 0 0 0 0,1 0 0 0 0,0 0 0 0 0,0 0 0 0 0,-1 0 0 0 0,1 0 1 0 0,0 0-1 0 0,0 0 0 0 0,-1 0 0 0 0,1 0 0 0 0,0 0 0 0 0,0 0 0 0 0,-1 0 0 0 0,1 0 0 0 0,0 0 1 0 0,0 0-1 0 0,-1-1 0 0 0,1 1 0 0 0,0 0 0 0 0,0 0 0 0 0,-1 0 0 0 0,1 0 0 0 0,0 0 0 0 0,0 0 1 0 0,0-1-1 0 0,0 1 0 0 0,-1 0 0 0 0,1 0 0 0 0,0 0 0 0 0,0-1 0 0 0,0 1 0 0 0,0 0 0 0 0,-1 0 1 0 0,1-1-1 0 0,-2-2 161 0 0,0-5-205 0 0,1 1-1 0 0,0 0 1 0 0,0-1 0 0 0,1 1 0 0 0,0-1 0 0 0,0 1 0 0 0,1 0 0 0 0,0-1 0 0 0,0 1 0 0 0,3-7-1 0 0,0-5-8 0 0,1-8 4 0 0,2 1 1 0 0,1-1-1 0 0,1 1 0 0 0,1 1 0 0 0,23-42 1 0 0,-23 49-2 0 0,1 1 0 0 0,1 1 0 0 0,1 0 0 0 0,0 0 0 0 0,1 2 0 0 0,1-1 1 0 0,1 2-1 0 0,21-16 0 0 0,-21 18-38 0 0,2 0 0 0 0,-1 2 1 0 0,1-1-1 0 0,1 2 0 0 0,0 1 0 0 0,0 0 1 0 0,0 1-1 0 0,1 1 0 0 0,0 1 0 0 0,0 1 0 0 0,26-1 1 0 0,-42 4 30 0 0,0 1 0 0 0,0-1 0 0 0,0 1 0 0 0,0 0 0 0 0,0 0 0 0 0,0 0 0 0 0,0 0 0 0 0,-1 1 0 0 0,1-1 0 0 0,0 1 0 0 0,-1 0 0 0 0,0 0 0 0 0,1 1 0 0 0,-1-1 0 0 0,0 1 1 0 0,0-1-1 0 0,0 1 0 0 0,0 0 0 0 0,-1 0 0 0 0,1 0 0 0 0,-1 1 0 0 0,0-1 0 0 0,3 5 0 0 0,-4-5 8 0 0,0-1 0 0 0,0 0-1 0 0,0 0 1 0 0,0 1 0 0 0,-1-1 0 0 0,1 1 0 0 0,-1-1 0 0 0,1 1-1 0 0,-1-1 1 0 0,0 0 0 0 0,0 1 0 0 0,0-1 0 0 0,0 1 0 0 0,0-1-1 0 0,-1 1 1 0 0,1-1 0 0 0,-1 1 0 0 0,0-1 0 0 0,0 0 0 0 0,1 1-1 0 0,-1-1 1 0 0,-1 0 0 0 0,1 0 0 0 0,0 0 0 0 0,0 0 0 0 0,-1 0-1 0 0,0 0 1 0 0,1 0 0 0 0,-1 0 0 0 0,0 0 0 0 0,0-1 0 0 0,-3 3-1 0 0,-4 3 3 0 0,0-1 0 0 0,-1 0 0 0 0,1 0 1 0 0,-1-1-1 0 0,-18 7 0 0 0,11-7 9 0 0,-1 0 0 0 0,0-1 0 0 0,0-1-1 0 0,-18 2 1 0 0,-69-2 111 0 0,102-3-145 0 0,-13-1 56 0 0,13 0 27 0 0,-43 1-148 0 0,47 13-74 0 0,37 53 14 0 0,14 28-81 0 0,88 118 0 0 0,-130-199 220 0 0,0-1 0 0 0,1 0-1 0 0,1 0 1 0 0,23 18 0 0 0,-32-29 21 0 0,1 1 0 0 0,-1-1 1 0 0,1 0-1 0 0,-1 0 1 0 0,1 0-1 0 0,4 1 1 0 0,0-1 16 0 0,-4 0 4 0 0,0-1 0 0 0,0 1 0 0 0,0-1 0 0 0,0 0 1 0 0,0 0-1 0 0,-1 0 0 0 0,1-1 0 0 0,0 0 0 0 0,0 0 1 0 0,0 0-1 0 0,4-1 0 0 0,36-19 181 0 0,-30 14-337 0 0,0-2 1 0 0,0 1 0 0 0,15-15 0 0 0,-5-2-5163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8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1 228 0 0,'0'0'1235'0'0,"1"14"2517"0"0,0-13-3538 0 0,3 0-440 0 0,1 0 0 0 0,-1 0 0 0 0,1 0 0 0 0,-1-1 0 0 0,1 0 0 0 0,-1 1 1 0 0,1-2-1 0 0,5 0 0 0 0,-7 1-739 0 0,11-3 158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9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80 0 0,'0'0'3268'0'0,"16"0"-4000"0"0,-3-3-672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0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7 760 0 0,'0'0'576'0'0,"13"-7"-1416"0"0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4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75 964 0 0,'-12'14'8758'0'0,"8"-8"-7795"0"0,8-3-841 0 0,1-1 0 0 0,-1 0 0 0 0,0 0-1 0 0,1 0 1 0 0,0 0 0 0 0,-1-1 0 0 0,1 1 0 0 0,0-1 0 0 0,0-1 0 0 0,5 1 0 0 0,59 2 339 0 0,-41-3-321 0 0,880-18 291 0 0,-826 14-420 0 0,921-31 13 0 0,-428 17-10 0 0,-19-9-48 0 0,-397 14 20 0 0,-157 13-187 0 0,-17 3-3660 0 0,-21 2 1 0 0,13-1 1127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4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56 307 1668 0 0,'-3'0'1525'0'0,"-40"0"6104"0"0,40 0-7343 0 0,-4 0 136 0 0,7-3-139 0 0,14-3-11 0 0,28-7-43 0 0,942-136 785 0 0,-159 90-910 0 0,6 21-28 0 0,-273 15 9 0 0,-346 8 865 0 0,-210 15-1255 0 0,-1 0 191 0 0,-1 0-1 0 0,0 0 1 0 0,1 0 0 0 0,-1 0-1 0 0,1 0 1 0 0,-1 0 0 0 0,0 0-1 0 0,1 0 1 0 0,-1 0 0 0 0,0 0 0 0 0,1 0-1 0 0,-1 1 1 0 0,0-1 0 0 0,1 0-1 0 0,-1 0 1 0 0,0 0 0 0 0,1 1-1 0 0,-1-1 1 0 0,0 0 0 0 0,0 0-1 0 0,1 1 1 0 0,-1-1 0 0 0,0 0 0 0 0,0 1-1 0 0,0-1 1 0 0,1 0 0 0 0,-1 1-1 0 0,0-1 1 0 0,0 0 0 0 0,0 1-1 0 0,0-1 1 0 0,0 0 0 0 0,0 1-1 0 0,1-1 1 0 0,-1 0 0 0 0,0 1 0 0 0,0-1-1 0 0,0 1 1 0 0,0-1 0 0 0,0 0-1 0 0,-1 1 1 0 0,1-1 0 0 0,0 0-1 0 0,0 1 1 0 0,0-1 0 0 0,0 1-1 0 0,0-1 1 0 0,0 0 0 0 0,-1 1 0 0 0,1-1-1 0 0,0 0 1 0 0,0 0 0 0 0,0 1-1 0 0,-1-1 1 0 0,1 0 0 0 0,0 1-1 0 0,-1-1 1 0 0,1 0 0 0 0,0 0-1 0 0,0 0 1 0 0,-1 1 0 0 0,1-1 0 0 0,0 0-1 0 0,-1 0 1 0 0,1 0 0 0 0,-1 0-1 0 0,-10 9-4060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0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60 1848 0 0,'-18'-42'18551'0'0,"17"41"-18447"0"0,1 1 0 0 0,0-1 0 0 0,0 1 0 0 0,0-1 0 0 0,0 1 0 0 0,0-1 0 0 0,0 1 0 0 0,-1-1-1 0 0,1 1 1 0 0,0-1 0 0 0,0 1 0 0 0,1-1 0 0 0,-1 0 0 0 0,0 1 0 0 0,0-1 0 0 0,0 1 0 0 0,0-1 0 0 0,0 1 0 0 0,0-1 0 0 0,1 1-1 0 0,-1-1 1 0 0,0 1 0 0 0,0 0 0 0 0,1-1 0 0 0,-1 1 0 0 0,0-1 0 0 0,1 1 0 0 0,-1-1 0 0 0,1 1 0 0 0,-1 0 0 0 0,0-1 0 0 0,1 1 0 0 0,-1 0-1 0 0,1 0 1 0 0,-1-1 0 0 0,1 1 0 0 0,105 3-456 0 0,-45-1-3146 0 0,3 0-7212 0 0,-40-2 3430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56 1452 0 0,'-56'51'17462'0'0,"74"-52"-16957"0"0,0-1 0 0 0,35-8 0 0 0,-16 3-427 0 0,156-33-2784 0 0,-67 7-5304 0 0,-76 19 623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199 166 1580 0 0,'6'-14'5256'0'0,"0"5"-3267"0"0,-1 0 0 0 0,0 0 0 0 0,-1-1 0 0 0,6-16 0 0 0,-9 23-1748 0 0,0-1 1 0 0,0 1-1 0 0,-1 0 0 0 0,1 0 0 0 0,-1-1 0 0 0,0 1 0 0 0,0 0 0 0 0,0-1 0 0 0,0 1 0 0 0,-1 0 0 0 0,1 0 0 0 0,-1-1 1 0 0,0 1-1 0 0,0 0 0 0 0,0 0 0 0 0,0 0 0 0 0,0 0 0 0 0,-1 0 0 0 0,0 0 0 0 0,1 0 0 0 0,-3-2 0 0 0,2 3-223 0 0,1 1 0 0 0,0 0-1 0 0,0-1 1 0 0,-1 1 0 0 0,1 0-1 0 0,0 0 1 0 0,-1 0-1 0 0,1 0 1 0 0,-1 0 0 0 0,0 1-1 0 0,1-1 1 0 0,-1 0 0 0 0,0 1-1 0 0,1-1 1 0 0,-1 1 0 0 0,0-1-1 0 0,0 1 1 0 0,1 0 0 0 0,-1 0-1 0 0,0 0 1 0 0,0 0 0 0 0,-2 0-1 0 0,0 1-4 0 0,0 0-1 0 0,0 1 1 0 0,0-1-1 0 0,0 1 1 0 0,0-1-1 0 0,1 1 1 0 0,-1 1-1 0 0,0-1 1 0 0,-3 4 0 0 0,-6 4-4 0 0,1 1 0 0 0,0 1 0 0 0,1 0 0 0 0,-10 14 1 0 0,11-12-37 0 0,1 1 1 0 0,0-1 0 0 0,1 1-1 0 0,1 1 1 0 0,0 0-1 0 0,-7 25 1 0 0,12-35 28 0 0,0 2 0 0 0,1-1 1 0 0,0 0-1 0 0,0 0 0 0 0,0 0 0 0 0,1 1 1 0 0,0-1-1 0 0,0 0 0 0 0,1 0 0 0 0,0 1 0 0 0,0-1 1 0 0,1 0-1 0 0,0 0 0 0 0,0 0 0 0 0,0 0 1 0 0,1-1-1 0 0,7 12 0 0 0,-8-14 7 0 0,0-1 0 0 0,1-1 1 0 0,-1 1-1 0 0,1 0 0 0 0,0-1 0 0 0,0 1 0 0 0,0-1 0 0 0,0 0 0 0 0,1 0 1 0 0,-1 0-1 0 0,0 0 0 0 0,1-1 0 0 0,0 1 0 0 0,-1-1 0 0 0,1 0 0 0 0,0 0 1 0 0,-1 0-1 0 0,1-1 0 0 0,0 1 0 0 0,0-1 0 0 0,0 0 0 0 0,0 0 0 0 0,-1 0 1 0 0,1-1-1 0 0,0 1 0 0 0,0-1 0 0 0,0 0 0 0 0,5-2 0 0 0,-1 1 5 0 0,-1-1 0 0 0,1-1 0 0 0,0 1 0 0 0,-1-1 0 0 0,0-1-1 0 0,0 1 1 0 0,0-1 0 0 0,-1 0 0 0 0,1-1 0 0 0,-1 1 0 0 0,-1-1 0 0 0,8-9-1 0 0,4-12 305 0 0,-1-1-1 0 0,-1 0 0 0 0,16-46 0 0 0,-13 31 1801 0 0,-12 31-2079 0 0,-3 11 111 0 0,-3 18 253 0 0,0-6-263 0 0,0 8 109 0 0,5 481 1681 0 0,-3-450-2232 0 0,1 53-4847 0 0,1-91 2896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1308 0 0,'13'-33'23365'0'0,"-10"28"-22316"0"0,8 1-988 0 0,42-2 349 0 0,0-2-1 0 0,-1-2 1 0 0,0-3 0 0 0,53-20-1 0 0,-64 11-2483 0 0,-27 13 387 0 0,-5-2-866 0 0,-1-20-9140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164 158 2312 0 0,'-14'-6'14490'0'0,"13"6"-14242"0"0,-1-1-1 0 0,1 1 1 0 0,-1-1-1 0 0,1 0 1 0 0,-1 0 0 0 0,1 1-1 0 0,-1-1 1 0 0,1 0-1 0 0,0 0 1 0 0,0-1-1 0 0,-1 1 1 0 0,1 0-1 0 0,0 0 1 0 0,0 0 0 0 0,0-1-1 0 0,0 1 1 0 0,0-1-1 0 0,1 1 1 0 0,-1-1-1 0 0,0 1 1 0 0,1-1-1 0 0,-1 1 1 0 0,1-1-1 0 0,-1-2 1 0 0,1 2-168 0 0,0-1 1 0 0,1 0-1 0 0,-1 0 0 0 0,1 1 1 0 0,-1-1-1 0 0,1 1 0 0 0,0-1 0 0 0,0 1 1 0 0,0-1-1 0 0,1 1 0 0 0,-1-1 1 0 0,0 1-1 0 0,4-4 0 0 0,1-1-143 0 0,1-1 0 0 0,0 1 1 0 0,0 0-1 0 0,1 1 0 0 0,0-1 0 0 0,0 2 0 0 0,11-7 0 0 0,-12 8 44 0 0,1 1 0 0 0,-1 0 0 0 0,1 0 1 0 0,0 1-1 0 0,0 0 0 0 0,0 0 0 0 0,0 1 0 0 0,0 0 0 0 0,11 0 0 0 0,-16 1 10 0 0,1 0 0 0 0,-1 1 0 0 0,0-1 0 0 0,1 1 0 0 0,-1 0 0 0 0,0 0 0 0 0,0 0 0 0 0,1 0 0 0 0,-1 0 0 0 0,0 1 0 0 0,0 0 0 0 0,-1-1 0 0 0,1 1 0 0 0,0 0 0 0 0,0 0 0 0 0,-1 1 0 0 0,0-1 0 0 0,1 0 0 0 0,-1 1 0 0 0,0 0 0 0 0,0-1 0 0 0,0 1 0 0 0,0 0 0 0 0,-1 0 0 0 0,2 4 0 0 0,0 1 20 0 0,0 0-1 0 0,-1 1 1 0 0,-1-1-1 0 0,1 1 1 0 0,-1-1-1 0 0,-1 1 1 0 0,0 0-1 0 0,0-1 0 0 0,0 1 1 0 0,-1-1-1 0 0,-1 1 1 0 0,1-1-1 0 0,-1 1 1 0 0,-7 15-1 0 0,-3 7-6 0 0,-2 1 1 0 0,-25 39-1 0 0,35-64-6 0 0,-49 75 965 0 0,-118 141 1 0 0,158-207-832 0 0,-2 1-1 0 0,-26 37 66 0 0,40-54-190 0 0,1 0-1 0 0,0 1 1 0 0,0-1-1 0 0,0 1 0 0 0,-1-1 1 0 0,1 1-1 0 0,0-1 1 0 0,0 1-1 0 0,0-1 0 0 0,0 1 1 0 0,0-1-1 0 0,0 1 1 0 0,0-1-1 0 0,0 1 0 0 0,0-1 1 0 0,0 1-1 0 0,0-1 1 0 0,0 1-1 0 0,0-1 0 0 0,0 1 1 0 0,1-1-1 0 0,-1 1 1 0 0,0-1-1 0 0,0 1 0 0 0,1-1 1 0 0,-1 0-1 0 0,0 1 1 0 0,0-1-1 0 0,1 1 0 0 0,-1-1 1 0 0,0 0-1 0 0,1 1 1 0 0,-1-1-1 0 0,1 0 0 0 0,-1 1 1 0 0,0-1-1 0 0,1 0 1 0 0,-1 0-1 0 0,1 1 0 0 0,-1-1 1 0 0,1 0-1 0 0,-1 0 1 0 0,1 0-1 0 0,-1 0 0 0 0,1 0 1 0 0,-1 0-1 0 0,1 1 1 0 0,-1-1-1 0 0,1 0 0 0 0,0-1 1 0 0,27 4 60 0 0,-28-3-62 0 0,38-1 71 0 0,0-3 0 0 0,63-12 0 0 0,70-28-1915 0 0,-42 0-4113 0 0,-48 6-3525 0 0,-54 24 2778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6:3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87 180 2620 0 0,'-17'-26'12162'0'0,"1"-6"-6081"0"0,10 19-2822 0 0,-1-1 0 0 0,-10-13 0 0 0,-5-2-1239 0 0,21 28-2084 0 0,2 0-160 0 0,1 0 221 0 0,-1-1 0 0 0,1 1 0 0 0,-1 0 0 0 0,1 0 0 0 0,0 0 0 0 0,-1 1 1 0 0,1-1-1 0 0,0 0 0 0 0,0 1 0 0 0,0-1 0 0 0,0 1 0 0 0,-1-1 0 0 0,1 1 1 0 0,0 0-1 0 0,0 0 0 0 0,0 0 0 0 0,3 0 0 0 0,4 0-17 0 0,171-12-488 0 0,13-1 20 0 0,-188 13 443 0 0,0 0-1 0 0,0 0 0 0 0,0 0 1 0 0,0 1-1 0 0,6 1 0 0 0,-7-1 16 0 0,-3-1 31 0 0,0 1 0 0 0,-1-1 0 0 0,1 0 0 0 0,0 0 0 0 0,0 1 0 0 0,-1-1 0 0 0,1 1 0 0 0,0-1 0 0 0,-1 1 0 0 0,1-1 0 0 0,-1 1 0 0 0,1-1 0 0 0,0 1 0 0 0,-1-1 0 0 0,1 1 0 0 0,-1 0 0 0 0,0-1 0 0 0,1 1 0 0 0,-1 0 0 0 0,1-1 0 0 0,-1 1 0 0 0,0 0 0 0 0,0-1 0 0 0,1 1 0 0 0,-1 0 0 0 0,0 0 0 0 0,0 0 0 0 0,0-1 0 0 0,0 1 0 0 0,0 0 1 0 0,0 0-1 0 0,0-1 0 0 0,0 1 0 0 0,0 0 0 0 0,-1 1 0 0 0,-6 25 431 0 0,-3-6-304 0 0,0-1 1 0 0,-2 0-1 0 0,-21 30 1 0 0,-52 53 485 0 0,30-38-444 0 0,10-11-170 0 0,23-30 0 0 0,1 2 0 0 0,-33 52 0 0 0,54-78 0 0 0,-1 1 0 0 0,1 0 0 0 0,-1 0 0 0 0,1-1 0 0 0,-1 1 0 0 0,1 0 0 0 0,0 0 0 0 0,-1-1 0 0 0,1 1 0 0 0,0 0 0 0 0,0 0 0 0 0,-1 0 0 0 0,1 0 0 0 0,0 0 0 0 0,0 0 0 0 0,0-1 0 0 0,0 1 0 0 0,0 0 0 0 0,0 0 0 0 0,0 0 0 0 0,0 0 0 0 0,1 0 0 0 0,-1 0 0 0 0,0-1 0 0 0,1 1 0 0 0,-1 0 0 0 0,0 0 0 0 0,1 0 0 0 0,-1-1 0 0 0,1 1 0 0 0,-1 0 0 0 0,1 0 0 0 0,-1-1 0 0 0,1 1 0 0 0,0-1 0 0 0,-1 1 0 0 0,1 0 0 0 0,0-1 0 0 0,0 1 0 0 0,2 1 0 0 0,0-1 0 0 0,1 0 0 0 0,-1 0 0 0 0,0 0 0 0 0,0-1 0 0 0,1 1 0 0 0,3-1 0 0 0,-4 1 0 0 0,37 0-216 0 0,0-1 1 0 0,0-2-1 0 0,0-1 1 0 0,63-15-1 0 0,-22 4-666 0 0,-6 3-2175 0 0,40-7-3073 0 0,-40 7-1491 0 0,-5 2-3974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4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32 313 784 0 0,'-12'4'4334'0'0,"-7"4"1315"0"0,31-8-5474 0 0,0-1-1 0 0,0 0 1 0 0,0-1 0 0 0,0 0 0 0 0,0-1-1 0 0,19-7 1 0 0,15-3-27 0 0,278-51 72 0 0,377-25 0 0 0,338 29-261 0 0,-524 37 38 0 0,-318 14-132 0 0,300-24-717 0 0,-420 20-239 0 0,-74 12 684 0 0,-86 3-5113 0 0,50-1 3395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4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375 314 528 0 0,'-144'17'4589'0'0,"-50"3"857"0"0,161-21-4334 0 0,30 1-865 0 0,10-9 257 0 0,2 4-420 0 0,0 0 0 0 0,0 0-1 0 0,0 1 1 0 0,0 0 0 0 0,1 1-1 0 0,0 0 1 0 0,13-2 0 0 0,8-4 9 0 0,500-115 403 0 0,12 49-372 0 0,516-1-213 0 0,4 56-4785 0 0,-932 19 2099 0 0,-4-1-892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223 267 1084 0 0,'0'0'1858'0'0,"-2"-16"3477"0"0,-8-21 5101 0 0,-18 16-8576 0 0,-4 11-1647 0 0,-63-23-29 0 0,53 17-201 0 0,28 7-43 0 0,14 9 60 0 0,0 0 0 0 0,0 0-1 0 0,0-1 1 0 0,0 1 0 0 0,0 0 0 0 0,0 0-1 0 0,0-1 1 0 0,0 1 0 0 0,0 0 0 0 0,0 0-1 0 0,0 0 1 0 0,1-1 0 0 0,-1 1 0 0 0,0 0-1 0 0,0 0 1 0 0,0-1 0 0 0,0 1 0 0 0,0 0-1 0 0,0 0 1 0 0,0 0 0 0 0,1-1 0 0 0,-1 1-1 0 0,0 0 1 0 0,0 0 0 0 0,0 0 0 0 0,0 0-1 0 0,1-1 1 0 0,-1 1 0 0 0,0 0 0 0 0,0 0-1 0 0,0 0 1 0 0,1 0 0 0 0,-1 0 0 0 0,1 0-1 0 0,31-10 20 0 0,-30 10-21 0 0,74-16-19 0 0,267-48-340 0 0,-174 38-431 0 0,-167 25 779 0 0,11 0-63 0 0,-19 12 62 0 0,-2 0 0 0 0,1 0 0 0 0,-1-1-1 0 0,-1 0 1 0 0,-11 11 0 0 0,-10 11 22 0 0,-374 419 221 0 0,375-423-215 0 0,8-9 80 0 0,-29 36-1 0 0,50-54-86 0 0,0 0 0 0 0,-1-1 0 0 0,1 1 0 0 0,-1-1 0 0 0,1 1 0 0 0,-1-1 0 0 0,0 1 0 0 0,1-1 0 0 0,-1 1 0 0 0,0-1 0 0 0,1 0 0 0 0,-1 1 0 0 0,0-1 0 0 0,1 0-1 0 0,-1 1 1 0 0,0-1 0 0 0,1 0 0 0 0,-1 0 0 0 0,0 0 0 0 0,0 0 0 0 0,0 0 0 0 0,0 0 0 0 0,-5-7 30 0 0,7-13-30 0 0,0 15-12 0 0,1 1 1 0 0,-1-1 0 0 0,1 0 0 0 0,0 1-1 0 0,4-7 1 0 0,-6 11 4 0 0,0-1 0 0 0,1 0 0 0 0,-1 0-1 0 0,0 1 1 0 0,1-1 0 0 0,-1 0 0 0 0,1 1 0 0 0,-1-1-1 0 0,0 0 1 0 0,1 1 0 0 0,0-1 0 0 0,-1 1-1 0 0,1-1 1 0 0,-1 1 0 0 0,1-1 0 0 0,0 1 0 0 0,-1-1-1 0 0,1 1 1 0 0,0 0 0 0 0,-1-1 0 0 0,1 1 0 0 0,0 0-1 0 0,-1-1 1 0 0,3 1 0 0 0,2-1-4 0 0,8-1 6 0 0,-11 2-2 0 0,0-1 0 0 0,1 1 1 0 0,-1 0-1 0 0,0-1 0 0 0,0 1 1 0 0,1 0-1 0 0,-1 1 0 0 0,0-1 1 0 0,0 0-1 0 0,1 1 0 0 0,-1-1 0 0 0,4 2 1 0 0,-1 0-1 0 0,26 6 18 0 0,44 16 0 0 0,10 2-30 0 0,-60-20-1736 0 0,45 4 1 0 0,-54-9-896 0 0,-1-1 0 0 0,18-2 0 0 0,-9-1-3719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13 113 1840 0 0,'0'-3'2196'0'0,"-12"-43"8633"0"0,12 43-10412 0 0,0 3-386 0 0,0 0 0 0 0,0-1 0 0 0,0 1 0 0 0,0 0 0 0 0,0-1 0 0 0,0 1 0 0 0,0 0 0 0 0,0 0 0 0 0,0-1 0 0 0,0 1 0 0 0,0 0-1 0 0,0-1 1 0 0,0 1 0 0 0,0 0 0 0 0,0 0 0 0 0,0-1 0 0 0,0 1 0 0 0,0 0 0 0 0,0-1 0 0 0,0 1 0 0 0,1 0 0 0 0,-1 0 0 0 0,0-1 0 0 0,0 1 0 0 0,0 0 0 0 0,0 0 0 0 0,1 0 0 0 0,-1-1 0 0 0,0 1 0 0 0,19-4 433 0 0,29-1 0 0 0,-6 1-287 0 0,70-17-380 0 0,-65 9-3628 0 0,-33 5-1961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1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2068 0 0,'-26'16'3198'0'0,"15"-9"-2020"0"0,-1 0 1 0 0,1 1-1 0 0,0 0 1 0 0,0 1-1 0 0,1 0 1 0 0,-12 15-1 0 0,21-24-1145 0 0,1 1-1 0 0,-1-1 0 0 0,1 1 0 0 0,0-1 1 0 0,-1 0-1 0 0,1 1 0 0 0,-1 0 0 0 0,1-1 1 0 0,0 1-1 0 0,0-1 0 0 0,-1 1 1 0 0,1-1-1 0 0,0 1 0 0 0,0 0 0 0 0,-1-1 1 0 0,1 1-1 0 0,0-1 0 0 0,0 1 0 0 0,0 0 1 0 0,0-1-1 0 0,0 1 0 0 0,0 0 1 0 0,0-1-1 0 0,0 1 0 0 0,0-1 0 0 0,1 1 1 0 0,-1 0-1 0 0,0-1 0 0 0,0 1 0 0 0,0-1 1 0 0,1 1-1 0 0,-1 0 0 0 0,0-1 1 0 0,1 1-1 0 0,-1-1 0 0 0,0 1 0 0 0,1-1 1 0 0,-1 1-1 0 0,1-1 0 0 0,-1 1 0 0 0,1-1 1 0 0,-1 0-1 0 0,1 1 0 0 0,-1-1 1 0 0,1 0-1 0 0,-1 1 0 0 0,1-1 0 0 0,0 0 1 0 0,0 1-1 0 0,29 3 382 0 0,-29-4-407 0 0,37 0-78 0 0,-1-1-1 0 0,73-14 1 0 0,69-27-5261 0 0,-126 26 2056 0 0,3-3-1048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5:2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164 500 536 0 0,'-8'-31'16070'0'0,"9"28"-15938"0"0,0 0-1 0 0,0 0 0 0 0,1 0 0 0 0,-1 0 1 0 0,1 0-1 0 0,-1 0 0 0 0,1 0 1 0 0,0 1-1 0 0,0-1 0 0 0,0 1 1 0 0,5-5-1 0 0,33-28 143 0 0,-19 18-133 0 0,-8 4-119 0 0,1 0 1 0 0,-1-1-1 0 0,-1-1 0 0 0,-1 0 1 0 0,0-1-1 0 0,-1 0 1 0 0,0-1-1 0 0,-1 0 0 0 0,-1 0 1 0 0,-1-1-1 0 0,-1 0 0 0 0,0 0 1 0 0,-1 0-1 0 0,-1-1 0 0 0,-1 0 1 0 0,1-22-1 0 0,-3 25-39 0 0,0-35-139 0 0,-1 51 154 0 0,0-1 0 0 0,0 1 0 0 0,-1 0 0 0 0,1-1-1 0 0,0 1 1 0 0,0 0 0 0 0,0-1 0 0 0,0 1 0 0 0,0 0-1 0 0,0-1 1 0 0,0 1 0 0 0,0 0 0 0 0,-1 0 0 0 0,1-1-1 0 0,0 1 1 0 0,0 0 0 0 0,0 0 0 0 0,-1-1 0 0 0,1 1-1 0 0,0 0 1 0 0,0 0 0 0 0,-1 0 0 0 0,1-1 0 0 0,0 1-1 0 0,-1 0 1 0 0,1 0 0 0 0,0 0 0 0 0,0 0 0 0 0,-1 0-1 0 0,1-1 1 0 0,0 1 0 0 0,-1 0 0 0 0,1 0-1 0 0,0 0 1 0 0,-1 0 0 0 0,1 0 0 0 0,0 0 0 0 0,-1 0-1 0 0,1 0 1 0 0,0 0 0 0 0,-1 0 0 0 0,1 1 0 0 0,0-1-1 0 0,-1 0 1 0 0,1 0 0 0 0,0 0 0 0 0,0 0 0 0 0,-1 0-1 0 0,1 0 1 0 0,0 1 0 0 0,0-1 0 0 0,-1 0 0 0 0,1 0-1 0 0,0 1 1 0 0,0-1 0 0 0,-1 0 0 0 0,1 0 0 0 0,0 1-1 0 0,0-1 1 0 0,0 0 0 0 0,-1 0 0 0 0,1 1 0 0 0,-15 15-25 0 0,-1 13 27 0 0,2 0 0 0 0,1 1 1 0 0,-18 62-1 0 0,-13 102 94 0 0,23-97-43 0 0,-44 293 263 0 0,17-86 139 0 0,36-257 485 0 0,11-44-766 0 0,0 0 0 0 0,-1 0 0 0 0,1 0 0 0 0,-1 0 0 0 0,0-1 0 0 0,1 1 0 0 0,-1 0 0 0 0,0-1 0 0 0,-1 1 1 0 0,1-1-1 0 0,-4 3 0 0 0,5-4-144 0 0,0 0 0 0 0,0-1 0 0 0,0 1 0 0 0,-1-1 1 0 0,1 1-1 0 0,0-1 0 0 0,0 0 0 0 0,0 1 0 0 0,0-1 0 0 0,-1 0 0 0 0,1 0 1 0 0,0 0-1 0 0,0 0 0 0 0,0 0 0 0 0,-1 0 0 0 0,1 0 0 0 0,0 0 1 0 0,0 0-1 0 0,0-1 0 0 0,-1 1 0 0 0,1 0 0 0 0,0-1 0 0 0,0 1 0 0 0,0-1 1 0 0,0 0-1 0 0,0 1 0 0 0,0-1 0 0 0,0 0 0 0 0,0 1 0 0 0,0-1 1 0 0,0 0-1 0 0,0 0 0 0 0,0 0 0 0 0,1 0 0 0 0,-2-2 0 0 0,-2-1 0 0 0,1 0 0 0 0,0-1 1 0 0,1 1-1 0 0,-1-1 0 0 0,1 0 0 0 0,-2-7 0 0 0,1 2-20 0 0,1 0 1 0 0,0-1-1 0 0,1 0 1 0 0,1 1-1 0 0,-1-1 1 0 0,2 0-1 0 0,-1 1 1 0 0,2-1-1 0 0,-1 1 1 0 0,1-1-1 0 0,1 1 1 0 0,4-11-1 0 0,2-5 22 0 0,2 0-1 0 0,1 1 1 0 0,21-34-1 0 0,-14 29-26 0 0,1 1 1 0 0,2 1-1 0 0,32-33 1 0 0,-37 45-19 0 0,0 1 0 0 0,1 0 1 0 0,0 1-1 0 0,1 1 0 0 0,0 1 0 0 0,26-12 1 0 0,-40 22 4 0 0,0 0 0 0 0,1 0 0 0 0,0 0 0 0 0,-1 1 1 0 0,1 0-1 0 0,0 0 0 0 0,0 0 0 0 0,-1 1 0 0 0,1 0 1 0 0,0 0-1 0 0,0 1 0 0 0,11 1 0 0 0,-15-1 5 0 0,1-1-1 0 0,-1 1 1 0 0,0 0-1 0 0,0 0 0 0 0,0 0 1 0 0,0 0-1 0 0,0 0 1 0 0,0 1-1 0 0,0-1 1 0 0,0 1-1 0 0,0-1 0 0 0,-1 1 1 0 0,1-1-1 0 0,-1 1 1 0 0,1 0-1 0 0,-1 0 1 0 0,1 0-1 0 0,-1 0 1 0 0,0 0-1 0 0,0 0 0 0 0,0 0 1 0 0,0 0-1 0 0,-1 1 1 0 0,1-1-1 0 0,0 0 1 0 0,-1 0-1 0 0,0 1 0 0 0,1-1 1 0 0,-1 0-1 0 0,0 1 1 0 0,0-1-1 0 0,0 0 1 0 0,-1 1-1 0 0,0 2 1 0 0,0 3-4 0 0,-1 0 1 0 0,-1 0-1 0 0,0 0 1 0 0,0 0-1 0 0,0-1 1 0 0,-1 1-1 0 0,0-1 1 0 0,0 0-1 0 0,-1 0 1 0 0,-8 10 0 0 0,3-6 22 0 0,0 0 0 0 0,-1-1 0 0 0,0 0 0 0 0,-25 17 0 0 0,33-25-7 0 0,0-1 0 0 0,0 1 0 0 0,0-1 0 0 0,-1 0 0 0 0,1 0 0 0 0,0 0 1 0 0,0 0-1 0 0,-1-1 0 0 0,1 1 0 0 0,-1-1 0 0 0,1 0 0 0 0,0 0 0 0 0,-1 0 0 0 0,1 0 0 0 0,0-1 0 0 0,-1 1 1 0 0,1-1-1 0 0,0 0 0 0 0,0 0 0 0 0,-1 0 0 0 0,1-1 0 0 0,0 1 0 0 0,0-1 0 0 0,0 1 0 0 0,0-1 0 0 0,1 0 1 0 0,-1 0-1 0 0,0 0 0 0 0,1-1 0 0 0,0 1 0 0 0,-1-1 0 0 0,1 1 0 0 0,-3-5 0 0 0,4 5-21 0 0,23 21-106 0 0,-2-1 50 0 0,29 34 1 0 0,0 0 127 0 0,-11-17-328 0 0,1-2 0 0 0,2-2-1 0 0,74 42 1 0 0,-30-28-3501 0 0,4-4-4020 0 0,-41-21-747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5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74 482 1556 0 0,'-3'0'1084'0'0,"-47"-11"3935"0"0,49 10-4665 0 0,-1 1-206 0 0,0-1 0 0 0,0 0 0 0 0,1 1 0 0 0,-1-1 0 0 0,0 0 0 0 0,1 0 0 0 0,-1 0 0 0 0,1-1 0 0 0,-3-1 0 0 0,24-8 79 0 0,1 1 1 0 0,1 1-1 0 0,-1 1 1 0 0,40-9 0 0 0,-16 3-118 0 0,918-216 581 0 0,18 88-605 0 0,-944 137-217 0 0,106-7-1844 0 0,-140 12 1198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59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144 414 1276 0 0,'-123'43'6650'0'0,"103"-36"-5360"0"0,28-7 563 0 0,33-10-604 0 0,230-78-590 0 0,429-82-1 0 0,297 30-712 0 0,-766 121-689 0 0,-30 3-1686 0 0,-69 2-2188 0 0,-87 7 1229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2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0 912 0 0,'0'0'5367'0'0,"3"0"-5234"0"0,8 0 64 0 0,2 4-3542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2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59 744 0 0,'0'-10'3936'0'0,"-19"-39"8991"0"0,23 54-11048 0 0,-3-4-1893 0 0,0 1 117 0 0,0 0 28 0 0,0 0-1 0 0,0 0 0 0 0,1 0 1 0 0,-1 0-1 0 0,0-1 0 0 0,1 1 0 0 0,-1-1 1 0 0,3 3-1 0 0,-2-3-137 0 0,62 73 704 0 0,79 116-1 0 0,-106-137-607 0 0,-3 2 1 0 0,-2 1-1 0 0,-2 2 0 0 0,-3 1 1 0 0,24 77-1 0 0,-1 13 320 0 0,-50-147-376 0 0,1 0-21 0 0,2 4 34 0 0,3 7 1683 0 0,-3-2-5401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2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830 66 1768 0 0,'0'-14'5242'0'0,"-2"-18"1245"0"0,2 30-5983 0 0,0 1-366 0 0,0 0-1 0 0,0 0 1 0 0,0 0 0 0 0,0-1-1 0 0,-1 1 1 0 0,1 0-1 0 0,0 0 1 0 0,0 0-1 0 0,-1 0 1 0 0,1 0 0 0 0,-1 0-1 0 0,1 0 1 0 0,-1 0-1 0 0,0-1 1 0 0,-35 26 413 0 0,1 3 0 0 0,1 0 0 0 0,-50 55-1 0 0,75-73-488 0 0,-388 460 1877 0 0,304-349-1757 0 0,-15 19 66 0 0,82-108 19 0 0,26-30-220 0 0,7-18-4908 0 0,42-39-4253 0 0,-29 36 4480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0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27 668 0 0,'0'0'3352'0'0,"10"-6"-869"0"0,-9 5-2626 0 0,0 1 1 0 0,1-1-1 0 0,-1 0 1 0 0,0 1-1 0 0,0-1 1 0 0,-1 0-1 0 0,1 0 1 0 0,0 0-1 0 0,0 0 1 0 0,0 0-1 0 0,-1 0 1 0 0,1 0-1 0 0,0 0 1 0 0,-1-1-1 0 0,1 1 1 0 0,-1 0-1 0 0,1 0 1 0 0,-1-3-1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3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57 2044 0 0,'2'-5'1874'0'0,"0"0"-1"0"0,0 0 0 0 0,-1 0 1 0 0,0 0-1 0 0,0 0 1 0 0,0 0-1 0 0,-1-11 1513 0 0,0 16-3365 0 0,0-1 0 0 0,0 1-1 0 0,0 0 1 0 0,0 0-1 0 0,0-1 1 0 0,0 1-1 0 0,0 0 1 0 0,0 0 0 0 0,0 0-1 0 0,0-1 1 0 0,0 1-1 0 0,0 0 1 0 0,0 0 0 0 0,-1 0-1 0 0,1-1 1 0 0,0 1-1 0 0,0 0 1 0 0,0 0-1 0 0,0 0 1 0 0,-1 0 0 0 0,1-1-1 0 0,0 1 1 0 0,0 0-1 0 0,0 0 1 0 0,-1 0 0 0 0,1 0-1 0 0,0 0 1 0 0,0 0-1 0 0,0 0 1 0 0,-1 0 0 0 0,1-1-1 0 0,-4 9 143 0 0,1-1 0 0 0,0 1 0 0 0,0-1-1 0 0,1 1 1 0 0,-1 0 0 0 0,2 0 0 0 0,-1 0 0 0 0,0 14 0 0 0,-3 15 60 0 0,-23 161 210 0 0,16-86-359 0 0,-14 121-46 0 0,26-229-34 0 0,-5 98 23 0 0,5-100-13 0 0,2 22 11 0 0,-1-16-12 0 0,-1-6 6 0 0,3 17 553 0 0,-2-23-1161 0 0,0 0-1 0 0,0 0 0 0 0,0 0 0 0 0,0 0 0 0 0,-1 0 1 0 0,1 0-1 0 0,-1 0 0 0 0,0 0 0 0 0,-1-8 0 0 0,0-1-2008 0 0,1-13-3234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7:38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1904 0 0,'5'-15'2841'0'0,"1"-1"0"0"0,15-27 0 0 0,-18 36-2381 0 0,2 1-1 0 0,-1 0 0 0 0,1 0 1 0 0,0 0-1 0 0,0 1 0 0 0,1-1 1 0 0,0 1-1 0 0,9-6 0 0 0,-5 5-184 0 0,-1 0 1 0 0,1 1-1 0 0,0 0 0 0 0,1 1 0 0 0,-1 0 0 0 0,1 1 0 0 0,21-4 0 0 0,-6 4 60 0 0,49 0-1 0 0,-72 3-309 0 0,6 1-7 0 0,0-1 0 0 0,0 1 0 0 0,0 0 1 0 0,0 1-1 0 0,0 0 0 0 0,0 0 0 0 0,-1 1 0 0 0,1 0 1 0 0,-1 1-1 0 0,12 6 0 0 0,-1 2 39 0 0,-2 1-1 0 0,32 30 1 0 0,-43-38-38 0 0,98 97 109 0 0,-92-88-59 0 0,0 0-1 0 0,-1 1 0 0 0,-1 0 0 0 0,0 1 0 0 0,14 30 0 0 0,-13-18 68 0 0,0 0 0 0 0,-2 1 0 0 0,10 57 0 0 0,-16-74-133 0 0,0 41 58 0 0,-2-29 59 0 0,-1-1-1 0 0,0 1 1 0 0,-2-1-1 0 0,-1 0 1 0 0,-1 0-1 0 0,-1 0 1 0 0,0 0-1 0 0,-12 28 1 0 0,12-37-14 0 0,-12 25 47 0 0,7-22 68 0 0,0 0 0 0 0,-1 0 1 0 0,-1-1-1 0 0,0 0 1 0 0,-1-1-1 0 0,-1-1 1 0 0,0 0-1 0 0,-1-1 1 0 0,-1 0-1 0 0,-19 12 1 0 0,28-21-60 0 0,0-1 0 0 0,1 0-1 0 0,-1 0 1 0 0,0-1 0 0 0,0 0 0 0 0,0 0 0 0 0,-1-1 0 0 0,1 1 0 0 0,-13-1 0 0 0,-213 2 89 0 0,162-3-163 0 0,56 2-45 0 0,12-2 3 0 0,-31-2 229 0 0,23 1 910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1008 0 0,'0'0'9658'0'0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3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32 0 0,'0'0'7473'0'0,"4"-9"-4740"0"0,21-1-2493 0 0,0 2 1 0 0,1 0 0 0 0,36-5-1 0 0,-42 9-178 0 0,393-62 251 0 0,-301 56-926 0 0,194 9 1 0 0,-233 10-978 0 0,-28 1-2428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77 199 1124 0 0,'-4'0'1242'0'0,"-67"-8"5838"0"0,69 7-6359 0 0,17-2-233 0 0,296-42 447 0 0,-108 13-921 0 0,706-64 88 0 0,-810 88 1307 0 0,-96 8-1354 0 0,0-1-5 0 0,28 0 94 0 0,-28 1-108 0 0,0 0-26 0 0,7-2-3 0 0,-8 2 51 0 0,1 0-42 0 0,21-1 100 0 0,-22 0-147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5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0 380 0 0,'0'0'1440'0'0,"-21"9"2795"0"0,16-13-6010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640 145 476 0 0,'36'-53'14648'0'0,"-24"33"-10983"0"0,-11 18-3255 0 0,0 0-1 0 0,1 0 1 0 0,-1 0-1 0 0,0-1 1 0 0,0 1-1 0 0,0 0 1 0 0,-1-1-1 0 0,1 1 1 0 0,-1-1 0 0 0,1 1-1 0 0,-1-1 1 0 0,0 1-1 0 0,0-1 1 0 0,0 1-1 0 0,0-1 1 0 0,0 1-1 0 0,0-1 1 0 0,-1 1 0 0 0,-1-5-1 0 0,1 6-375 0 0,0-1 1 0 0,0 1-1 0 0,0-1 0 0 0,0 1 1 0 0,0 0-1 0 0,-1 0 0 0 0,1-1 1 0 0,0 1-1 0 0,-1 0 0 0 0,1 0 1 0 0,-1 0-1 0 0,0 1 0 0 0,1-1 1 0 0,-1 0-1 0 0,1 1 0 0 0,-1-1 1 0 0,0 0-1 0 0,0 1 1 0 0,1 0-1 0 0,-1 0 0 0 0,0-1 1 0 0,0 1-1 0 0,1 0 0 0 0,-1 0 1 0 0,0 0-1 0 0,-3 1 0 0 0,-6 1-23 0 0,-1 0 1 0 0,1 1-1 0 0,0 0 0 0 0,0 1 0 0 0,1 0 0 0 0,-1 0 0 0 0,1 1 1 0 0,-14 9-1 0 0,-9 9-1 0 0,-32 27 1 0 0,46-35 9 0 0,-32 28-33 0 0,2 1 1 0 0,-76 89-1 0 0,97-99-27 0 0,2 2 1 0 0,2 0 0 0 0,1 2-1 0 0,2 1 1 0 0,-19 45 0 0 0,33-64 67 0 0,0 0 0 0 0,1 1 0 0 0,2-1 0 0 0,0 1 0 0 0,1 0 0 0 0,0 0 0 0 0,2 0 0 0 0,1 0 0 0 0,3 27 0 0 0,-2-37 4 0 0,1 0 1 0 0,1-1-1 0 0,-1 0 1 0 0,2 1-1 0 0,0-1 1 0 0,0-1 0 0 0,0 1-1 0 0,11 15 1 0 0,-10-18-2 0 0,0-1 0 0 0,1 1 0 0 0,-1-1 1 0 0,1 0-1 0 0,1-1 0 0 0,-1 1 0 0 0,1-1 1 0 0,0-1-1 0 0,0 1 0 0 0,1-1 0 0 0,-1 0 1 0 0,10 3-1 0 0,-3-2 135 0 0,0-1 0 0 0,1 0 0 0 0,-1-1 0 0 0,1-1 0 0 0,-1 0 0 0 0,1 0 0 0 0,0-2 0 0 0,0 0-1 0 0,19-2 1 0 0,-23 0-285 0 0,0 0-1 0 0,0-1 1 0 0,0 0-1 0 0,-1-1 0 0 0,14-6 1 0 0,-15 5-845 0 0,0 0 0 0 0,0-1 1 0 0,-1 1-1 0 0,0-2 0 0 0,0 1 1 0 0,9-11-1 0 0,-2 2-1553 0 0,11-13-6139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5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22 218 1968 0 0,'-11'-47'12989'0'0,"1"2"-561"0"0,10 44-12316 0 0,0 0 1 0 0,0 0 0 0 0,0 0 0 0 0,0 0 0 0 0,0 0 0 0 0,0 0 0 0 0,0 0 0 0 0,0 0 0 0 0,0 0 0 0 0,1 0 0 0 0,-1 0 0 0 0,0 0 0 0 0,1 0 0 0 0,-1 0 0 0 0,1 0 0 0 0,-1 0 0 0 0,1 0 0 0 0,-1 0 0 0 0,1 0 0 0 0,0 1 0 0 0,-1-1 0 0 0,1 0 0 0 0,0 0 0 0 0,1-1 0 0 0,29-6 93 0 0,-1 2 1 0 0,43-4-1 0 0,6-2-88 0 0,-6 0 218 0 0,143-35 1149 0 0,-194 42-4153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88 60 0 0,'1'-37'12951'0'0,"4"-14"-1622"0"0,-9 77-8924 0 0,-18 147 2389 0 0,10-64-3737 0 0,-18 142-886 0 0,28-234-171 0 0,2-3 0 0 0,-2-2 0 0 0,1-2 0 0 0,0 2 0 0 0,0-2 0 0 0,1 0 0 0 0,0-1-324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6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197 173 3204 0 0,'-38'-156'22311'0'0,"37"154"-21942"0"0,1 2-312 0 0,1-1 0 0 0,-1 0 1 0 0,0 0-1 0 0,0 1 1 0 0,0-1-1 0 0,0 0 0 0 0,0 1 1 0 0,-1-1-1 0 0,1 0 0 0 0,0 1 1 0 0,0-1-1 0 0,0 0 0 0 0,-1 1 1 0 0,1-1-1 0 0,0 0 1 0 0,-1 1-1 0 0,0-2 0 0 0,1 2-50 0 0,0 0-1 0 0,0 0 0 0 0,0 0 0 0 0,0 0 1 0 0,-1-1-1 0 0,1 1 0 0 0,0 0 0 0 0,0 0 1 0 0,0 0-1 0 0,0 0 0 0 0,-1 0 0 0 0,1 0 1 0 0,0 0-1 0 0,0 0 0 0 0,0 0 0 0 0,-1 0 1 0 0,1 0-1 0 0,0 0 0 0 0,0 0 1 0 0,-1 0-1 0 0,1 0 0 0 0,0 0 0 0 0,0 0 1 0 0,0 0-1 0 0,-1 0 0 0 0,1 0 0 0 0,0 0 1 0 0,0 0-1 0 0,0 0 0 0 0,-1 0 0 0 0,1 0 1 0 0,0 0-1 0 0,0 1 0 0 0,0-1 0 0 0,0 0 1 0 0,-1 0-1 0 0,1 0 0 0 0,0 0 1 0 0,0 0-1 0 0,0 1 0 0 0,0-1 0 0 0,0 0 1 0 0,0 0-1 0 0,-1 0 0 0 0,1 1 0 0 0,0-1 1 0 0,0 0-1 0 0,0 0 0 0 0,0 0 0 0 0,0 1 1 0 0,0-1-1 0 0,0 0 0 0 0,0 0 0 0 0,0 0 1 0 0,0 1-1 0 0,0-1 0 0 0,0 0 1 0 0,0 0-1 0 0,-25 85 1655 0 0,3 0 0 0 0,-16 127-1 0 0,28-145-1394 0 0,-24 183-33 0 0,22-165-233 0 0,10-71 0 0 0,0-4 0 0 0,1-2-252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47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864 201 1364 0 0,'7'-65'9931'0'0,"-4"34"-2497"0"0,13-56 1 0 0,-16 86-7388 0 0,1 0 0 0 0,-1 0 0 0 0,1 0 0 0 0,0 0 0 0 0,-1 0 0 0 0,1 0 0 0 0,0 1 0 0 0,-1-1 1 0 0,1 0-1 0 0,0 0 0 0 0,0 0 0 0 0,0 1 0 0 0,-1-1 0 0 0,1 0 0 0 0,0 1 0 0 0,0-1 0 0 0,0 1 0 0 0,0-1 0 0 0,0 1 0 0 0,0-1 1 0 0,1 1-1 0 0,-1 0 0 0 0,0-1 0 0 0,0 1 0 0 0,0 0 0 0 0,0 0 0 0 0,2 0 0 0 0,25 2 139 0 0,-26-1-133 0 0,15 2 96 0 0,-1 1 0 0 0,0 1 0 0 0,0 1 0 0 0,0 0 0 0 0,20 11 0 0 0,-2 3 187 0 0,34 25 1 0 0,-33-20-188 0 0,-1 2 0 0 0,-2 2 0 0 0,-1 1 0 0 0,40 48 0 0 0,-58-61-110 0 0,0 0 0 0 0,-1 1 1 0 0,0 1-1 0 0,-2 0 1 0 0,0 1-1 0 0,-1 0 0 0 0,-1 0 1 0 0,-1 1-1 0 0,-1 0 1 0 0,6 35-1 0 0,-12-45 34 0 0,0-1 0 0 0,0 1 0 0 0,-1 0 0 0 0,0-1 0 0 0,-1 1 0 0 0,0 0 0 0 0,-1-1 0 0 0,0 0 0 0 0,-1 0 0 0 0,0 0 0 0 0,0 0 0 0 0,-1 0 0 0 0,-1-1 0 0 0,1 0 0 0 0,-1 0 0 0 0,-1-1 0 0 0,-11 13 0 0 0,1-3 48 0 0,-2 0-1 0 0,0-2 1 0 0,-1 0-1 0 0,0-1 1 0 0,-1-1-1 0 0,-31 15 1 0 0,0-5-74 0 0,-2-2 0 0 0,0-3 0 0 0,-1-2 0 0 0,-75 14 0 0 0,-234 18-2247 0 0,221-33-613 0 0,88-9 1346 0 0,-102 11-4778 0 0,54-12-1909 0 0,30-5-1422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34 556 0 0,'14'-7'3320'0'0,"-6"0"-771"0"0,2 1-1229 0 0,1 2-972 0 0,-1-1-844 0 0,-2 0-3053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6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1000 0 0,'0'0'1504'0'0,"8"-8"364"0"0,-1-1-659 0 0,0 4-253 0 0,1-1-356 0 0,9 7-1800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36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1844 0 0,'0'0'3152'0'0,"16"2"-703"0"0,-5 1-1137 0 0,6-3-1720 0 0,-1-3-5537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8:2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1140 0 0,'0'0'1592'0'0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1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2 460 0 0,'-18'0'1308'0'0,"6"-2"-2328"0"0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39:19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54 1772 0 0,'-19'4'1156'0'0,"2"-1"172"0"0,0-6-908 0 0,12-11-564 0 0,8 2-436 0 0,4-1-656 0 0,3-6 924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3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16 696 0 0,'5'-16'14122'0'0,"0"18"-15217"0"0,-3-1 875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3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1812 0 0,'-46'37'8233'0'0,"45"-35"-7871"0"0,0-2-323 0 0,0 0-1 0 0,1 1 1 0 0,-1-1 0 0 0,0 1-1 0 0,1-1 1 0 0,-1 1-1 0 0,1 0 1 0 0,-1-1 0 0 0,1 1-1 0 0,-1 0 1 0 0,1-1 0 0 0,-1 1-1 0 0,1 0 1 0 0,-1-1 0 0 0,1 1-1 0 0,0 0 1 0 0,0 0 0 0 0,-1 0-1 0 0,1-1 1 0 0,0 1 0 0 0,0 0-1 0 0,0 0 1 0 0,0 1-1 0 0,-2 18 361 0 0,2-18-384 0 0,7 5-699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3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1940 0 0,'16'4'9280'0'0,"8"3"-4780"0"0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3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77 1340 0 0,'1'-22'7433'0'0,"-3"19"-7129"0"0,1-1 0 0 0,-1 1 0 0 0,0-1 0 0 0,0 1 0 0 0,-1 0 0 0 0,1-1 0 0 0,-1 1 0 0 0,1 0 0 0 0,-1 1 0 0 0,0-1 0 0 0,0 0 0 0 0,0 1 0 0 0,-1 0 0 0 0,1 0 0 0 0,-1 0 0 0 0,-3-2 0 0 0,-2 2-241 0 0,0 1 1 0 0,0 0-1 0 0,0 1 0 0 0,0-1 0 0 0,0 2 0 0 0,0-1 0 0 0,0 1 0 0 0,0 1 0 0 0,0 0 1 0 0,0 0-1 0 0,0 1 0 0 0,0 0 0 0 0,-12 6 0 0 0,-5 4-34 0 0,0 0 0 0 0,1 3-1 0 0,-24 17 1 0 0,10-2 5 0 0,1 1 0 0 0,2 2-1 0 0,1 1 1 0 0,2 2 0 0 0,2 2 0 0 0,1 0 0 0 0,2 2-1 0 0,-45 88 1 0 0,66-115-7 0 0,1 1 1 0 0,1 0-1 0 0,0-1 0 0 0,1 2 0 0 0,1-1 1 0 0,0 0-1 0 0,1 1 0 0 0,1 0 0 0 0,0 21 1 0 0,2-29 43 0 0,-1 0 0 0 0,2 0 0 0 0,-1 0 0 0 0,1-1 0 0 0,0 1 1 0 0,1 0-1 0 0,0-1 0 0 0,0 1 0 0 0,0-1 0 0 0,1 0 0 0 0,0 0 0 0 0,1-1 1 0 0,0 1-1 0 0,0-1 0 0 0,0 0 0 0 0,0 0 0 0 0,1 0 0 0 0,0-1 0 0 0,13 9 1 0 0,-3-5 6 0 0,-1-1 1 0 0,1-1-1 0 0,0 0 1 0 0,1-1-1 0 0,0-1 1 0 0,0 0-1 0 0,0-1 1 0 0,0-1-1 0 0,1-1 1 0 0,28 0-1 0 0,6-2 2 0 0,-1-3-1 0 0,68-13 1 0 0,-105 14-74 0 0,-1 0 0 0 0,0-1 0 0 0,0-1 0 0 0,0 0 0 0 0,0-1 0 0 0,-1 0 0 0 0,1-1 0 0 0,-1 0 1 0 0,-1-1-1 0 0,1 0 0 0 0,-1-1 0 0 0,10-9 0 0 0,-9 6-3806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0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29 316 1816 0 0,'-11'-5'6767'0'0,"11"4"-6692"0"0,0 1-1 0 0,-1 0 1 0 0,1 0-1 0 0,-1 0 0 0 0,1 0 1 0 0,-1-1-1 0 0,1 1 0 0 0,-1 0 1 0 0,1 0-1 0 0,-1 0 1 0 0,1 0-1 0 0,-1 0 0 0 0,1 0 1 0 0,-1 0-1 0 0,1 0 0 0 0,-1 0 1 0 0,1 1-1 0 0,-1-1 0 0 0,1 0 1 0 0,-1 0-1 0 0,1 0 1 0 0,-1 0-1 0 0,1 1 0 0 0,0-1 1 0 0,-1 0-1 0 0,1 1 0 0 0,-1-1 1 0 0,1 0-1 0 0,0 1 1 0 0,-1-1-1 0 0,1 0 0 0 0,-1 1 1 0 0,1 0-2 0 0,-1 1 0 0 0,1-1 0 0 0,0 0 0 0 0,-1 0 0 0 0,1 1 0 0 0,0-1 0 0 0,0 0 0 0 0,0 1 0 0 0,0-1 0 0 0,0 0 0 0 0,0 1 0 0 0,1 1 0 0 0,-1 1-24 0 0,1-1 0 0 0,0 0 0 0 0,0 1-1 0 0,0-1 1 0 0,0 0 0 0 0,1 0 0 0 0,0 1-1 0 0,-1-1 1 0 0,1-1 0 0 0,0 1 0 0 0,4 5-1 0 0,-3-6-20 0 0,0 0 0 0 0,0 0-1 0 0,0 0 1 0 0,0 0-1 0 0,0 0 1 0 0,0 0 0 0 0,1-1-1 0 0,-1 1 1 0 0,1-1-1 0 0,-1 0 1 0 0,1 0 0 0 0,-1-1-1 0 0,1 1 1 0 0,-1-1-1 0 0,1 0 1 0 0,0 1-1 0 0,3-2 1 0 0,-1 0-18 0 0,0 0 0 0 0,-1 0 0 0 0,1-1 0 0 0,-1 0 0 0 0,1 0 1 0 0,-1 0-1 0 0,0-1 0 0 0,0 0 0 0 0,0 0 0 0 0,5-3 0 0 0,0-3-22 0 0,1 0 0 0 0,-1 0 0 0 0,-1-1 0 0 0,0 0 1 0 0,-1-1-1 0 0,0 0 0 0 0,0 0 0 0 0,10-22 0 0 0,-7 9 110 0 0,-1-1 0 0 0,-2 0 0 0 0,0 0 0 0 0,-2-1 0 0 0,-1 1 0 0 0,-1-1 0 0 0,1-33 0 0 0,-4 48 76 0 0,-1 0 19 0 0,0 11-190 0 0,-1 0 1 0 0,1 0 0 0 0,-1 1 0 0 0,1-1-1 0 0,-1 0 1 0 0,1 0 0 0 0,-1 0 0 0 0,1 1-1 0 0,-1-1 1 0 0,1 0 0 0 0,0 1 0 0 0,-1-1-1 0 0,1 0 1 0 0,-1 1 0 0 0,1-1 0 0 0,0 1-1 0 0,-1-1 1 0 0,1 0 0 0 0,0 1 0 0 0,0-1-1 0 0,0 1 1 0 0,-1-1 0 0 0,1 1 0 0 0,0 0-1 0 0,-7 11 39 0 0,1 0-1 0 0,1 0 0 0 0,0 0 1 0 0,0 1-1 0 0,-4 21 1 0 0,-10 71 193 0 0,15-72 5 0 0,-1 45-1 0 0,5-67-398 0 0,0 0-1 0 0,1 0 1 0 0,0 0 0 0 0,1-1 0 0 0,0 1-1 0 0,1 0 1 0 0,0-1 0 0 0,6 12 0 0 0,-8-19-122 0 0,0-1 0 0 0,0 0 0 0 0,0 0 0 0 0,1 0 0 0 0,-1 0 0 0 0,1 0 0 0 0,-1 0 0 0 0,1 0 0 0 0,0-1 0 0 0,2 3 0 0 0,10 0-4753 0 0,5-4 1716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1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146 137 852 0 0,'6'-13'1749'0'0,"-1"0"1"0"0,-1 0-1 0 0,0-1 0 0 0,-1 1 1 0 0,0-1-1 0 0,-1 0 0 0 0,0-26 1 0 0,-3 40-1485 0 0,0-1-242 0 0,0 1 0 0 0,0-1 0 0 0,0 1 1 0 0,-1 0-1 0 0,1 0 0 0 0,0-1 0 0 0,0 1 0 0 0,0 0 0 0 0,0 0 1 0 0,0 0-1 0 0,0 0 0 0 0,0 1 0 0 0,-2-1 0 0 0,-9 7 36 0 0,1 1 0 0 0,0 0-1 0 0,0 0 1 0 0,1 1 0 0 0,0 1 0 0 0,0 0 0 0 0,1 0-1 0 0,1 1 1 0 0,-1 0 0 0 0,-12 23 0 0 0,20-33-57 0 0,1 1 0 0 0,-1-1 1 0 0,0 0-1 0 0,0 1 0 0 0,1-1 0 0 0,-1 1 1 0 0,1-1-1 0 0,-1 1 0 0 0,1-1 0 0 0,0 1 1 0 0,-1-1-1 0 0,1 1 0 0 0,0-1 0 0 0,0 1 1 0 0,0-1-1 0 0,0 1 0 0 0,1-1 0 0 0,-1 1 1 0 0,0-1-1 0 0,0 1 0 0 0,1-1 1 0 0,-1 1-1 0 0,1-1 0 0 0,0 1 0 0 0,-1-1 1 0 0,1 0-1 0 0,0 1 0 0 0,0-1 0 0 0,0 0 1 0 0,0 0-1 0 0,0 1 0 0 0,0-1 0 0 0,0 0 1 0 0,0 0-1 0 0,0 0 0 0 0,3 1 0 0 0,4 3 7 0 0,-1-1 0 0 0,1 0 0 0 0,0-1 0 0 0,0 1 0 0 0,10 1 0 0 0,-10-2-3 0 0,3 0 72 0 0,-1 0 0 0 0,0 1-1 0 0,0 1 1 0 0,0 0 0 0 0,0 0-1 0 0,-1 1 1 0 0,0 0 0 0 0,0 0-1 0 0,-1 1 1 0 0,1 0 0 0 0,-1 1 0 0 0,7 8-1 0 0,-14-14 47 0 0,0 1 1 0 0,0-1-1 0 0,0 0 0 0 0,0 0 0 0 0,-1 1 0 0 0,1-1 0 0 0,-1 0 0 0 0,1 1 0 0 0,-1-1 1 0 0,0 1-1 0 0,0-1 0 0 0,0 0 0 0 0,0 1 0 0 0,-1-1 0 0 0,1 1 0 0 0,0-1 1 0 0,-1 0-1 0 0,0 1 0 0 0,0 1 0 0 0,-2 5 220 0 0,-1-1-1 0 0,0 1 1 0 0,-7 10-1 0 0,7-12-195 0 0,-1-1-1 0 0,0 0 1 0 0,0-1 0 0 0,0 1-1 0 0,-1-1 1 0 0,0 0 0 0 0,0-1-1 0 0,0 1 1 0 0,-1-1-1 0 0,1 0 1 0 0,-1-1 0 0 0,0 0-1 0 0,0 0 1 0 0,-8 2-1 0 0,10-4-122 0 0,0-1-1 0 0,1 0 1 0 0,-1 0-1 0 0,0 0 1 0 0,1-1-1 0 0,-1 0 0 0 0,0 0 1 0 0,1 0-1 0 0,-1 0 1 0 0,1-1-1 0 0,0 0 1 0 0,-1 0-1 0 0,1 0 0 0 0,0 0 1 0 0,0-1-1 0 0,0 1 1 0 0,0-1-1 0 0,-4-5 1 0 0,4 4-424 0 0,1 0 1 0 0,0 0-1 0 0,0 0 1 0 0,0-1 0 0 0,0 0-1 0 0,1 1 1 0 0,0-1 0 0 0,0 0-1 0 0,0 0 1 0 0,1 0-1 0 0,-2-8 1 0 0,1 5-2205 0 0,1 0 0 0 0,1 0-1 0 0,0-15 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63 644 0 0,'-7'-8'2388'0'0,"1"-1"-608"0"0,-3 1-135 0 0,4 3-289 0 0,0-2 652 0 0,-3-5-764 0 0,-1 4-504 0 0,4 3-140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4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5 185 700 0 0,'-4'-16'3445'0'0,"4"12"-3217"0"0,-1 1-1 0 0,1-1 1 0 0,1 0 0 0 0,-1 1-1 0 0,0-1 1 0 0,1 0 0 0 0,0 0-1 0 0,-1 1 1 0 0,1-1 0 0 0,1 1-1 0 0,-1-1 1 0 0,1 1 0 0 0,-1-1-1 0 0,4-4 1 0 0,-3 5-174 0 0,0 0 0 0 0,1 0 0 0 0,-1 1 0 0 0,1-1 0 0 0,-1 0 0 0 0,1 1 1 0 0,0 0-1 0 0,0 0 0 0 0,0-1 0 0 0,0 2 0 0 0,1-1 0 0 0,-1 0 0 0 0,0 1 0 0 0,1-1 0 0 0,-1 1 0 0 0,1 0 0 0 0,-1 0 0 0 0,1 1 0 0 0,0-1 0 0 0,-1 1 0 0 0,1-1 0 0 0,0 1 0 0 0,0 0 0 0 0,-1 1 1 0 0,1-1-1 0 0,0 1 0 0 0,-1-1 0 0 0,1 1 0 0 0,-1 0 0 0 0,1 0 0 0 0,-1 1 0 0 0,1-1 0 0 0,-1 1 0 0 0,0 0 0 0 0,1 0 0 0 0,3 3 0 0 0,-2-1 3 0 0,-1 0 0 0 0,0 0-1 0 0,0 0 1 0 0,-1 0 0 0 0,1 1 0 0 0,-1-1-1 0 0,0 1 1 0 0,0 0 0 0 0,0 0-1 0 0,-1 0 1 0 0,3 9 0 0 0,-2-4 0 0 0,-1-1-1 0 0,0 1 1 0 0,-1 0 0 0 0,0 0-1 0 0,0-1 1 0 0,-1 13 0 0 0,-2 1 51 0 0,-2 1 1 0 0,0-1 0 0 0,-1 0-1 0 0,-15 39 1 0 0,15-48 70 0 0,0 0-1 0 0,-1 0 1 0 0,-1-1-1 0 0,-1 0 1 0 0,-9 14-1 0 0,16-26-173 0 0,1-1 0 0 0,0 0 0 0 0,0 1 0 0 0,0-1 0 0 0,-1 0 0 0 0,1 1 0 0 0,0-1 0 0 0,-1 0 0 0 0,1 1 0 0 0,0-1 0 0 0,-1 0 0 0 0,1 0 0 0 0,0 1 0 0 0,-1-1 0 0 0,1 0 0 0 0,0 0 0 0 0,-1 0 0 0 0,1 0 0 0 0,-1 0 0 0 0,1 1 0 0 0,0-1 0 0 0,-1 0 0 0 0,1 0 0 0 0,-1 0 0 0 0,1 0 0 0 0,0 0 0 0 0,-1 0 0 0 0,1 0 0 0 0,-1 0 0 0 0,1 0 0 0 0,-1-1 0 0 0,0 1 0 0 0,-7-12 51 0 0,2-18-71 0 0,6 7-2 0 0,2 1-1 0 0,1-1 0 0 0,0 1 1 0 0,2 0-1 0 0,1 0 0 0 0,0 1 0 0 0,12-27 1 0 0,-11 32 2 0 0,0 1 0 0 0,2 0 0 0 0,-1 1 0 0 0,2 0 0 0 0,0 0 0 0 0,0 1 1 0 0,1 0-1 0 0,1 1 0 0 0,0 0 0 0 0,18-13 0 0 0,-26 23 1 0 0,0-1 0 0 0,0 0 0 0 0,1 1 0 0 0,-1-1 0 0 0,1 1 0 0 0,0 1 0 0 0,-1-1 0 0 0,1 1 0 0 0,0-1 1 0 0,0 1-1 0 0,0 1 0 0 0,0-1 0 0 0,0 1 0 0 0,0 0 0 0 0,0 0 0 0 0,0 0 0 0 0,0 1 0 0 0,0-1 0 0 0,0 1 0 0 0,0 1 0 0 0,5 1 0 0 0,-4 0 47 0 0,-1-1-1 0 0,0 1 1 0 0,0 0-1 0 0,0 1 1 0 0,0-1-1 0 0,-1 1 1 0 0,1 0-1 0 0,-1 0 1 0 0,0 0-1 0 0,0 1 1 0 0,0-1-1 0 0,-1 1 1 0 0,0 0-1 0 0,0 0 1 0 0,0 0-1 0 0,0 1 1 0 0,2 9-1 0 0,0 0 84 0 0,0 1 1 0 0,-2 0-1 0 0,0 0 0 0 0,-1 1 1 0 0,1 32-1 0 0,-15 80 253 0 0,9-106-303 0 0,2 16 86 0 0,1-37-215 0 0,0 0 0 0 0,0 0 0 0 0,1 0 0 0 0,-1-1 0 0 0,1 1 0 0 0,-1 0 0 0 0,1 0 0 0 0,0 0 0 0 0,0 0 0 0 0,0-1 0 0 0,0 1 0 0 0,0 0 1 0 0,0-1-1 0 0,0 1 0 0 0,1-1 0 0 0,0 2 0 0 0,-1-3-14 0 0,1 1 0 0 0,-1-1 0 0 0,0 1 0 0 0,0-1 0 0 0,0 1 0 0 0,0-1 0 0 0,0 0 0 0 0,1 0 0 0 0,-1 0 0 0 0,0 0 1 0 0,0 0-1 0 0,0 0 0 0 0,1 0 0 0 0,-1 0 0 0 0,0 0 0 0 0,0 0 0 0 0,0-1 0 0 0,1 1 0 0 0,0-1 0 0 0,22-9-1139 0 0,0-4 242 0 0,0-1 1 0 0,-1-1-1 0 0,0-1 0 0 0,32-31 1 0 0,-38 31 1141 0 0,-1-1 1 0 0,-1 0 0 0 0,0-1 0 0 0,-2-1 0 0 0,21-39 0 0 0,-28 47 521 0 0,-2 0 1 0 0,1 0 0 0 0,-2-1-1 0 0,0 1 1 0 0,0-1-1 0 0,1-25 1 0 0,-4 38-679 0 0,0 0 0 0 0,0 0 1 0 0,-1 1-1 0 0,1-1 1 0 0,0 0-1 0 0,0 0 0 0 0,0 0 1 0 0,-1 1-1 0 0,1-1 0 0 0,0 0 1 0 0,0 0-1 0 0,-1 0 1 0 0,1 0-1 0 0,0 1 0 0 0,-1-1 1 0 0,1 0-1 0 0,0 0 0 0 0,0 0 1 0 0,-1 0-1 0 0,1 0 1 0 0,0 0-1 0 0,-1 0 0 0 0,1 0 1 0 0,0 0-1 0 0,0 0 0 0 0,-1 0 1 0 0,1 0-1 0 0,0 0 1 0 0,-1 0-1 0 0,1 0 0 0 0,0 0 1 0 0,0-1-1 0 0,-1 1 0 0 0,1 0 1 0 0,0 0-1 0 0,-1 0 1 0 0,1 0-1 0 0,0 0 0 0 0,0-1 1 0 0,0 1-1 0 0,-1 0 0 0 0,1 0 1 0 0,0-1-1 0 0,0 1 1 0 0,0 0-1 0 0,-1 0 0 0 0,1 0 1 0 0,0-1-1 0 0,0 1 0 0 0,0 0 1 0 0,0-1-1 0 0,0 1 1 0 0,0 0-1 0 0,0 0 0 0 0,-1-1 1 0 0,1 1-1 0 0,0 0 0 0 0,0-1 1 0 0,0 1-1 0 0,0 0 1 0 0,0-1-1 0 0,0 1 0 0 0,0 0 1 0 0,1 0-1 0 0,-1-1 0 0 0,0 1 1 0 0,-14 16 89 0 0,3 1 86 0 0,2 1 0 0 0,-1 0 0 0 0,2 1 0 0 0,1 0 0 0 0,0 0 0 0 0,1 1 1 0 0,1 0-1 0 0,1 0 0 0 0,1 0 0 0 0,1 1 0 0 0,0-1 0 0 0,2 0 0 0 0,2 26 0 0 0,-2-42-152 0 0,0-1 0 0 0,1 0 1 0 0,0 1-1 0 0,0-1 0 0 0,0 1 0 0 0,0-1 1 0 0,0 0-1 0 0,1 0 0 0 0,-1 0 1 0 0,1 0-1 0 0,0 0 0 0 0,0 0 0 0 0,0 0 1 0 0,0 0-1 0 0,1-1 0 0 0,-1 1 0 0 0,1-1 1 0 0,-1 1-1 0 0,1-1 0 0 0,0 0 0 0 0,0 0 1 0 0,0-1-1 0 0,0 1 0 0 0,0-1 0 0 0,0 1 1 0 0,1-1-1 0 0,-1 0 0 0 0,0 0 0 0 0,1 0 1 0 0,-1-1-1 0 0,1 1 0 0 0,-1-1 0 0 0,1 0 1 0 0,-1 0-1 0 0,1 0 0 0 0,5-1 0 0 0,-1 0-20 0 0,0 0 0 0 0,0 0 0 0 0,0-1 0 0 0,0-1 0 0 0,-1 1 0 0 0,1-1 0 0 0,-1 0 0 0 0,1-1 0 0 0,-1 0 0 0 0,0 0 0 0 0,-1 0-1 0 0,1-1 1 0 0,-1 0 0 0 0,0 0 0 0 0,8-9 0 0 0,-5 2-22 0 0,-1-1 0 0 0,0 0 0 0 0,-1 0 1 0 0,0-1-1 0 0,-1 0 0 0 0,-1 0 0 0 0,0 0 0 0 0,-1-1 0 0 0,0 1 0 0 0,-2-1 0 0 0,2-18 0 0 0,-2 17 11 0 0,-1 0-1 0 0,-1-1 1 0 0,-1 1-1 0 0,-1-1 1 0 0,0 1-1 0 0,-1 0 0 0 0,0 0 1 0 0,-2 0-1 0 0,0 0 1 0 0,-7-16-1 0 0,10 28-5 0 0,0 0-1 0 0,0 0 0 0 0,0 0 1 0 0,-1 0-1 0 0,1 1 1 0 0,-1-1-1 0 0,0 1 0 0 0,0 0 1 0 0,0 0-1 0 0,0 0 0 0 0,-1 0 1 0 0,1 0-1 0 0,-1 1 1 0 0,1 0-1 0 0,-6-3 0 0 0,6 4 1 0 0,-1 0 0 0 0,1 0 0 0 0,-1 1 0 0 0,1-1 0 0 0,-1 1-1 0 0,1 0 1 0 0,-1 0 0 0 0,1 0 0 0 0,-1 0 0 0 0,1 1-1 0 0,-1-1 1 0 0,1 1 0 0 0,-1 0 0 0 0,1 0 0 0 0,0 0 0 0 0,0 0-1 0 0,-1 1 1 0 0,1 0 0 0 0,-4 2 0 0 0,-6 4 9 0 0,1 1 0 0 0,-1 1 1 0 0,2 0-1 0 0,-1 1 0 0 0,2 0 1 0 0,-1 0-1 0 0,2 1 0 0 0,-17 25 1 0 0,16-20 2 0 0,1 0 1 0 0,0 1 0 0 0,1 0-1 0 0,1 0 1 0 0,1 1-1 0 0,-6 32 1 0 0,10-45-3 0 0,1 0 1 0 0,1 1 0 0 0,0-1-1 0 0,-1 1 1 0 0,2-1 0 0 0,-1 1-1 0 0,1-1 1 0 0,0 0 0 0 0,0 1-1 0 0,1-1 1 0 0,0 0 0 0 0,0 0-1 0 0,4 8 1 0 0,-4-11-20 0 0,0 0-1 0 0,0-1 1 0 0,0 1 0 0 0,0 0-1 0 0,0-1 1 0 0,0 0 0 0 0,1 1 0 0 0,0-1-1 0 0,-1 0 1 0 0,1 0 0 0 0,0-1-1 0 0,0 1 1 0 0,0 0 0 0 0,0-1-1 0 0,0 0 1 0 0,0 0 0 0 0,0 0-1 0 0,1 0 1 0 0,-1 0 0 0 0,0-1-1 0 0,1 1 1 0 0,-1-1 0 0 0,0 0-1 0 0,1 0 1 0 0,-1 0 0 0 0,6-2-1 0 0,14-2-315 0 0,0-1 0 0 0,0-1 0 0 0,-1-2-1 0 0,0 0 1 0 0,-1-1 0 0 0,0-1 0 0 0,0-1-1 0 0,-1-1 1 0 0,0-1 0 0 0,-1-1 0 0 0,-1 0-1 0 0,0-1 1 0 0,-1-1 0 0 0,25-31 0 0 0,-30 30 336 0 0,0 0 0 0 0,-1-1 1 0 0,-1-1-1 0 0,-1 1 1 0 0,-1-1-1 0 0,10-33 0 0 0,2-7 1424 0 0,-19 57-1147 0 0,-1 4-267 0 0,1 0 0 0 0,0 0 1 0 0,0 0-1 0 0,-1 0 0 0 0,1 0 0 0 0,-1 0 0 0 0,0 1 0 0 0,1-1 0 0 0,-1 3 1 0 0,-18 286 1365 0 0,14-250-1238 0 0,3-25 724 0 0,4-19-90 0 0,5-27-96 0 0,-6 21-859 0 0,4-13 155 0 0,2-1-1 0 0,1 2 1 0 0,1-1-1 0 0,0 1 1 0 0,2 1 0 0 0,0 0-1 0 0,1 0 1 0 0,1 2-1 0 0,1-1 1 0 0,1 2-1 0 0,19-18 1 0 0,-31 32 12 0 0,0-1-1 0 0,1 1 1 0 0,-1 0 0 0 0,1 0 0 0 0,0 1 0 0 0,-1-1 0 0 0,1 1-1 0 0,0 0 1 0 0,0 1 0 0 0,1-1 0 0 0,-1 1 0 0 0,0 0-1 0 0,0 0 1 0 0,1 0 0 0 0,-1 1 0 0 0,1 0 0 0 0,-1 0-1 0 0,7 1 1 0 0,-8 0 25 0 0,0 0 1 0 0,0 0-1 0 0,0 0 0 0 0,0 1 0 0 0,-1-1 0 0 0,1 1 1 0 0,0 0-1 0 0,-1 0 0 0 0,1 1 0 0 0,-1-1 0 0 0,0 0 0 0 0,1 1 1 0 0,-1 0-1 0 0,-1 0 0 0 0,1 0 0 0 0,0 0 0 0 0,-1 1 1 0 0,1-1-1 0 0,-1 0 0 0 0,0 1 0 0 0,0 0 0 0 0,-1-1 1 0 0,1 1-1 0 0,1 5 0 0 0,0 7 90 0 0,0 0 0 0 0,-1 0 1 0 0,-1 0-1 0 0,0 1 0 0 0,-1-1 0 0 0,-1 0 1 0 0,-4 26-1 0 0,-1 41 91 0 0,6-82-272 0 0,0 0-1 0 0,0 0 1 0 0,0 0 0 0 0,0 0 0 0 0,0 0-1 0 0,0 0 1 0 0,0 0 0 0 0,0 0-1 0 0,0-1 1 0 0,1 1 0 0 0,-1 0 0 0 0,0 0-1 0 0,1 0 1 0 0,-1 0 0 0 0,0 0-1 0 0,1 0 1 0 0,-1 0 0 0 0,1-1 0 0 0,0 1-1 0 0,-1 0 1 0 0,1 0 0 0 0,0-1-1 0 0,-1 1 1 0 0,1-1 0 0 0,0 1 0 0 0,0 0-1 0 0,-1-1 1 0 0,1 1 0 0 0,0-1-1 0 0,0 0 1 0 0,0 1 0 0 0,0-1 0 0 0,0 0-1 0 0,0 1 1 0 0,0-1 0 0 0,-1 0-1 0 0,1 0 1 0 0,0 0 0 0 0,0 0 0 0 0,0 0-1 0 0,0 0 1 0 0,2 0 0 0 0,1 0-408 0 0,-1 1 27 0 0,0-1-1 0 0,0 0 1 0 0,0 0 0 0 0,0 0 0 0 0,0 0 0 0 0,0 0 0 0 0,0 0 0 0 0,0-1 0 0 0,0 0-1 0 0,3-1 1 0 0,2 0-1542 0 0,10-2-3022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62 1484 0 0,'-13'-10'13562'0'0,"26"11"-11619"0"0,115-22-2309 0 0,3-5-9180 0 0,-107 21 4873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92 2320 0 0,'5'-12'2531'0'0,"-3"8"-1817"0"0,1 0 1 0 0,-2 0-1 0 0,1 0 0 0 0,0-1 0 0 0,-1 1 0 0 0,0-1 0 0 0,0 1 0 0 0,0-1 1 0 0,-1 1-1 0 0,1-1 0 0 0,-1 0 0 0 0,0 1 0 0 0,-1-1 0 0 0,0-6 0 0 0,1 11-685 0 0,-1-1-1 0 0,1 1 0 0 0,0-1 0 0 0,-1 1 1 0 0,1 0-1 0 0,0-1 0 0 0,-1 1 0 0 0,1-1 0 0 0,0 1 1 0 0,-1 0-1 0 0,1-1 0 0 0,-1 1 0 0 0,1 0 1 0 0,-1 0-1 0 0,1-1 0 0 0,-1 1 0 0 0,1 0 0 0 0,-1 0 1 0 0,1 0-1 0 0,-1 0 0 0 0,1 0 0 0 0,-1-1 1 0 0,1 1-1 0 0,-1 0 0 0 0,0 0 0 0 0,1 0 1 0 0,-1 0-1 0 0,1 1 0 0 0,-1-1 0 0 0,0 0 0 0 0,-17 5 215 0 0,18-5-234 0 0,-12 5 49 0 0,0 1 0 0 0,1 0 1 0 0,0 1-1 0 0,0 0 0 0 0,0 0 0 0 0,1 1 0 0 0,-11 12 0 0 0,-6 7 7 0 0,-27 37 0 0 0,54-63-63 0 0,-11 11 20 0 0,1 1 1 0 0,0 0 0 0 0,1 0-1 0 0,1 1 1 0 0,0 1-1 0 0,-11 29 1 0 0,19-43-21 0 0,0 0 1 0 0,0 0-1 0 0,0-1 1 0 0,0 1-1 0 0,0 0 1 0 0,0 0-1 0 0,0 0 1 0 0,1-1-1 0 0,-1 1 1 0 0,0 0-1 0 0,1 0 1 0 0,-1-1-1 0 0,0 1 1 0 0,1 0-1 0 0,-1-1 1 0 0,1 1-1 0 0,-1 0 1 0 0,1-1-1 0 0,-1 1 1 0 0,1-1-1 0 0,0 1 1 0 0,-1-1-1 0 0,1 1 1 0 0,0-1-1 0 0,-1 1 1 0 0,1-1-1 0 0,0 0 1 0 0,0 1-1 0 0,-1-1 1 0 0,1 0-1 0 0,0 0 1 0 0,0 0-1 0 0,-1 1 1 0 0,1-1-1 0 0,0 0 1 0 0,0 0-1 0 0,0 0 0 0 0,1 0 1 0 0,37 1-10 0 0,-34-1 10 0 0,8 0-8 0 0,0 1 0 0 0,-1 0 0 0 0,1 1 0 0 0,23 6 0 0 0,-30-7 6 0 0,-2 0 19 0 0,-1 0 0 0 0,1 0 1 0 0,-1 0-1 0 0,1 0 0 0 0,-1 1 0 0 0,0-1 0 0 0,1 1 0 0 0,-1 0 0 0 0,0 0 0 0 0,0 0 0 0 0,-1 1 0 0 0,1-1 1 0 0,0 0-1 0 0,-1 1 0 0 0,1 0 0 0 0,-1 0 0 0 0,0 0 0 0 0,0 0 0 0 0,0 0 0 0 0,0 0 0 0 0,0 0 0 0 0,-1 1 0 0 0,0-1 1 0 0,1 0-1 0 0,-1 1 0 0 0,1 6 0 0 0,-2-5 62 0 0,0 0-1 0 0,0 1 1 0 0,-1-1 0 0 0,1 0 0 0 0,-1 0-1 0 0,0 0 1 0 0,0 0 0 0 0,-1 0 0 0 0,0 0-1 0 0,1 0 1 0 0,-2 0 0 0 0,1 0 0 0 0,0-1-1 0 0,-1 1 1 0 0,0-1 0 0 0,0 0 0 0 0,-7 7-1 0 0,0 0 307 0 0,-1 0 0 0 0,-1-1 0 0 0,0 0 0 0 0,-24 15 0 0 0,27-20-177 0 0,1-1 0 0 0,-1 0 0 0 0,0-1 0 0 0,0 0 0 0 0,0 0 0 0 0,0-1 0 0 0,0 0 0 0 0,-16 1 0 0 0,20-3-175 0 0,-1-1-1 0 0,1 1 1 0 0,0-2 0 0 0,-1 1-1 0 0,1 0 1 0 0,0-1-1 0 0,0 0 1 0 0,0 0-1 0 0,0-1 1 0 0,0 1-1 0 0,0-1 1 0 0,1 0-1 0 0,-8-7 1 0 0,10 9-33 0 0,1 0-64 0 0,0 0 1 0 0,0 1-1 0 0,-1-1 1 0 0,1 0-1 0 0,0 0 1 0 0,0 0-1 0 0,0 0 1 0 0,0 0 0 0 0,0 0-1 0 0,0 0 1 0 0,1 0-1 0 0,-1 0 1 0 0,0-1-1 0 0,0 1 1 0 0,1 0-1 0 0,-1 0 1 0 0,1-1 0 0 0,-1 1-1 0 0,1 0 1 0 0,0-1-1 0 0,-1 1 1 0 0,1-1-1 0 0,0 1 1 0 0,0 0-1 0 0,0-1 1 0 0,0 1 0 0 0,0-1-1 0 0,0 1 1 0 0,1 0-1 0 0,-1-1 1 0 0,0 1-1 0 0,1 0 1 0 0,-1-1 0 0 0,1 1-1 0 0,-1 0 1 0 0,1-1-1 0 0,0 1 1 0 0,-1 0-1 0 0,1 0 1 0 0,0 0-1 0 0,0 0 1 0 0,0-1 0 0 0,0 1-1 0 0,1 0 1 0 0,3-4-1119 0 0,1 0 1 0 0,-1 1-1 0 0,1 0 1 0 0,0 0-1 0 0,0 1 1 0 0,0-1-1 0 0,7-1 1 0 0,1 0-2641 0 0,-1-1-1678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44 109 1292 0 0,'5'-109'18901'0'0,"-22"142"-17457"0"0,8 1-1330 0 0,1 0 1 0 0,2 0 0 0 0,2 0-1 0 0,1 1 1 0 0,1-1 0 0 0,2 1-1 0 0,6 47 1 0 0,-5-75-98 0 0,1 1 0 0 0,-1-1 0 0 0,1 1 1 0 0,0-1-1 0 0,1 0 0 0 0,6 13 0 0 0,-8-19-104 0 0,0 0 0 0 0,0 0-1 0 0,0 0 1 0 0,0 0 0 0 0,1 0-1 0 0,-1-1 1 0 0,0 1 0 0 0,0 0 0 0 0,1-1-1 0 0,-1 1 1 0 0,0-1 0 0 0,1 0-1 0 0,-1 1 1 0 0,1-1 0 0 0,-1 0 0 0 0,1 0-1 0 0,-1 0 1 0 0,0 0 0 0 0,1 0 0 0 0,1 0-1 0 0,28-5-2800 0 0,-27 3 2054 0 0,0 1 0 0 0,0-1-1 0 0,0 0 1 0 0,0-1 0 0 0,0 1 0 0 0,0-1-1 0 0,0 1 1 0 0,-1-1 0 0 0,7-7 0 0 0,-9 9 319 0 0,16-15-6177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51 728 0 0,'-10'-12'2024'0'0,"3"4"-380"0"0,0-1-471 0 0,1 4-141 0 0,1-2 320 0 0,-7-1-220 0 0,-2 6-680 0 0,9 11-284 0 0,0 2-768 0 0,5 0-128 0 0,-2-1-324 0 0,1 0-1233 0 0,-1 5-351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78 2024 0 0,'14'-11'9412'0'0,"-7"9"-7745"0"0,-6 3-1597 0 0,1-1 0 0 0,-1 1-1 0 0,0 0 1 0 0,1-1 0 0 0,-1 1-1 0 0,0 0 1 0 0,0 0 0 0 0,0 0-1 0 0,0 0 1 0 0,0 0 0 0 0,0 1-1 0 0,0-1 1 0 0,0 0 0 0 0,0 0-1 0 0,0 2 1 0 0,4 4 166 0 0,-1 0 0 0 0,0 1 0 0 0,0 0 0 0 0,-1-1 0 0 0,0 1 0 0 0,0 1 0 0 0,-1-1 0 0 0,0 0 0 0 0,0 0 0 0 0,-1 1 0 0 0,0-1 0 0 0,0 1 0 0 0,-2 15 0 0 0,-1-5 81 0 0,-1 0 0 0 0,-1 0 0 0 0,-1 0 1 0 0,-13 36-1 0 0,17-53-145 0 0,0 1 0 0 0,0 0-1 0 0,-1-1 1 0 0,1 1 0 0 0,0-1 0 0 0,-1 0 0 0 0,0 1 0 0 0,-2 1 0 0 0,4-3-146 0 0,-1-1 1 0 0,1 1 0 0 0,-1-1 0 0 0,0 1-1 0 0,1-1 1 0 0,-1 0 0 0 0,0 1 0 0 0,0-1-1 0 0,1 0 1 0 0,-1 1 0 0 0,0-1 0 0 0,1 0-1 0 0,-1 0 1 0 0,0 0 0 0 0,0 0 0 0 0,0 0-1 0 0,1 0 1 0 0,-1 0 0 0 0,0 0 0 0 0,0 0-1 0 0,1 0 1 0 0,-1 0 0 0 0,0-1 0 0 0,-1 1-1 0 0,2-1-18 0 0,-1 1-1 0 0,0-1 1 0 0,1 1 0 0 0,-1-1-1 0 0,0 0 1 0 0,1 1-1 0 0,-1-1 1 0 0,1 0 0 0 0,-1 0-1 0 0,1 1 1 0 0,0-1-1 0 0,-1 0 1 0 0,1 0 0 0 0,0 0-1 0 0,-1 1 1 0 0,1-1-1 0 0,0 0 1 0 0,0 0 0 0 0,0 0-1 0 0,0 0 1 0 0,0-1-1 0 0,-1-18 40 0 0,1 19-45 0 0,2-15-3 0 0,1 0 1 0 0,0 0-1 0 0,1 0 1 0 0,1 0-1 0 0,0 0 1 0 0,1 1-1 0 0,1 0 1 0 0,0 0 0 0 0,1 1-1 0 0,0 0 1 0 0,19-22-1 0 0,-19 25-10 0 0,1 0 0 0 0,1 1-1 0 0,0 0 1 0 0,1 0 0 0 0,-1 1 0 0 0,2 1 0 0 0,-1 0-1 0 0,1 1 1 0 0,0 0 0 0 0,1 0 0 0 0,0 2-1 0 0,0-1 1 0 0,0 2 0 0 0,14-4 0 0 0,-21 7 7 0 0,0 0 1 0 0,-1 0-1 0 0,1 1 1 0 0,0 0-1 0 0,0 0 1 0 0,0 0-1 0 0,-1 1 1 0 0,1 0-1 0 0,0 0 1 0 0,-1 0-1 0 0,1 1 1 0 0,-1 0-1 0 0,1 0 1 0 0,-1 0-1 0 0,6 4 1 0 0,-8-4 15 0 0,0 0-1 0 0,0 1 1 0 0,0-1 0 0 0,0 1-1 0 0,0 0 1 0 0,-1 0 0 0 0,1 0-1 0 0,-1 0 1 0 0,0 1 0 0 0,0-1-1 0 0,0 0 1 0 0,0 1-1 0 0,-1-1 1 0 0,0 1 0 0 0,1 0-1 0 0,-1 0 1 0 0,0-1 0 0 0,-1 1-1 0 0,1 0 1 0 0,-1 0 0 0 0,0 0-1 0 0,1 0 1 0 0,-2 5 0 0 0,-2 14 74 0 0,-1 1 1 0 0,-1-1 0 0 0,-14 43 0 0 0,10-39-819 0 0,-10 52 0 0 0,19-78 588 0 0,0 0 0 0 0,0 0 0 0 0,0 0 0 0 0,0 0 0 0 0,0 0 1 0 0,0 0-1 0 0,0 0 0 0 0,0 1 0 0 0,0-1 0 0 0,0 0 0 0 0,1 0 0 0 0,-1 0 0 0 0,0 0 1 0 0,1 0-1 0 0,-1 0 0 0 0,1 0 0 0 0,0 0 0 0 0,-1 0 0 0 0,1 0 0 0 0,0 0 0 0 0,-1-1 1 0 0,1 1-1 0 0,0 0 0 0 0,0 0 0 0 0,0-1 0 0 0,-1 1 0 0 0,1 0 0 0 0,0-1 0 0 0,0 1 1 0 0,0-1-1 0 0,0 1 0 0 0,0-1 0 0 0,0 1 0 0 0,0-1 0 0 0,2 0 0 0 0,2 1-413 0 0,0 0-1 0 0,1 0 1 0 0,-1-1-1 0 0,0 0 1 0 0,0 0-1 0 0,7-1 1 0 0,41-11-4489 0 0,-21 2 1106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809 776 1396 0 0,'5'-7'917'0'0,"0"-1"-1"0"0,0 0 1 0 0,-1 0-1 0 0,0 0 1 0 0,0 0-1 0 0,-1-1 1 0 0,0 1-1 0 0,3-19 1 0 0,-5 23-637 0 0,0 0 1 0 0,0-1-1 0 0,-1 1 0 0 0,1-1 1 0 0,-1 1-1 0 0,0 0 0 0 0,-1-1 1 0 0,1 1-1 0 0,-1-1 0 0 0,0 1 1 0 0,0 0-1 0 0,0-1 0 0 0,0 1 0 0 0,-1 0 1 0 0,0 0-1 0 0,0 0 0 0 0,0 0 1 0 0,0 0-1 0 0,-5-6 0 0 0,6 9-219 0 0,0 1 0 0 0,-1-1-1 0 0,1 0 1 0 0,0 0 0 0 0,0 1 0 0 0,0-1-1 0 0,-1 1 1 0 0,1-1 0 0 0,0 1-1 0 0,-1-1 1 0 0,1 1 0 0 0,0 0-1 0 0,-1 0 1 0 0,1 0 0 0 0,-1 0 0 0 0,1 0-1 0 0,0 0 1 0 0,-1 0 0 0 0,-1 0-1 0 0,-27 10 665 0 0,15-2-449 0 0,1 0-1 0 0,0 1 0 0 0,1 1 0 0 0,-25 22 1 0 0,13-7 44 0 0,-28 37-1 0 0,41-48-234 0 0,1 2 0 0 0,0 0 0 0 0,-14 30 0 0 0,23-41-65 0 0,0-1 0 0 0,0 1 0 0 0,0 0 0 0 0,0 0 0 0 0,1 0 0 0 0,0 0 0 0 0,0 0 0 0 0,1 0 0 0 0,-1 0 0 0 0,1 0 0 0 0,0 1 0 0 0,0-1 0 0 0,1 0 0 0 0,-1 0 0 0 0,1 0 0 0 0,0 0 0 0 0,1 0 0 0 0,3 9 0 0 0,-3-11-13 0 0,0 0-1 0 0,0 0 0 0 0,0-1 0 0 0,0 1 1 0 0,0-1-1 0 0,0 1 0 0 0,1-1 0 0 0,0 0 0 0 0,-1 0 1 0 0,1 0-1 0 0,0 0 0 0 0,0 0 0 0 0,0-1 1 0 0,0 1-1 0 0,0-1 0 0 0,0 0 0 0 0,1 0 0 0 0,-1 0 1 0 0,0 0-1 0 0,0 0 0 0 0,1-1 0 0 0,4 1 1 0 0,-3-1-6 0 0,0-1 0 0 0,0 1 1 0 0,0-1-1 0 0,0 1 1 0 0,0-1-1 0 0,-1-1 1 0 0,1 1-1 0 0,0-1 1 0 0,-1 0-1 0 0,1 0 0 0 0,-1 0 1 0 0,1 0-1 0 0,-1-1 1 0 0,7-5-1 0 0,-3 1-6 0 0,-1-1-1 0 0,-1 1 0 0 0,1-1 1 0 0,-2 0-1 0 0,1-1 0 0 0,6-11 1 0 0,21-57 12 0 0,-5 12-31 0 0,-28 64 179 0 0,1 4-84 0 0,0 0 0 0 0,0 1 1 0 0,-1-1-1 0 0,0 1 0 0 0,1 0 0 0 0,-1-1 1 0 0,-1 1-1 0 0,1-1 0 0 0,0 1 0 0 0,-1-1 1 0 0,0 1-1 0 0,-1 3 0 0 0,-1 10 176 0 0,-74 314 1777 0 0,45-211-1573 0 0,6-18-132 0 0,-39 147 201 0 0,42-174-218 0 0,-41 89 1 0 0,54-142-97 0 0,-1-1-1 0 0,0-1 0 0 0,-1 0 0 0 0,-2-1 1 0 0,0 0-1 0 0,-29 31 0 0 0,37-45-163 0 0,0 1 0 0 0,0-1-1 0 0,0-1 1 0 0,-1 1 0 0 0,1-1 0 0 0,-1 0 0 0 0,0 0 0 0 0,0-1-1 0 0,-1 0 1 0 0,1 0 0 0 0,-1-1 0 0 0,1 0 0 0 0,-1 0-1 0 0,0-1 1 0 0,0 0 0 0 0,0 0 0 0 0,1-1 0 0 0,-1 0-1 0 0,0 0 1 0 0,0-1 0 0 0,0 0 0 0 0,0 0 0 0 0,-12-4 0 0 0,9 0-33 0 0,0 1-1 0 0,0-1 1 0 0,0-1 0 0 0,0 0 0 0 0,1-1 0 0 0,0 0 0 0 0,0-1 0 0 0,1 1 0 0 0,0-2 0 0 0,0 1 0 0 0,1-1 0 0 0,0-1 0 0 0,1 0 0 0 0,0 0 0 0 0,0 0 0 0 0,-5-12 0 0 0,6 8-22 0 0,-1 0 1 0 0,2 0-1 0 0,0-1 0 0 0,1 0 0 0 0,0 0 0 0 0,1 0 1 0 0,1 0-1 0 0,1 0 0 0 0,0-1 0 0 0,0 1 1 0 0,2 0-1 0 0,3-23 0 0 0,2 10-41 0 0,2-1 0 0 0,1 1 0 0 0,1 1 0 0 0,1 0 0 0 0,1 0 0 0 0,2 1 0 0 0,1 1 0 0 0,35-47 0 0 0,-2 14-990 0 0,2 2 0 0 0,77-67 1 0 0,-79 83-725 0 0,2 1 1 0 0,62-36 0 0 0,118-52-4176 0 0,-202 113 5391 0 0,-1-2 0 0 0,0-1 0 0 0,36-29-1 0 0,-52 36 789 0 0,0-1-1 0 0,0 0 1 0 0,-1 0-1 0 0,-1-1 1 0 0,0 0-1 0 0,0-1 1 0 0,-2 0-1 0 0,1 0 1 0 0,7-20-1 0 0,6-18 3332 0 0,-21 49-2933 0 0,-14 30 892 0 0,6-10-1339 0 0,0 1 0 0 0,2 1-1 0 0,0 0 1 0 0,1-1 0 0 0,1 2-1 0 0,1-1 1 0 0,0 0-1 0 0,2 1 1 0 0,0-1 0 0 0,2 1-1 0 0,0-1 1 0 0,4 23 0 0 0,-4-39-220 0 0,0 0 1 0 0,0-1 0 0 0,0 1 0 0 0,0 0-1 0 0,1-1 1 0 0,0 0 0 0 0,-1 1 0 0 0,1-1-1 0 0,0 0 1 0 0,0 0 0 0 0,1 0-1 0 0,-1 0 1 0 0,1 0 0 0 0,-1 0 0 0 0,1-1-1 0 0,0 1 1 0 0,0-1 0 0 0,0 0 0 0 0,0 0-1 0 0,1 0 1 0 0,-1 0 0 0 0,1-1 0 0 0,-1 1-1 0 0,1-1 1 0 0,-1 0 0 0 0,1 0 0 0 0,0 0-1 0 0,-1-1 1 0 0,7 1 0 0 0,-3 0-194 0 0,0-2 1 0 0,0 1 0 0 0,-1-1-1 0 0,1 0 1 0 0,0 0-1 0 0,0-1 1 0 0,0 0-1 0 0,-1 0 1 0 0,1-1 0 0 0,-1 1-1 0 0,1-2 1 0 0,-1 1-1 0 0,0 0 1 0 0,0-1 0 0 0,5-5-1 0 0,2-3 13 0 0,-1-1 0 0 0,-1 0 0 0 0,0 0 0 0 0,0-1 0 0 0,-2-1 0 0 0,1 0 0 0 0,10-26 0 0 0,40-116 2334 0 0,-60 157-2109 0 0,2-8 1214 0 0,-8 21-722 0 0,-9 26 167 0 0,5-6-146 0 0,-11 65 0 0 0,19-87-486 0 0,1 0-1 0 0,0 1 1 0 0,1-1 0 0 0,0 1 0 0 0,1-1 0 0 0,0 0-1 0 0,1 1 1 0 0,0-1 0 0 0,6 18 0 0 0,-6-25-95 0 0,0 0 0 0 0,0-1 0 0 0,0 1 0 0 0,1-1 0 0 0,-1 1 0 0 0,1-1 0 0 0,0 0 0 0 0,0 0 0 0 0,0 0 0 0 0,0 0 0 0 0,0-1 1 0 0,1 1-1 0 0,-1-1 0 0 0,1 0 0 0 0,0 0 0 0 0,-1 0 0 0 0,1 0 0 0 0,0-1 0 0 0,0 0 0 0 0,0 0 0 0 0,0 0 0 0 0,0 0 0 0 0,1 0 0 0 0,-1-1 0 0 0,0 0 0 0 0,0 0 0 0 0,6 0 0 0 0,2-1-457 0 0,-1 0 0 0 0,0-1 0 0 0,0-1-1 0 0,0 1 1 0 0,0-2 0 0 0,-1 1-1 0 0,1-2 1 0 0,-1 1 0 0 0,11-8 0 0 0,-5 1-2 0 0,0-1 1 0 0,-1 0 0 0 0,0-2 0 0 0,-1 0 0 0 0,-1 0 0 0 0,0-1 0 0 0,-1-1-1 0 0,-1 0 1 0 0,15-27 0 0 0,6-20-440 0 0,30-83 0 0 0,-61 144 942 0 0,85-262 146 0 0,-72 208 1203 0 0,-3-1 0 0 0,6-105 0 0 0,-16 82 1251 0 0,-1 80-2571 0 0,0 0 0 0 0,0-1 0 0 0,0 1 0 0 0,0 0 0 0 0,0 0 0 0 0,0-1 0 0 0,0 1 0 0 0,0 0 0 0 0,0 0 0 0 0,-1-1 0 0 0,1 1 0 0 0,0 0 0 0 0,0 0 0 0 0,0-1 0 0 0,0 1 0 0 0,0 0 0 0 0,0 0 0 0 0,0-1 0 0 0,0 1 0 0 0,-1 0 0 0 0,1 0 0 0 0,0 0 0 0 0,0 0 0 0 0,0-1 0 0 0,-1 1 0 0 0,1 0 0 0 0,0 0 0 0 0,0 0 0 0 0,0 0 0 0 0,-1 0 0 0 0,1-1 0 0 0,0 1 0 0 0,0 0 0 0 0,-1 0 0 0 0,1 0 0 0 0,0 0 0 0 0,0 0 0 0 0,-1 0 0 0 0,1 0 0 0 0,0 0 0 0 0,0 0 0 0 0,-1 0 0 0 0,1 0 0 0 0,0 0 0 0 0,0 0 0 0 0,-1 0 0 0 0,1 0 0 0 0,0 0 0 0 0,0 0 0 0 0,-1 1 0 0 0,1-1 0 0 0,0 0 0 0 0,0 0 0 0 0,-1 0 0 0 0,-9 6 420 0 0,6-2-262 0 0,1 0 1 0 0,0-1-1 0 0,0 1 0 0 0,0 1 1 0 0,0-1-1 0 0,1 0 0 0 0,-1 1 1 0 0,-1 5-1 0 0,-14 42 951 0 0,16-44-942 0 0,-26 90 1292 0 0,-19 135 0 0 0,38-166-1205 0 0,4 1-1 0 0,5 136 1 0 0,1-182-429 0 0,1 0-1 0 0,1-1 1 0 0,2 1-1 0 0,0-1 1 0 0,10 26 0 0 0,-13-40-185 0 0,2 0 1 0 0,-1 0 0 0 0,1 0 0 0 0,0 0-1 0 0,1-1 1 0 0,-1 0 0 0 0,1 0 0 0 0,1 0-1 0 0,-1 0 1 0 0,1-1 0 0 0,0 0-1 0 0,0 0 1 0 0,0-1 0 0 0,1 1 0 0 0,0-1-1 0 0,-1-1 1 0 0,1 1 0 0 0,9 2 0 0 0,-6-3-456 0 0,-1-1 1 0 0,1 0-1 0 0,-1 0 1 0 0,1-1 0 0 0,0 0-1 0 0,0-1 1 0 0,0 0-1 0 0,-1-1 1 0 0,20-3 0 0 0,2-4-3208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8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127 341 2148 0 0,'14'-18'975'0'0,"-1"0"-1"0"0,-2-2 1 0 0,1 1-1 0 0,-2-1 1 0 0,-1-1 0 0 0,-1 0-1 0 0,0 0 1 0 0,-1 0-1 0 0,-2-1 1 0 0,0 0-1 0 0,-2-1 1 0 0,2-32-1 0 0,-4 53-896 0 0,-1 0 0 0 0,0 0 0 0 0,0 1 0 0 0,0-1 1 0 0,-1 0-1 0 0,1 0 0 0 0,0 0 0 0 0,-1 1 0 0 0,1-1 0 0 0,-1 0 0 0 0,1 1 0 0 0,-1-1 0 0 0,0 0 0 0 0,0 1 0 0 0,0-1 0 0 0,0 1 0 0 0,0-1 0 0 0,0 1 0 0 0,0 0 0 0 0,-2-2 0 0 0,1 2-37 0 0,1 0 0 0 0,-1 1 0 0 0,1 0 0 0 0,-1-1 0 0 0,1 1 0 0 0,-1 0 0 0 0,0 0 0 0 0,1-1 0 0 0,-1 1-1 0 0,1 1 1 0 0,-1-1 0 0 0,0 0 0 0 0,1 0 0 0 0,-1 0 0 0 0,1 1 0 0 0,-1-1 0 0 0,1 1 0 0 0,-1-1 0 0 0,1 1 0 0 0,0 0 0 0 0,-1 0 0 0 0,1-1 0 0 0,0 1 0 0 0,-2 2 0 0 0,-10 6 189 0 0,0 0 0 0 0,1 1 0 0 0,1 1 1 0 0,-1 0-1 0 0,2 1 0 0 0,-1 0 1 0 0,-10 18-1 0 0,6-7-13 0 0,1 1 1 0 0,1 1-1 0 0,-13 35 1 0 0,23-51-174 0 0,0 0 0 0 0,1 0 0 0 0,0 0 1 0 0,0 1-1 0 0,1-1 0 0 0,1 0 0 0 0,-1 1 0 0 0,1-1 0 0 0,3 18 0 0 0,-3-24-56 0 0,1 0-1 0 0,-1 0 0 0 0,1 0 1 0 0,0 0-1 0 0,0 0 0 0 0,0 0 0 0 0,1 0 1 0 0,-1 0-1 0 0,1-1 0 0 0,-1 1 0 0 0,1 0 1 0 0,0-1-1 0 0,0 1 0 0 0,0-1 0 0 0,1 0 1 0 0,-1 0-1 0 0,0 0 0 0 0,1 0 0 0 0,-1 0 1 0 0,1 0-1 0 0,0-1 0 0 0,-1 1 1 0 0,1-1-1 0 0,0 0 0 0 0,0 0 0 0 0,0 0 1 0 0,0 0-1 0 0,0 0 0 0 0,0 0 0 0 0,1-1 1 0 0,-1 0-1 0 0,6 0 0 0 0,-2 0-103 0 0,0-1 0 0 0,0-1-1 0 0,0 1 1 0 0,0-1 0 0 0,0-1 0 0 0,0 1-1 0 0,0-1 1 0 0,0 0 0 0 0,-1-1-1 0 0,0 1 1 0 0,0-1 0 0 0,0-1 0 0 0,0 1-1 0 0,0-1 1 0 0,-1 0 0 0 0,9-11 0 0 0,5-7-91 0 0,0 0 0 0 0,24-45 0 0 0,-15 15 207 0 0,-19 34 457 0 0,1 1 0 0 0,20-28-1 0 0,-29 45-356 0 0,0 1-90 0 0,0 0 1 0 0,0 0 0 0 0,-1 0-1 0 0,1 1 1 0 0,0-1-1 0 0,0 0 1 0 0,-1 1-1 0 0,1-1 1 0 0,0 1 0 0 0,-1-1-1 0 0,1 1 1 0 0,0-1-1 0 0,-1 1 1 0 0,1-1 0 0 0,0 1-1 0 0,0 0 1 0 0,5 23 153 0 0,4 41 0 0 0,-8-42-167 0 0,2 1 0 0 0,10 33 0 0 0,-10-43-490 0 0,-3-10 127 0 0,0 0 0 0 0,0 0 0 0 0,0 0 0 0 0,0 0 0 0 0,1-1 0 0 0,0 1 0 0 0,-1-1 0 0 0,1 1 0 0 0,1-1 0 0 0,-1 1 0 0 0,0-1 0 0 0,1 0 0 0 0,0 0 0 0 0,0 0 0 0 0,4 3 0 0 0,-6-5 217 0 0,1-1 1 0 0,-1 1-1 0 0,0-1 1 0 0,1 1-1 0 0,-1-1 1 0 0,1 0-1 0 0,-1 1 1 0 0,1-1-1 0 0,-1 0 1 0 0,1 0 0 0 0,-1 0-1 0 0,0 0 1 0 0,1 0-1 0 0,-1-1 1 0 0,1 1-1 0 0,-1 0 1 0 0,1-1-1 0 0,-1 1 1 0 0,0-1-1 0 0,1 1 1 0 0,-1-1-1 0 0,0 0 1 0 0,1 1-1 0 0,-1-1 1 0 0,0 0-1 0 0,0 0 1 0 0,0 0-1 0 0,2-2 1 0 0,2-2-54 0 0,1-1 0 0 0,-2 0 0 0 0,1 0 0 0 0,3-7 0 0 0,-5 9 17 0 0,19-35 1256 0 0,33-76 1 0 0,-3 5 3687 0 0,-37 90-3454 0 0,-14 19-1230 0 0,-1 1 0 0 0,1-1-1 0 0,-1 1 1 0 0,1-1 0 0 0,0 1 0 0 0,-1-1-1 0 0,1 1 1 0 0,0 0 0 0 0,-1-1-1 0 0,1 1 1 0 0,0 0 0 0 0,-1 0 0 0 0,1-1-1 0 0,0 1 1 0 0,0 0 0 0 0,0 0-1 0 0,-1 0 1 0 0,1 0 0 0 0,0 0-1 0 0,0 0 1 0 0,-1 0 0 0 0,1 0 0 0 0,0 0-1 0 0,0 1 1 0 0,-1-1 0 0 0,1 0-1 0 0,0 0 1 0 0,0 1 0 0 0,-1-1 0 0 0,1 0-1 0 0,0 1 1 0 0,0 0 0 0 0,6 5 232 0 0,0 1 0 0 0,0 0 1 0 0,-1 0-1 0 0,0 1 1 0 0,-1-1-1 0 0,1 2 0 0 0,-1-1 1 0 0,-1 0-1 0 0,0 1 0 0 0,0 0 1 0 0,-1 0-1 0 0,0 0 1 0 0,0 0-1 0 0,2 14 0 0 0,-3-6-165 0 0,0 1 0 0 0,0 0-1 0 0,-2-1 1 0 0,0 1-1 0 0,-1 0 1 0 0,-1-1-1 0 0,-4 20 1 0 0,4-27 48 0 0,-1-1 0 0 0,0 1 0 0 0,0-1 0 0 0,-1 0 0 0 0,0 0 0 0 0,-1 0 0 0 0,0-1 0 0 0,0 0 0 0 0,-1 0 0 0 0,0 0 0 0 0,0 0 0 0 0,0-1 0 0 0,-1 0 0 0 0,-1 0 0 0 0,-9 6-1 0 0,16-12-162 0 0,0 0-1 0 0,0 0 0 0 0,0-1 1 0 0,0 1-1 0 0,0-1 0 0 0,0 1 0 0 0,0-1 1 0 0,0 1-1 0 0,0-1 0 0 0,0 0 0 0 0,0 1 1 0 0,0-1-1 0 0,-1 0 0 0 0,1 0 0 0 0,0 0 1 0 0,0 0-1 0 0,0 0 0 0 0,0 0 1 0 0,0 0-1 0 0,-1 0 0 0 0,1-1 0 0 0,0 1 1 0 0,0 0-1 0 0,0-1 0 0 0,0 1 0 0 0,0 0 1 0 0,0-1-1 0 0,0 0 0 0 0,0 1 0 0 0,0-1 1 0 0,0 0-1 0 0,0 1 0 0 0,0-1 0 0 0,0 0 1 0 0,0 0-1 0 0,1 0 0 0 0,-1 0 1 0 0,0 1-1 0 0,1-1 0 0 0,-1 0 0 0 0,1 0 1 0 0,-1-1-1 0 0,1 1 0 0 0,-1 0 0 0 0,1 0 1 0 0,0 0-1 0 0,-1 0 0 0 0,1-2 0 0 0,-2-2-1 0 0,1-1-1 0 0,0 1 0 0 0,1-1 0 0 0,-1 1 0 0 0,1-1 1 0 0,0 0-1 0 0,0 1 0 0 0,2-9 0 0 0,2 2-17 0 0,0-1 0 0 0,0 2-1 0 0,2-1 1 0 0,-1 0 0 0 0,1 1-1 0 0,1 0 1 0 0,0 0 0 0 0,1 1 0 0 0,0 0-1 0 0,1 1 1 0 0,-1-1 0 0 0,2 1-1 0 0,14-11 1 0 0,2 2-516 0 0,0 0 0 0 0,1 2 0 0 0,0 0 0 0 0,40-14 0 0 0,19 0-5104 0 0,-57 23 697 0 0,-1 0-3432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8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277 110 496 0 0,'3'-2'577'0'0,"0"1"0"0"0,0-1 0 0 0,0 1-1 0 0,0-1 1 0 0,-1 0 0 0 0,1 0 0 0 0,0 0 0 0 0,-1-1 0 0 0,0 1-1 0 0,1 0 1 0 0,-1-1 0 0 0,0 0 0 0 0,0 1 0 0 0,-1-1 0 0 0,1 0 0 0 0,0 0-1 0 0,-1 0 1 0 0,0 0 0 0 0,2-4 0 0 0,-2 2-166 0 0,0 0 0 0 0,0 1 0 0 0,-1-1-1 0 0,1 0 1 0 0,-1 0 0 0 0,0 1 0 0 0,-1-7 0 0 0,1 11-392 0 0,0-1 0 0 0,0 0-1 0 0,-1 0 1 0 0,1 1 0 0 0,0-1-1 0 0,0 0 1 0 0,-1 0 0 0 0,1 1 0 0 0,-1-1-1 0 0,1 0 1 0 0,-1 1 0 0 0,1-1 0 0 0,-1 1-1 0 0,1-1 1 0 0,-1 1 0 0 0,0-1 0 0 0,1 1-1 0 0,-1-1 1 0 0,0 1 0 0 0,1-1-1 0 0,-1 1 1 0 0,0 0 0 0 0,1-1 0 0 0,-1 1-1 0 0,0 0 1 0 0,0 0 0 0 0,0 0 0 0 0,1-1-1 0 0,-1 1 1 0 0,0 0 0 0 0,0 0 0 0 0,0 0-1 0 0,1 0 1 0 0,-1 0 0 0 0,-1 1 0 0 0,-25 4 94 0 0,16-1-95 0 0,1 1 0 0 0,-1 0-1 0 0,1 0 1 0 0,1 1 0 0 0,-1 0 0 0 0,-11 10 0 0 0,-47 48 41 0 0,67-63-58 0 0,-20 20 11 0 0,1 1-1 0 0,-21 31 0 0 0,35-45 4 0 0,1 0-1 0 0,0 0 1 0 0,1 0-1 0 0,0 0 0 0 0,0 1 1 0 0,1 0-1 0 0,0 0 1 0 0,0 0-1 0 0,1 0 0 0 0,0 0 1 0 0,0 12-1 0 0,1-19-7 0 0,1 0-1 0 0,1-1 1 0 0,-1 1-1 0 0,0 0 1 0 0,0 0-1 0 0,1-1 1 0 0,-1 1-1 0 0,1 0 1 0 0,-1-1-1 0 0,1 1 1 0 0,0-1-1 0 0,-1 1 1 0 0,1-1-1 0 0,0 1 1 0 0,0-1 0 0 0,0 1-1 0 0,0-1 1 0 0,1 0-1 0 0,-1 0 1 0 0,2 2-1 0 0,0-1 2 0 0,0 0 1 0 0,-1-1-1 0 0,1 0 0 0 0,0 0 0 0 0,0 0 1 0 0,0 0-1 0 0,0 0 0 0 0,0-1 0 0 0,0 1 1 0 0,6 0-1 0 0,-1-1 5 0 0,1-1 0 0 0,-1 1 0 0 0,0-1 0 0 0,0-1 0 0 0,1 1 1 0 0,-1-2-1 0 0,13-4 0 0 0,-10 1-8 0 0,0 0 0 0 0,0-1 0 0 0,-1 0-1 0 0,0-1 1 0 0,0 0 0 0 0,-1-1 0 0 0,0 0 0 0 0,0-1 0 0 0,-1 1 0 0 0,10-17 0 0 0,6-13-47 0 0,30-64 1 0 0,-36 66-75 0 0,-18 37 112 0 0,1-1-1 0 0,-1 1 0 0 0,0-1 1 0 0,0 1-1 0 0,0 0 1 0 0,1-1-1 0 0,-1 1 0 0 0,0-1 1 0 0,0 1-1 0 0,1 0 1 0 0,-1-1-1 0 0,0 1 1 0 0,1 0-1 0 0,-1-1 0 0 0,0 1 1 0 0,1 0-1 0 0,-1-1 1 0 0,1 1-1 0 0,-1 0 0 0 0,1 0 1 0 0,-1 0-1 0 0,0-1 1 0 0,1 1-1 0 0,-1 0 0 0 0,2 0 1 0 0,-1 1 4 0 0,0 0 0 0 0,1 1 0 0 0,-1-1 1 0 0,0 0-1 0 0,1 1 0 0 0,-1-1 0 0 0,0 1 0 0 0,0-1 1 0 0,0 1-1 0 0,0 0 0 0 0,-1-1 0 0 0,1 1 0 0 0,0 0 1 0 0,-1 0-1 0 0,1 0 0 0 0,-1-1 0 0 0,1 1 0 0 0,-1 0 1 0 0,0 0-1 0 0,0 0 0 0 0,0 0 0 0 0,0 3 0 0 0,0 4 3 0 0,8 44 120 0 0,5 31-1296 0 0,-11-76 258 0 0,0 0 0 0 0,1 0-1 0 0,0-1 1 0 0,0 1 0 0 0,1-1 0 0 0,-1 0 0 0 0,10 13 0 0 0,-7-14-1700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0 241 1768 0 0,'6'-10'1126'0'0,"32"-54"4975"0"0,-34 59-5735 0 0,0 0-1 0 0,0 0 0 0 0,0 0 0 0 0,1 1 0 0 0,-1-1 0 0 0,1 1 0 0 0,0 0 1 0 0,11-6-1 0 0,-13 9-329 0 0,0 0-1 0 0,0 0 1 0 0,0 0 0 0 0,0 1-1 0 0,0-1 1 0 0,0 1 0 0 0,1 0 0 0 0,-1 0-1 0 0,0 0 1 0 0,0 0 0 0 0,0 0-1 0 0,0 1 1 0 0,0 0 0 0 0,0-1 0 0 0,0 1-1 0 0,0 0 1 0 0,0 1 0 0 0,0-1 0 0 0,-1 0-1 0 0,1 1 1 0 0,0-1 0 0 0,-1 1-1 0 0,1 0 1 0 0,-1 0 0 0 0,3 2 0 0 0,0 1-3 0 0,1 0 0 0 0,-1 0 1 0 0,0 1-1 0 0,-1 0 1 0 0,1 0-1 0 0,-1 0 1 0 0,0 0-1 0 0,-1 0 1 0 0,5 11-1 0 0,-5-8 136 0 0,-1 0-1 0 0,0 0 1 0 0,0 0 0 0 0,-1 1-1 0 0,0-1 1 0 0,-1 1-1 0 0,0-1 1 0 0,-2 19 0 0 0,0-18 611 0 0,0 1 1 0 0,-1 0 0 0 0,0-1 0 0 0,-5 11 0 0 0,7-19-417 0 0,-2-1 34 0 0,3-1-386 0 0,-1 0 0 0 0,1 1 0 0 0,0-1 0 0 0,-1 0 0 0 0,1 0 0 0 0,-1 0 0 0 0,1 0 0 0 0,-1 0 0 0 0,1 0 0 0 0,0 0 0 0 0,-1 0 0 0 0,1 0 0 0 0,-1 0 0 0 0,1 0 0 0 0,0 0 0 0 0,-1 0 0 0 0,1 0 0 0 0,-1 0 0 0 0,1 0 0 0 0,0 0 0 0 0,-1-1 0 0 0,1 1 0 0 0,-1 0 0 0 0,1 0 0 0 0,0 0 0 0 0,-1-1 0 0 0,1 1 0 0 0,0 0 0 0 0,-1-1 0 0 0,1 1 0 0 0,0 0-1 0 0,0 0 1 0 0,-1-1 0 0 0,1 1 0 0 0,0-1 0 0 0,0 1 0 0 0,0 0 0 0 0,-1-1 0 0 0,1 1 0 0 0,0 0 0 0 0,0-1 0 0 0,0 1 0 0 0,0-1 0 0 0,0 1 0 0 0,0 0 0 0 0,0-1 0 0 0,0 1 0 0 0,0-1 0 0 0,0 1 0 0 0,0-1 0 0 0,0 1 0 0 0,0 0 0 0 0,0-1 0 0 0,0 1 0 0 0,0-1 0 0 0,1 1 0 0 0,1-18-7 0 0,1 1 0 0 0,1 1 0 0 0,0-1 0 0 0,2 0 0 0 0,-1 1 0 0 0,2 0 0 0 0,1 0 0 0 0,0 1 0 0 0,0 0 0 0 0,14-17 0 0 0,-9 15-48 0 0,0 1 0 0 0,1 0 0 0 0,1 1 0 0 0,0 1 0 0 0,1 0 0 0 0,0 2 0 0 0,1-1 0 0 0,26-12 0 0 0,-36 21 29 0 0,0 1 0 0 0,0 0 0 0 0,0 0 0 0 0,0 0 0 0 0,1 1 0 0 0,0 1 0 0 0,-1-1 0 0 0,1 1 0 0 0,0 1 0 0 0,-1-1 0 0 0,1 1 0 0 0,0 0 0 0 0,0 1 0 0 0,10 2 0 0 0,-15-2 20 0 0,0 0-1 0 0,-1 0 0 0 0,1 1 1 0 0,0-1-1 0 0,0 1 0 0 0,-1-1 0 0 0,1 1 1 0 0,-1 0-1 0 0,0 0 0 0 0,0 0 1 0 0,1 0-1 0 0,-1 1 0 0 0,0-1 0 0 0,-1 1 1 0 0,1-1-1 0 0,0 1 0 0 0,-1-1 1 0 0,1 1-1 0 0,-1 0 0 0 0,0 0 0 0 0,0 0 1 0 0,1 4-1 0 0,1 7-299 0 0,-1-1 0 0 0,0 1-1 0 0,1 22 1 0 0,-3-25-399 0 0,1-1-275 0 0,0 1 0 0 0,0-1 0 0 0,6 18-1 0 0,-6-24 361 0 0,0 0 0 0 0,1 1 0 0 0,0-1 0 0 0,0 0 0 0 0,0 0-1 0 0,1 0 1 0 0,-1 0 0 0 0,1-1 0 0 0,0 1 0 0 0,0-1-1 0 0,4 4 1 0 0,9 5-3939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49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266 638 2236 0 0,'9'-13'1327'0'0,"-1"-1"-1"0"0,-1 1 1 0 0,0-1-1 0 0,0-1 1 0 0,-1 1-1 0 0,-1-1 1 0 0,-1 0-1 0 0,4-20 1 0 0,-8 35-1303 0 0,0-1 0 0 0,0 0 1 0 0,0 1-1 0 0,0-1 1 0 0,0 0-1 0 0,0 0 0 0 0,0 1 1 0 0,0-1-1 0 0,0 0 0 0 0,-1 0 1 0 0,1 1-1 0 0,0-1 0 0 0,0 0 1 0 0,-1 1-1 0 0,1-1 1 0 0,0 0-1 0 0,-1 1 0 0 0,1-1 1 0 0,-1 1-1 0 0,1-1 0 0 0,-1 0 1 0 0,1 1-1 0 0,-1-1 1 0 0,1 1-1 0 0,-1-1 0 0 0,1 1 1 0 0,-1 0-1 0 0,0-1 0 0 0,1 1 1 0 0,-1 0-1 0 0,0-1 1 0 0,1 1-1 0 0,-1 0 0 0 0,0 0 1 0 0,0-1-1 0 0,-2 1 2 0 0,1-1 0 0 0,0 1-1 0 0,-1 0 1 0 0,1 0 0 0 0,0 0 0 0 0,-1 0 0 0 0,1 0-1 0 0,-5 1 1 0 0,-1 2 1 0 0,-1 1 1 0 0,1-1-1 0 0,0 1 0 0 0,0 1 0 0 0,0-1 1 0 0,1 1-1 0 0,-1 1 0 0 0,-11 10 1 0 0,-4 7 20 0 0,-21 27 1 0 0,37-41-35 0 0,-13 15 27 0 0,2 1 1 0 0,-26 45 0 0 0,36-55 2 0 0,1 0 0 0 0,0 1 0 0 0,1 0 0 0 0,1 0 0 0 0,0 1 0 0 0,-3 23 0 0 0,8-38-16 0 0,-1-1 0 0 0,1 1 0 0 0,-1 0 0 0 0,1 0 0 0 0,0 0 0 0 0,0 0 0 0 0,0-1 0 0 0,0 1 0 0 0,0 0 0 0 0,1 0 0 0 0,-1 0 0 0 0,1 0 0 0 0,-1-1 0 0 0,1 1 0 0 0,-1 0 0 0 0,1-1 0 0 0,0 1 0 0 0,0 0-1 0 0,0-1 1 0 0,0 1 0 0 0,0-1 0 0 0,0 1 0 0 0,0-1 0 0 0,1 0 0 0 0,-1 1 0 0 0,0-1 0 0 0,1 0 0 0 0,-1 0 0 0 0,1 0 0 0 0,-1 0 0 0 0,1 0 0 0 0,0 0 0 0 0,-1 0 0 0 0,1-1 0 0 0,0 1 0 0 0,0-1 0 0 0,-1 1 0 0 0,1-1 0 0 0,0 0 0 0 0,0 1 0 0 0,0-1 0 0 0,2 0 0 0 0,5-1 30 0 0,0 1 1 0 0,0-1 0 0 0,-1 0-1 0 0,1-1 1 0 0,-1 0-1 0 0,1-1 1 0 0,12-5 0 0 0,1-2-67 0 0,-2-1 1 0 0,1-1-1 0 0,-1-2 1 0 0,-1 1-1 0 0,0-2 1 0 0,-1-1-1 0 0,-1 0 0 0 0,28-35 1 0 0,-12 9-94 0 0,-3 0-1 0 0,48-92 1 0 0,-34 37 330 0 0,-4-1 1 0 0,54-206-1 0 0,-92 287-314 0 0,-3 17 83 0 0,1 0 0 0 0,0 0 0 0 0,0 0-1 0 0,-1 0 1 0 0,1 0 0 0 0,0 0 0 0 0,0 0 0 0 0,-1 0-1 0 0,1 0 1 0 0,0 0 0 0 0,-1 0 0 0 0,1 0 0 0 0,0 0-1 0 0,0 0 1 0 0,-1 0 0 0 0,1 0 0 0 0,0 0 0 0 0,0 0-1 0 0,-1 0 1 0 0,1 0 0 0 0,0 0 0 0 0,0 0 0 0 0,-1 0-1 0 0,1 1 1 0 0,0-1 0 0 0,0 0 0 0 0,0 0-1 0 0,-1 0 1 0 0,1 0 0 0 0,0 1 0 0 0,0-1 0 0 0,-1 1-1 0 0,-1 1-2 0 0,-1 1 0 0 0,1 0 0 0 0,-1 0 0 0 0,1 0 0 0 0,0 0-1 0 0,-3 6 1 0 0,-11 33 44 0 0,2 0-1 0 0,-13 68 1 0 0,-5 91 51 0 0,27-168-74 0 0,-11 126 216 0 0,15-137-901 0 0,1 1 0 0 0,1 0 1 0 0,1 0-1 0 0,9 44 1 0 0,-9-60-67 0 0,1 0 1 0 0,-1 0-1 0 0,1 0 1 0 0,0 0 0 0 0,1 0-1 0 0,-1-1 1 0 0,1 0-1 0 0,1 1 1 0 0,6 6 0 0 0,11 8-4497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404 128 52 0 0,'6'-12'1946'0'0,"-1"-1"0"0"0,1 0 1 0 0,-2-1-1 0 0,0 1 0 0 0,-1-1 0 0 0,3-16 0 0 0,-6 29-1914 0 0,0 1-1 0 0,0-1 0 0 0,0 0 0 0 0,0 0 1 0 0,0 1-1 0 0,0-1 0 0 0,-1 0 1 0 0,1 1-1 0 0,0-1 0 0 0,0 0 1 0 0,0 1-1 0 0,-1-1 0 0 0,1 0 0 0 0,0 1 1 0 0,-1-1-1 0 0,1 0 0 0 0,0 1 1 0 0,-1-1-1 0 0,1 1 0 0 0,-1-1 1 0 0,1 1-1 0 0,-1-1 0 0 0,1 1 1 0 0,-1-1-1 0 0,1 1 0 0 0,-1 0 0 0 0,0-1 1 0 0,1 1-1 0 0,-1 0 0 0 0,0-1 1 0 0,-1 1 1 0 0,0-1 1 0 0,0 1-1 0 0,0 0 1 0 0,0 0 0 0 0,0 0-1 0 0,0 1 1 0 0,0-1 0 0 0,0 0-1 0 0,0 1 1 0 0,-4 0-1 0 0,-3 3 18 0 0,1-1-1 0 0,-1 1 0 0 0,-10 7 0 0 0,-14 13 192 0 0,1 0-1 0 0,1 3 1 0 0,1 0 0 0 0,2 2-1 0 0,0 1 1 0 0,3 1-1 0 0,0 2 1 0 0,2 0 0 0 0,-35 68-1 0 0,51-87-162 0 0,0 1-1 0 0,1 0 1 0 0,1 0 0 0 0,0 0-1 0 0,2 0 1 0 0,-1 1-1 0 0,-1 25 1 0 0,5-36-64 0 0,-1 0 1 0 0,1 0-1 0 0,1-1 1 0 0,-1 1-1 0 0,1 0 0 0 0,0 0 1 0 0,0 0-1 0 0,0 0 1 0 0,1-1-1 0 0,-1 1 0 0 0,1-1 1 0 0,1 1-1 0 0,-1-1 1 0 0,0 0-1 0 0,1 0 0 0 0,0 0 1 0 0,0 0-1 0 0,0 0 1 0 0,0-1-1 0 0,1 1 0 0 0,-1-1 1 0 0,1 0-1 0 0,0 0 1 0 0,0 0-1 0 0,0 0 0 0 0,1-1 1 0 0,-1 0-1 0 0,7 3 1 0 0,-1-2-546 0 0,0 0 0 0 0,0 0 0 0 0,0-1 0 0 0,0 0 0 0 0,1-1 0 0 0,14 1 0 0 0,-9-3-1259 0 0,-1 0-1 0 0,1-1 1 0 0,24-5 0 0 0,2-5-3648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17 188 932 0 0,'-15'-60'16086'0'0,"15"58"-15609"0"0,0 1-445 0 0,0 1-1 0 0,0-1 1 0 0,-1 1 0 0 0,1-1 0 0 0,0 1 0 0 0,0-1-1 0 0,0 1 1 0 0,0-1 0 0 0,0 1 0 0 0,0-1-1 0 0,0 1 1 0 0,0-1 0 0 0,0 1 0 0 0,0-1-1 0 0,0 1 1 0 0,0-1 0 0 0,0 1 0 0 0,1-1-1 0 0,-1 1 1 0 0,0-1 0 0 0,0 1 0 0 0,0-1-1 0 0,1 1 1 0 0,-1 0 0 0 0,0-1 0 0 0,1 1 0 0 0,-1-1-1 0 0,0 1 1 0 0,1 0 0 0 0,-1-1 0 0 0,0 1-1 0 0,1 0 1 0 0,-1-1 0 0 0,1 1 0 0 0,-1 0-1 0 0,1 0 1 0 0,-1 0 0 0 0,1-1 0 0 0,138-34 483 0 0,-34 11-3388 0 0,-78 16-1625 0 0,48-21 1 0 0,-48 16-480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0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 1500 0 0,'5'-18'9150'0'0,"-14"84"-8103"0"0,-12 120 765 0 0,18-141-4042 0 0,2 0 1 0 0,6 52 0 0 0,-1-66-2188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241 174 1904 0 0,'-6'-5'1212'0'0,"-16"-9"7735"0"0,11 7-6344 0 0,5-4-1054 0 0,8 10-1535 0 0,-1 0 0 0 0,0 0 0 0 0,0 0 0 0 0,1 0 0 0 0,-1 0-1 0 0,1 0 1 0 0,-1 0 0 0 0,1 1 0 0 0,-1-1 0 0 0,1 0-1 0 0,-1 1 1 0 0,1-1 0 0 0,0 1 0 0 0,-1 0 0 0 0,4-1-1 0 0,23-9 219 0 0,-25 8-233 0 0,-1 0 1 0 0,1 1 0 0 0,-1-1 0 0 0,0-1 0 0 0,0 1 0 0 0,0 0 0 0 0,0 0 0 0 0,0-1 0 0 0,0 1 0 0 0,-1-1 0 0 0,1 1-1 0 0,-1-1 1 0 0,0 0 0 0 0,1 0 0 0 0,-1 0 0 0 0,-1 0 0 0 0,1 1 0 0 0,0-1 0 0 0,-1 0 0 0 0,1 0 0 0 0,-1 0 0 0 0,0 0 0 0 0,0-1-1 0 0,0 1 1 0 0,0 0 0 0 0,-1 0 0 0 0,1 0 0 0 0,-1 0 0 0 0,0 1 0 0 0,0-1 0 0 0,0 0 0 0 0,0 0 0 0 0,0 0 0 0 0,-1 1 0 0 0,1-1-1 0 0,-1 0 1 0 0,0 1 0 0 0,-2-3 0 0 0,3 4-8 0 0,0 0-1 0 0,0 1 0 0 0,0-1 1 0 0,0 0-1 0 0,0 0 1 0 0,0 1-1 0 0,0-1 1 0 0,0 1-1 0 0,-1-1 0 0 0,1 1 1 0 0,0-1-1 0 0,0 1 1 0 0,0 0-1 0 0,-1 0 0 0 0,1-1 1 0 0,0 1-1 0 0,-1 0 1 0 0,1 0-1 0 0,0 0 1 0 0,0 1-1 0 0,-1-1 0 0 0,1 0 1 0 0,0 0-1 0 0,0 1 1 0 0,-1-1-1 0 0,1 0 0 0 0,0 1 1 0 0,0 0-1 0 0,0-1 1 0 0,-2 2-1 0 0,-30 22-55 0 0,12-5 57 0 0,1 2 0 0 0,1 1 0 0 0,1 0 0 0 0,-27 43 0 0 0,34-46 23 0 0,0 0-1 0 0,2 0 1 0 0,0 1 0 0 0,2 0-1 0 0,0 1 1 0 0,1-1 0 0 0,-3 23-1 0 0,8-38 2 0 0,0 0 1 0 0,1 0-1 0 0,0 0 0 0 0,0 0 0 0 0,0 0 0 0 0,0 0 1 0 0,1 0-1 0 0,0 0 0 0 0,0 0 0 0 0,0-1 1 0 0,1 1-1 0 0,-1 0 0 0 0,6 8 0 0 0,-5-9-85 0 0,0-1 0 0 0,1 0-1 0 0,0 0 1 0 0,-1 0 0 0 0,1-1 0 0 0,0 1-1 0 0,0-1 1 0 0,1 0 0 0 0,-1 1 0 0 0,0-2-1 0 0,1 1 1 0 0,-1 0 0 0 0,1-1-1 0 0,0 1 1 0 0,0-1 0 0 0,-1 0 0 0 0,1 0-1 0 0,5 0 1 0 0,3 1-874 0 0,0-1 0 0 0,1-1 0 0 0,0 0 0 0 0,-1 0 0 0 0,1-1 0 0 0,-1-1-1 0 0,1 0 1 0 0,18-6 0 0 0,-2-2-3543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30 148 1596 0 0,'7'-15'2449'0'0,"0"1"1017"0"0,0 0 1 0 0,13-18-1 0 0,-19 31-3439 0 0,-1 1-1 0 0,1-1 1 0 0,0 1-1 0 0,-1-1 1 0 0,1 1 0 0 0,0 0-1 0 0,0-1 1 0 0,-1 1-1 0 0,1 0 1 0 0,0 0-1 0 0,0-1 1 0 0,-1 1 0 0 0,1 0-1 0 0,0 0 1 0 0,0 0-1 0 0,0 0 1 0 0,0 0 0 0 0,-1 0-1 0 0,1 0 1 0 0,0 0-1 0 0,0 1 1 0 0,-1-1 0 0 0,1 0-1 0 0,0 0 1 0 0,1 1-1 0 0,18 8 213 0 0,-19-9-235 0 0,4 3 23 0 0,0 0 0 0 0,-1 1 0 0 0,1-1 0 0 0,-1 1 0 0 0,0-1 0 0 0,0 1 0 0 0,0 1 1 0 0,0-1-1 0 0,-1 0 0 0 0,1 1 0 0 0,-1 0 0 0 0,0 0 0 0 0,-1 0 0 0 0,1 0 0 0 0,-1 0 0 0 0,0 0 0 0 0,0 1 0 0 0,-1-1 0 0 0,0 1 0 0 0,1 8 0 0 0,-1-7 17 0 0,-1 0 0 0 0,0 0 1 0 0,0 1-1 0 0,0-1 0 0 0,-1 0 0 0 0,0 0 0 0 0,-1 0 0 0 0,0 0 0 0 0,0 0 0 0 0,0 0 1 0 0,-1-1-1 0 0,0 1 0 0 0,0-1 0 0 0,-1 1 0 0 0,-6 7 0 0 0,3-3 209 0 0,-1-1 0 0 0,-1-1-1 0 0,1 1 1 0 0,-2-2 0 0 0,1 1-1 0 0,-1-1 1 0 0,0 0 0 0 0,-1-1-1 0 0,0-1 1 0 0,-22 11 0 0 0,30-16-134 0 0,3-1-114 0 0,-1 0 0 0 0,0 0-1 0 0,0 0 1 0 0,1 0 0 0 0,-1 0 0 0 0,0 0 0 0 0,1 0-1 0 0,-1 0 1 0 0,0 0 0 0 0,0 0 0 0 0,1-1-1 0 0,-1 1 1 0 0,0 0 0 0 0,1 0 0 0 0,-1-1 0 0 0,0 1-1 0 0,1 0 1 0 0,-1-1 0 0 0,1 1 0 0 0,-1-1-1 0 0,1 1 1 0 0,-1-1 0 0 0,1 1 0 0 0,-1-1 0 0 0,1 1-1 0 0,-1-1 1 0 0,1 0 0 0 0,-1 0 0 0 0,1 0-21 0 0,0 0 0 0 0,0-1 0 0 0,0 1 1 0 0,0 0-1 0 0,0-1 0 0 0,0 1 0 0 0,0 0 1 0 0,0 0-1 0 0,1-1 0 0 0,-1 1 0 0 0,0 0 1 0 0,1 0-1 0 0,-1 0 0 0 0,2-2 0 0 0,2-4-183 0 0,0 0 0 0 0,1 0-1 0 0,9-12 1 0 0,22-16-529 0 0,2 2 0 0 0,1 1 0 0 0,62-39-1 0 0,50-39-17 0 0,-138 98 725 0 0,-7 8 75 0 0,0-1 1 0 0,0 0 0 0 0,0-1 0 0 0,-1 1 0 0 0,7-10 0 0 0,-11 13-77 0 0,-5 5-8 0 0,0 0 28 0 0,1-1 1 0 0,-1 1-1 0 0,1 1 1 0 0,0-1 0 0 0,0 0-1 0 0,0 1 1 0 0,0-1-1 0 0,1 1 1 0 0,-3 5 0 0 0,1-3 6 0 0,-6 8 35 0 0,1 0 1 0 0,1 1-1 0 0,0 0 0 0 0,1 0 0 0 0,0 1 1 0 0,2 0-1 0 0,-8 32 0 0 0,12-41-20 0 0,0-1 0 0 0,0 0 0 0 0,1 1 0 0 0,0-1 0 0 0,0 0 0 0 0,1 1 0 0 0,-1-1 0 0 0,1 0 0 0 0,1 0 0 0 0,-1 0 0 0 0,1 0 0 0 0,0 0 0 0 0,1 0 0 0 0,-1 0 0 0 0,1 0 0 0 0,0-1 0 0 0,1 1 0 0 0,-1-1 0 0 0,1 0 0 0 0,0 0 0 0 0,0-1 0 0 0,1 1 0 0 0,-1-1 0 0 0,9 6 0 0 0,-3-3-237 0 0,0 0 1 0 0,1-1-1 0 0,0 0 0 0 0,0-1 0 0 0,1 0 0 0 0,0-1 0 0 0,-1 0 1 0 0,1-1-1 0 0,1-1 0 0 0,-1 1 0 0 0,0-2 0 0 0,0 0 1 0 0,1 0-1 0 0,-1-1 0 0 0,1-1 0 0 0,19-3 0 0 0,-18 1-135 0 0,0 0 0 0 0,0-1-1 0 0,-1-1 1 0 0,1 0 0 0 0,-1-1 0 0 0,-1 0-1 0 0,1-1 1 0 0,-1 0 0 0 0,0-1-1 0 0,0 0 1 0 0,-1-1 0 0 0,-1-1 0 0 0,1 1-1 0 0,10-15 1 0 0,-1-1 1250 0 0,32-55 0 0 0,-15 4 3100 0 0,-9 21-677 0 0,-27 53-3186 0 0,2-1 170 0 0,-6 14-176 0 0,-5 22 478 0 0,-16 89 926 0 0,21-102-1394 0 0,1 0 1 0 0,1 0-1 0 0,1 0 1 0 0,3 25-1 0 0,-2-41-100 0 0,0 0 0 0 0,-1 0 0 0 0,2-1 0 0 0,-1 1 0 0 0,0 0 0 0 0,4 5 0 0 0,-4-7-103 0 0,-1-1 0 0 0,1 1 0 0 0,0-1 0 0 0,0 0 0 0 0,0 1 0 0 0,1-1 0 0 0,-1 0 0 0 0,0 0 0 0 0,0 0 1 0 0,1 0-1 0 0,-1 0 0 0 0,0 0 0 0 0,1 0 0 0 0,-1 0 0 0 0,1-1 0 0 0,-1 1 0 0 0,1-1 0 0 0,-1 1 0 0 0,1-1 0 0 0,3 1 0 0 0,0-1-427 0 0,0 0 0 0 0,1 0 0 0 0,-1-1 0 0 0,0 0 0 0 0,0 0 0 0 0,10-3 0 0 0,-9 2-658 0 0,0 0 0 0 0,0-1 1 0 0,0 0-1 0 0,0-1 0 0 0,9-6 0 0 0,5-7-4664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2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87 616 0 0,'-68'-75'9592'0'0,"67"74"-9587"0"0,1 0 0 0 0,-1 0 0 0 0,0 0-1 0 0,1 1 1 0 0,-1-1 0 0 0,0 0 0 0 0,0 1-1 0 0,1-1 1 0 0,-1 0 0 0 0,0 1 0 0 0,0-1-1 0 0,0 1 1 0 0,0-1 0 0 0,0 1 0 0 0,0-1-1 0 0,0 1 1 0 0,0 0 0 0 0,0 0 0 0 0,0-1-1 0 0,0 1 1 0 0,0 0 0 0 0,0 0 0 0 0,0 0-1 0 0,0 0 1 0 0,0 0 0 0 0,0 0 0 0 0,-1 1 0 0 0,1-1-1 0 0,0 0 1 0 0,0 0 0 0 0,0 1 0 0 0,0-1-1 0 0,0 1 1 0 0,0-1 0 0 0,1 1 0 0 0,-1-1-1 0 0,0 1 1 0 0,0-1 0 0 0,0 1 0 0 0,0 0-1 0 0,1-1 1 0 0,-1 1 0 0 0,0 0 0 0 0,1 0-1 0 0,-1 0 1 0 0,0 0 0 0 0,1 0 0 0 0,-1 0-1 0 0,1-1 1 0 0,-1 1 0 0 0,1 0 0 0 0,0 0-1 0 0,-1 2 1 0 0,-2 4-957 0 0,1 0-1 0 0,-1 0 0 0 0,2 1 1 0 0,-1-1-1 0 0,-1 15 1 0 0,3-8-1394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29 2884 0 0,'3'0'2356'0'0,"2"-1"-1285"0"0,0 0-1 0 0,0-1 1 0 0,0 1 0 0 0,0-1 0 0 0,-1 0 0 0 0,1 0 0 0 0,0 0-1 0 0,-1-1 1 0 0,6-3 0 0 0,-10 6-1048 0 0,0 0 0 0 0,0 0-1 0 0,0 0 1 0 0,0 0 0 0 0,0 0-1 0 0,0 0 1 0 0,1 0 0 0 0,-1-1 0 0 0,0 1-1 0 0,0 0 1 0 0,0 0 0 0 0,0 0-1 0 0,0 0 1 0 0,0 0 0 0 0,1 0 0 0 0,-1 0-1 0 0,0 0 1 0 0,0 0 0 0 0,0 0-1 0 0,0 0 1 0 0,0 0 0 0 0,0-1-1 0 0,0 1 1 0 0,0 0 0 0 0,1 0 0 0 0,-1 0-1 0 0,0 0 1 0 0,0 0 0 0 0,0 0-1 0 0,0 0 1 0 0,0-1 0 0 0,0 1 0 0 0,0 0-1 0 0,0 0 1 0 0,0 0 0 0 0,0 0-1 0 0,0 0 1 0 0,0 0 0 0 0,0-1 0 0 0,0 1-1 0 0,0 0 1 0 0,0 0 0 0 0,0 0-1 0 0,0 0 1 0 0,0 0 0 0 0,0-1 0 0 0,0 1-1 0 0,0 0 1 0 0,0 0 0 0 0,0 0-1 0 0,0 0 1 0 0,0 0 0 0 0,-1 0 0 0 0,1 0-1 0 0,0-1 1 0 0,0 1 0 0 0,0 0-1 0 0,0 0 1 0 0,0 0 0 0 0,0 0 0 0 0,0 0-1 0 0,0 0 1 0 0,-1 0 0 0 0,1 0-1 0 0,-14-1 390 0 0,-17 7-327 0 0,20-3-68 0 0,0 1 1 0 0,0 0-1 0 0,1 0 0 0 0,0 1 0 0 0,-17 11 1 0 0,22-12-23 0 0,0-1 1 0 0,0 1 0 0 0,0 1 0 0 0,0-1 0 0 0,1 1-1 0 0,0-1 1 0 0,0 1 0 0 0,0 1 0 0 0,0-1 0 0 0,1 0-1 0 0,-4 9 1 0 0,7-12 6 0 0,-1 0 0 0 0,1-1 0 0 0,0 1 0 0 0,0 0 0 0 0,0 0 0 0 0,0 0 0 0 0,0-1-1 0 0,0 1 1 0 0,1 0 0 0 0,-1 0 0 0 0,0-1 0 0 0,1 1 0 0 0,0 0 0 0 0,-1 0 0 0 0,1-1 0 0 0,0 1-1 0 0,0-1 1 0 0,0 1 0 0 0,0-1 0 0 0,0 1 0 0 0,0-1 0 0 0,0 0 0 0 0,2 2 0 0 0,32 28 37 0 0,-32-29-38 0 0,76 52 19 0 0,-54-40-15 0 0,-2 2 0 0 0,0 1-1 0 0,23 22 1 0 0,-45-39 28 0 0,0 1-1 0 0,-1 0 1 0 0,0-1-1 0 0,1 1 1 0 0,-1 0 0 0 0,1 0-1 0 0,-1-1 1 0 0,0 1 0 0 0,0 0-1 0 0,1 0 1 0 0,-1-1-1 0 0,0 1 1 0 0,0 0 0 0 0,0 0-1 0 0,0 0 1 0 0,0-1-1 0 0,0 1 1 0 0,0 0 0 0 0,0 0-1 0 0,0 0 1 0 0,0-1 0 0 0,0 1-1 0 0,-1 0 1 0 0,1 0-1 0 0,0-1 1 0 0,-1 1 0 0 0,1 0-1 0 0,0 0 1 0 0,-1-1-1 0 0,0 2 1 0 0,-17 17 786 0 0,10-14-683 0 0,-1 0 0 0 0,1 0 0 0 0,-1-1 0 0 0,1-1 0 0 0,-1 0 0 0 0,0 0-1 0 0,-19 3 1 0 0,-67 4 245 0 0,90-9-577 0 0,1-1 0 0 0,0 0 0 0 0,-1-1 0 0 0,1 1 0 0 0,-1-1 0 0 0,1 1 0 0 0,0-1-1 0 0,-1-1 1 0 0,1 1 0 0 0,-6-3 0 0 0,9 3-93 0 0,-1 0 0 0 0,1 0 0 0 0,-1 0 0 0 0,1 0 0 0 0,0 0 0 0 0,0-1 0 0 0,-1 1 0 0 0,1 0 0 0 0,0-1 0 0 0,0 1 0 0 0,0 0 0 0 0,0-1 0 0 0,1 1 0 0 0,-1-1 0 0 0,0 0 0 0 0,1 1 0 0 0,-1-1 0 0 0,1 0 0 0 0,-1 1 0 0 0,1-1 1 0 0,0 0-1 0 0,-1 1 0 0 0,1-1 0 0 0,0 0 0 0 0,0 0 0 0 0,1 1 0 0 0,-1-1 0 0 0,1-2 0 0 0,2-13-3276 0 0,6-3-1326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40 131 2272 0 0,'37'-128'13826'0'0,"-36"126"-13362"0"0,-1 20-122 0 0,-10 390 5916 0 0,-38-4-5324 0 0,44-385-888 0 0,-8 54-1390 0 0,10-57-477 0 0,0 0 0 0 0,2 24 0 0 0,0-38 1130 0 0,1 0 1 0 0,-1 0-1 0 0,1 0 0 0 0,-1-1 1 0 0,1 1-1 0 0,0 0 0 0 0,-1-1 1 0 0,1 1-1 0 0,4 4-1381 0 0,-5-5 1882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194 121 628 0 0,'-79'-34'8123'0'0,"-21"-7"-135"0"0,99 41-7956 0 0,0 0-1 0 0,1 0 1 0 0,-1-1 0 0 0,0 1 0 0 0,1 0 0 0 0,-1 0-1 0 0,0-1 1 0 0,1 1 0 0 0,-1 0 0 0 0,0-1 0 0 0,1 1-1 0 0,-1-1 1 0 0,0 1 0 0 0,1 0 0 0 0,-1-1 0 0 0,1 0-1 0 0,-1 1 1 0 0,1-1 0 0 0,-1 1 0 0 0,1-1 0 0 0,-1 0-1 0 0,1 1 1 0 0,-1-2 0 0 0,2 2-19 0 0,-1-1 0 0 0,0 1 0 0 0,0-1 0 0 0,0 0-1 0 0,1 1 1 0 0,-1-1 0 0 0,0 1 0 0 0,1-1 0 0 0,-1 1 0 0 0,1-1 0 0 0,-1 1 0 0 0,0-1-1 0 0,1 1 1 0 0,-1 0 0 0 0,1-1 0 0 0,-1 1 0 0 0,1 0 0 0 0,-1-1 0 0 0,1 1 0 0 0,1-1 0 0 0,33-11-314 0 0,-17 8-1237 0 0,0 1 0 0 0,30-1 0 0 0,9 3-4911 0 0,-32 1 2444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32 1936 0 0,'14'-27'15116'0'0,"-15"27"-15043"0"0,1-1 0 0 0,-1 1 1 0 0,1-1-1 0 0,-1 1 1 0 0,1 0-1 0 0,-1-1 0 0 0,1 1 1 0 0,-1 0-1 0 0,0 0 1 0 0,1-1-1 0 0,-1 1 0 0 0,1 0 1 0 0,-1 0-1 0 0,0 0 1 0 0,1 0-1 0 0,-1 0 0 0 0,1 0 1 0 0,-1 0-1 0 0,0 0 1 0 0,1 0-1 0 0,-1 0 0 0 0,0 0 1 0 0,-25 11 88 0 0,0 1 0 0 0,1 1 0 0 0,1 1 0 0 0,0 1 0 0 0,1 1 0 0 0,1 1 0 0 0,1 1 0 0 0,0 1 0 0 0,-20 25 1 0 0,38-42-157 0 0,1 1 1 0 0,0 0 0 0 0,0 0-1 0 0,0 0 1 0 0,0 0 0 0 0,1 0-1 0 0,-1 0 1 0 0,1 1 0 0 0,0-1-1 0 0,0 0 1 0 0,-1 6 0 0 0,2-8-5 0 0,1 0 1 0 0,-1 1-1 0 0,1-1 1 0 0,-1 0 0 0 0,1 1-1 0 0,0-1 1 0 0,-1 0-1 0 0,1 0 1 0 0,0 0-1 0 0,0 0 1 0 0,0 0 0 0 0,0 0-1 0 0,0 0 1 0 0,0 0-1 0 0,0 0 1 0 0,1 0 0 0 0,1 1-1 0 0,-2-2 0 0 0,12 10-24 0 0,0-1 0 0 0,29 13 0 0 0,-3-1-12 0 0,-34-18 28 0 0,1 1 1 0 0,0 0-1 0 0,-1 0 1 0 0,0 1-1 0 0,0 0 1 0 0,0 0-1 0 0,-1 0 1 0 0,1 0-1 0 0,-1 1 1 0 0,0-1-1 0 0,5 13 1 0 0,-8-17 11 0 0,-1 0 0 0 0,0 0 0 0 0,0 0 0 0 0,0 0 0 0 0,0 0 0 0 0,0 0 1 0 0,-1 0-1 0 0,1 0 0 0 0,0 0 0 0 0,0 0 0 0 0,-1 0 0 0 0,1 0 0 0 0,0 0 1 0 0,-1 0-1 0 0,1 0 0 0 0,-1 0 0 0 0,1 0 0 0 0,-1-1 0 0 0,0 1 1 0 0,-1 1-1 0 0,-13 12 65 0 0,7-9-54 0 0,0 0 1 0 0,-1-1-1 0 0,1 0 1 0 0,-1-1-1 0 0,0 0 1 0 0,0 0 0 0 0,-1-1-1 0 0,1 0 1 0 0,0-1-1 0 0,-13 1 1 0 0,5-1-1134 0 0,1-2 1 0 0,-1 0-1 0 0,0 0 0 0 0,-30-8 0 0 0,6-5-6531 0 0,29 8 2561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84 4432 0 0,'-8'-15'4821'0'0,"-1"3"-1369"0"0,4 2-816 0 0,0 1 329 0 0,-2-3-2169 0 0,2 4-284 0 0,0-2-844 0 0,0 3-2024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84 1080 0 0,'5'-11'8202'0'0,"-5"7"-7608"0"0,0 1 0 0 0,0-1 1 0 0,-1 0-1 0 0,1 0 1 0 0,-1 0-1 0 0,0 0 1 0 0,0 0-1 0 0,0 1 0 0 0,0-1 1 0 0,-1 0-1 0 0,-4-6 1 0 0,5 8-536 0 0,0 1 1 0 0,-1-1-1 0 0,0 0 1 0 0,1 1 0 0 0,-1 0-1 0 0,0-1 1 0 0,0 1-1 0 0,1 0 1 0 0,-1 0 0 0 0,0 0-1 0 0,0 0 1 0 0,-1 0-1 0 0,1 0 1 0 0,0 1 0 0 0,0-1-1 0 0,0 1 1 0 0,0-1-1 0 0,-1 1 1 0 0,1 0 0 0 0,0 0-1 0 0,0 0 1 0 0,0 0-1 0 0,-3 1 1 0 0,-3 0-46 0 0,0 0 1 0 0,1 1-1 0 0,-1 1 1 0 0,1-1-1 0 0,0 1 1 0 0,0 0-1 0 0,0 1 1 0 0,0-1-1 0 0,-8 7 1 0 0,-6 6 9 0 0,-26 24 1 0 0,14-9-3 0 0,2 1 1 0 0,1 2-1 0 0,-45 64 0 0 0,60-74-27 0 0,0 1-1 0 0,2 0 0 0 0,0 1 1 0 0,2 0-1 0 0,1 1 1 0 0,1 0-1 0 0,-5 29 1 0 0,12-44 5 0 0,0-1 0 0 0,1 0 0 0 0,0 1 0 0 0,1-1 0 0 0,0 1 0 0 0,1-1-1 0 0,0 1 1 0 0,1-1 0 0 0,5 20 0 0 0,-5-27 9 0 0,0 1 0 0 0,0-1-1 0 0,0 0 1 0 0,0 0-1 0 0,0 0 1 0 0,1 0 0 0 0,0 0-1 0 0,0-1 1 0 0,0 1-1 0 0,0-1 1 0 0,1 0 0 0 0,-1 0-1 0 0,1 0 1 0 0,0 0-1 0 0,-1-1 1 0 0,1 1 0 0 0,1-1-1 0 0,-1 0 1 0 0,0-1-1 0 0,0 1 1 0 0,1 0 0 0 0,-1-1-1 0 0,1 0 1 0 0,-1 0-1 0 0,1-1 1 0 0,8 1 0 0 0,12-1 85 0 0,1 0 0 0 0,-1-2 1 0 0,0-1-1 0 0,48-11 1 0 0,-71 13-78 0 0,2 0 77 0 0,-3 0-530 0 0,1 1 1 0 0,-1-1-1 0 0,1 1 1 0 0,-1-1 0 0 0,1 0-1 0 0,-1 1 1 0 0,0-1-1 0 0,1 0 1 0 0,-1 0 0 0 0,0 0-1 0 0,3-2 1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48 114 2904 0 0,'-10'-12'4270'0'0,"1"0"0"0"0,-12-24 0 0 0,20 35-3952 0 0,-2-3-4 0 0,3 4-275 0 0,0 0 0 0 0,0 0 0 0 0,0 0 0 0 0,-1 0 0 0 0,1 0 0 0 0,0 0 0 0 0,0-1 0 0 0,0 1-1 0 0,0 0 1 0 0,-1 0 0 0 0,1 0 0 0 0,0 0 0 0 0,0 0 0 0 0,0-1 0 0 0,0 1 0 0 0,0 0 0 0 0,0 0 0 0 0,-1 0 0 0 0,1-1-1 0 0,0 1 1 0 0,0 0 0 0 0,0 0 0 0 0,0 0 0 0 0,0-1 0 0 0,0 1 0 0 0,0 0 0 0 0,0 0 0 0 0,0 0 0 0 0,0-1 0 0 0,0 1-1 0 0,0 0 1 0 0,0 0 0 0 0,0 0 0 0 0,0-1 0 0 0,0 1 0 0 0,2-2 60 0 0,0 1-1 0 0,1 0 1 0 0,-1-1 0 0 0,0 1 0 0 0,0 0-1 0 0,1 0 1 0 0,-1 1 0 0 0,0-1 0 0 0,1 0-1 0 0,-1 1 1 0 0,1-1 0 0 0,4 1-1 0 0,40-3 244 0 0,-33 2-235 0 0,-12 1-116 0 0,118-8-1074 0 0,-40-6-8694 0 0,-63 9 3571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6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66 744 0 0,'0'-17'6758'0'0,"7"-20"2147"0"0,-6 25-5920 0 0,3 25-2859 0 0,0 0 0 0 0,-1-1 1 0 0,0 2-1 0 0,-1-1 0 0 0,1 24 1 0 0,-4 73 113 0 0,1-90-179 0 0,-1 4-449 0 0,-1 58-2587 0 0,6-27-5145 0 0,0-36 1556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58 1500 0 0,'-88'-3'13366'0'0,"84"3"-12572"0"0,-12 0 2120 0 0,7-1-2449 0 0,9-1-167 0 0,16-3-58 0 0,30-4-194 0 0,-44 8-15 0 0,136-23-761 0 0,-92 18-2371 0 0,0 1-3608 0 0,-28 3-1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1 244 0 0,'-35'23'5862'0'0,"24"-14"-3093"0"0,-2-1 0 0 0,-25 12 0 0 0,36-19-2572 0 0,0 1-1 0 0,0-1 1 0 0,-1 0-1 0 0,1 1 1 0 0,0-1 0 0 0,1 1-1 0 0,-1-1 1 0 0,0 1-1 0 0,0 0 1 0 0,1 0-1 0 0,-1 0 1 0 0,1 0-1 0 0,-3 4 1 0 0,4-6-180 0 0,0 1 0 0 0,0-1-1 0 0,0 1 1 0 0,0-1 0 0 0,0 1 0 0 0,0-1 0 0 0,0 0 0 0 0,0 1-1 0 0,1-1 1 0 0,-1 1 0 0 0,0-1 0 0 0,0 1 0 0 0,0-1 0 0 0,0 1-1 0 0,1-1 1 0 0,-1 0 0 0 0,0 1 0 0 0,1-1 0 0 0,-1 1 0 0 0,0-1-1 0 0,1 0 1 0 0,-1 1 0 0 0,0-1 0 0 0,1 0 0 0 0,-1 1 0 0 0,1-1-1 0 0,-1 0 1 0 0,0 0 0 0 0,1 0 0 0 0,-1 1 0 0 0,1-1 0 0 0,-1 0-1 0 0,1 0 1 0 0,-1 0 0 0 0,1 0 0 0 0,0 0 0 0 0,18 4 185 0 0,16-1-277 0 0,0-3-1 0 0,1 0 0 0 0,56-10 1 0 0,8-9-2682 0 0,-4-6-3375 0 0,-39 9-263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47 640 0 0,'32'-36'18746'0'0,"-31"35"-18325"0"0,0 0 0 0 0,0 0 0 0 0,0 0 0 0 0,0 0 1 0 0,1 0-1 0 0,-1 0 0 0 0,0 0 0 0 0,1 0 0 0 0,2 0 0 0 0,-3 3-348 0 0,0 0-1 0 0,0 0 0 0 0,0 0 0 0 0,0 1 0 0 0,0-1 1 0 0,-1 1-1 0 0,1-1 0 0 0,-1 0 0 0 0,1 1 0 0 0,-1-1 0 0 0,0 1 1 0 0,0-1-1 0 0,-1 5 0 0 0,-3 42 699 0 0,3-36-599 0 0,-57 354 1992 0 0,12-99-1726 0 0,23 19-183 0 0,19-223-128 0 0,-2 28-479 0 0,6-81-1961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8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5 2440 0 0,'-155'53'17565'0'0,"169"-50"-16728"0"0,22-2-353 0 0,226-17 751 0 0,-53 2-1016 0 0,425-11 287 0 0,-593 23-758 0 0,15 0-231 0 0,-37-1-4141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8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51 1932 0 0,'3'-26'9430'0'0,"-3"20"-6893"0"0,1-12 3011 0 0,0 28-4893 0 0,1 34 1527 0 0,-3 0-1 0 0,-7 57 1 0 0,1-29-1211 0 0,-45 485 3834 0 0,34-429-4461 0 0,15-114-344 0 0,0-1 0 0 0,3-2 0 0 0,-2 5-2312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261 110 3432 0 0,'9'-12'3331'0'0,"0"-2"-1"0"0,-1 1 0 0 0,0-1 1 0 0,-1 0-1 0 0,5-17 0 0 0,-11 28-2083 0 0,-1 3-1217 0 0,1 0 0 0 0,-1-1-1 0 0,0 1 1 0 0,0 0-1 0 0,0 0 1 0 0,0-1-1 0 0,0 1 1 0 0,0 0 0 0 0,0 0-1 0 0,0-1 1 0 0,0 1-1 0 0,0 0 1 0 0,0-1-1 0 0,0 1 1 0 0,0 0 0 0 0,0 0-1 0 0,0-1 1 0 0,0 1-1 0 0,0 0 1 0 0,0 0-1 0 0,0-1 1 0 0,0 1 0 0 0,0 0-1 0 0,0 0 1 0 0,-1-1-1 0 0,1 1 1 0 0,0 0-1 0 0,0-1 1 0 0,-3 1 10 0 0,-1 0 0 0 0,1 0 0 0 0,0 0 0 0 0,0 0 0 0 0,0 1 0 0 0,0-1 0 0 0,0 1 0 0 0,0 0 0 0 0,0 0 1 0 0,0 0-1 0 0,0 0 0 0 0,0 0 0 0 0,0 1 0 0 0,1-1 0 0 0,-1 1 0 0 0,-4 3 0 0 0,-45 39 61 0 0,44-36-51 0 0,-19 17-68 0 0,1 1 0 0 0,1 2 0 0 0,-25 35 0 0 0,40-50 15 0 0,2 1 1 0 0,-1 1-1 0 0,2-1 0 0 0,-1 1 0 0 0,2 1 0 0 0,0-1 0 0 0,1 1 0 0 0,1 0 0 0 0,-4 25 0 0 0,8-36 10 0 0,-1 0 1 0 0,1 0-1 0 0,0 0 1 0 0,0 0-1 0 0,1 0 1 0 0,0 0-1 0 0,-1 0 1 0 0,2 0-1 0 0,-1 0 0 0 0,0 0 1 0 0,1-1-1 0 0,0 1 1 0 0,0 0-1 0 0,1-1 1 0 0,-1 1-1 0 0,1-1 1 0 0,5 6-1 0 0,-3-5 12 0 0,0 0-1 0 0,0-1 1 0 0,1 1 0 0 0,0-1-1 0 0,0 0 1 0 0,0-1-1 0 0,1 0 1 0 0,-1 0-1 0 0,1 0 1 0 0,-1 0 0 0 0,14 2-1 0 0,-7-2 48 0 0,1-1-1 0 0,-1 0 1 0 0,24 1 0 0 0,-34-3-45 0 0,16 0-29 0 0,2-5-1614 0 0,-19 5 777 0 0,17-11-3964 0 0,7-7-5216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8:5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65 223 92 0 0,'11'-182'24735'0'0,"-10"145"-19922"0"0,0 34-3503 0 0,-1 23-708 0 0,-19 614 613 0 0,-19-278-1215 0 0,27-285 0 0 0,10-58 0 0 0,-1-2 0 0 0,2-1 0 0 0,0-10-16 0 0,0 0 0 0 0,0 1 0 0 0,0-1 1 0 0,0 0-1 0 0,0 0 0 0 0,0 0 0 0 0,0 0 0 0 0,0 0 0 0 0,0 1 1 0 0,0-1-1 0 0,0 0 0 0 0,0 0 0 0 0,0 0 0 0 0,0 0 0 0 0,0 1 1 0 0,0-1-1 0 0,0 0 0 0 0,0 0 0 0 0,0 0 0 0 0,0 0 0 0 0,0 0 0 0 0,0 1 1 0 0,0-1-1 0 0,0 0 0 0 0,0 0 0 0 0,0 0 0 0 0,0 0 0 0 0,0 1 1 0 0,0-1-1 0 0,0 0 0 0 0,-1 0 0 0 0,1 0 0 0 0,0 0 0 0 0,0 0 1 0 0,0 0-1 0 0,0 0 0 0 0,0 1 0 0 0,0-1 0 0 0,-1 0 0 0 0,1 0 1 0 0,0 0-1 0 0,0 0 0 0 0,0 0 0 0 0,0 0 0 0 0,0 0 0 0 0,-1 0 0 0 0,1 0 1 0 0,0 0-1 0 0,0 0 0 0 0,0 0 0 0 0,0 0 0 0 0,-1 0 0 0 0,1 0 1 0 0,0 0-1 0 0,0 0 0 0 0,0 0 0 0 0,-2-8-2002 0 0,17-35-9844 0 0,-7 23 4349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3244 0 0,'100'-10'16856'0'0,"-58"5"-13003"0"0,-40 5-3642 0 0,18-2-2662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678 108 1736 0 0,'6'-8'4843'0'0,"-4"6"-4183"0"0,0-1 0 0 0,0 0-1 0 0,0 0 1 0 0,-1 1 0 0 0,1-1 0 0 0,-1 0 0 0 0,0 0 0 0 0,0-1 0 0 0,0 1 0 0 0,0 0 0 0 0,0 0 0 0 0,-1-5 0 0 0,1 6-160 0 0,-1 0-301 0 0,0-1 0 0 0,1 1-1 0 0,-1-1 1 0 0,0 1 0 0 0,-1-1 0 0 0,1 1-1 0 0,0-1 1 0 0,-1 1 0 0 0,1-1-1 0 0,-1 1 1 0 0,0-1 0 0 0,-1-2 0 0 0,0 3-177 0 0,-1 0 1 0 0,1 0 0 0 0,-1 1 0 0 0,1-1-1 0 0,-1 0 1 0 0,0 1 0 0 0,0 0 0 0 0,0 0-1 0 0,0 0 1 0 0,0 0 0 0 0,0 0 0 0 0,0 0-1 0 0,-6 0 1 0 0,1 1-9 0 0,0 0 1 0 0,0 0-1 0 0,0 0 0 0 0,0 1 0 0 0,-9 3 1 0 0,-4 1-15 0 0,0 2-1 0 0,0 0 1 0 0,-23 12 0 0 0,2 3 10 0 0,0 2 0 0 0,2 1-1 0 0,1 2 1 0 0,1 2 0 0 0,1 2-1 0 0,2 1 1 0 0,1 1 0 0 0,2 2 0 0 0,-52 74-1 0 0,75-95-9 0 0,1 0-1 0 0,0 0 0 0 0,1 0 1 0 0,1 1-1 0 0,0 0 0 0 0,1 0 1 0 0,0 1-1 0 0,2-1 0 0 0,-4 28 1 0 0,7-36 6 0 0,0-1 1 0 0,0 1-1 0 0,0-1 1 0 0,1 1-1 0 0,0-1 1 0 0,0 1-1 0 0,0-1 1 0 0,1 0-1 0 0,0 1 1 0 0,1-1-1 0 0,-1 0 1 0 0,1 0-1 0 0,0-1 1 0 0,0 1-1 0 0,1-1 1 0 0,0 1-1 0 0,0-1 1 0 0,0 0-1 0 0,1 0 1 0 0,-1-1-1 0 0,1 0 1 0 0,0 1-1 0 0,1-1 1 0 0,-1-1-1 0 0,0 1 1 0 0,10 3-1 0 0,0-1 51 0 0,2-1 1 0 0,-1 0-1 0 0,0-1 0 0 0,1-1 0 0 0,0-1 0 0 0,30 1 1 0 0,-18-1 333 0 0,7 0 644 0 0,-33-2-858 0 0,15 0 275 0 0,-6 1-354 0 0,-2-2 26 0 0,0-1-1911 0 0,0 0-1 0 0,0 0 1 0 0,0-1-1 0 0,0-1 1 0 0,0 0-1 0 0,16-9 1 0 0,-18 10 189 0 0,12-6-3477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5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1 127 600 0 0,'4'-12'8944'0'0,"7"-20"2952"0"0,-11 30-11292 0 0,3 1-472 0 0,23-8-6 0 0,0 0 1 0 0,1 2-1 0 0,41-5 0 0 0,2-1-53 0 0,-40 7-294 0 0,46-11-1819 0 0,-28 10-6316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10 436 0 0,'-163'82'20034'0'0,"168"-84"-19941"0"0,1 0-1 0 0,-1 1 1 0 0,1 0 0 0 0,9-1-1 0 0,6-1-4 0 0,188-33 311 0 0,-58 11-6601 0 0,-108 12-655 0 0,-23 6 900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90 1772 0 0,'19'-17'7776'0'0,"-17"15"-7051"0"0,0 0 0 0 0,0 0 1 0 0,0-1-1 0 0,-1 1 0 0 0,1-1 1 0 0,2-5-1 0 0,2-2 821 0 0,-5 8-973 0 0,-1 1-487 0 0,1 0-1 0 0,-1 1 0 0 0,0-1 0 0 0,1 0 1 0 0,-1 0-1 0 0,0 1 0 0 0,0-1 1 0 0,0 0-1 0 0,0 0 0 0 0,0 0 1 0 0,0 1-1 0 0,0-1 0 0 0,0 0 1 0 0,0 0-1 0 0,0 0 0 0 0,0 1 1 0 0,0-1-1 0 0,0 0 0 0 0,-1 0 1 0 0,1 0-1 0 0,0 1 0 0 0,-1-1 0 0 0,1 0 1 0 0,0 1-1 0 0,-1-1 0 0 0,0-1 1 0 0,-5-1-11 0 0,-1 1 1 0 0,1-1 0 0 0,-1 1 0 0 0,1 0-1 0 0,-1 1 1 0 0,0-1 0 0 0,1 1 0 0 0,-1 1-1 0 0,0-1 1 0 0,-14 2 0 0 0,-6 2 34 0 0,-40 8 0 0 0,40-6-80 0 0,17-2-26 0 0,-1-1 0 0 0,0 1 0 0 0,1 0 0 0 0,0 1-1 0 0,0 1 1 0 0,0-1 0 0 0,0 2 0 0 0,1-1 0 0 0,-9 8 0 0 0,12-8-2 0 0,0 0 0 0 0,0 1 0 0 0,1-1 0 0 0,0 1 0 0 0,0 0 0 0 0,0 1 0 0 0,1-1 0 0 0,0 1 0 0 0,0 0 0 0 0,1 0 0 0 0,0 0 0 0 0,0 0 0 0 0,-2 11 0 0 0,0 7 154 0 0,1 0 1 0 0,1 1-1 0 0,1-1 0 0 0,2 44 1 0 0,19 104 961 0 0,-12-122-993 0 0,28 307 956 0 0,-23-225-1000 0 0,-6-62 2 0 0,-2 0 0 0 0,-4 0 0 0 0,-11 92 0 0 0,-62 216 35 0 0,45-276 177 0 0,-54 228 401 0 0,61-236-15 0 0,-15 76 723 0 0,10-17-332 0 0,-8 155 898 0 0,22-127-1620 0 0,10-128-349 0 0,2-19 92 0 0,0-33-61 0 0,0 0 45 0 0,0-1-72 0 0,0-1-1 0 0,0 0 0 0 0,-1 1 1 0 0,1-1-1 0 0,0 0 1 0 0,0 1-1 0 0,0-1 0 0 0,0 0 1 0 0,0 1-1 0 0,0-1 1 0 0,0 0-1 0 0,0 0 0 0 0,0 1 1 0 0,0-1-1 0 0,1 0 1 0 0,-1 1-1 0 0,0-1 0 0 0,0 0 1 0 0,0 1-1 0 0,0-1 1 0 0,0 0-1 0 0,0 0 0 0 0,1 1 1 0 0,-1-1-1 0 0,0 0 1 0 0,0 0-1 0 0,1 1 0 0 0,3 0 9 0 0,0 0-1 0 0,1 0 0 0 0,-1 0 0 0 0,0-1 0 0 0,1 1 0 0 0,-1-1 0 0 0,1 0 0 0 0,-1-1 1 0 0,5 0-1 0 0,49-9-88 0 0,-29 4-74 0 0,497-69-7280 0 0,-253 39-3881 0 0,-185 23 1931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3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90 1484 0 0,'-10'6'11883'0'0,"42"-16"-6790"0"0,48-9-5259 0 0,-41 10 502 0 0,196-34-1275 0 0,-158 31-4460 0 0,-74 11 3978 0 0,10 0-3335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3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30 1980 0 0,'-33'-15'8357'0'0,"5"2"-4785"0"0,26 12-3156 0 0,-15 1 375 0 0,14 2-739 0 0,-1 1 0 0 0,1 0 0 0 0,-1 0 0 0 0,1 0 0 0 0,0 0 0 0 0,0 1 0 0 0,1-1 1 0 0,-1 1-1 0 0,1 0 0 0 0,-4 6 0 0 0,-18 47 166 0 0,15-32-140 0 0,2-9-45 0 0,2 0 1 0 0,0 1-1 0 0,1-1 1 0 0,1 1-1 0 0,0 0 1 0 0,1 0 0 0 0,1 0-1 0 0,0 0 1 0 0,3 20-1 0 0,-2-36-11 0 0,0 1 1 0 0,0 0-1 0 0,1 0 0 0 0,-1-1 0 0 0,0 1 1 0 0,1 0-1 0 0,-1-1 0 0 0,1 1 0 0 0,0 0 0 0 0,0-1 1 0 0,0 1-1 0 0,-1-1 0 0 0,1 1 0 0 0,0-1 1 0 0,1 1-1 0 0,-1-1 0 0 0,0 0 0 0 0,0 0 1 0 0,1 1-1 0 0,-1-1 0 0 0,0 0 0 0 0,1 0 1 0 0,-1 0-1 0 0,1-1 0 0 0,3 2 0 0 0,9 0 28 0 0,0-2 0 0 0,1 0-1 0 0,-1 0 1 0 0,1-2 0 0 0,16-3-1 0 0,43-2-27 0 0,-61 7-29 0 0,1 1 0 0 0,0 0 0 0 0,-1 2-1 0 0,1-1 1 0 0,-1 1 0 0 0,0 1 0 0 0,0 0-1 0 0,21 11 1 0 0,-28-12 25 0 0,0 0 0 0 0,0 0 0 0 0,-1 1 0 0 0,0 0 0 0 0,1 0 0 0 0,-1 0 0 0 0,-1 0 0 0 0,1 1 0 0 0,-1 0 0 0 0,0 0 0 0 0,0 0 0 0 0,0 1 0 0 0,-1-1 0 0 0,0 1 0 0 0,0 0-1 0 0,0 0 1 0 0,0 0 0 0 0,-1 0 0 0 0,0 0 0 0 0,1 9 0 0 0,-3-8 85 0 0,0 0-1 0 0,0 0 0 0 0,0 0 0 0 0,-1-1 1 0 0,0 1-1 0 0,0 0 0 0 0,-1 0 1 0 0,0-1-1 0 0,0 1 0 0 0,-1-1 1 0 0,0 0-1 0 0,0 0 0 0 0,0 0 1 0 0,0 0-1 0 0,-1 0 0 0 0,0 0 0 0 0,-9 8 1 0 0,5-5 80 0 0,-1 0-1 0 0,-1 0 1 0 0,1-1 0 0 0,-2-1 0 0 0,1 1 0 0 0,-1-1 0 0 0,0-1-1 0 0,-20 9 1 0 0,26-14-271 0 0,-1 0-1 0 0,0 1 1 0 0,1-2-1 0 0,-1 1 1 0 0,0-1-1 0 0,0 0 1 0 0,0 0-1 0 0,1 0 1 0 0,-1-1 0 0 0,0 0-1 0 0,0 0 1 0 0,1 0-1 0 0,-1-1 1 0 0,1 0-1 0 0,-1 0 1 0 0,1 0-1 0 0,0-1 1 0 0,0 0-1 0 0,-5-3 1 0 0,9 5-20 0 0,1 1 1 0 0,-1-1-1 0 0,1 1 1 0 0,-1-1-1 0 0,1 0 1 0 0,0 1-1 0 0,-1-1 1 0 0,1 1-1 0 0,0-1 1 0 0,0 0 0 0 0,-1 0-1 0 0,1 1 1 0 0,0-1-1 0 0,0 0 1 0 0,0 1-1 0 0,0-1 1 0 0,0 0-1 0 0,0 0 1 0 0,0 1-1 0 0,0-1 1 0 0,0 0-1 0 0,0 0 1 0 0,0 1-1 0 0,0-1 1 0 0,1 0-1 0 0,-1 1 1 0 0,0-1-1 0 0,0 0 1 0 0,1 1 0 0 0,-1-1-1 0 0,0 0 1 0 0,1 1-1 0 0,-1-1 1 0 0,1 0-1 0 0,15-19-2954 0 0,14-5-2531 0 0,-9 11 1166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5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99 1696 0 0,'-14'-7'4666'0'0,"-19"-12"3177"0"0,29 17-6867 0 0,1 0 1 0 0,0 0 0 0 0,0 0 0 0 0,0-1-1 0 0,-5-5 1 0 0,9 6-941 0 0,0-1 0 0 0,0 1 0 0 0,0-1 0 0 0,1 1 1 0 0,-1 0-1 0 0,1-1 0 0 0,-1 1 0 0 0,1 0 0 0 0,0 0 0 0 0,0 0 0 0 0,0 0 0 0 0,0 1 0 0 0,0-1 0 0 0,0 0 0 0 0,0 1 0 0 0,1-1 0 0 0,-1 1 0 0 0,0 0 1 0 0,6-2-1 0 0,-2 1-29 0 0,0-1 1 0 0,0 1 0 0 0,1 0 0 0 0,-1 1-1 0 0,1 0 1 0 0,0 0 0 0 0,-1 0 0 0 0,10 1 0 0 0,-8 0-11 0 0,0 1 1 0 0,-1 1 0 0 0,1-1 0 0 0,-1 1 0 0 0,1 1 0 0 0,-1-1 0 0 0,0 1 0 0 0,0 0 0 0 0,0 1 0 0 0,0 0 0 0 0,8 6 0 0 0,-11-7 8 0 0,-1-1 1 0 0,0 1-1 0 0,0 0 1 0 0,0 1 0 0 0,0-1-1 0 0,0 0 1 0 0,-1 1-1 0 0,1-1 1 0 0,-1 1 0 0 0,0 0-1 0 0,0 0 1 0 0,-1 0-1 0 0,1 0 1 0 0,-1 0 0 0 0,0 0-1 0 0,0 0 1 0 0,0 0-1 0 0,-1 1 1 0 0,1-1 0 0 0,-1 0-1 0 0,0 1 1 0 0,0-1-1 0 0,-1 7 1 0 0,-2 3 9 0 0,-1-1 1 0 0,0 1-1 0 0,0-1 1 0 0,-1 0-1 0 0,-12 20 1 0 0,-40 59 75 0 0,44-73-17 0 0,11-17-53 0 0,1-1 0 0 0,0 1 0 0 0,0 0 0 0 0,0-1 0 0 0,1 1 0 0 0,-1 0 1 0 0,0 0-1 0 0,1-1 0 0 0,-1 1 0 0 0,1 0 0 0 0,-1 0 0 0 0,1 0 0 0 0,0 0 0 0 0,0 0 0 0 0,0 3 0 0 0,0-1-38 0 0,3-2 8 0 0,-1 0 1 0 0,1-1 0 0 0,0 1-1 0 0,0-1 1 0 0,0 0 0 0 0,0 0-1 0 0,5 1 1 0 0,2 2-13 0 0,-2 0 7 0 0,0 1-1 0 0,0 0 1 0 0,-1 0 0 0 0,0 1 0 0 0,0 0-1 0 0,0 0 1 0 0,0 1 0 0 0,6 9 0 0 0,0 1 18 0 0,-1 0 1 0 0,15 29 0 0 0,-24-42 127 0 0,0 1 0 0 0,-1 0 0 0 0,0 0-1 0 0,0 1 1 0 0,0-1 0 0 0,-1 0 0 0 0,1 0 0 0 0,-2 1 0 0 0,1-1 0 0 0,0 1 0 0 0,-1-1 0 0 0,0 1-1 0 0,0-1 1 0 0,-1 1 0 0 0,1-1 0 0 0,-1 1 0 0 0,0-1 0 0 0,-1 0 0 0 0,1 1 0 0 0,-1-1-1 0 0,0 0 1 0 0,-1 0 0 0 0,1 0 0 0 0,-1-1 0 0 0,0 1 0 0 0,0 0 0 0 0,0-1 0 0 0,-1 0 0 0 0,1 0-1 0 0,-1 0 1 0 0,0 0 0 0 0,0 0 0 0 0,-1-1 0 0 0,1 0 0 0 0,-1 0 0 0 0,0 0 0 0 0,0-1-1 0 0,0 1 1 0 0,0-1 0 0 0,0 0 0 0 0,0-1 0 0 0,-8 3 0 0 0,3-2 148 0 0,-1 0 1 0 0,1-1 0 0 0,-1 0-1 0 0,0-1 1 0 0,0 0-1 0 0,1-1 1 0 0,-1 0-1 0 0,0 0 1 0 0,1-1 0 0 0,-18-6-1 0 0,2-1-831 0 0,1-1 0 0 0,-45-25 0 0 0,49 19-3786 0 0,17 5-370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291 137 2084 0 0,'1'-16'6619'0'0,"-1"16"-6549"0"0,1-4 496 0 0,-1 1 1 0 0,0 0-1 0 0,-1 0 1 0 0,1 0-1 0 0,0 0 1 0 0,-1 0-1 0 0,0 0 1 0 0,0 0-1 0 0,0 0 1 0 0,0 1-1 0 0,0-1 1 0 0,-2-3-1 0 0,2 5-115 0 0,-2 2-382 0 0,0-1 0 0 0,1 1-1 0 0,-1 0 1 0 0,0 0 0 0 0,0 0-1 0 0,1 0 1 0 0,-1 1 0 0 0,0-1-1 0 0,1 1 1 0 0,-1-1 0 0 0,1 1-1 0 0,0 0 1 0 0,0 0 0 0 0,0 0-1 0 0,0 0 1 0 0,0 1 0 0 0,0-1-1 0 0,-2 4 1 0 0,-7 11-43 0 0,-14 28-1 0 0,17-30 81 0 0,-102 210 478 0 0,91-179-494 0 0,3 0-1 0 0,1 0 0 0 0,-9 57 0 0 0,22-87-55 0 0,0 0 0 0 0,0 0 0 0 0,2 1-1 0 0,0-1 1 0 0,1 0 0 0 0,1 1 0 0 0,0-1 0 0 0,8 26 0 0 0,-9-36-53 0 0,1 0 0 0 0,0-1 0 0 0,1 1 0 0 0,-1 0 0 0 0,1-1 0 0 0,0 1 0 0 0,1-1 0 0 0,-1 0 0 0 0,1 0 0 0 0,0 0 0 0 0,0 0 1 0 0,1-1-1 0 0,-1 0 0 0 0,1 0 0 0 0,0 0 0 0 0,0 0 0 0 0,0-1 0 0 0,1 0 0 0 0,-1 0 0 0 0,1 0 0 0 0,-1-1 0 0 0,1 0 0 0 0,0 0 1 0 0,0 0-1 0 0,8 1 0 0 0,3-2-458 0 0,0-1 0 0 0,0 0 0 0 0,0-1 0 0 0,0 0 0 0 0,-1-2 0 0 0,1 0 0 0 0,0 0 0 0 0,-1-2 0 0 0,0 0 0 0 0,0-1 0 0 0,21-11 0 0 0,-24 10 305 0 0,1 0 0 0 0,-1-1 0 0 0,-1-1 1 0 0,1 0-1 0 0,-1-1 0 0 0,-1 0 0 0 0,0 0 0 0 0,0-1 1 0 0,-1-1-1 0 0,-1 0 0 0 0,0 0 0 0 0,14-25 0 0 0,-20 29 523 0 0,1 0-1 0 0,-1-1 1 0 0,-1 1-1 0 0,0-1 0 0 0,0 0 1 0 0,0 0-1 0 0,-1 1 1 0 0,-1-1-1 0 0,1 0 1 0 0,-2 0-1 0 0,0-12 0 0 0,1 19-294 0 0,-1 1 1 0 0,1-1-1 0 0,0 1 0 0 0,-1 0 0 0 0,1-1 0 0 0,0 1 0 0 0,-1-1 0 0 0,0 1 0 0 0,1 0 0 0 0,-1 0 0 0 0,0-1 0 0 0,0 1 0 0 0,-1-2 1 0 0,2 3-38 0 0,-1 0 0 0 0,1-1 0 0 0,-1 1 1 0 0,1-1-1 0 0,-1 1 0 0 0,0 0 1 0 0,1 0-1 0 0,-1-1 0 0 0,1 1 1 0 0,-1 0-1 0 0,0 0 0 0 0,1 0 1 0 0,-1 0-1 0 0,0 0 0 0 0,1-1 0 0 0,-1 1 1 0 0,0 0-1 0 0,1 1 0 0 0,-1-1 1 0 0,-1 0-1 0 0,0 1 6 0 0,0 0 0 0 0,-1 0 0 0 0,1 0 0 0 0,0 0 0 0 0,0 0 0 0 0,-1 1 0 0 0,1-1 0 0 0,0 1 0 0 0,0-1 0 0 0,1 1 0 0 0,-1 0 0 0 0,-2 2 0 0 0,-2 5 18 0 0,0-1 0 0 0,1 1 0 0 0,0 0 0 0 0,0 0 0 0 0,1 0 1 0 0,0 1-1 0 0,0-1 0 0 0,-2 14 0 0 0,5-19-26 0 0,0 0 1 0 0,0 0-1 0 0,0 0 0 0 0,1 0 1 0 0,0-1-1 0 0,0 1 0 0 0,0 0 0 0 0,0 0 1 0 0,0 0-1 0 0,1 0 0 0 0,0 0 1 0 0,0 0-1 0 0,0 0 0 0 0,0-1 1 0 0,1 1-1 0 0,-1 0 0 0 0,1-1 0 0 0,0 1 1 0 0,0-1-1 0 0,0 0 0 0 0,0 1 1 0 0,1-1-1 0 0,0 0 0 0 0,4 4 1 0 0,-3-5 5 0 0,0 1 0 0 0,0-1 0 0 0,0 0 0 0 0,0-1 1 0 0,0 1-1 0 0,1-1 0 0 0,-1 0 0 0 0,1 0 0 0 0,-1 0 1 0 0,0-1-1 0 0,1 1 0 0 0,-1-1 0 0 0,1 0 0 0 0,-1-1 1 0 0,1 1-1 0 0,8-2 0 0 0,1-2 26 0 0,1 1-1 0 0,-1-2 1 0 0,23-10-1 0 0,-26 10-32 0 0,0-1-1 0 0,-1 0 1 0 0,0-1-1 0 0,0 0 1 0 0,-1-1-1 0 0,0 0 0 0 0,0 0 1 0 0,-1-1-1 0 0,0 0 1 0 0,0 0-1 0 0,-1-1 1 0 0,-1 0-1 0 0,1 0 1 0 0,-2-1-1 0 0,1 0 1 0 0,-1 0-1 0 0,-1 0 0 0 0,4-13 1 0 0,-6 14 22 0 0,0 1 1 0 0,0-1 0 0 0,-1 1-1 0 0,0-1 1 0 0,-1 0-1 0 0,0 1 1 0 0,0-1 0 0 0,-1 0-1 0 0,0 1 1 0 0,-1-1-1 0 0,0 1 1 0 0,-1 0-1 0 0,0-1 1 0 0,0 1 0 0 0,-1 0-1 0 0,0 1 1 0 0,0-1-1 0 0,-1 1 1 0 0,0 0-1 0 0,-1 0 1 0 0,0 0 0 0 0,0 1-1 0 0,-7-8 1 0 0,8 12-31 0 0,1 0 0 0 0,-1 0 1 0 0,1 0-1 0 0,-1 0 0 0 0,0 1 1 0 0,0 0-1 0 0,0 0 0 0 0,0 0 0 0 0,0 0 1 0 0,0 1-1 0 0,-1 0 0 0 0,1 0 1 0 0,0 0-1 0 0,-1 1 0 0 0,1 0 0 0 0,0 0 1 0 0,-1 0-1 0 0,1 1 0 0 0,-1 0 1 0 0,1 0-1 0 0,0 0 0 0 0,0 0 1 0 0,-1 1-1 0 0,1 0 0 0 0,0 0 0 0 0,1 0 1 0 0,-9 6-1 0 0,8-5-7 0 0,-1 0-1 0 0,1 0 1 0 0,0 1-1 0 0,0 0 1 0 0,0 0 0 0 0,1 0-1 0 0,-1 0 1 0 0,1 1-1 0 0,0 0 1 0 0,0 0 0 0 0,1 0-1 0 0,-1 0 1 0 0,1 0-1 0 0,1 1 1 0 0,-1 0 0 0 0,1-1-1 0 0,-1 1 1 0 0,2 0 0 0 0,-1 0-1 0 0,1 0 1 0 0,0 0-1 0 0,0 1 1 0 0,0-1 0 0 0,1 6-1 0 0,1-8 3 0 0,-1 0 0 0 0,1 0 0 0 0,0 0 0 0 0,0 0 0 0 0,0 0 0 0 0,1 0 0 0 0,-1-1 0 0 0,1 1 1 0 0,0-1-1 0 0,0 1 0 0 0,0-1 0 0 0,1 1 0 0 0,-1-1 0 0 0,6 5 0 0 0,-3-4 4 0 0,0 0 1 0 0,0 0 0 0 0,0-1-1 0 0,0 0 1 0 0,1 0-1 0 0,-1-1 1 0 0,1 1-1 0 0,11 2 1 0 0,-2-1 3 0 0,1-1-1 0 0,0-1 1 0 0,-1-1 0 0 0,1 0-1 0 0,0-1 1 0 0,27-4 0 0 0,-28 2-2 0 0,1-1 1 0 0,-1-1-1 0 0,0-1 1 0 0,0 0-1 0 0,0-1 1 0 0,0 0-1 0 0,-1-1 0 0 0,0-1 1 0 0,-1 0-1 0 0,0-1 1 0 0,0 0-1 0 0,-1-1 1 0 0,0-1-1 0 0,-1 0 1 0 0,0 0-1 0 0,10-14 1 0 0,-7 6-1 0 0,-1-1 1 0 0,-1 0-1 0 0,0-1 0 0 0,-2 0 1 0 0,0-1-1 0 0,-2 0 1 0 0,0 0-1 0 0,-2-1 1 0 0,0 0-1 0 0,3-26 0 0 0,-1-19 3 0 0,1-75 0 0 0,-17 155-8 0 0,2 6 1 0 0,2 1-1 0 0,0 0 1 0 0,1 0 0 0 0,1 0-1 0 0,0 21 1 0 0,0-15 0 0 0,-11 512 737 0 0,26 0 334 0 0,-2 263-32 0 0,-27-549-864 0 0,4-100 2789 0 0,12-150-2943 0 0,0-1 0 0 0,0 0 1 0 0,0 0-1 0 0,0 0 0 0 0,0 0 0 0 0,0 0 1 0 0,0 1-1 0 0,0-1 0 0 0,0 0 0 0 0,-1 0 1 0 0,1 0-1 0 0,0 0 0 0 0,0 1 0 0 0,0-1 1 0 0,0 0-1 0 0,0 0 0 0 0,0 0 1 0 0,0 0-1 0 0,0 1 0 0 0,0-1 0 0 0,0 0 1 0 0,0 0-1 0 0,1 0 0 0 0,-1 0 0 0 0,0 1 1 0 0,0-1-1 0 0,0 0 0 0 0,0 0 1 0 0,0 0-1 0 0,0 0 0 0 0,0 1 0 0 0,0-1 1 0 0,0 0-1 0 0,0 0 0 0 0,1 0 0 0 0,-1 0 1 0 0,0 0-1 0 0,0 0 0 0 0,0 0 0 0 0,0 1 1 0 0,0-1-1 0 0,1 0 0 0 0,-1 0 1 0 0,0 0-1 0 0,0 0 0 0 0,0 0 0 0 0,0 0 1 0 0,1 0-1 0 0,-1 0 0 0 0,0 0 0 0 0,0 0 1 0 0,0 0-1 0 0,0 0 0 0 0,1 0 0 0 0,-1 0 1 0 0,0 0-1 0 0,0 0 0 0 0,0 0 1 0 0,1 0-1 0 0,10-12 296 0 0,13-22-370 0 0,-24 34 63 0 0,120-203-91 0 0,-93 151-289 0 0,-2 0 0 0 0,20-66 1 0 0,-36 89 164 0 0,-1-1 1 0 0,-1-1 0 0 0,-2 0-1 0 0,-1 1 1 0 0,0-50-1 0 0,-5 58 157 0 0,-1-1 0 0 0,-1 1 1 0 0,-1-1-1 0 0,-1 1 0 0 0,0 0 0 0 0,-2 1 0 0 0,-1-1 0 0 0,-16-32 0 0 0,11 32 28 0 0,-1 0 0 0 0,0 1 0 0 0,-2 1 0 0 0,0 0 0 0 0,-2 1 0 0 0,0 1 0 0 0,0 0 0 0 0,-37-24 0 0 0,-12-3-153 0 0,-103-50 0 0 0,131 74 7 0 0,36 20-110 0 0,-1-1 0 0 0,1 1 0 0 0,1-1 0 0 0,-1 0-1 0 0,0 0 1 0 0,0 0 0 0 0,1-1 0 0 0,-1 1 0 0 0,-3-6-1 0 0,5 8 154 0 0,1-1 0 0 0,0-1 0 0 0,0 1 0 0 0,-1 0 0 0 0,1 0 0 0 0,0 0 0 0 0,0 0 0 0 0,0 0-1 0 0,0 0 1 0 0,0 0 0 0 0,0 0 0 0 0,0 0 0 0 0,0 0 0 0 0,1 0 0 0 0,-1 0 0 0 0,0 0 0 0 0,1 0 0 0 0,-1 0-1 0 0,0 0 1 0 0,1 0 0 0 0,-1 0 0 0 0,1 0 0 0 0,0 0 0 0 0,-1 0 0 0 0,1 1 0 0 0,0-1 0 0 0,0 0 0 0 0,-1 0-1 0 0,1 1 1 0 0,0-1 0 0 0,0 0 0 0 0,0 1 0 0 0,1-1 0 0 0,15-12-2099 0 0,1 2 1 0 0,31-15-1 0 0,-25 13-709 0 0,13-7-2815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304 134 1932 0 0,'1'-7'808'0'0,"0"0"-1"0"0,0 0 0 0 0,-1 0 1 0 0,0 0-1 0 0,0 1 1 0 0,-1-1-1 0 0,0 0 0 0 0,0 0 1 0 0,-1 1-1 0 0,-2-8 1 0 0,3 10-613 0 0,-1 1 1 0 0,1 0 0 0 0,-1 0 0 0 0,0 0 0 0 0,1 1 0 0 0,-2-1 0 0 0,1 0 0 0 0,0 1 0 0 0,0-1 0 0 0,-1 1 0 0 0,1 0 0 0 0,-1 0 0 0 0,0 0 0 0 0,0 0 0 0 0,0 0 0 0 0,0 0 0 0 0,0 1 0 0 0,0 0 0 0 0,0-1 0 0 0,0 1 0 0 0,0 0 0 0 0,-6 0 0 0 0,3 0-125 0 0,-1 1 1 0 0,1 0-1 0 0,-1 1 0 0 0,1-1 1 0 0,-1 1-1 0 0,1 0 1 0 0,0 1-1 0 0,0 0 0 0 0,0 0 1 0 0,0 0-1 0 0,0 1 1 0 0,0 0-1 0 0,0 0 0 0 0,1 0 1 0 0,-1 1-1 0 0,1-1 1 0 0,0 1-1 0 0,0 1 0 0 0,-7 7 1 0 0,0 1-41 0 0,0 0 1 0 0,1 1 0 0 0,1 0 0 0 0,0 1-1 0 0,-16 31 1 0 0,21-34-14 0 0,0-1 1 0 0,1 1-1 0 0,0 0 0 0 0,1 0 1 0 0,0 0-1 0 0,1 0 0 0 0,0 1 1 0 0,1-1-1 0 0,1 1 0 0 0,1 13 0 0 0,-1-21-7 0 0,1 0-1 0 0,0 0 0 0 0,0 0 0 0 0,0-1 1 0 0,0 1-1 0 0,1 0 0 0 0,0-1 0 0 0,0 1 0 0 0,0-1 1 0 0,1 1-1 0 0,-1-1 0 0 0,1 0 0 0 0,0 0 0 0 0,0-1 1 0 0,1 1-1 0 0,-1 0 0 0 0,1-1 0 0 0,0 0 0 0 0,0 0 1 0 0,0 0-1 0 0,0 0 0 0 0,0-1 0 0 0,1 0 0 0 0,-1 0 1 0 0,1 0-1 0 0,-1 0 0 0 0,10 2 0 0 0,-7-3-91 0 0,0 1 1 0 0,-1-1-1 0 0,1 0 0 0 0,0-1 0 0 0,0 0 0 0 0,0 0 0 0 0,0 0 1 0 0,-1-1-1 0 0,1 0 0 0 0,0 0 0 0 0,0-1 0 0 0,-1 1 1 0 0,1-2-1 0 0,-1 1 0 0 0,1-1 0 0 0,-1 0 0 0 0,0 0 0 0 0,0-1 1 0 0,-1 1-1 0 0,1-1 0 0 0,-1-1 0 0 0,7-6 0 0 0,-4 3 82 0 0,-1-1 0 0 0,0 0 0 0 0,0 0-1 0 0,-1 0 1 0 0,0-1 0 0 0,-1 0 0 0 0,0 0 0 0 0,-1-1-1 0 0,0 0 1 0 0,0 1 0 0 0,-1-1 0 0 0,2-21-1 0 0,0-7 1074 0 0,-1-41-1 0 0,-4 101-1010 0 0,-1-10-36 0 0,1 0 0 0 0,1 0 0 0 0,3 18 0 0 0,-1-12-180 0 0,1 0 0 0 0,1-1 0 0 0,0 1-1 0 0,1-1 1 0 0,14 24 0 0 0,-18-37-103 0 0,-1 1 0 0 0,1-1 0 0 0,1 0 1 0 0,-1 0-1 0 0,0 0 0 0 0,1 0 0 0 0,0 0 0 0 0,0 0 0 0 0,-1-1 0 0 0,2 0 0 0 0,-1 1 0 0 0,0-1 1 0 0,0 0-1 0 0,1 0 0 0 0,-1-1 0 0 0,1 1 0 0 0,-1-1 0 0 0,1 0 0 0 0,0 1 0 0 0,0-2 0 0 0,-1 1 0 0 0,1 0 1 0 0,0-1-1 0 0,0 0 0 0 0,0 0 0 0 0,0 0 0 0 0,-1 0 0 0 0,1-1 0 0 0,0 1 0 0 0,0-1 0 0 0,4-1 0 0 0,12-5-2534 0 0,2-1-803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2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133 126 2128 0 0,'2'-8'1000'0'0,"-1"0"1"0"0,0 0-1 0 0,0-1 0 0 0,-1 1 1 0 0,0 0-1 0 0,0-1 0 0 0,-1 1 1 0 0,0-1-1 0 0,0 1 0 0 0,-1 0 0 0 0,0 0 1 0 0,-4-8-1 0 0,6 15-966 0 0,0 0 1 0 0,-1 1-1 0 0,1-1 1 0 0,-1 0-1 0 0,1 1 0 0 0,0-1 1 0 0,-1 1-1 0 0,1-1 0 0 0,-1 1 1 0 0,1-1-1 0 0,-1 1 1 0 0,0-1-1 0 0,1 1 0 0 0,-1 0 1 0 0,1-1-1 0 0,-1 1 0 0 0,0 0 1 0 0,1-1-1 0 0,-1 1 0 0 0,0 0 1 0 0,0 0-1 0 0,1-1 1 0 0,-1 1-1 0 0,0 0 0 0 0,1 0 1 0 0,-1 0-1 0 0,0 0 0 0 0,0 0 1 0 0,1 0-1 0 0,-1 0 1 0 0,0 0-1 0 0,1 1 0 0 0,-1-1 1 0 0,0 0-1 0 0,1 0 0 0 0,-1 1 1 0 0,0-1-1 0 0,1 0 1 0 0,-1 1-1 0 0,0-1 0 0 0,1 0 1 0 0,-1 1-1 0 0,0 0 0 0 0,-24 23 136 0 0,16-12-129 0 0,1 0 0 0 0,0 1 1 0 0,0 0-1 0 0,2 1 1 0 0,-1 0-1 0 0,2 0 1 0 0,0 0-1 0 0,-5 24 1 0 0,8-31-26 0 0,0 1 0 0 0,1 0 0 0 0,0-1 0 0 0,1 1 0 0 0,0 0 0 0 0,0 0 1 0 0,0-1-1 0 0,1 1 0 0 0,0 0 0 0 0,1-1 0 0 0,0 1 0 0 0,0-1 0 0 0,0 1 0 0 0,1-1 0 0 0,0 0 1 0 0,1 0-1 0 0,-1 0 0 0 0,8 9 0 0 0,-8-12-86 0 0,1 0 0 0 0,0 0 0 0 0,0-1 0 0 0,0 1-1 0 0,0-1 1 0 0,1 0 0 0 0,-1-1 0 0 0,1 1 0 0 0,0-1 0 0 0,0 0 0 0 0,-1 0 0 0 0,7 2 0 0 0,-2-2-203 0 0,0-1 1 0 0,0 1-1 0 0,0-1 1 0 0,0-1 0 0 0,0 0-1 0 0,15-2 1 0 0,-3-1-591 0 0,0-1 1 0 0,0-2 0 0 0,0 0-1 0 0,-1-1 1 0 0,24-11-1 0 0,3-8-2184 0 0,-1-5-1002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102 318 892 0 0,'2'-28'1772'0'0,"3"-31"3120"0"0,-3 0 0 0 0,-8-106 0 0 0,6 165-4862 0 0,0 0 0 0 0,0 0 0 0 0,0-1 0 0 0,0 1 0 0 0,0 0 0 0 0,0 0 0 0 0,0 0 0 0 0,0-1 1 0 0,0 1-1 0 0,0 0 0 0 0,0 0 0 0 0,0-1 0 0 0,0 1 0 0 0,0 0 0 0 0,0 0 0 0 0,0 0 0 0 0,-1-1 0 0 0,1 1 1 0 0,0 0-1 0 0,0 0 0 0 0,0 0 0 0 0,0 0 0 0 0,0-1 0 0 0,-1 1 0 0 0,1 0 0 0 0,0 0 0 0 0,0 0 0 0 0,0 0 1 0 0,-1 0-1 0 0,1-1 0 0 0,0 1 0 0 0,0 0 0 0 0,0 0 0 0 0,-1 0 0 0 0,1 0 0 0 0,0 0 0 0 0,-7 6 235 0 0,-4 16-187 0 0,-5 38 124 0 0,3 0-1 0 0,-11 124 1 0 0,18-126-157 0 0,-16 212 87 0 0,21-220-81 0 0,2 0 1 0 0,2 0-1 0 0,14 69 1 0 0,-14-107-217 0 0,0 0 0 0 0,0 0-1 0 0,2 0 1 0 0,-1-1 0 0 0,1 1 0 0 0,1-1 0 0 0,0-1 0 0 0,1 1 0 0 0,0-1 0 0 0,0 0-1 0 0,1 0 1 0 0,0-1 0 0 0,15 13 0 0 0,-14-15-437 0 0,-1-1 1 0 0,1 0-1 0 0,1-1 0 0 0,-1 0 0 0 0,1-1 0 0 0,0 0 0 0 0,-1 0 1 0 0,2-1-1 0 0,-1 0 0 0 0,0-1 0 0 0,1 0 0 0 0,-1 0 1 0 0,1-1-1 0 0,-1-1 0 0 0,1 0 0 0 0,12-1 0 0 0,13-4-4235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68 359 2848 0 0,'3'-24'2941'0'0,"-2"0"-1"0"0,0-1 0 0 0,-2 0 1 0 0,-4-27-1 0 0,5 50-2614 0 0,-2 3-65 0 0,-1 3-206 0 0,0-1 0 0 0,0 0 0 0 0,0 1 0 0 0,1-1 0 0 0,-1 1 0 0 0,1 0-1 0 0,0 0 1 0 0,0 0 0 0 0,0 0 0 0 0,1 0 0 0 0,-2 6 0 0 0,-11 52 162 0 0,10-39-149 0 0,1 0-1 0 0,2 0 1 0 0,1 40-1 0 0,1-53-35 0 0,0 1 0 0 0,1-1-1 0 0,0 1 1 0 0,0-1 0 0 0,1 1 0 0 0,0-1-1 0 0,1 0 1 0 0,0-1 0 0 0,1 1 0 0 0,7 11-1 0 0,-8-16-16 0 0,-1-1 0 0 0,1 0-1 0 0,0-1 1 0 0,0 1-1 0 0,0-1 1 0 0,1 1-1 0 0,-1-1 1 0 0,1-1-1 0 0,0 1 1 0 0,-1-1-1 0 0,1 1 1 0 0,0-1-1 0 0,0-1 1 0 0,1 1-1 0 0,-1-1 1 0 0,0 0-1 0 0,1 0 1 0 0,-1 0-1 0 0,0-1 1 0 0,1 0 0 0 0,-1 0-1 0 0,1 0 1 0 0,-1-1-1 0 0,0 0 1 0 0,1 0-1 0 0,-1 0 1 0 0,7-3-1 0 0,-3 1-4 0 0,0 0-1 0 0,0-1 0 0 0,0 0 1 0 0,0 0-1 0 0,-1-1 0 0 0,0 0 1 0 0,0-1-1 0 0,0 0 0 0 0,0 0 1 0 0,-1 0-1 0 0,0-1 0 0 0,-1 0 1 0 0,1-1-1 0 0,7-11 0 0 0,-8 7-8 0 0,-1 0 0 0 0,0 0 0 0 0,-1-1 0 0 0,0 1 0 0 0,-1-1 0 0 0,0 0 0 0 0,-1 0 0 0 0,-1 0 0 0 0,0 0 0 0 0,-1 0 0 0 0,0 0 0 0 0,-1 0 0 0 0,0 0 0 0 0,-5-18 0 0 0,4 23-2 0 0,0 0 0 0 0,-1 0 1 0 0,0 0-1 0 0,0 1 1 0 0,0-1-1 0 0,-1 1 0 0 0,-1 0 1 0 0,1 0-1 0 0,-1 1 1 0 0,-9-11-1 0 0,9 13-1 0 0,1 0 1 0 0,-1 0-1 0 0,0 1 0 0 0,-1-1 0 0 0,1 1 1 0 0,0 0-1 0 0,-1 0 0 0 0,0 1 0 0 0,1 0 1 0 0,-1 0-1 0 0,0 0 0 0 0,0 1 0 0 0,0 0 1 0 0,-1 0-1 0 0,-8 0 0 0 0,5 1 1 0 0,0 1-1 0 0,-1 0 1 0 0,1 1-1 0 0,0 0 1 0 0,0 0 0 0 0,0 1-1 0 0,0 1 1 0 0,0-1-1 0 0,-13 8 1 0 0,16-7-1 0 0,1-1 1 0 0,0 1-1 0 0,-1 0 1 0 0,1 1-1 0 0,1 0 1 0 0,-1-1-1 0 0,1 2 0 0 0,0-1 1 0 0,0 1-1 0 0,0 0 1 0 0,1 0-1 0 0,0 0 1 0 0,-6 12-1 0 0,8-16 5 0 0,1 1 0 0 0,1-1 0 0 0,-1 1 0 0 0,0-1 1 0 0,0 1-1 0 0,1 0 0 0 0,0-1 0 0 0,-1 1 0 0 0,1 0 0 0 0,0-1 0 0 0,0 1 0 0 0,1 0 0 0 0,-1-1 0 0 0,0 1 0 0 0,1-1 0 0 0,0 1 0 0 0,-1-1 0 0 0,1 1 1 0 0,2 3-1 0 0,-1-3-9 0 0,0-1 0 0 0,0 1 1 0 0,0-1-1 0 0,1 1 0 0 0,-1-1 0 0 0,1 0 1 0 0,-1 0-1 0 0,1 0 0 0 0,0-1 1 0 0,0 1-1 0 0,0 0 0 0 0,0-1 1 0 0,5 2-1 0 0,3 0-81 0 0,-1-1 1 0 0,1 0-1 0 0,0 0 1 0 0,0-1-1 0 0,0 0 1 0 0,0-1-1 0 0,0 0 1 0 0,14-3-1 0 0,-8 0-52 0 0,0-2 0 0 0,-1 1 0 0 0,0-2 0 0 0,0 0-1 0 0,0-1 1 0 0,-1-1 0 0 0,16-10 0 0 0,96-77-365 0 0,-46 32 329 0 0,-75 59 155 0 0,-1 0 17 0 0,0 0 1 0 0,0 0 0 0 0,1 1 0 0 0,-1 0 0 0 0,1 0 0 0 0,0 0-1 0 0,8-2 1 0 0,-12 5 30 0 0,1 0 0 0 0,-1 0 0 0 0,0 0 0 0 0,0 0 0 0 0,0 0 0 0 0,0 0 0 0 0,1 1 1 0 0,-1-1-1 0 0,0 1 0 0 0,0 0 0 0 0,0 0 0 0 0,0-1 0 0 0,0 1 0 0 0,0 0 0 0 0,0 1 0 0 0,-1-1 0 0 0,1 0 0 0 0,0 1 0 0 0,-1-1 0 0 0,1 1 0 0 0,-1-1 0 0 0,1 1 0 0 0,-1-1 0 0 0,1 1 0 0 0,1 3 0 0 0,4 7 189 0 0,0 0 0 0 0,0 0-1 0 0,-1 0 1 0 0,-1 1 0 0 0,0 0 0 0 0,0 0-1 0 0,-1 0 1 0 0,-1 0 0 0 0,2 22 0 0 0,0 13 1532 0 0,-3 65 1 0 0,-2-82-8 0 0,-2-20-240 0 0,-4-15-363 0 0,-3-16-467 0 0,7 8-617 0 0,1 0 1 0 0,0 0 0 0 0,1-1-1 0 0,1 1 1 0 0,0 0 0 0 0,1 0-1 0 0,0 0 1 0 0,0 0 0 0 0,1 1-1 0 0,1-1 1 0 0,8-18 0 0 0,1 3-474 0 0,1 1 0 0 0,1 0 0 0 0,27-35 0 0 0,-17 31-1971 0 0,37-36 1 0 0,-25 29-2251 0 0,-2-2-3605 0 0,-19 20 365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99 4268 0 0,'-298'1'15165'0'0,"265"-3"-12885"0"0,101-14-2627 0 0,2 3 1 0 0,79-4 0 0 0,-60 8-719 0 0,100-10-3054 0 0,-64 6-1557 0 0,-20 3-1734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7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12 2104 0 0,'-137'33'17002'0'0,"220"-59"-16276"0"0,-44 19-970 0 0,69-4 0 0 0,-59 11-2892 0 0,0 6-4006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106 145 1992 0 0,'-105'61'15314'0'0,"160"-82"-14531"0"0,66-15 0 0 0,24-9-2355 0 0,-123 36-87 0 0,0-1 1 0 0,0 0 0 0 0,-1-2-1 0 0,26-18 1 0 0,-6-3-4946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8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395 109 1576 0 0,'4'-16'5412'0'0,"-3"12"-4833"0"0,0-1 0 0 0,0 1 0 0 0,-1 0 0 0 0,1 0 0 0 0,-1-1 0 0 0,0 1 0 0 0,0 0 0 0 0,-1 0 0 0 0,1-1 0 0 0,-1 1 0 0 0,0 0 0 0 0,0 0 0 0 0,0 0 0 0 0,-1 0 0 0 0,0 0 0 0 0,1 0 0 0 0,-1 0 0 0 0,-5-6 0 0 0,6 9-399 0 0,-2-2 15 0 0,3 3-190 0 0,0 0 0 0 0,-1-1 0 0 0,1 1-1 0 0,0 0 1 0 0,0 0 0 0 0,0 0 0 0 0,0-1 0 0 0,0 1 0 0 0,-1 0 0 0 0,1 0 0 0 0,0 0 0 0 0,0-1 0 0 0,0 1 0 0 0,-1 0 0 0 0,1 0 0 0 0,0 0 0 0 0,0 0 0 0 0,0 0 0 0 0,-1-1 0 0 0,1 1 0 0 0,0 0 0 0 0,0 0 0 0 0,-1 0 0 0 0,1 0 0 0 0,0 0 0 0 0,0 0 0 0 0,-1 0 0 0 0,1 0 0 0 0,0 0 0 0 0,0 0 0 0 0,-1 0 0 0 0,1 0-1 0 0,0 0 1 0 0,-1 0 0 0 0,1 0 0 0 0,-7 2 12 0 0,0-1 0 0 0,1 1 0 0 0,-1 1 0 0 0,1-1 0 0 0,0 1 0 0 0,0 0 0 0 0,0 0 0 0 0,0 1 0 0 0,0-1 0 0 0,0 2-1 0 0,-5 4 1 0 0,-13 13-1 0 0,-22 25-1 0 0,35-35-7 0 0,-6 8 2 0 0,1 0 0 0 0,1 1-1 0 0,1 1 1 0 0,1 1-1 0 0,1-1 1 0 0,1 2-1 0 0,1 0 1 0 0,1 0-1 0 0,-9 42 1 0 0,0 20 312 0 0,-9 130 1 0 0,23-171-124 0 0,-21 457 1033 0 0,24-447-1061 0 0,16 893 1817 0 0,1-340-974 0 0,-15-551-894 0 0,11 601 1478 0 0,-12-657-1596 0 0,2 80 251 0 0,25 155-1 0 0,-25-225-229 0 0,1 0 0 0 0,0 0 0 0 0,0 0 0 0 0,2 0 0 0 0,-1-1 0 0 0,1 1 0 0 0,1-1 0 0 0,0 0 0 0 0,12 15 0 0 0,-12-18-11 0 0,1-1 0 0 0,0 0 0 0 0,0 0 0 0 0,0 0 1 0 0,1-1-1 0 0,0 0 0 0 0,0-1 0 0 0,0 0 0 0 0,0 0 0 0 0,1-1 0 0 0,-1 0 1 0 0,17 4-1 0 0,10-1-326 0 0,1 0 0 0 0,-1-3 0 0 0,1-1 1 0 0,46-3-1 0 0,142-27-4500 0 0,-182 20 1673 0 0,0-1 1 0 0,55-21 0 0 0,-9-8-5394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3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55 568 0 0,'-6'15'23584'0'0,"6"-18"-23573"0"0,2-5 24 0 0,16-11 11 0 0,-13 15-53 0 0,0 0-1 0 0,0 0 1 0 0,0 0-1 0 0,1 1 0 0 0,0 0 1 0 0,-1 0-1 0 0,1 0 1 0 0,0 1-1 0 0,0 0 1 0 0,1 0-1 0 0,-1 1 1 0 0,0-1-1 0 0,1 1 0 0 0,-1 1 1 0 0,8-1-1 0 0,-6 1-2 0 0,1 1-1 0 0,0 0 0 0 0,-1 0 1 0 0,1 1-1 0 0,-1 0 0 0 0,1 0 0 0 0,-1 1 1 0 0,0 0-1 0 0,0 1 0 0 0,12 7 1 0 0,-13-7 2 0 0,0 1 0 0 0,0 0 0 0 0,0 1-1 0 0,-1-1 1 0 0,0 1 0 0 0,0 1 0 0 0,0-1 0 0 0,-1 1 0 0 0,0 0 0 0 0,8 14 0 0 0,-11-15 6 0 0,1 0 0 0 0,-1 0 0 0 0,0 0 0 0 0,0 0 0 0 0,-1 0 0 0 0,0 1 0 0 0,0-1 0 0 0,0 0 0 0 0,-1 1 0 0 0,0-1 0 0 0,0 1-1 0 0,0-1 1 0 0,-1 0 0 0 0,0 1 0 0 0,-3 7 0 0 0,-1 2 4 0 0,-1-1-1 0 0,0 0 0 0 0,-2-1 1 0 0,1 0-1 0 0,-2 0 0 0 0,0 0 1 0 0,-1-1-1 0 0,-11 12 1 0 0,-16 14 15 0 0,-46 37 0 0 0,22-23-16 0 0,-26 23 25 0 0,87-76-23 0 0,0 0-1 0 0,-1 0 0 0 0,1 0 0 0 0,0 0 1 0 0,0 0-1 0 0,-1 1 0 0 0,1-1 1 0 0,0 0-1 0 0,0 0 0 0 0,-1 0 1 0 0,1 1-1 0 0,0-1 0 0 0,0 0 1 0 0,0 0-1 0 0,0 1 0 0 0,0-1 1 0 0,-1 0-1 0 0,1 0 0 0 0,0 1 1 0 0,0-1-1 0 0,0 0 0 0 0,0 0 1 0 0,0 1-1 0 0,0-1 0 0 0,0 0 0 0 0,0 1 1 0 0,0-1-1 0 0,0 0 0 0 0,0 0 1 0 0,0 1-1 0 0,0-1 0 0 0,0 0 1 0 0,0 1-1 0 0,0-1 0 0 0,0 0 1 0 0,0 0-1 0 0,0 1 0 0 0,1-1 1 0 0,-1 0-1 0 0,0 0 0 0 0,0 1 1 0 0,1-1-1 0 0,16 3 52 0 0,186-29 73 0 0,-50 5-52 0 0,-45 7 825 0 0,-105 14-870 0 0,17-5-2091 0 0,-2 1-2876 0 0,-16 3 4144 0 0,0 0 0 0 0,0 0 0 0 0,0 0 1 0 0,9-8-3172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3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168 154 392 0 0,'18'-28'5333'0'0,"-2"-1"0"0"0,15-34 0 0 0,-21 43-3296 0 0,-5 7 160 0 0,-5 13-2158 0 0,-1 0 0 0 0,0-1 0 0 0,1 1 0 0 0,-1 0-1 0 0,1 0 1 0 0,-1 0 0 0 0,0 0 0 0 0,1 0 0 0 0,-1 0 0 0 0,1 0-1 0 0,-1 0 1 0 0,0 0 0 0 0,1 1 0 0 0,-1-1 0 0 0,1 0 0 0 0,-1 0-1 0 0,0 0 1 0 0,1 1 0 0 0,-1-1 0 0 0,1 0 0 0 0,-1 0 0 0 0,1 1-1 0 0,-1-1 1 0 0,0 1 0 0 0,-12 7 118 0 0,0 1-1 0 0,0 0 1 0 0,1 0-1 0 0,0 1 1 0 0,1 1-1 0 0,-17 20 1 0 0,24-27-136 0 0,-10 13 23 0 0,0 0-1 0 0,1 1 0 0 0,1 0 0 0 0,1 1 1 0 0,0 1-1 0 0,1-1 0 0 0,2 2 0 0 0,-12 35 0 0 0,17-43-24 0 0,0 0 0 0 0,0 1 0 0 0,1-1-1 0 0,1 0 1 0 0,0 1 0 0 0,1-1 0 0 0,0 0-1 0 0,1 1 1 0 0,1-1 0 0 0,0 0-1 0 0,1 0 1 0 0,0 0 0 0 0,1 0 0 0 0,0 0-1 0 0,10 18 1 0 0,-10-24 16 0 0,1 0-1 0 0,0-1 1 0 0,1 1 0 0 0,-1-1-1 0 0,1 0 1 0 0,1-1-1 0 0,-1 1 1 0 0,1-1 0 0 0,0 0-1 0 0,0-1 1 0 0,0 0-1 0 0,1 0 1 0 0,-1-1 0 0 0,1 1-1 0 0,0-2 1 0 0,0 1-1 0 0,15 2 1 0 0,-17-4 32 0 0,1 0 0 0 0,0 0 0 0 0,-1 0 0 0 0,1-1 0 0 0,0 0-1 0 0,-1 0 1 0 0,1-1 0 0 0,0 0 0 0 0,-1 0 0 0 0,1-1 0 0 0,0 1 0 0 0,-1-1 0 0 0,0-1 0 0 0,0 1 0 0 0,1-1-1 0 0,-1 0 1 0 0,-1-1 0 0 0,1 1 0 0 0,-1-1 0 0 0,1 0 0 0 0,-1-1 0 0 0,7-7 0 0 0,-10 10-45 0 0,-1 1 0 0 0,1-1 0 0 0,-1 1 0 0 0,1-1 0 0 0,-1 0 0 0 0,0 0 0 0 0,0 0 0 0 0,0 0 0 0 0,0 0-1 0 0,0 0 1 0 0,0 0 0 0 0,-1 0 0 0 0,1 0 0 0 0,-1 0 0 0 0,1 0 0 0 0,-1 0 0 0 0,0 0 0 0 0,0-1 0 0 0,0 1 0 0 0,0 0 0 0 0,0 0 0 0 0,-1 0 0 0 0,1-1 0 0 0,0 1 0 0 0,-1 0 0 0 0,0 0 0 0 0,1 0 0 0 0,-1 0 0 0 0,0 0 0 0 0,0 0 0 0 0,0 0 0 0 0,-1 0 0 0 0,1 1 0 0 0,-2-3 0 0 0,-1 0-15 0 0,-1 0 0 0 0,0 0 0 0 0,0 0 1 0 0,0 1-1 0 0,0 0 0 0 0,-1 0 0 0 0,1 0 0 0 0,-1 1 0 0 0,0 0 0 0 0,0 0 0 0 0,-6-2 0 0 0,-8 0-1247 0 0,1 1 0 0 0,-37-2 0 0 0,9 5-4523 0 0,2 2-3501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1 408 0 0,'-16'25'15781'0'0,"16"-24"-15751"0"0,0 0-1 0 0,1 0 0 0 0,-1 0 0 0 0,1-1 1 0 0,-1 1-1 0 0,1 0 0 0 0,-1 0 0 0 0,1-1 1 0 0,0 1-1 0 0,-1 0 0 0 0,1-1 0 0 0,0 1 1 0 0,-1 0-1 0 0,1-1 0 0 0,0 1 0 0 0,0-1 1 0 0,-1 1-1 0 0,1-1 0 0 0,0 0 0 0 0,0 1 1 0 0,0-1-1 0 0,2 1 0 0 0,23 4 290 0 0,-22-5-312 0 0,234 21 475 0 0,-151-15-187 0 0,-18-1 1710 0 0,-66-4-1844 0 0,16-1-141 0 0,-6-2-2334 0 0,11-8-8336 0 0,-13 3 5867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94 1608 0 0,'2'-17'6661'0'0,"0"9"-4785"0"0,0-4-9 0 0,1 1 1 0 0,0-1-1 0 0,6-12 1 0 0,-8 23-1845 0 0,0 1 0 0 0,0-1 0 0 0,0 0 0 0 0,0 0 1 0 0,0 0-1 0 0,0 0 0 0 0,1 1 0 0 0,-1-1 0 0 0,0 1 0 0 0,0-1 0 0 0,1 1 0 0 0,-1-1 0 0 0,0 1 1 0 0,1 0-1 0 0,-1-1 0 0 0,1 1 0 0 0,-1 0 0 0 0,0 0 0 0 0,1 0 0 0 0,1 0 0 0 0,12 1 3 0 0,-1 0-1 0 0,1 1 0 0 0,-1 0 1 0 0,1 1-1 0 0,17 6 1 0 0,-27-7-27 0 0,1 0 1 0 0,0 0 0 0 0,-1 1 0 0 0,1-1 0 0 0,-1 1 0 0 0,0 0 0 0 0,0 1 0 0 0,0-1-1 0 0,0 1 1 0 0,0 0 0 0 0,-1 0 0 0 0,0 1 0 0 0,0-1 0 0 0,0 1 0 0 0,0 0-1 0 0,2 6 1 0 0,-4-8 2 0 0,-1 1 0 0 0,-1-1 0 0 0,1 0 0 0 0,-1 1 1 0 0,1 0-1 0 0,-1-1 0 0 0,0 1 0 0 0,0-1 0 0 0,-1 1 0 0 0,1-1 0 0 0,-1 1 0 0 0,1-1 0 0 0,-1 1 0 0 0,0-1 0 0 0,0 1 0 0 0,-1-1 0 0 0,1 0 0 0 0,-1 0 0 0 0,0 0 0 0 0,0 0 0 0 0,0 0 0 0 0,-3 4 0 0 0,-7 8 9 0 0,0-1 1 0 0,-28 24-1 0 0,31-30-16 0 0,-81 72 156 0 0,88-79-120 0 0,4 0-25 0 0,6 5-12 0 0,-7-5 5 0 0,0 0-1 0 0,0-1 1 0 0,1 1 0 0 0,-1 0 0 0 0,0-1 0 0 0,1 1 0 0 0,-1-1 0 0 0,0 1 0 0 0,1-1-1 0 0,-1 0 1 0 0,0 1 0 0 0,1-1 0 0 0,-1 0 0 0 0,1 0 0 0 0,-1 0 0 0 0,3 0 0 0 0,1-1-4 0 0,9 5 12 0 0,1 1 0 0 0,-2 1 1 0 0,1 0-1 0 0,-1 0 0 0 0,1 1 0 0 0,-2 1 1 0 0,1 0-1 0 0,-1 1 0 0 0,-1 0 0 0 0,1 1 1 0 0,-2 0-1 0 0,1 1 0 0 0,-2 0 1 0 0,1 1-1 0 0,-1 0 0 0 0,-1 0 0 0 0,0 1 1 0 0,-1 0-1 0 0,-1 0 0 0 0,0 1 0 0 0,8 25 1 0 0,-13-33 276 0 0,1 0-1 0 0,-1 0 1 0 0,0 1 0 0 0,-1-1 0 0 0,0 0 0 0 0,0 0 0 0 0,0 1-1 0 0,-1-1 1 0 0,0 0 0 0 0,0 0 0 0 0,0 0 0 0 0,-1 0 0 0 0,0 0-1 0 0,0 0 1 0 0,-1 0 0 0 0,-4 8 0 0 0,2-6 64 0 0,-1-1-1 0 0,0 1 1 0 0,0-1-1 0 0,0 0 1 0 0,-1 0 0 0 0,0-1-1 0 0,-1 0 1 0 0,1 0-1 0 0,-1 0 1 0 0,-11 5 0 0 0,7-5-94 0 0,0-1 0 0 0,-1 1 0 0 0,1-2 0 0 0,-1 0 0 0 0,0 0 0 0 0,-1-1 1 0 0,-14 1-1 0 0,19-3-304 0 0,0 0 0 0 0,-1-1 0 0 0,1 0 0 0 0,0-1 1 0 0,0 0-1 0 0,-1-1 0 0 0,1 1 0 0 0,0-2 1 0 0,0 1-1 0 0,-9-5 0 0 0,6 1-1501 0 0,1 0 0 0 0,0-1 0 0 0,-19-15 0 0 0,-7-12-9479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32 1080 0 0,'0'0'9274'0'0,"-16"4"-2880"0"0,22-3-5664 0 0,18-2-241 0 0,35-2-725 0 0,-52 2 378 0 0,26-1 22 0 0,238-21 1598 0 0,-268 23-1595 0 0,16-2 259 0 0,-12 1-514 0 0,17-2-1395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4 100 512 0 0,'-4'-44'14013'0'0,"5"36"-12632"0"0,-1 7-1274 0 0,0 0-1 0 0,0 0 1 0 0,0 1 0 0 0,0-1 0 0 0,0 0 0 0 0,0 0-1 0 0,0 0 1 0 0,0 1 0 0 0,0-1 0 0 0,0 0 0 0 0,0 0 0 0 0,1 1-1 0 0,-1-1 1 0 0,0 0 0 0 0,1 1 0 0 0,-1-2 0 0 0,7-2-65 0 0,-1 0 1 0 0,1 1 0 0 0,0-1-1 0 0,-1 1 1 0 0,2 1 0 0 0,-1-1-1 0 0,0 1 1 0 0,0 1-1 0 0,1-1 1 0 0,7 0 0 0 0,79-2-51 0 0,-78 4 6 0 0,-1 1 0 0 0,0 0 0 0 0,1 1 0 0 0,19 6 0 0 0,-31-8 4 0 0,-1 1 0 0 0,1 0 0 0 0,-1 0 0 0 0,1 1 0 0 0,-1-1 0 0 0,0 1 0 0 0,0-1 0 0 0,0 1 0 0 0,0 0 1 0 0,0 0-1 0 0,0 0 0 0 0,0 1 0 0 0,-1-1 0 0 0,1 1 0 0 0,-1-1 0 0 0,0 1 0 0 0,1 0 0 0 0,-1 0 0 0 0,-1 0 0 0 0,1 0 0 0 0,0 0 0 0 0,-1 1 0 0 0,0-1 0 0 0,2 7 0 0 0,-2-5 4 0 0,-1-1 0 0 0,0 1 0 0 0,-1 0 0 0 0,1-1 0 0 0,-1 1 0 0 0,0 0 0 0 0,0-1 0 0 0,-1 1 0 0 0,1-1 0 0 0,-1 1 0 0 0,0-1-1 0 0,0 0 1 0 0,-3 5 0 0 0,-6 7 21 0 0,-22 27-1 0 0,31-40-22 0 0,-56 65 478 0 0,19-27 3804 0 0,42-43-4260 0 0,0 0 1 0 0,0 0-1 0 0,0 1 1 0 0,0-1-1 0 0,0 1 0 0 0,1 0 1 0 0,-1 0-1 0 0,0 0 0 0 0,1 0 1 0 0,4-1-1 0 0,3 0-13 0 0,-2 1-13 0 0,1 0 1 0 0,-1 0-1 0 0,1 1 0 0 0,0 0 1 0 0,0 0-1 0 0,10 3 0 0 0,-8-1 0 0 0,0 2-1 0 0,0-1 1 0 0,0 1-1 0 0,-1 1 1 0 0,0 0-1 0 0,0 1 1 0 0,0 0-1 0 0,-1 0 1 0 0,1 1-1 0 0,-1 1 1 0 0,13 12-1 0 0,-18-15 13 0 0,1 0 1 0 0,-1 1-1 0 0,0 0 1 0 0,-1 0-1 0 0,1 0 0 0 0,-1 0 1 0 0,0 1-1 0 0,-1-1 1 0 0,1 1-1 0 0,-2 0 0 0 0,1 0 1 0 0,-1 0-1 0 0,0 1 1 0 0,0-1-1 0 0,-1 0 0 0 0,0 1 1 0 0,0-1-1 0 0,0 1 1 0 0,-1-1-1 0 0,-1 9 1 0 0,0-9 199 0 0,-1 0 1 0 0,0-1-1 0 0,0 1 1 0 0,0 0-1 0 0,-1-1 1 0 0,1 1 0 0 0,-2-1-1 0 0,1 0 1 0 0,-1 0-1 0 0,0 0 1 0 0,0-1-1 0 0,0 1 1 0 0,-6 4 0 0 0,3-3 102 0 0,0-1 1 0 0,-1-1-1 0 0,0 0 1 0 0,0 0-1 0 0,0 0 1 0 0,0-1-1 0 0,-1 0 1 0 0,-16 5-1 0 0,5-4 32 0 0,-1-1 0 0 0,-1-1-1 0 0,1 0 1 0 0,0-2-1 0 0,-1 0 1 0 0,1-2 0 0 0,-39-5-1 0 0,41 3-785 0 0,-37-12 1 0 0,33 7-3729 0 0,0-2-4947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8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83 24 0 0,'-91'3'10223'0'0,"88"-2"-9308"0"0,-15-1 2689 0 0,-1 0 863 0 0,6-5-2933 0 0,24-2-1417 0 0,0 0 1 0 0,1 1 0 0 0,0 1-1 0 0,0 0 1 0 0,1 1 0 0 0,21-6-1 0 0,86-9-71 0 0,-82 14 29 0 0,32-4-748 0 0,-5 4-3446 0 0,-62 5 3025 0 0,6 0-222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8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 2724 0 0,'-13'-4'6588'0'0,"13"3"-6436"0"0,-1 1 1 0 0,0-1-1 0 0,0 1 0 0 0,0-1 0 0 0,0 1 0 0 0,0 0 1 0 0,0-1-1 0 0,0 1 0 0 0,0 0 0 0 0,0 0 0 0 0,0 0 0 0 0,0 0 1 0 0,0 0-1 0 0,0 0 0 0 0,0 0 0 0 0,0 0 0 0 0,0 0 1 0 0,0 0-1 0 0,0 0 0 0 0,0 1 0 0 0,0-1 0 0 0,0 0 1 0 0,0 1-1 0 0,1-1 0 0 0,-1 1 0 0 0,0-1 0 0 0,-1 2 1 0 0,0 0-45 0 0,0 1 1 0 0,0 0 0 0 0,1 0 0 0 0,-1 0 0 0 0,1 0 0 0 0,0 0 0 0 0,-2 5 0 0 0,1-1 134 0 0,-11 30 202 0 0,1 1 1 0 0,2 0-1 0 0,2 0 1 0 0,2 1-1 0 0,-3 65 0 0 0,9-102-382 0 0,0 1 0 0 0,0-1 0 0 0,0 0-1 0 0,1 1 1 0 0,-1-1 0 0 0,1 1 0 0 0,-1-1 0 0 0,1 0 0 0 0,0 1-1 0 0,2 3 1 0 0,-3-5-34 0 0,1 0-1 0 0,0 0 0 0 0,0 0 1 0 0,0 0-1 0 0,0-1 1 0 0,0 1-1 0 0,0 0 1 0 0,0 0-1 0 0,0-1 1 0 0,0 1-1 0 0,0-1 1 0 0,0 1-1 0 0,1-1 0 0 0,-1 1 1 0 0,0-1-1 0 0,0 0 1 0 0,1 1-1 0 0,-1-1 1 0 0,0 0-1 0 0,0 0 1 0 0,1 0-1 0 0,-1 0 1 0 0,0 0-1 0 0,2 0 0 0 0,142-25 703 0 0,-138 25-729 0 0,0 0 0 0 0,0 0 0 0 0,-1 1 1 0 0,1 0-1 0 0,0 0 0 0 0,-1 1 0 0 0,1 0 0 0 0,-1 0 0 0 0,0 1 0 0 0,0-1 0 0 0,0 1 0 0 0,0 1 1 0 0,0-1-1 0 0,0 1 0 0 0,-1 0 0 0 0,0 0 0 0 0,6 7 0 0 0,1 1-8 0 0,0 0-1 0 0,-2 1 0 0 0,1 0 1 0 0,-2 1-1 0 0,13 23 1 0 0,-18-29 224 0 0,0-1 0 0 0,-1 1 0 0 0,0-1 0 0 0,0 1 0 0 0,-1 0 1 0 0,0 0-1 0 0,0 1 0 0 0,-1-1 0 0 0,1 10 0 0 0,-2-14 10 0 0,0 0-1 0 0,-1 0 1 0 0,1-1 0 0 0,-1 1-1 0 0,0 0 1 0 0,0 0-1 0 0,0-1 1 0 0,-1 1 0 0 0,1-1-1 0 0,-1 1 1 0 0,0-1 0 0 0,0 0-1 0 0,0 0 1 0 0,0 0 0 0 0,-1 0-1 0 0,1 0 1 0 0,-1 0 0 0 0,0 0-1 0 0,0-1 1 0 0,0 1-1 0 0,-6 3 1 0 0,1-1 67 0 0,-1-1-1 0 0,0 0 0 0 0,0 0 1 0 0,0-1-1 0 0,0 0 1 0 0,0 0-1 0 0,-18 2 0 0 0,8-3-48 0 0,1-1 0 0 0,-37-2 0 0 0,52 0-527 0 0,0 1 0 0 0,0 0 0 0 0,0-1 0 0 0,0 0 0 0 0,-1 1 0 0 0,2-1 0 0 0,-1-1 0 0 0,0 1 0 0 0,0 0 0 0 0,0-1 0 0 0,0 1 1 0 0,1-1-1 0 0,-3-2 0 0 0,-6-12-4073 0 0,9-5-4598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1094 19 976 0 0,'-18'-18'22178'0'0,"19"17"-21680"0"0,145 13 3 0 0,-91-5-500 0 0,-52-7 0 0 0,0 1 0 0 0,0 0 0 0 0,0 0 0 0 0,0 0 0 0 0,0 0 0 0 0,-1 0 0 0 0,1 1 0 0 0,0-1 0 0 0,-1 1 0 0 0,1 0 0 0 0,-1 0 0 0 0,1 0 0 0 0,-1 0 0 0 0,0 0 0 0 0,0 0 0 0 0,0 1 0 0 0,0-1 0 0 0,-1 1 0 0 0,1-1 0 0 0,0 1 0 0 0,1 5 0 0 0,2 4 17 0 0,0 0-1 0 0,-1 0 1 0 0,4 20-1 0 0,7 59 1002 0 0,-4 0 0 0 0,-1 119 0 0 0,-5-80-373 0 0,-3 987 980 0 0,-43-519-387 0 0,-2 114-633 0 0,46-513-197 0 0,-3 149 529 0 0,-2-308-938 0 0,-2 1 0 0 0,-1-1 0 0 0,-2 0 0 0 0,-2 0 0 0 0,-19 52 0 0 0,23-83 0 0 0,-3 4 0 0 0,-4-2 0 0 0,-7-6 0 0 0,2-5 0 0 0,1-1 0 0 0,-1 0 0 0 0,1-1 0 0 0,0 0 0 0 0,-27-9 0 0 0,-10-1 0 0 0,-221-27-3084 0 0,58 21-5161 0 0,-219 10 0 0 0,322 11-2544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2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382 138 2056 0 0,'1'-6'1220'0'0,"-1"0"0"0"0,1 0 0 0 0,-1 0-1 0 0,0 0 1 0 0,-1 0 0 0 0,-1-9 0 0 0,1 10-741 0 0,-1 0 0 0 0,1 0 0 0 0,-1 0 0 0 0,0 0 0 0 0,0 1 0 0 0,-1-1-1 0 0,-4-6 1 0 0,5 8-388 0 0,-1-1 0 0 0,0 1 0 0 0,0 0 0 0 0,0 0 0 0 0,0 0 0 0 0,-1 1 0 0 0,1-1 0 0 0,-1 1 0 0 0,1 0 0 0 0,-1 0 0 0 0,0 0 0 0 0,0 0 0 0 0,0 1 0 0 0,0-1 0 0 0,0 1 0 0 0,0 0 0 0 0,-1 0 0 0 0,1 1 0 0 0,0-1 0 0 0,0 1 0 0 0,-8 0 0 0 0,6 1-82 0 0,-1 0 1 0 0,1 1-1 0 0,-1-1 0 0 0,1 1 1 0 0,-1 1-1 0 0,1-1 0 0 0,0 1 1 0 0,0 0-1 0 0,0 1 0 0 0,1-1 1 0 0,-1 1-1 0 0,1 0 0 0 0,0 1 1 0 0,0-1-1 0 0,-7 8 0 0 0,-4 7 23 0 0,0 1 0 0 0,-22 37-1 0 0,22-31-12 0 0,2 1-1 0 0,0 1 1 0 0,2 0-1 0 0,1 1 1 0 0,1 0 0 0 0,-6 32-1 0 0,13-45-2 0 0,0 1 0 0 0,2-1 0 0 0,0 1 0 0 0,1-1-1 0 0,2 25 1 0 0,0-30-10 0 0,0-1-1 0 0,0 0 1 0 0,1 1-1 0 0,0-2 1 0 0,1 1-1 0 0,0 0 1 0 0,0-1-1 0 0,1 1 1 0 0,9 12-1 0 0,-11-19 4 0 0,0 1 0 0 0,0-1-1 0 0,0 1 1 0 0,0-1 0 0 0,0 0 0 0 0,1 0-1 0 0,-1 0 1 0 0,1-1 0 0 0,0 1 0 0 0,0-1-1 0 0,0 0 1 0 0,0 0 0 0 0,0 0 0 0 0,1-1-1 0 0,-1 1 1 0 0,0-1 0 0 0,1 0 0 0 0,-1 0-1 0 0,1-1 1 0 0,-1 1 0 0 0,1-1 0 0 0,-1 0-1 0 0,1 0 1 0 0,-1-1 0 0 0,1 1 0 0 0,-1-1-1 0 0,1 0 1 0 0,8-3 0 0 0,-5 1-4 0 0,0-1 0 0 0,0 0 0 0 0,0 0-1 0 0,0-1 1 0 0,-1 0 0 0 0,1 0 0 0 0,-1 0 0 0 0,0-1 0 0 0,-1 0 0 0 0,0-1 0 0 0,0 0-1 0 0,0 0 1 0 0,8-13 0 0 0,-2-2 5 0 0,-1-1 1 0 0,-1 0-1 0 0,12-46 0 0 0,10-76 787 0 0,-16 66 184 0 0,-16 78-978 0 0,0 1 0 0 0,0 0 0 0 0,0-1 0 0 0,0 1 0 0 0,0 0 0 0 0,0-1-1 0 0,1 1 1 0 0,-1 0 0 0 0,0 0 0 0 0,0-1 0 0 0,0 1 0 0 0,0 0 0 0 0,0-1 0 0 0,0 1 0 0 0,0 0 0 0 0,1 0 0 0 0,-1-1 0 0 0,0 1-1 0 0,0 0 1 0 0,0 0 0 0 0,1 0 0 0 0,-1-1 0 0 0,0 1 0 0 0,0 0 0 0 0,1 0 0 0 0,-1 0 0 0 0,0 0 0 0 0,0-1 0 0 0,1 1 0 0 0,-1 0-1 0 0,0 0 1 0 0,1 0 0 0 0,-1 0 0 0 0,8 7 27 0 0,5 16 0 0 0,14 64-60 0 0,-18-52 222 0 0,22 52-1 0 0,-27-78-518 0 0,0 0-1 0 0,1 0 0 0 0,0-1 0 0 0,1 1 0 0 0,-1-1 0 0 0,2 0 1 0 0,-1-1-1 0 0,1 1 0 0 0,0-1 0 0 0,10 7 0 0 0,-11-10-415 0 0,0-1 0 0 0,0 0-1 0 0,0 0 1 0 0,0 0-1 0 0,0 0 1 0 0,1-1-1 0 0,-1 0 1 0 0,1 0-1 0 0,0-1 1 0 0,-1 0-1 0 0,12 1 1 0 0,7-3-3931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265 449 1028 0 0,'1'-8'1382'0'0,"1"0"0"0"0,-2 0 1 0 0,1 0-1 0 0,-1 0 0 0 0,0-1 0 0 0,-2-9 0 0 0,1 15-1097 0 0,1 0-1 0 0,-1-1 0 0 0,0 1 0 0 0,0 0 0 0 0,0 0 1 0 0,0 0-1 0 0,-1 0 0 0 0,1 0 0 0 0,-1 0 1 0 0,0 0-1 0 0,0 1 0 0 0,0-1 0 0 0,0 1 1 0 0,0-1-1 0 0,0 1 0 0 0,-1 0 0 0 0,-4-4 0 0 0,5 5-235 0 0,-1 0 0 0 0,0 0-1 0 0,1 1 1 0 0,-1-1-1 0 0,0 1 1 0 0,1-1-1 0 0,-1 1 1 0 0,0 0-1 0 0,1 0 1 0 0,-1 0-1 0 0,0 1 1 0 0,0-1 0 0 0,1 1-1 0 0,-1-1 1 0 0,1 1-1 0 0,-1 0 1 0 0,0 0-1 0 0,1 0 1 0 0,-1 0-1 0 0,-2 2 1 0 0,-8 4-12 0 0,1 1 0 0 0,0 0 0 0 0,0 1 0 0 0,0 1 1 0 0,1-1-1 0 0,1 2 0 0 0,0 0 0 0 0,0 0 0 0 0,-9 15 0 0 0,12-16-20 0 0,0 0-1 0 0,1 0 0 0 0,1 1 0 0 0,-1 0 1 0 0,2 1-1 0 0,0-1 0 0 0,0 1 1 0 0,1 0-1 0 0,0 0 0 0 0,1 0 0 0 0,-1 19 1 0 0,3-28-1 0 0,0 0 0 0 0,0 0 0 0 0,0 0 0 0 0,1 0 0 0 0,-1 1 0 0 0,1-1 0 0 0,0 0 0 0 0,-1 0 0 0 0,2 0 0 0 0,-1 0 0 0 0,0 0 0 0 0,0-1 0 0 0,1 1 0 0 0,0 0 0 0 0,-1-1 0 0 0,1 1 1 0 0,0-1-1 0 0,0 1 0 0 0,1-1 0 0 0,-1 0 0 0 0,0 0 0 0 0,1 0 0 0 0,-1 0 0 0 0,4 1 0 0 0,-2-1-3 0 0,-1-1 0 0 0,1 0 0 0 0,-1 0 0 0 0,1 0 0 0 0,0 0 0 0 0,0-1 0 0 0,-1 0 0 0 0,1 0 0 0 0,0 0 0 0 0,0 0 1 0 0,-1 0-1 0 0,1-1 0 0 0,0 1 0 0 0,-1-1 0 0 0,1 0 0 0 0,0 0 0 0 0,-1-1 0 0 0,1 1 0 0 0,-1-1 0 0 0,5-3 0 0 0,3-2-16 0 0,-1 0 0 0 0,0-1 1 0 0,0 0-1 0 0,-1-1 0 0 0,0 0 0 0 0,-1-1 1 0 0,0 1-1 0 0,-1-2 0 0 0,0 1 0 0 0,0-1 1 0 0,-1 0-1 0 0,8-20 0 0 0,1-9-139 0 0,-2 0 0 0 0,12-60 1 0 0,-12 26 534 0 0,5-105 1 0 0,-12 102 983 0 0,-6 71-1168 0 0,1 12-94 0 0,-2 30-63 0 0,1 22-43 0 0,12 198 173 0 0,-5-196-437 0 0,1-1-1 0 0,22 75 1 0 0,-25-116-485 0 0,1 0 0 0 0,1-1 1 0 0,13 25-1 0 0,-17-36 99 0 0,0-1 0 0 0,1 0 0 0 0,-1 0 0 0 0,1 0 0 0 0,0 0 0 0 0,1-1 0 0 0,-1 1 0 0 0,1-1 0 0 0,-1 0 1 0 0,1-1-1 0 0,1 1 0 0 0,-1-1 0 0 0,0 0 0 0 0,9 4 0 0 0,6-2-3967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89 3220 0 0,'5'-31'5141'0'0,"-3"19"-1925"0"0,0 0-1 0 0,0-22 1 0 0,8 74-462 0 0,15 232 3964 0 0,-15-133-4741 0 0,-2-40-322 0 0,-9 195 0 0 0,1-289-1655 0 0,-1 0 0 0 0,1 0 0 0 0,-1 0 0 0 0,0-1 0 0 0,-1 1 0 0 0,1 0 0 0 0,-1-1 0 0 0,0 1 0 0 0,0-1 0 0 0,0 0 0 0 0,-1 1 0 0 0,0-1 0 0 0,1 0 0 0 0,-7 6 0 0 0,6-8 0 0 0,0 1 0 0 0,0-1 0 0 0,-1 0 0 0 0,1 0 0 0 0,0 0 0 0 0,-1-1 0 0 0,1 1 0 0 0,-1-1 0 0 0,0 0 0 0 0,1 0 0 0 0,-1 0 0 0 0,0 0 0 0 0,0-1 0 0 0,1 0 0 0 0,-1 1 0 0 0,0-1 0 0 0,0-1 0 0 0,0 1 0 0 0,-6-2 0 0 0,1 1-182 0 0,-1-2 0 0 0,1 1 0 0 0,-1-1-1 0 0,1-1 1 0 0,0 1 0 0 0,1-2 0 0 0,-1 1 0 0 0,-8-7 0 0 0,7 4-490 0 0,0-1 1 0 0,1 0 0 0 0,0-1 0 0 0,1 0 0 0 0,0-1 0 0 0,0 1 0 0 0,1-2-1 0 0,0 1 1 0 0,-8-16 0 0 0,4 2-881 0 0,2-1 0 0 0,0 0 1 0 0,1 0-1 0 0,1-1 0 0 0,2 0 0 0 0,1 0 1 0 0,-2-30-1 0 0,3-8-8046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0 222 1464 0 0,'15'-35'4143'0'0,"0"1"864"0"0,-2-1 0 0 0,15-60 1 0 0,-20 73-6570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252 165 2032 0 0,'14'-11'2206'0'0,"0"0"1"0"0,-2-1-1 0 0,1 0 0 0 0,-1-1 1 0 0,-1 0-1 0 0,-1-1 0 0 0,0 0 0 0 0,9-17 1 0 0,-18 30-2143 0 0,-1 1 1 0 0,1-1-1 0 0,-1 0 1 0 0,1 1 0 0 0,-1-1-1 0 0,0 0 1 0 0,1 0-1 0 0,-1 1 1 0 0,0-1-1 0 0,0 0 1 0 0,1 0 0 0 0,-1 0-1 0 0,0 1 1 0 0,0-1-1 0 0,0 0 1 0 0,0 0-1 0 0,0 0 1 0 0,0 1 0 0 0,0-1-1 0 0,0 0 1 0 0,-1 0-1 0 0,1 0 1 0 0,0 1-1 0 0,0-1 1 0 0,-1 0-1 0 0,1 0 1 0 0,0 1 0 0 0,-1-1-1 0 0,1 0 1 0 0,-1 1-1 0 0,1-1 1 0 0,-1 0-1 0 0,1 1 1 0 0,-1-1 0 0 0,1 0-1 0 0,-1 1 1 0 0,0-1-1 0 0,1 1 1 0 0,-2-1 0 0 0,0 0-17 0 0,0 0 0 0 0,-1 1 1 0 0,1-1-1 0 0,0 1 1 0 0,-1-1-1 0 0,1 1 1 0 0,0 0-1 0 0,-1 0 0 0 0,1 0 1 0 0,-4 0-1 0 0,-2 2-3 0 0,-1 0 0 0 0,1 0-1 0 0,0 1 1 0 0,-1-1-1 0 0,1 2 1 0 0,1-1 0 0 0,-1 1-1 0 0,-8 6 1 0 0,0 1-3 0 0,0 1 0 0 0,-19 18 0 0 0,16-11-5 0 0,1 1 0 0 0,1 1 0 0 0,1 0 0 0 0,1 1 0 0 0,1 1 0 0 0,0 0 0 0 0,-15 40 0 0 0,20-41-19 0 0,1 0 1 0 0,1 0-1 0 0,2 1 0 0 0,0 0 1 0 0,1 0-1 0 0,1 0 0 0 0,1 1 1 0 0,3 46-1 0 0,0-61-1 0 0,0 0 0 0 0,0-1 0 0 0,1 1-1 0 0,1 0 1 0 0,0-1 0 0 0,0 1 0 0 0,0-1 0 0 0,1 0 0 0 0,0 0-1 0 0,1 0 1 0 0,10 13 0 0 0,-10-15 12 0 0,0-1 0 0 0,1 0 1 0 0,-1 0-1 0 0,1-1 0 0 0,0 0 0 0 0,0 0 0 0 0,0 0 0 0 0,1-1 1 0 0,-1 1-1 0 0,1-2 0 0 0,0 1 0 0 0,0-1 0 0 0,0 0 0 0 0,0 0 1 0 0,8 0-1 0 0,3 0 98 0 0,0 0 0 0 0,-1-1 0 0 0,1-1 0 0 0,0-1 0 0 0,0-1 0 0 0,-1 0 0 0 0,31-9 0 0 0,-36 7-854 0 0,1 0 0 0 0,-1-1 0 0 0,0-1 1 0 0,15-9-1 0 0,8-11-4709 0 0,-4-6-3396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3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56 2708 0 0,'-46'-12'12949'0'0,"35"10"-8210"0"0,-1 1-190 0 0,12 0-4522 0 0,0 1-1 0 0,0 0 1 0 0,0-1 0 0 0,0 1-1 0 0,1-1 1 0 0,-1 1 0 0 0,0 0-1 0 0,0-1 1 0 0,0 1 0 0 0,0 0-1 0 0,0-1 1 0 0,0 1 0 0 0,1 0 0 0 0,-1 0-1 0 0,0-1 1 0 0,0 1 0 0 0,0 0-1 0 0,1-1 1 0 0,-1 1 0 0 0,0 0-1 0 0,0 0 1 0 0,1 0 0 0 0,-1-1-1 0 0,0 1 1 0 0,1 0 0 0 0,-1 0-1 0 0,0 0 1 0 0,1-1 0 0 0,-1 1 0 0 0,0 0-1 0 0,1 0 1 0 0,-1 0 0 0 0,0 0-1 0 0,1 0 1 0 0,-1 0 0 0 0,7-3 47 0 0,0 0-1 0 0,1 1 1 0 0,-1-1 0 0 0,0 2 0 0 0,1-1 0 0 0,-1 1 0 0 0,14 0-1 0 0,7-3 17 0 0,73-8-1489 0 0,-49 13-2934 0 0,-5 6-6257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4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1104 0 0,'-103'67'18730'0'0,"95"-57"-16917"0"0,8-10-1775 0 0,0 1-1 0 0,0-1 0 0 0,0 0 0 0 0,1 1 0 0 0,-1-1 0 0 0,0 0 1 0 0,0 1-1 0 0,1-1 0 0 0,-1 0 0 0 0,0 0 0 0 0,1 1 0 0 0,-1-1 1 0 0,0 0-1 0 0,1 0 0 0 0,-1 1 0 0 0,0-1 0 0 0,1 0 0 0 0,-1 0 1 0 0,0 0-1 0 0,1 0 0 0 0,-1 1 0 0 0,1-1 0 0 0,-1 0 0 0 0,0 0 1 0 0,1 0-1 0 0,-1 0 0 0 0,1 0 0 0 0,-1 0 0 0 0,0 0 0 0 0,1 0 0 0 0,-1 0 1 0 0,1 0-1 0 0,-1 0 0 0 0,0-1 0 0 0,1 1 0 0 0,-1 0 0 0 0,1 0 1 0 0,-1 0-1 0 0,251-25-73 0 0,-80 1-6072 0 0,-149 20 4708 0 0,24-3-3818 0 0,-2-1-2713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5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494 106 232 0 0,'30'-20'8327'0'0,"52"-49"650"0"0,-81 68-8939 0 0,-1 1 0 0 0,0 0 1 0 0,0-1-1 0 0,1 1 0 0 0,-1 0 0 0 0,0 0 1 0 0,0-1-1 0 0,1 1 0 0 0,-1 0 1 0 0,0-1-1 0 0,0 1 0 0 0,0 0 0 0 0,0-1 1 0 0,1 1-1 0 0,-1-1 0 0 0,0 1 1 0 0,0 0-1 0 0,0-1 0 0 0,0 1 1 0 0,0-1-1 0 0,0 1 0 0 0,0 0 0 0 0,0-1 1 0 0,0 1-1 0 0,0-1 0 0 0,0 1 1 0 0,0 0-1 0 0,0-1 0 0 0,-1 1 1 0 0,1 0-1 0 0,0-1 0 0 0,0 1 0 0 0,0 0 1 0 0,0-1-1 0 0,-1 1 0 0 0,1 0 1 0 0,0-1-1 0 0,0 1 0 0 0,-1 0 1 0 0,1-1-1 0 0,0 1 0 0 0,-1 0 0 0 0,1 0 1 0 0,0-1-1 0 0,-1 1 0 0 0,1 0 1 0 0,0 0-1 0 0,-1 0 0 0 0,1 0 0 0 0,0-1 1 0 0,-1 1-1 0 0,1 0 0 0 0,-1 0 1 0 0,1 0-1 0 0,0 0 0 0 0,-1 0 1 0 0,1 0-1 0 0,-1 0 0 0 0,-15 4 63 0 0,-1 1 0 0 0,1 1 0 0 0,-27 13 0 0 0,-45 30-23 0 0,40-21-74 0 0,1 2 0 0 0,-58 48 1 0 0,88-62 33 0 0,0 0 0 0 0,2 0 0 0 0,-1 2 1 0 0,2-1-1 0 0,1 2 0 0 0,0 0 0 0 0,1 1 1 0 0,-14 32-1 0 0,13-17 212 0 0,1 1 0 0 0,2 0 1 0 0,2 1-1 0 0,1 0 0 0 0,-3 76 1 0 0,16 191 351 0 0,-4-265-509 0 0,13 200 286 0 0,5 110 1237 0 0,-22 0-276 0 0,-21-17-737 0 0,-11 416 389 0 0,34-677-851 0 0,7 104 198 0 0,-5-150-299 0 0,2-1 1 0 0,1 1-1 0 0,0-1 1 0 0,19 46-1 0 0,-20-60-16 0 0,0-2 0 0 0,1 1 0 0 0,0 0 0 0 0,1-1 1 0 0,0 0-1 0 0,0-1 0 0 0,0 1 0 0 0,1-1 0 0 0,0 0 0 0 0,1-1 0 0 0,15 11 0 0 0,-12-10-11 0 0,0-1-1 0 0,0-1 1 0 0,1 0 0 0 0,0-1-1 0 0,0 0 1 0 0,0 0 0 0 0,1-2-1 0 0,-1 1 1 0 0,13 0 0 0 0,19-1-826 0 0,1-1 0 0 0,-1-3-1 0 0,77-11 1 0 0,-51-1-3113 0 0,107-34 0 0 0,-90 14-2138 0 0,3-7-3222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40 2068 0 0,'-3'-1'3412'0'0,"-21"-9"3280"0"0,21 9-5617 0 0,0 0-1 0 0,0 0 1 0 0,0-1 0 0 0,0 1-1 0 0,1-1 1 0 0,-1 0-1 0 0,-3-2 1 0 0,13 1-1043 0 0,-1 1 1 0 0,0 0-1 0 0,1 0 1 0 0,-1 0-1 0 0,1 1 1 0 0,-1 0-1 0 0,1 0 1 0 0,0 1-1 0 0,0 0 1 0 0,-1 0-1 0 0,1 1 1 0 0,0 0 0 0 0,11 2-1 0 0,-4 0-29 0 0,0 1 1 0 0,0 1-1 0 0,-1 0 0 0 0,1 0 1 0 0,18 12-1 0 0,-26-14 0 0 0,0 1-1 0 0,0 0 1 0 0,-1 0 0 0 0,0 1-1 0 0,0-1 1 0 0,0 1 0 0 0,0 0 0 0 0,-1 1-1 0 0,0-1 1 0 0,0 1 0 0 0,0 0-1 0 0,-1 0 1 0 0,0 0 0 0 0,0 0 0 0 0,0 0-1 0 0,2 9 1 0 0,-4-6 0 0 0,1 0 1 0 0,-1 0-1 0 0,-1 0 1 0 0,1 0-1 0 0,-1 0 1 0 0,-1 0-1 0 0,0 0 1 0 0,0 0-1 0 0,-1 0 1 0 0,0 0-1 0 0,-6 16 1 0 0,-1-5 89 0 0,0 1 0 0 0,-1-2 0 0 0,-1 0 0 0 0,-16 22 0 0 0,-61 67 639 0 0,24-31-268 0 0,55-64-413 0 0,-11 10 129 0 0,18-22-92 0 0,2 1-67 0 0,1-1-1 0 0,-1 0 0 0 0,0 0 1 0 0,1 0-1 0 0,-1 0 0 0 0,0 0 1 0 0,1 0-1 0 0,-1 0 1 0 0,1 0-1 0 0,0 0 0 0 0,-1 0 1 0 0,1 0-1 0 0,0 0 0 0 0,0 0 1 0 0,-1 0-1 0 0,1 0 1 0 0,0-1-1 0 0,0 1 0 0 0,0 0 1 0 0,0-1-1 0 0,0 1 0 0 0,0-1 1 0 0,0 1-1 0 0,0-1 1 0 0,0 1-1 0 0,1-1 0 0 0,-1 0 1 0 0,0 1-1 0 0,0-1 0 0 0,0 0 1 0 0,0 0-1 0 0,0 0 1 0 0,3 0-1 0 0,48 0 283 0 0,-44 0-270 0 0,212-19 367 0 0,-195 16-978 0 0,-9 2-1103 0 0,0-2 0 0 0,18-4-1 0 0,-26 4-827 0 0,0 0-1 0 0,0 0 1 0 0,12-7-1 0 0,-4 1-4167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290 187 2752 0 0,'92'-104'12736'0'0,"-34"35"-2798"0"0,-57 67-9378 0 0,0-1 66 0 0,-1 3-609 0 0,1 0 0 0 0,-1 0 1 0 0,0 0-1 0 0,0 0 0 0 0,0 0 0 0 0,0-1 0 0 0,0 1 0 0 0,0 0 0 0 0,1 0 0 0 0,-1 0 0 0 0,0 0 0 0 0,0 0 0 0 0,0-1 0 0 0,0 1 0 0 0,0 0 0 0 0,0 0 1 0 0,0 0-1 0 0,0 0 0 0 0,0-1 0 0 0,0 1 0 0 0,0 0 0 0 0,0 0 0 0 0,0 0 0 0 0,0-1 0 0 0,0 1 0 0 0,0 0 0 0 0,0 0 0 0 0,0 0 0 0 0,0 0 0 0 0,0-1 0 0 0,0 1 1 0 0,0 0-1 0 0,-1 0 0 0 0,1 0 0 0 0,0 0 0 0 0,0 0 0 0 0,0-1 0 0 0,0 1 0 0 0,0 0 0 0 0,0 0 0 0 0,-1 0 0 0 0,-2-1 21 0 0,0 1-1 0 0,0-1 0 0 0,0 1 1 0 0,0 0-1 0 0,0 0 0 0 0,-1 0 1 0 0,1 1-1 0 0,0-1 1 0 0,0 1-1 0 0,0-1 0 0 0,0 1 1 0 0,0 0-1 0 0,0 0 1 0 0,0 1-1 0 0,0-1 0 0 0,0 1 1 0 0,-5 3-1 0 0,-8 6 57 0 0,-26 22 0 0 0,28-21-28 0 0,-18 14-18 0 0,1 2 1 0 0,1 2-1 0 0,1 0 1 0 0,2 2-1 0 0,1 1 0 0 0,2 1 1 0 0,1 1-1 0 0,1 1 1 0 0,-29 71-1 0 0,48-99-50 0 0,0 1 0 0 0,1 0 0 0 0,0 0 0 0 0,0 0-1 0 0,1 0 1 0 0,0 0 0 0 0,1 0 0 0 0,0 0 0 0 0,1 0 0 0 0,-1 0 0 0 0,2 0 0 0 0,-1 0 0 0 0,1 0-1 0 0,4 11 1 0 0,-4-14 1 0 0,1-1 0 0 0,0 1 0 0 0,0 0-1 0 0,0-1 1 0 0,0 1 0 0 0,1-1 0 0 0,0 0 0 0 0,0 0-1 0 0,1 0 1 0 0,-1-1 0 0 0,1 1 0 0 0,0-1-1 0 0,0-1 1 0 0,0 1 0 0 0,1 0 0 0 0,0-1 0 0 0,-1 0-1 0 0,1-1 1 0 0,0 1 0 0 0,11 2 0 0 0,-13-4 14 0 0,0 0 1 0 0,0-1-1 0 0,0 1 0 0 0,0-1 1 0 0,0 0-1 0 0,0 0 1 0 0,0 0-1 0 0,0 0 1 0 0,0-1-1 0 0,0 0 0 0 0,0 0 1 0 0,0 0-1 0 0,0 0 1 0 0,-1 0-1 0 0,1-1 1 0 0,0 0-1 0 0,-1 0 1 0 0,1 0-1 0 0,-1 0 0 0 0,0 0 1 0 0,0-1-1 0 0,0 1 1 0 0,0-1-1 0 0,0 0 1 0 0,0 0-1 0 0,-1 0 0 0 0,0 0 1 0 0,1-1-1 0 0,-1 1 1 0 0,0-1-1 0 0,2-6 1 0 0,-3 9-23 0 0,0-1 0 0 0,-1 1 0 0 0,1-1 0 0 0,-1 1 1 0 0,1-1-1 0 0,-1 0 0 0 0,0 1 0 0 0,0-1 0 0 0,0 0 0 0 0,0 1 1 0 0,0-1-1 0 0,0 1 0 0 0,0-1 0 0 0,0 0 0 0 0,-1 1 0 0 0,1-1 1 0 0,0 1-1 0 0,-1-1 0 0 0,0 1 0 0 0,1-1 0 0 0,-1 1 1 0 0,0-1-1 0 0,0 1 0 0 0,0-1 0 0 0,0 1 0 0 0,0 0 0 0 0,0 0 1 0 0,0-1-1 0 0,0 1 0 0 0,0 0 0 0 0,0 0 0 0 0,-1 0 0 0 0,1 0 1 0 0,-1 1-1 0 0,1-1 0 0 0,0 0 0 0 0,-4-1 0 0 0,0 1-299 0 0,1 0 1 0 0,-1 0-1 0 0,0 0 0 0 0,0 1 0 0 0,0 0 0 0 0,0 0 0 0 0,0 0 1 0 0,0 0-1 0 0,0 1 0 0 0,-5 1 0 0 0,-1 1-860 0 0,1 0 1 0 0,0 1-1 0 0,0 1 0 0 0,0-1 1 0 0,0 2-1 0 0,-9 5 1 0 0,-28 24-7278 0 0,29-18 2076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6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 2352 0 0,'-25'-9'10538'0'0,"20"7"-9654"0"0,-23-5 10265 0 0,35 11-9065 0 0,8 0-2030 0 0,0-1 0 0 0,0-1 1 0 0,0 1-1 0 0,1-2 0 0 0,24-1 0 0 0,-13 1-13 0 0,144-10 348 0 0,3-1-59 0 0,-128 7-9432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2300 0 0,'11'-29'7450'0'0,"-6"15"-4804"0"0,1 0 1 0 0,1 0-1 0 0,11-18 1 0 0,-16 28-2524 0 0,1 0 1 0 0,0 1-1 0 0,0 0 1 0 0,0-1-1 0 0,0 1 1 0 0,0 1-1 0 0,1-1 1 0 0,-1 0-1 0 0,1 1 0 0 0,0-1 1 0 0,0 1-1 0 0,0 0 1 0 0,0 1-1 0 0,0-1 1 0 0,0 0-1 0 0,6 0 1 0 0,-2 0-83 0 0,0 1 0 0 0,0 0 0 0 0,1 0 0 0 0,-1 1 0 0 0,0 0 0 0 0,1 1 0 0 0,-1 0 0 0 0,0 0 0 0 0,0 0 0 0 0,12 5 0 0 0,-17-5-34 0 0,0 0 0 0 0,0 1 0 0 0,0-1 1 0 0,0 1-1 0 0,0 0 0 0 0,0 0 0 0 0,-1 0 0 0 0,1 0 0 0 0,-1 0 0 0 0,1 1 0 0 0,-1-1 0 0 0,0 1 0 0 0,0 0 0 0 0,0 0 1 0 0,0-1-1 0 0,0 1 0 0 0,-1 0 0 0 0,1 1 0 0 0,-1-1 0 0 0,0 0 0 0 0,0 0 0 0 0,0 0 0 0 0,0 1 0 0 0,-1-1 1 0 0,1 1-1 0 0,-1-1 0 0 0,0 7 0 0 0,-1 2 6 0 0,0 0 1 0 0,0 0-1 0 0,-1-1 1 0 0,-1 1-1 0 0,0 0 1 0 0,-1-1 0 0 0,0 0-1 0 0,-8 17 1 0 0,-7 6 125 0 0,-29 40 1 0 0,32-50 48 0 0,5-9 584 0 0,6-8 43 0 0,21-11-573 0 0,-13 2-238 0 0,29-3 16 0 0,-19 5-22 0 0,0 0 0 0 0,-1 0-1 0 0,1 2 1 0 0,-1-1 0 0 0,0 2 0 0 0,1 0-1 0 0,-1 0 1 0 0,0 1 0 0 0,0 0 0 0 0,-1 1 0 0 0,1 1-1 0 0,-1 0 1 0 0,0 0 0 0 0,13 11 0 0 0,4 4-29 0 0,-2 1 0 0 0,-1 1-1 0 0,0 1 1 0 0,23 31 0 0 0,-35-39 67 0 0,-1 0 0 0 0,0 2 0 0 0,17 33 0 0 0,-26-45 182 0 0,0 0 0 0 0,-1 0 0 0 0,0 0 0 0 0,0 0 1 0 0,0 0-1 0 0,-1 1 0 0 0,0-1 0 0 0,0 0 0 0 0,0 1 0 0 0,-1-1 1 0 0,0 1-1 0 0,0-1 0 0 0,-1 1 0 0 0,0-1 0 0 0,0 0 1 0 0,-3 10-1 0 0,3-13-91 0 0,-1 0 1 0 0,0 0-1 0 0,0-1 1 0 0,0 1-1 0 0,0 0 1 0 0,-1-1 0 0 0,1 1-1 0 0,-1-1 1 0 0,1 0-1 0 0,-1 0 1 0 0,0 0-1 0 0,0 0 1 0 0,0 0-1 0 0,0 0 1 0 0,0-1-1 0 0,-1 0 1 0 0,1 1 0 0 0,0-1-1 0 0,-1-1 1 0 0,1 1-1 0 0,-1 0 1 0 0,1-1-1 0 0,-7 0 1 0 0,-7 1-11 0 0,-1-1 0 0 0,0-1 0 0 0,-21-3 0 0 0,39 4-115 0 0,-44-7-51 0 0,-69-21 0 0 0,13-9-3012 0 0,92 34 2079 0 0,0-1 0 0 0,1 0 1 0 0,-1 0-1 0 0,-12-10 0 0 0,18 12 503 0 0,1 1-1 0 0,-1-1 1 0 0,0 0 0 0 0,1 0-1 0 0,-1 0 1 0 0,1 0 0 0 0,0 0-1 0 0,0 0 1 0 0,-2-3-1 0 0,3 3-51 0 0,-1 0 0 0 0,1 1 0 0 0,0-1-1 0 0,-1 0 1 0 0,1 1 0 0 0,0-1-1 0 0,0 0 1 0 0,0 1 0 0 0,0-1-1 0 0,0 0 1 0 0,1 1 0 0 0,-1-1 0 0 0,1 0-1 0 0,-1 1 1 0 0,1-3 0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7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69 1072 0 0,'-76'-45'18912'0'0,"74"45"-18333"0"0,2 0-537 0 0,-1-1 0 0 0,1 1 1 0 0,0 0-1 0 0,-1 0 0 0 0,1 0 1 0 0,-1 0-1 0 0,1 0 0 0 0,0 0 1 0 0,-1-1-1 0 0,1 1 0 0 0,0 0 1 0 0,-1 0-1 0 0,1 0 1 0 0,0-1-1 0 0,-1 1 0 0 0,1 0 1 0 0,0 0-1 0 0,0-1 0 0 0,-1 1 1 0 0,1 0-1 0 0,0-1 0 0 0,0 1 1 0 0,-1-1-1 0 0,1 1-21 0 0,0-1-1 0 0,0 1 1 0 0,1 0-1 0 0,-1-1 1 0 0,0 1 0 0 0,0 0-1 0 0,0-1 1 0 0,0 1-1 0 0,0 0 1 0 0,0 0 0 0 0,1-1-1 0 0,-1 1 1 0 0,0 0-1 0 0,0-1 1 0 0,1 1 0 0 0,-1 0-1 0 0,0 0 1 0 0,0-1-1 0 0,1 1 1 0 0,-1 0-1 0 0,0 0 1 0 0,1 0 0 0 0,-1-1-1 0 0,0 1 1 0 0,1 0-1 0 0,-1 0 1 0 0,0 0 0 0 0,1 0-1 0 0,-1 0 1 0 0,0 0-1 0 0,1 0 1 0 0,-1 0 0 0 0,0 0-1 0 0,1 0 1 0 0,-1 0-1 0 0,0 0 1 0 0,1 0 0 0 0,-1 0-1 0 0,1 0 1 0 0,209-10 1271 0 0,-118 10-5791 0 0,-27 0-6022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2924 0 0,'7'-31'9246'0'0,"-5"23"-7756"0"0,0 0-1 0 0,0 0 0 0 0,0 0 0 0 0,6-11 0 0 0,-6 16-1405 0 0,-1 0-1 0 0,1 0 0 0 0,0 1 0 0 0,0-1 1 0 0,0 1-1 0 0,0-1 0 0 0,1 1 0 0 0,-1 0 1 0 0,1 0-1 0 0,-1 0 0 0 0,1 0 1 0 0,0 1-1 0 0,0-1 0 0 0,0 1 0 0 0,4-2 1 0 0,4-1-55 0 0,0 1 0 0 0,1 0 0 0 0,-1 1 0 0 0,1 0 0 0 0,0 1 0 0 0,-1 1 0 0 0,15 0 0 0 0,-20 0-18 0 0,0 0-1 0 0,0 1 1 0 0,0 0 0 0 0,0 0-1 0 0,0 1 1 0 0,0-1-1 0 0,0 1 1 0 0,0 1 0 0 0,-1-1-1 0 0,1 1 1 0 0,-1 0 0 0 0,1 0-1 0 0,-1 0 1 0 0,0 1 0 0 0,5 5-1 0 0,-8-7-9 0 0,0 0-1 0 0,-1 0 0 0 0,1 0 0 0 0,-1 1 1 0 0,0-1-1 0 0,0 0 0 0 0,1 0 0 0 0,-2 1 1 0 0,1-1-1 0 0,0 1 0 0 0,0-1 0 0 0,-1 1 1 0 0,1-1-1 0 0,-1 1 0 0 0,0 0 0 0 0,0 2 1 0 0,0 0 0 0 0,-1 0 0 0 0,0 0 1 0 0,0 0-1 0 0,0 0 0 0 0,-1 0 0 0 0,1-1 1 0 0,-5 9-1 0 0,-3 2 4 0 0,0-1-1 0 0,0 0 1 0 0,-22 23 0 0 0,-43 35 76 0 0,22-25 27 0 0,51-46-85 0 0,1 0-25 0 0,0 0-1 0 0,0 0 1 0 0,0 0 0 0 0,0 0-1 0 0,1 0 1 0 0,-1 0-1 0 0,0 0 1 0 0,1 0 0 0 0,-1 0-1 0 0,0 0 1 0 0,1 0-1 0 0,-1 0 1 0 0,1 0 0 0 0,0 0-1 0 0,-1-1 1 0 0,1 1-1 0 0,-1 0 1 0 0,1 0 0 0 0,0-1-1 0 0,0 1 1 0 0,0 0-1 0 0,-1-1 1 0 0,1 1-1 0 0,0-1 1 0 0,1 1 0 0 0,30 16-9 0 0,-22-13 7 0 0,13 9 0 0 0,0 0-1 0 0,-1 2 1 0 0,-1 0-1 0 0,-1 2 1 0 0,0 0 0 0 0,30 33-1 0 0,-48-47 152 0 0,0-1 0 0 0,0 1 0 0 0,0-1 0 0 0,0 1 0 0 0,0 0 0 0 0,-1-1-1 0 0,0 1 1 0 0,1 0 0 0 0,-1 0 0 0 0,0 0 0 0 0,0 0 0 0 0,0 0 0 0 0,-1 1 0 0 0,1-1-1 0 0,-1 0 1 0 0,0 6 0 0 0,0-6 36 0 0,-1-1 1 0 0,0 0-1 0 0,0 1 0 0 0,0-1 0 0 0,0 0 0 0 0,0 0 0 0 0,0 0 0 0 0,-1 0 1 0 0,1 0-1 0 0,-1 0 0 0 0,1 0 0 0 0,-1 0 0 0 0,0-1 0 0 0,0 1 0 0 0,0 0 1 0 0,0-1-1 0 0,0 0 0 0 0,0 1 0 0 0,0-1 0 0 0,0 0 0 0 0,0 0 0 0 0,-4 1 1 0 0,-13 4 179 0 0,1-1 0 0 0,-1-1 0 0 0,0-1 0 0 0,0 0 0 0 0,0-1 0 0 0,-1-1 0 0 0,-36-4 0 0 0,5 2-2053 0 0,33 3-2571 0 0,17-2 4074 0 0,0 0 0 0 0,1 0 0 0 0,-1 1 0 0 0,0-1 0 0 0,1 0 0 0 0,-1 1 0 0 0,0-1 0 0 0,1 0 0 0 0,-1 1 0 0 0,1-1 0 0 0,-1 1 1 0 0,1-1-1 0 0,-1 1 0 0 0,1-1 0 0 0,-1 1 0 0 0,1-1 0 0 0,-1 1 0 0 0,1 0 0 0 0,-1-1 0 0 0,1 1 0 0 0,0 0 0 0 0,0-1 0 0 0,-1 1 0 0 0,1 0 0 0 0,0 1 0 0 0,-3 18-3151 0 0,2-18 2920 0 0,0 24-6995 0 0,1-10 695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45 276 0 0,'-17'-24'14577'0'0,"13"9"-8270"0"0,4 15-6256 0 0,0-1 0 0 0,-1 1 0 0 0,1 0 0 0 0,0-1 0 0 0,0 1 0 0 0,0 0-1 0 0,0 0 1 0 0,0-1 0 0 0,-1 1 0 0 0,1 0 0 0 0,0 0 0 0 0,0-1 0 0 0,0 1 0 0 0,-1 0 0 0 0,1 0-1 0 0,0 0 1 0 0,0-1 0 0 0,-1 1 0 0 0,1 0 0 0 0,0 0 0 0 0,0 0 0 0 0,-1 0 0 0 0,1 0 0 0 0,0-1-1 0 0,0 1 1 0 0,-1 0 0 0 0,1 0 0 0 0,0 0 0 0 0,-1 0 0 0 0,1 0 0 0 0,0 0 0 0 0,-1 0 0 0 0,1 0 0 0 0,0 0-1 0 0,0 0 1 0 0,-1 0 0 0 0,0 0 0 0 0,-29 16 395 0 0,-48 32-1 0 0,67-40-428 0 0,0 1-1 0 0,0 0 1 0 0,1 0-1 0 0,0 1 1 0 0,1 0-1 0 0,0 1 1 0 0,-9 14 0 0 0,17-23-15 0 0,0-1 1 0 0,0 1-1 0 0,1-1 1 0 0,-1 1-1 0 0,0 0 1 0 0,1-1 0 0 0,-1 1-1 0 0,1 0 1 0 0,-1 0-1 0 0,1-1 1 0 0,0 1-1 0 0,0 0 1 0 0,0 0 0 0 0,0-1-1 0 0,0 1 1 0 0,0 0-1 0 0,0 0 1 0 0,1-1-1 0 0,-1 1 1 0 0,2 2 0 0 0,-1-1 1 0 0,1 0 1 0 0,-1-1 0 0 0,1 1 0 0 0,0-1-1 0 0,0 1 1 0 0,0-1 0 0 0,0 0 0 0 0,0 0 0 0 0,1 0-1 0 0,-1 0 1 0 0,3 1 0 0 0,7 5 7 0 0,1-2 1 0 0,0 0 0 0 0,0 0-1 0 0,14 3 1 0 0,-23-8-13 0 0,18 6-29 0 0,0 2 0 0 0,36 19 0 0 0,-48-22 10 0 0,0 0 1 0 0,-1 1-1 0 0,1 0 0 0 0,-2 1 0 0 0,1 0 0 0 0,-1 1 1 0 0,10 12-1 0 0,-15-16 305 0 0,0 0-1 0 0,1 0 1 0 0,-2 0 0 0 0,1 0 0 0 0,0 0-1 0 0,-1 1 1 0 0,0-1 0 0 0,-1 1-1 0 0,1-1 1 0 0,1 11 0 0 0,-3-13-48 0 0,0 0 0 0 0,0-1-1 0 0,0 1 1 0 0,-1 0 0 0 0,1 0 0 0 0,0 0 0 0 0,-1 0 0 0 0,0 0 0 0 0,0 0-1 0 0,0 0 1 0 0,0-1 0 0 0,0 1 0 0 0,-1 0 0 0 0,1-1 0 0 0,-1 1-1 0 0,1-1 1 0 0,-1 0 0 0 0,0 1 0 0 0,0-1 0 0 0,0 0 0 0 0,0 0-1 0 0,-5 3 1 0 0,-2 0-229 0 0,-2 1 0 0 0,1-1 0 0 0,0 0 0 0 0,-1-1 0 0 0,0-1 0 0 0,0 0 0 0 0,0 0 0 0 0,-1-1 0 0 0,1 0 0 0 0,-22 0 0 0 0,22-1-219 0 0,1-1-1 0 0,0 0 1 0 0,-1-1-1 0 0,1 0 1 0 0,0 0-1 0 0,0-1 1 0 0,0 0-1 0 0,-19-7 1 0 0,26 7 97 0 0,0 1 0 0 0,0-1 0 0 0,0 0 0 0 0,1 0 1 0 0,-1 0-1 0 0,0 0 0 0 0,1 0 0 0 0,-1 0 0 0 0,1-1 0 0 0,0 1 0 0 0,0-1 0 0 0,0 0 0 0 0,0 1 1 0 0,0-1-1 0 0,1 0 0 0 0,-1 0 0 0 0,1 0 0 0 0,0 0 0 0 0,0-1 0 0 0,0 1 0 0 0,0 0 0 0 0,0 0 1 0 0,1-1-1 0 0,-1 1 0 0 0,1-7 0 0 0,1 3-1624 0 0,0 0 0 0 0,0 0 0 0 0,1-1 0 0 0,0 1 0 0 0,1 0 0 0 0,-1 1 0 0 0,1-1 0 0 0,4-7 0 0 0,-6 11 510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36 136 1204 0 0,'-35'-68'20542'0'0,"35"68"-20476"0"0,-1-1 0 0 0,1 0 0 0 0,0 1-1 0 0,0-1 1 0 0,0 1 0 0 0,0-1 0 0 0,0 0 0 0 0,0 1 0 0 0,0-1-1 0 0,0 0 1 0 0,0 1 0 0 0,1-1 0 0 0,-1 1 0 0 0,0-1 0 0 0,0 1 0 0 0,0-1-1 0 0,1 0 1 0 0,-1 1 0 0 0,0-1 0 0 0,1 1 0 0 0,-1-1 0 0 0,0 1 0 0 0,1-1-1 0 0,-1 1 1 0 0,1 0 0 0 0,-1-1 0 0 0,1 1 0 0 0,-1-1 0 0 0,1 1-1 0 0,-1 0 1 0 0,1 0 0 0 0,-1-1 0 0 0,1 1 0 0 0,-1 0 0 0 0,1 0 0 0 0,0-1-1 0 0,-1 1 1 0 0,1 0 0 0 0,0 0 0 0 0,30-8 513 0 0,-25 7-395 0 0,63-11 448 0 0,111-5 0 0 0,-112 12-529 0 0,-32 4-57 0 0,-33 0-27 0 0,0 1 1 0 0,40-4-2463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09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84 2904 0 0,'-38'-73'15534'0'0,"37"71"-14809"0"0,2 1-692 0 0,0 0-1 0 0,0 1 0 0 0,-1-1 1 0 0,1 0-1 0 0,0 1 1 0 0,0-1-1 0 0,0 0 0 0 0,1 1 1 0 0,-1 0-1 0 0,0-1 1 0 0,0 1-1 0 0,0-1 1 0 0,0 1-1 0 0,0 0 0 0 0,0 0 1 0 0,1 0-1 0 0,-1 0 1 0 0,0 0-1 0 0,0 0 0 0 0,0 0 1 0 0,0 0-1 0 0,1 0 1 0 0,-1 0-1 0 0,1 1 1 0 0,2-1 35 0 0,415 29 585 0 0,-370-26-659 0 0,-46-3-5 0 0,12 5-30 0 0,-12-1 56 0 0,0 0 0 0 0,0 0 0 0 0,-1 0 0 0 0,1 0 0 0 0,-1 1 0 0 0,-1-1 0 0 0,1 0 0 0 0,0 1 0 0 0,-1 0 0 0 0,0-1 0 0 0,0 1 0 0 0,0 0 0 0 0,-1-1 0 0 0,0 1 0 0 0,0 8 1 0 0,1 6 241 0 0,0 144 1501 0 0,-2-83-997 0 0,-4 240 1984 0 0,2 169-913 0 0,27 80 206 0 0,-15-386-1356 0 0,-5-68-77 0 0,-5 1 1 0 0,-18 123-1 0 0,-26 47-605 0 0,44-281 0 0 0,0 0 0 0 0,0 0 0 0 0,-1 0 0 0 0,1 0 0 0 0,-1 0 0 0 0,0 0 0 0 0,-1-1 0 0 0,1 1 0 0 0,-1-1 0 0 0,0 1 0 0 0,0-1 0 0 0,0 0 0 0 0,-1 0 0 0 0,-4 4 0 0 0,1-2 0 0 0,0-1 0 0 0,-1 0 0 0 0,0 0 0 0 0,0-1 0 0 0,0 1 0 0 0,0-2 0 0 0,-14 5 0 0 0,0-2 0 0 0,-1-1 0 0 0,1-1 0 0 0,-1-1 0 0 0,0-1 0 0 0,-41-1 0 0 0,-56-13-3578 0 0,-188-41 0 0 0,-21-4-3523 0 0,292 53 712 0 0,1-1-3328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53 1944 0 0,'5'-9'10576'0'0,"-4"-11"-5890"0"0,-1 19-4590 0 0,0 0-1 0 0,-1-1 0 0 0,1 1 0 0 0,-1 0 0 0 0,1 0 1 0 0,-1 0-1 0 0,0 0 0 0 0,1 0 0 0 0,-1 0 0 0 0,0 0 1 0 0,0 0-1 0 0,0 0 0 0 0,1 0 0 0 0,-1 0 0 0 0,0 0 0 0 0,0 1 1 0 0,-1-1-1 0 0,1 0 0 0 0,0 1 0 0 0,0-1 0 0 0,0 1 1 0 0,0-1-1 0 0,0 1 0 0 0,-1-1 0 0 0,1 1 0 0 0,0 0 1 0 0,-3-1-1 0 0,-6 1-23 0 0,0-1 0 0 0,-1 2 0 0 0,1-1 0 0 0,0 1 0 0 0,-1 1-1 0 0,1 0 1 0 0,0 0 0 0 0,0 1 0 0 0,0 0 0 0 0,0 1 0 0 0,-17 10 0 0 0,0 0-17 0 0,1 2-1 0 0,-46 36 1 0 0,35-21-14 0 0,2 1 1 0 0,1 1 0 0 0,-37 49-1 0 0,55-61-14 0 0,0 2-1 0 0,1 0 1 0 0,2 0-1 0 0,0 1 1 0 0,2 1-1 0 0,0 0 1 0 0,-8 33-1 0 0,16-47 100 0 0,0 1 0 0 0,2 0-1 0 0,-1 0 1 0 0,1 1-1 0 0,1-1 1 0 0,0 0 0 0 0,1 0-1 0 0,0 0 1 0 0,1 0 0 0 0,0 0-1 0 0,1 0 1 0 0,0 0 0 0 0,9 19-1 0 0,-8-23-72 0 0,0 0 0 0 0,1 0-1 0 0,0-1 1 0 0,0 0 0 0 0,1 0 0 0 0,0 0-1 0 0,0 0 1 0 0,0-1 0 0 0,1 0 0 0 0,0-1-1 0 0,0 1 1 0 0,1-1 0 0 0,-1-1-1 0 0,1 1 1 0 0,0-1 0 0 0,0-1 0 0 0,1 1-1 0 0,-1-1 1 0 0,12 2 0 0 0,-7-2-68 0 0,1-1 1 0 0,0-1-1 0 0,0 0 1 0 0,0 0-1 0 0,0-1 1 0 0,0-1-1 0 0,0 0 1 0 0,0-1-1 0 0,0-1 1 0 0,21-7 0 0 0,19-13-4030 0 0,-4-10-5656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35 201 464 0 0,'-27'-58'18198'0'0,"20"36"-14430"0"0,13 19-3616 0 0,0-1 0 0 0,0 1-1 0 0,1 0 1 0 0,-1 1 0 0 0,1-1 0 0 0,0 1-1 0 0,0 0 1 0 0,12-1 0 0 0,7-3 41 0 0,40-10-132 0 0,50-16-4125 0 0,-93 24-1102 0 0,28-14 0 0 0,-29 10-2084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1040 0 0,'6'-61'26163'0'0,"0"95"-24719"0"0,0 1 0 0 0,1 68 1 0 0,-7 97-1138 0 0,-11-117-6344 0 0,10-69 2933 0 0,0-1-875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3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39 2240 0 0,'-11'-3'1954'0'0,"-27"-11"10482"0"0,17 8-6342 0 0,10 3-3998 0 0,249-9-2044 0 0,-77 14-7360 0 0,-128 4-1380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3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3408 0 0,'-105'56'17437'0'0,"105"-55"-17403"0"0,-1-1 1 0 0,1 0-1 0 0,0 0 0 0 0,-1 0 0 0 0,1 0 0 0 0,0 1 0 0 0,0-1 1 0 0,-1 0-1 0 0,1 0 0 0 0,0 1 0 0 0,0-1 0 0 0,-1 0 0 0 0,1 0 0 0 0,0 1 1 0 0,0-1-1 0 0,0 0 0 0 0,-1 1 0 0 0,1-1 0 0 0,0 0 0 0 0,0 1 1 0 0,0-1-1 0 0,0 0 0 0 0,0 1 0 0 0,0-1 0 0 0,0 0 0 0 0,0 1 1 0 0,0-1-1 0 0,0 0 0 0 0,0 1 0 0 0,0-1 0 0 0,0 0 0 0 0,0 1 0 0 0,0-1 1 0 0,0 1-1 0 0,0-1-14 0 0,1 1 1 0 0,-1 0 0 0 0,0-1-1 0 0,1 1 1 0 0,-1-1-1 0 0,1 0 1 0 0,-1 1 0 0 0,1-1-1 0 0,-1 1 1 0 0,1-1-1 0 0,-1 1 1 0 0,1-1 0 0 0,-1 0-1 0 0,1 0 1 0 0,0 1-1 0 0,-1-1 1 0 0,1 0 0 0 0,-1 0-1 0 0,1 0 1 0 0,0 1 0 0 0,-1-1-1 0 0,2 0 1 0 0,54 3-217 0 0,1-2-1 0 0,0-2 1 0 0,81-13 0 0 0,5-6-3825 0 0,-48 2-3871 0 0,-51 7 479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28 936 0 0,'12'-27'19397'0'0,"-12"27"-19388"0"0,0 0 0 0 0,0 0 0 0 0,0 0 1 0 0,1 0-1 0 0,-1 0 0 0 0,0 0 0 0 0,0 0 1 0 0,0 0-1 0 0,0 0 0 0 0,0-1 0 0 0,0 1 1 0 0,0 0-1 0 0,0 0 0 0 0,0 0 1 0 0,0 0-1 0 0,0 0 0 0 0,0 0 0 0 0,1 0 1 0 0,-1 0-1 0 0,0 0 0 0 0,0 0 0 0 0,0 0 1 0 0,0 0-1 0 0,0 0 0 0 0,0 0 0 0 0,0 0 1 0 0,0 0-1 0 0,0 0 0 0 0,1 0 0 0 0,-1 0 1 0 0,0 0-1 0 0,0 0 0 0 0,0 0 1 0 0,0 0-1 0 0,0 0 0 0 0,0 0 0 0 0,0 0 1 0 0,0 0-1 0 0,0 0 0 0 0,0 1 0 0 0,1-1 1 0 0,-1 0-1 0 0,0 0 0 0 0,0 0 0 0 0,0 0 1 0 0,0 0-1 0 0,0 0 0 0 0,0 0 1 0 0,0 0-1 0 0,0 0 0 0 0,0 0 0 0 0,0 0 1 0 0,0 1-1 0 0,0-1 0 0 0,0 0 0 0 0,0 0 1 0 0,0 0-1 0 0,0 0 0 0 0,0 0 0 0 0,0 0 1 0 0,0 0-1 0 0,0 0 0 0 0,0 1 1 0 0,3 11 185 0 0,-1 23-134 0 0,-2-30 41 0 0,1 146 2085 0 0,-28 214 1 0 0,11-203-1727 0 0,12-113-323 0 0,-9 157 878 0 0,12-180-763 0 0,1-24-429 0 0,0 3 1070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50:1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21540,'1168'-114'0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20 2164 0 0,'-17'-15'14425'0'0,"11"11"-12693"0"0,5 5-1575 0 0,0 1-1 0 0,-1 0 1 0 0,1-1-1 0 0,0 1 1 0 0,0 0 0 0 0,0 0-1 0 0,0 0 1 0 0,0 0-1 0 0,1 0 1 0 0,-1 0 0 0 0,1 0-1 0 0,-1 0 1 0 0,1 0 0 0 0,-1 0-1 0 0,1 2 1 0 0,-3 45 1918 0 0,2-22-1011 0 0,-82 539 7737 0 0,56-432-8801 0 0,27-133-12 0 0,0-1 0 0 0,0 0 1 0 0,0 1-1 0 0,0-1 0 0 0,0 0 0 0 0,0 1 0 0 0,0-1 0 0 0,0 0 1 0 0,-1 1-1 0 0,1-1 0 0 0,0 0 0 0 0,0 1 0 0 0,0-1 0 0 0,-1 0 1 0 0,1 1-1 0 0,0-1 0 0 0,0 0 0 0 0,0 1 0 0 0,-1-1 0 0 0,1 0 1 0 0,0 0-1 0 0,-1 0 0 0 0,1 1 0 0 0,0-1 0 0 0,-1 0 1 0 0,1 0-1 0 0,0 0 0 0 0,-1 0 0 0 0,1 1 0 0 0,0-1 0 0 0,-1 0 1 0 0,1 0-1 0 0,0 0 0 0 0,-1 0 0 0 0,1 0 0 0 0,0 0 0 0 0,-1 0 1 0 0,1 0-1 0 0,-1 0 0 0 0,1 0 0 0 0,0 0 0 0 0,-1 0 0 0 0,1-1 1 0 0,0 1-1 0 0,-1 0 0 0 0,1 0 0 0 0,0 0 0 0 0,-1 0 1 0 0,1 0-1 0 0,0-1 0 0 0,0 1 0 0 0,-1 0 0 0 0,1 0 0 0 0,0-1 1 0 0,-1 1-1 0 0,1 0 0 0 0,0 0 0 0 0,0-1 0 0 0,0 1 0 0 0,-1-1 1 0 0,0-4-1277 0 0,0 1 1 0 0,0-1-1 0 0,1 0 1 0 0,0 0-1 0 0,0 0 1 0 0,0 0-1 0 0,0 0 1 0 0,1 1 0 0 0,-1-1-1 0 0,1 0 1 0 0,1 0-1 0 0,-1 1 1 0 0,1-1-1 0 0,-1 0 1 0 0,4-4-1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53 129 1184 0 0,'2'-42'11080'0'0,"-1"5"-4152"0"0,-1 35-6763 0 0,0 0-1 0 0,0 0 0 0 0,1 0 1 0 0,-1 0-1 0 0,0 0 0 0 0,1 1 1 0 0,-1-1-1 0 0,1 0 0 0 0,-1 0 1 0 0,1 1-1 0 0,0-1 1 0 0,0 0-1 0 0,-1 1 0 0 0,1-1 1 0 0,1 0-1 0 0,-1 1 0 0 0,0 0 1 0 0,0-1-1 0 0,0 1 0 0 0,1 0 1 0 0,-1-1-1 0 0,3 0 0 0 0,-1 0-82 0 0,0 0-1 0 0,1 1 1 0 0,0 0 0 0 0,-1 0-1 0 0,1 0 1 0 0,-1 0 0 0 0,1 0-1 0 0,0 1 1 0 0,0-1-1 0 0,5 1 1 0 0,6 1-92 0 0,0 0 1 0 0,-1 1-1 0 0,1 1 1 0 0,23 7-1 0 0,-28-7 39 0 0,0 1 0 0 0,0 0 0 0 0,0 0 0 0 0,0 1 0 0 0,-1 0-1 0 0,0 1 1 0 0,17 13 0 0 0,-23-16-5 0 0,0 0 0 0 0,0 0 0 0 0,0 0 0 0 0,-1 1 1 0 0,1 0-1 0 0,-1-1 0 0 0,0 1 0 0 0,0 0 0 0 0,0 0 0 0 0,0 0 0 0 0,-1 0 0 0 0,0 0 0 0 0,1 1 0 0 0,-2-1 0 0 0,1 0 0 0 0,0 0 0 0 0,-1 1 1 0 0,0-1-1 0 0,0 1 0 0 0,0-1 0 0 0,0 0 0 0 0,-2 6 0 0 0,-2 5 156 0 0,0 1-1 0 0,-1-1 1 0 0,0-1 0 0 0,-1 1 0 0 0,-1-1-1 0 0,-1 0 1 0 0,0 0 0 0 0,-18 22 0 0 0,-8 6 933 0 0,-51 45 0 0 0,30-31 65 0 0,-36 35 245 0 0,91-91-1400 0 0,-1 1-1 0 0,1-1 0 0 0,0 0 1 0 0,-1 0-1 0 0,1 1 0 0 0,0-1 1 0 0,-1 0-1 0 0,1 1 0 0 0,0-1 1 0 0,0 1-1 0 0,-1-1 0 0 0,1 0 1 0 0,0 1-1 0 0,0-1 0 0 0,0 1 1 0 0,-1-1-1 0 0,1 1 0 0 0,0-1 1 0 0,0 1-1 0 0,0-1 1 0 0,0 0-1 0 0,0 1 0 0 0,0-1 1 0 0,0 1-1 0 0,0-1 0 0 0,0 1 1 0 0,0-1-1 0 0,0 1 0 0 0,1 0 1 0 0,11 6 306 0 0,21-2-82 0 0,51-7-34 0 0,159-21 0 0 0,-162 12-171 0 0,38-6-42 0 0,-99 14 0 0 0,-1 1 0 0 0,-17 2-406 0 0,0 0-1 0 0,0 0 1 0 0,-1 0-1 0 0,1 0 1 0 0,0 0-1 0 0,0-1 1 0 0,0 1-1 0 0,-1-1 1 0 0,1 1-1 0 0,0-1 1 0 0,-1 0-1 0 0,1 1 1 0 0,2-3 0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1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98 105 328 0 0,'5'-46'13242'0'0,"1"-13"5940"0"0,-2 91-19179 0 0,-1 0 0 0 0,-2-1 0 0 0,-2 1 0 0 0,-5 45 0 0 0,5-59-3 0 0,-83 537 0 0 0,83-543 0 0 0,-8 33 0 0 0,4-36 0 0 0,5-8-120 0 0,-1-1 1 0 0,1 1-1 0 0,0-1 1 0 0,0 0-1 0 0,-1 1 0 0 0,1-1 1 0 0,-1 0-1 0 0,1 0 0 0 0,0 1 1 0 0,-1-1-1 0 0,1 0 1 0 0,0 0-1 0 0,-1 0 0 0 0,1 1 1 0 0,-1-1-1 0 0,1 0 0 0 0,-1 0 1 0 0,1 0-1 0 0,-1 0 1 0 0,1 0-1 0 0,0 0 0 0 0,-1 0 1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0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82 1144 0 0,'2'-2'2450'0'0,"34"-41"16317"0"0,-36 42-18594 0 0,0 1-1 0 0,1 0 0 0 0,-1-1 0 0 0,1 1 0 0 0,-1-1 1 0 0,0 1-1 0 0,1-1 0 0 0,-1 1 0 0 0,0-1 0 0 0,0 1 1 0 0,0-1-1 0 0,1 1 0 0 0,-1-1 0 0 0,0 0 0 0 0,0 1 1 0 0,0-1-1 0 0,0 1 0 0 0,0-1 0 0 0,0 1 0 0 0,0-1 0 0 0,0 0 1 0 0,0 1-1 0 0,0-1 0 0 0,0 1 0 0 0,-1-1 0 0 0,-2-2-122 0 0,0 1-1 0 0,0 0 1 0 0,0-1-1 0 0,-1 2 0 0 0,1-1 1 0 0,-1 0-1 0 0,1 1 1 0 0,-1-1-1 0 0,0 1 1 0 0,0 0-1 0 0,1 1 0 0 0,-1-1 1 0 0,0 0-1 0 0,0 1 1 0 0,-5 0-1 0 0,-8 0-63 0 0,0 0 0 0 0,-24 5 0 0 0,19-2 16 0 0,1 1 1 0 0,0 2 0 0 0,1 0 0 0 0,-1 1 0 0 0,1 1 0 0 0,-27 14 0 0 0,38-16-16 0 0,0-1 1 0 0,0 1-1 0 0,1 1 1 0 0,0 0-1 0 0,0 0 1 0 0,0 0-1 0 0,1 1 1 0 0,1 0-1 0 0,-1 0 1 0 0,1 1-1 0 0,1 0 1 0 0,-1 0-1 0 0,2 0 1 0 0,-1 1-1 0 0,-3 12 1 0 0,2 0-12 0 0,1-1 1 0 0,1 2 0 0 0,1-1-1 0 0,1 0 1 0 0,1 1 0 0 0,2 23-1 0 0,21 135 11 0 0,-18-154 59 0 0,60 339 145 0 0,20 142-164 0 0,-57-187 79 0 0,-13 0 0 0 0,-32 364 1 0 0,6-528 30 0 0,-7 292 144 0 0,19-425-263 0 0,1-1 0 0 0,2 1 0 0 0,0 0 0 0 0,1-1 0 0 0,9 29 0 0 0,-10-44-5 0 0,0-1 1 0 0,0 1-1 0 0,1-1 1 0 0,0 0 0 0 0,0 0-1 0 0,1 0 1 0 0,0 0 0 0 0,0-1-1 0 0,0 1 1 0 0,1-1-1 0 0,0-1 1 0 0,0 1 0 0 0,1-1-1 0 0,-1 0 1 0 0,1-1-1 0 0,0 0 1 0 0,0 0 0 0 0,15 6-1 0 0,0-3-304 0 0,0-1 1 0 0,1-1-1 0 0,0-1 0 0 0,0-1 0 0 0,0-1 0 0 0,0-1 0 0 0,43-4 0 0 0,-28-1-1809 0 0,41-10-1 0 0,30-17-6470 0 0,-31 2-2523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43 2416 0 0,'-12'-17'15864'0'0,"13"17"-15696"0"0,-1-1 1 0 0,0 0 0 0 0,0 0-1 0 0,0 1 1 0 0,1-1 0 0 0,-1 0-1 0 0,0 0 1 0 0,1 1 0 0 0,-1-1 0 0 0,1 0-1 0 0,-1 1 1 0 0,1-1 0 0 0,-1 1-1 0 0,1-1 1 0 0,-1 0 0 0 0,1 1-1 0 0,-1-1 1 0 0,1 1 0 0 0,1-1-1 0 0,1-1-230 0 0,0 0 0 0 0,0 1-1 0 0,1-1 1 0 0,-1 1-1 0 0,1 0 1 0 0,0 0-1 0 0,-1 0 1 0 0,1 1-1 0 0,0-1 1 0 0,5 1 0 0 0,-5 0 68 0 0,-1 0 0 0 0,1 0 1 0 0,0 1-1 0 0,0-1 1 0 0,0 1-1 0 0,0 0 0 0 0,0 0 1 0 0,-1 0-1 0 0,1 1 0 0 0,0-1 1 0 0,-1 1-1 0 0,1 0 1 0 0,-1 0-1 0 0,0 0 0 0 0,0 1 1 0 0,4 2-1 0 0,-3-1-1 0 0,-1 0 1 0 0,0 0-1 0 0,0 1 0 0 0,0-1 1 0 0,0 1-1 0 0,-1-1 0 0 0,0 1 0 0 0,0 0 1 0 0,0 0-1 0 0,0 0 0 0 0,0 6 1 0 0,0-1 12 0 0,-1 1 1 0 0,0-1-1 0 0,0 1 1 0 0,-1 0 0 0 0,-1-1-1 0 0,0 1 1 0 0,0 0-1 0 0,-1-1 1 0 0,0 1 0 0 0,-1-1-1 0 0,-7 17 1 0 0,1-9 35 0 0,0-1 0 0 0,-2 0 0 0 0,0-1 0 0 0,-1 0-1 0 0,0 0 1 0 0,-1-2 0 0 0,-1 1 0 0 0,-23 17 0 0 0,1-5 760 0 0,0-1-1 0 0,-66 33 1 0 0,21-10 1106 0 0,79-48-1786 0 0,26 4 54 0 0,180-26-62 0 0,-54 5-3852 0 0,-99 8-667 0 0,-18-2-3787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249 126 1772 0 0,'0'-1'408'0'0,"9"-17"3084"0"0,-1-1 1 0 0,0 0 0 0 0,-2-1-1 0 0,5-21 1 0 0,-11 39-2738 0 0,0 2-744 0 0,0 0 0 0 0,0-1 0 0 0,0 1 0 0 0,0 0-1 0 0,0 0 1 0 0,0-1 0 0 0,0 1 0 0 0,0 0 0 0 0,-1 0 0 0 0,1 0 0 0 0,0-1 0 0 0,0 1 0 0 0,0 0 0 0 0,0 0-1 0 0,0 0 1 0 0,-1-1 0 0 0,1 1 0 0 0,0 0 0 0 0,0 0 0 0 0,0 0 0 0 0,0 0 0 0 0,-1-1 0 0 0,1 1 0 0 0,0 0 0 0 0,0 0-1 0 0,-1 0 1 0 0,1 0 0 0 0,0 0 0 0 0,0 0 0 0 0,0 0 0 0 0,-1 0 0 0 0,1 0 0 0 0,0 0 0 0 0,0 0 0 0 0,-1 0 0 0 0,1 0-1 0 0,0 0 1 0 0,0 0 0 0 0,-1 0 0 0 0,1 0 0 0 0,0 0 0 0 0,0 0 0 0 0,-1 0 0 0 0,1 0 0 0 0,0 0 0 0 0,0 0 0 0 0,0 0-1 0 0,-1 0 1 0 0,1 1 0 0 0,0-1 0 0 0,0 0 0 0 0,0 0 0 0 0,-1 0 0 0 0,1 0 0 0 0,0 1 0 0 0,0-1 0 0 0,0 0 0 0 0,0 0-1 0 0,-14 11 138 0 0,-17 19 17 0 0,1 1 1 0 0,1 2 0 0 0,-41 64-1 0 0,53-70-127 0 0,1 0-1 0 0,2 2 0 0 0,1-1 0 0 0,1 2 0 0 0,-15 56 1 0 0,25-74-21 0 0,-1 0 1 0 0,2 0-1 0 0,0 0 1 0 0,0 0-1 0 0,1 0 1 0 0,1 0-1 0 0,0 0 1 0 0,1 0-1 0 0,4 19 1 0 0,-4-25 39 0 0,0 0 0 0 0,0 0 0 0 0,1 0 0 0 0,0 0 0 0 0,0 0 0 0 0,1 0 0 0 0,-1-1 0 0 0,1 0 0 0 0,0 1 0 0 0,1-2 0 0 0,-1 1 0 0 0,1 0 0 0 0,0-1 0 0 0,0 0 0 0 0,0 0 0 0 0,1 0 0 0 0,-1-1 0 0 0,11 5 0 0 0,-14-7 81 0 0,1 0-1 0 0,0 0 0 0 0,0-1 0 0 0,-1 1 1 0 0,1-1-1 0 0,0 1 0 0 0,0-1 0 0 0,0 0 0 0 0,0 0 1 0 0,-1 0-1 0 0,1 0 0 0 0,0-1 0 0 0,0 1 1 0 0,0-1-1 0 0,-1 0 0 0 0,1 0 0 0 0,0 0 1 0 0,-1 0-1 0 0,1 0 0 0 0,0 0 0 0 0,-1-1 0 0 0,0 1 1 0 0,1-1-1 0 0,-1 0 0 0 0,2-2 0 0 0,1 0 157 0 0,0-2-1 0 0,0 1 0 0 0,-1 0 1 0 0,1-1-1 0 0,-1 0 0 0 0,-1 0 1 0 0,1 0-1 0 0,3-10 0 0 0,-6 15-274 0 0,-1-1 0 0 0,0 1 0 0 0,1 0 0 0 0,-1 0 0 0 0,0-1 0 0 0,0 1 0 0 0,1 0 0 0 0,-1-1-1 0 0,0 1 1 0 0,0 0 0 0 0,-1 0 0 0 0,1-1 0 0 0,0 1 0 0 0,0 0 0 0 0,-1-1 0 0 0,1 1 0 0 0,0 0-1 0 0,-1 0 1 0 0,1 0 0 0 0,-1-1 0 0 0,0 1 0 0 0,1 0 0 0 0,-1 0 0 0 0,0 0 0 0 0,0 0 0 0 0,0 0-1 0 0,0 0 1 0 0,1 0 0 0 0,-1 0 0 0 0,-2 0 0 0 0,0-2-37 0 0,-1 1 0 0 0,0-1 0 0 0,-1 1 1 0 0,1 0-1 0 0,0 1 0 0 0,-8-3 0 0 0,4 2-603 0 0,1 0 0 0 0,-1 0 0 0 0,0 1 0 0 0,0 0 0 0 0,0 1 0 0 0,-15 0 0 0 0,19 1-432 0 0,-1 0 1 0 0,0 0-1 0 0,1 0 1 0 0,-1 0-1 0 0,1 1 0 0 0,0-1 1 0 0,-6 4-1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25 107 2856 0 0,'-2'-13'4954'0'0,"0"1"0"0"0,-6-22 949 0 0,6 29-4732 0 0,-6-10 1693 0 0,8 15-2801 0 0,-1 0 0 0 0,1-1 0 0 0,0 1 0 0 0,0 0 0 0 0,0 0 0 0 0,-1-1-1 0 0,1 1 1 0 0,0 0 0 0 0,0-1 0 0 0,0 1 0 0 0,0 0 0 0 0,0 0 0 0 0,0-1-1 0 0,0 1 1 0 0,0 0 0 0 0,-1-1 0 0 0,1 1 0 0 0,0 0 0 0 0,0-1 0 0 0,0 1 0 0 0,1 0-1 0 0,-1 0 1 0 0,0-1 0 0 0,0 1 0 0 0,0 0 0 0 0,0-1 0 0 0,0 1 0 0 0,0 0-1 0 0,0 0 1 0 0,0-1 0 0 0,1 1 0 0 0,-1-1 0 0 0,27 0 104 0 0,32 2-1 0 0,10-1 46 0 0,34-6-618 0 0,-39-5-6391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92 1648 0 0,'3'-6'2486'0'0,"0"-1"0"0"0,-1 1-1 0 0,0 0 1 0 0,0-1 0 0 0,-1 1 0 0 0,2-12-1 0 0,0-1 255 0 0,-3 17-2375 0 0,4-1 56 0 0,-4 2-410 0 0,0 1 1 0 0,0-1-1 0 0,0 1 0 0 0,0 0 0 0 0,0-1 0 0 0,1 1 0 0 0,-1 0 0 0 0,0-1 0 0 0,0 1 1 0 0,0 0-1 0 0,1 0 0 0 0,-1-1 0 0 0,0 1 0 0 0,0 0 0 0 0,1-1 0 0 0,-1 1 0 0 0,0 0 0 0 0,1 0 1 0 0,-1 0-1 0 0,0-1 0 0 0,1 1 0 0 0,-1 0 0 0 0,0 0 0 0 0,1 0 0 0 0,0 0 0 0 0,7-2 41 0 0,1 1-1 0 0,-1 0 0 0 0,1 1 0 0 0,-1 0 0 0 0,1 0 0 0 0,-1 0 1 0 0,1 2-1 0 0,-1-1 0 0 0,0 1 0 0 0,11 3 0 0 0,-14-3-48 0 0,0-1 0 0 0,-1 1 0 0 0,1 0 0 0 0,-1 0 0 0 0,0 0 1 0 0,1 1-1 0 0,-1-1 0 0 0,0 1 0 0 0,-1 0 0 0 0,1 0 0 0 0,-1 1 0 0 0,1-1 0 0 0,-1 1 0 0 0,0 0 0 0 0,0 0 0 0 0,0 0 0 0 0,-1 0 0 0 0,1 0 0 0 0,-1 0 0 0 0,2 6 0 0 0,-3-5 3 0 0,-1 0 0 0 0,1 0 0 0 0,-1 0 0 0 0,0-1 0 0 0,0 1 1 0 0,0 0-1 0 0,-1 0 0 0 0,0 0 0 0 0,0-1 0 0 0,0 1 0 0 0,-1 0 0 0 0,1-1 0 0 0,-1 1 0 0 0,0-1 0 0 0,0 0 0 0 0,-1 0 0 0 0,1 1 0 0 0,-1-2 0 0 0,-4 6 0 0 0,-7 8-19 0 0,-1-1-1 0 0,-30 26 1 0 0,40-38 17 0 0,-64 49 125 0 0,31-25-14 0 0,37-28-134 0 0,6 9-21 0 0,25 0 16 0 0,0 0 0 0 0,-1 2 0 0 0,33 17 0 0 0,-53-23 42 0 0,-1 0 0 0 0,1 1 0 0 0,-1 0 0 0 0,1 0 0 0 0,-2 1 0 0 0,1 0 0 0 0,-1 0 0 0 0,0 1 1 0 0,0 0-1 0 0,-1 0 0 0 0,-1 0 0 0 0,1 1 0 0 0,7 17 0 0 0,-11-22 89 0 0,-1 0 1 0 0,1 0 0 0 0,-1 0-1 0 0,0 0 1 0 0,-1 0-1 0 0,1 0 1 0 0,-1 0-1 0 0,1 0 1 0 0,-1 0-1 0 0,-1 1 1 0 0,1-1-1 0 0,0 0 1 0 0,-1 0 0 0 0,0 0-1 0 0,-2 7 1 0 0,0-6 84 0 0,1 1 1 0 0,-1-1-1 0 0,0 0 1 0 0,-1 0-1 0 0,1 0 1 0 0,-1-1-1 0 0,0 1 1 0 0,0-1-1 0 0,-9 8 1 0 0,1-4 83 0 0,0 1 1 0 0,-1-2 0 0 0,0 0-1 0 0,0 0 1 0 0,0-1 0 0 0,-1-1-1 0 0,0 0 1 0 0,-16 2 0 0 0,5-2-326 0 0,-1-1 1 0 0,0-2 0 0 0,0-1-1 0 0,0 0 1 0 0,0-2 0 0 0,0-1-1 0 0,0-2 1 0 0,1 0-1 0 0,-1-1 1 0 0,-25-10 0 0 0,47 14-409 0 0,1-1 1 0 0,-1 1-1 0 0,1-1 1 0 0,0 1-1 0 0,0-1 1 0 0,0 0-1 0 0,0 0 1 0 0,0-1-1 0 0,1 1 1 0 0,-1 0 0 0 0,1-1-1 0 0,-1 0 1 0 0,-2-3-1 0 0,5 4 42 0 0,0 0-1 0 0,0 0 1 0 0,0 0-1 0 0,0-1 1 0 0,0 1-1 0 0,0 0 1 0 0,1 0 0 0 0,-1 1-1 0 0,1-1 1 0 0,-1 0-1 0 0,1 0 1 0 0,0 0-1 0 0,0 0 1 0 0,0 0-1 0 0,0 1 1 0 0,1-3-1 0 0,13-10-4981 0 0,4-3-2869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64 1464 0 0,'-105'-30'18305'0'0,"95"25"-14697"0"0,16 3-3578 0 0,-1 0 1 0 0,0 0-1 0 0,1 0 1 0 0,-1 1-1 0 0,1 0 1 0 0,-1 0-1 0 0,7 0 1 0 0,49-1 45 0 0,-26 1-3 0 0,75-5 117 0 0,-108 6-176 0 0,27-4-6853 0 0,-4 1-1299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1336 0 0,'28'-30'8127'0'0,"-12"13"-3588"0"0,21-18 1 0 0,-30 30-4095 0 0,0-1 0 0 0,0 2 0 0 0,0-1 0 0 0,1 1 1 0 0,-1 0-1 0 0,17-5 0 0 0,-4 4-357 0 0,0 0-1 0 0,1 1 1 0 0,-1 1 0 0 0,1 1-1 0 0,24 1 1 0 0,-32 1-48 0 0,0 1 0 0 0,0 0 1 0 0,0 1-1 0 0,0 0 0 0 0,0 1 0 0 0,0 1 0 0 0,0 0 1 0 0,-1 0-1 0 0,15 9 0 0 0,-24-12-37 0 0,-1 1 0 0 0,1-1 0 0 0,-1 1 0 0 0,1 0-1 0 0,-1 0 1 0 0,0 0 0 0 0,0 0 0 0 0,1 0 0 0 0,-1 0 0 0 0,-1 1 0 0 0,1-1 0 0 0,0 0 0 0 0,-1 1-1 0 0,1 0 1 0 0,-1-1 0 0 0,0 1 0 0 0,0 0 0 0 0,0 0 0 0 0,0 0 0 0 0,0 3 0 0 0,0-1 8 0 0,-1 0 0 0 0,-1-1 0 0 0,1 1 0 0 0,-1 0 1 0 0,1 0-1 0 0,-1-1 0 0 0,-1 1 0 0 0,1-1 0 0 0,-1 1 1 0 0,0-1-1 0 0,-3 7 0 0 0,-5 7 31 0 0,-2-2 0 0 0,0 1 0 0 0,0-1-1 0 0,-26 24 1 0 0,-8 6 3566 0 0,47-43-3475 0 0,-1-3-129 0 0,0 0 0 0 0,0 0 0 0 0,0 1 1 0 0,0-1-1 0 0,0 0 0 0 0,0 0 0 0 0,0 1 0 0 0,0-1 0 0 0,0 0 0 0 0,1 0 0 0 0,-1 1 0 0 0,0-1 0 0 0,0 0 0 0 0,0 0 0 0 0,0 1 0 0 0,0-1 0 0 0,0 0 0 0 0,1 0 0 0 0,-1 1 0 0 0,0-1 1 0 0,0 0-1 0 0,0 0 0 0 0,1 0 0 0 0,-1 0 0 0 0,0 1 0 0 0,0-1 0 0 0,1 0 0 0 0,-1 0 0 0 0,0 0 0 0 0,1 0 0 0 0,14 5 1 0 0,-1 0 0 0 0,1 1-1 0 0,19 12 1 0 0,-28-15-7 0 0,-1 1-1 0 0,0 0 1 0 0,0 1 0 0 0,0-1-1 0 0,0 1 1 0 0,-1 0-1 0 0,0 0 1 0 0,0 0-1 0 0,0 0 1 0 0,-1 1 0 0 0,5 9-1 0 0,-5-10 110 0 0,0 1-1 0 0,-1 0 0 0 0,0 1 1 0 0,0-1-1 0 0,-1 0 0 0 0,0 0 1 0 0,0 1-1 0 0,0-1 1 0 0,-1 0-1 0 0,1 1 0 0 0,-2-1 1 0 0,1 1-1 0 0,-1-1 0 0 0,0 0 1 0 0,0 1-1 0 0,-1-1 1 0 0,0 0-1 0 0,0 0 0 0 0,0 0 1 0 0,-1 0-1 0 0,1 0 1 0 0,-2-1-1 0 0,1 1 0 0 0,-7 8 1 0 0,2-4 69 0 0,-1 0 0 0 0,0 0-1 0 0,-1 0 1 0 0,0-2 0 0 0,0 1 0 0 0,-1-1 0 0 0,0-1 0 0 0,0 0 0 0 0,-23 10 0 0 0,19-10 12 0 0,0-1-1 0 0,-1-1 1 0 0,1 0-1 0 0,-1-1 1 0 0,0-1 0 0 0,-1-1-1 0 0,-26 1 1 0 0,34-3-1007 0 0,1-1 0 0 0,-1 0-1 0 0,1 0 1 0 0,-14-5 0 0 0,8 1-1514 0 0,0 0 0 0 0,1-1 0 0 0,0-1 1 0 0,0 0-1 0 0,0-1 0 0 0,1 0 0 0 0,-16-14 0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70 400 0 0,'-3'-1'3086'0'0,"-50"-30"14824"0"0,47 26-16004 0 0,-1-3-165 0 0,7 8-1731 0 0,0 0 1 0 0,0-1-1 0 0,0 1 0 0 0,0 0 0 0 0,1 0 0 0 0,-1-1 0 0 0,0 1 1 0 0,0 0-1 0 0,0 0 0 0 0,1-1 0 0 0,-1 1 0 0 0,0 0 1 0 0,0 0-1 0 0,1-1 0 0 0,-1 1 0 0 0,0 0 0 0 0,1 0 0 0 0,-1 0 1 0 0,0 0-1 0 0,1 0 0 0 0,-1 0 0 0 0,0-1 0 0 0,0 1 0 0 0,1 0 1 0 0,-1 0-1 0 0,0 0 0 0 0,1 0 0 0 0,-1 0 0 0 0,1 0 1 0 0,-1 0-1 0 0,0 0 0 0 0,1 0 0 0 0,-1 0 0 0 0,0 1 0 0 0,1-1 1 0 0,88-8 270 0 0,25-2-2505 0 0,-40 8-8898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7 184 0 0,'-3'0'2664'0'0,"-60"-7"8048"0"0,61 7-10045 0 0,-1 0-143 0 0,1 1-434 0 0,0 0 0 0 0,-1 0 1 0 0,1 0-1 0 0,0 0 1 0 0,0 0-1 0 0,-1 1 0 0 0,1-1 1 0 0,0 1-1 0 0,1-1 1 0 0,-1 1-1 0 0,0 0 0 0 0,0 0 1 0 0,1-1-1 0 0,-1 1 1 0 0,1 0-1 0 0,-1 1 0 0 0,1-1 1 0 0,0 0-1 0 0,0 0 1 0 0,0 1-1 0 0,0-1 0 0 0,0 0 1 0 0,-1 5-1 0 0,-3 11 429 0 0,1 0-1 0 0,-2 21 0 0 0,4-28-313 0 0,-2 15 53 0 0,1-1 0 0 0,1 1 0 0 0,1 0 0 0 0,1 0 0 0 0,1 0 0 0 0,9 48 0 0 0,-9-72-198 0 0,0 0 0 0 0,-1 0 0 0 0,1 1 0 0 0,0-1 0 0 0,0 0 0 0 0,0 0 1 0 0,0-1-1 0 0,1 1 0 0 0,-1 0 0 0 0,0 0 0 0 0,1 0 0 0 0,-1-1 0 0 0,1 1 0 0 0,0-1 0 0 0,0 1 0 0 0,-1-1 0 0 0,1 0 0 0 0,3 2 1 0 0,-1-2 24 0 0,0 1 0 0 0,0-1 1 0 0,0 0-1 0 0,0 0 0 0 0,0 0 0 0 0,0-1 1 0 0,1 1-1 0 0,-1-1 0 0 0,5 0 1 0 0,10-2 236 0 0,-1-1 0 0 0,1 0 1 0 0,27-10-1 0 0,-30 8-70 0 0,-2 1-100 0 0,0 0-1 0 0,0 1 0 0 0,0 1 1 0 0,23-2-1 0 0,-33 5-151 0 0,0-1 0 0 0,1 0 0 0 0,-1 1 1 0 0,0 0-1 0 0,1 0 0 0 0,-1 0 0 0 0,0 1 0 0 0,0-1 0 0 0,0 1 0 0 0,0 0 0 0 0,0 0 1 0 0,0 1-1 0 0,-1-1 0 0 0,1 1 0 0 0,-1 0 0 0 0,0 0 0 0 0,0 0 0 0 0,5 6 1 0 0,2 4 110 0 0,0 0 0 0 0,-1 1 0 0 0,-1 0 0 0 0,0 0 1 0 0,-1 1-1 0 0,-1 0 0 0 0,0 0 0 0 0,-1 1 0 0 0,0-1 1 0 0,-2 1-1 0 0,0 0 0 0 0,0 0 0 0 0,0 28 0 0 0,-3-34 66 0 0,-1 1 0 0 0,0-1 0 0 0,0 0-1 0 0,-1 0 1 0 0,0 0 0 0 0,0 0-1 0 0,-1 0 1 0 0,-1 0 0 0 0,0-1 0 0 0,0 0-1 0 0,0 0 1 0 0,-2 0 0 0 0,1 0-1 0 0,-1 0 1 0 0,0-1 0 0 0,0 0 0 0 0,-1-1-1 0 0,-1 1 1 0 0,1-1 0 0 0,-1-1-1 0 0,0 1 1 0 0,-15 8 0 0 0,6-7-171 0 0,1-1 0 0 0,-1 0 0 0 0,-1-1 1 0 0,1-1-1 0 0,-1-1 0 0 0,0-1 0 0 0,0 0 1 0 0,0-1-1 0 0,0-1 0 0 0,-1 0 0 0 0,1-2 0 0 0,0 0 1 0 0,0-1-1 0 0,0-1 0 0 0,0 0 0 0 0,0-2 1 0 0,-20-7-1 0 0,32 9-638 0 0,0 1 0 0 0,-1-1 0 0 0,2 0 0 0 0,-1-1 0 0 0,0 0 0 0 0,1 0 0 0 0,-1 0 0 0 0,1 0 0 0 0,-6-8 1 0 0,8 9-149 0 0,1-1 1 0 0,-1 1-1 0 0,1 0 1 0 0,0-1-1 0 0,1 1 1 0 0,-1-1-1 0 0,1 0 1 0 0,-1 0 0 0 0,1 1-1 0 0,0-1 1 0 0,0 0-1 0 0,1 0 1 0 0,-1 0-1 0 0,1 0 1 0 0,0 0-1 0 0,0 0 1 0 0,1-6 0 0 0,5-18-6983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25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67 3380 0 0,'-31'-44'17749'0'0,"30"44"-17473"0"0,1-1 0 0 0,-1 0 0 0 0,1 0-1 0 0,-1 0 1 0 0,0 0 0 0 0,1 0 0 0 0,0 0-1 0 0,-1 0 1 0 0,1 0 0 0 0,0 0 0 0 0,-1 0-1 0 0,1 0 1 0 0,0 0 0 0 0,0 0 0 0 0,0 0-1 0 0,0-1 1 0 0,8 0-211 0 0,0 0 0 0 0,1 2 0 0 0,-1-1 0 0 0,0 1 0 0 0,0 0 0 0 0,1 0 0 0 0,9 3 0 0 0,15-1 56 0 0,29 0-29 0 0,268 13 6 0 0,-327-15-106 0 0,-1 1-1 0 0,1 0 1 0 0,0-1 0 0 0,-1 1 0 0 0,1 0 0 0 0,-1 0-1 0 0,1 0 1 0 0,-1 1 0 0 0,1-1 0 0 0,-1 0 0 0 0,0 1 0 0 0,0 0-1 0 0,0-1 1 0 0,0 1 0 0 0,0 0 0 0 0,0 0 0 0 0,0 0-1 0 0,-1 0 1 0 0,1 1 0 0 0,-1-1 0 0 0,1 0 0 0 0,1 5-1 0 0,2 5 11 0 0,-1-1-1 0 0,-1 1 0 0 0,5 21 1 0 0,-6-23 0 0 0,11 66 137 0 0,7 125-1 0 0,-16 79 1642 0 0,-4-278-1765 0 0,-6 613 1941 0 0,0 149 316 0 0,50 339-2272 0 0,-39-1029 0 0 0,1 0 0 0 0,-6 132 0 0 0,-1-198 0 0 0,0 0 0 0 0,0 0 0 0 0,-1 0 0 0 0,0 0 0 0 0,0 0 0 0 0,-1-1 0 0 0,0 1 0 0 0,-1-1 0 0 0,1 0 0 0 0,-2 0 0 0 0,1 0 0 0 0,0-1 0 0 0,-1 1 0 0 0,-7 6 0 0 0,4-5 0 0 0,-1-2 0 0 0,1 1 0 0 0,-1-1 0 0 0,0 0 0 0 0,-1-1 0 0 0,1 0 0 0 0,-1 0 0 0 0,0-1 0 0 0,0-1 0 0 0,-15 4 0 0 0,-82 15-1142 0 0,-180 12 0 0 0,26-4-1836 0 0,238-26 1965 0 0,-150 19-10598 0 0,70-14-866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302 107 1140 0 0,'2'-1'700'0'0,"6"-6"2800"0"0,-7 5-2801 0 0,1 0 1 0 0,-1 1 0 0 0,0-1 0 0 0,0 0 0 0 0,0 0 0 0 0,1-3 0 0 0,-1 3-194 0 0,0 0 0 0 0,0-1 0 0 0,-1 1 0 0 0,0 0 0 0 0,1-1 1 0 0,-1 1-1 0 0,0-1 0 0 0,0 1 0 0 0,-1-5 0 0 0,0 3-297 0 0,1 1-1 0 0,-1 0 1 0 0,0 0 0 0 0,0 0 0 0 0,-1-1-1 0 0,1 1 1 0 0,-1 0 0 0 0,0 0 0 0 0,1 1-1 0 0,-1-1 1 0 0,0 0 0 0 0,-1 1 0 0 0,1-1-1 0 0,0 1 1 0 0,-5-4 0 0 0,4 5-191 0 0,1 0 0 0 0,-1 1 0 0 0,0-1 0 0 0,0 1 0 0 0,1-1 0 0 0,-1 1-1 0 0,0 0 1 0 0,0 0 0 0 0,1 0 0 0 0,-1 0 0 0 0,0 1 0 0 0,0-1 0 0 0,1 1 0 0 0,-1 0 0 0 0,0-1 0 0 0,1 1 0 0 0,-1 0 0 0 0,-3 2 0 0 0,-8 4-2 0 0,1 1 0 0 0,0 0 0 0 0,0 1 1 0 0,1 0-1 0 0,0 1 0 0 0,0 0 0 0 0,-9 13 0 0 0,4-4-9 0 0,0 1 0 0 0,2 1-1 0 0,-18 31 1 0 0,24-35-3 0 0,0 0 0 0 0,-10 32 0 0 0,17-43-1 0 0,0 1-1 0 0,1-1 0 0 0,-1 1 1 0 0,1 0-1 0 0,0-1 0 0 0,1 1 1 0 0,0 0-1 0 0,0 0 0 0 0,0 0 1 0 0,3 12-1 0 0,-2-16 2 0 0,-1-1 0 0 0,1 0-1 0 0,0 0 1 0 0,0 0 0 0 0,0 1 0 0 0,0-1-1 0 0,0 0 1 0 0,0 0 0 0 0,0-1 0 0 0,4 4-1 0 0,-3-3 1 0 0,0 0 0 0 0,0-1-1 0 0,1 0 1 0 0,-1 1 0 0 0,1-1-1 0 0,-1 0 1 0 0,1 0 0 0 0,-1-1-1 0 0,1 1 1 0 0,0 0 0 0 0,-1-1-1 0 0,1 0 1 0 0,0 1 0 0 0,-1-1-1 0 0,5-1 1 0 0,3 1-29 0 0,-1-1-1 0 0,1 0 1 0 0,-1-1-1 0 0,0 0 1 0 0,0 0-1 0 0,0-1 1 0 0,0 0-1 0 0,0-1 1 0 0,0 0-1 0 0,-1 0 1 0 0,0-1-1 0 0,0 0 1 0 0,0 0-1 0 0,0-1 1 0 0,-1 0-1 0 0,0 0 1 0 0,0-1-1 0 0,-1 0 1 0 0,8-11-1 0 0,8-13 39 0 0,-2-1 0 0 0,-1 0 0 0 0,23-56 0 0 0,-13 26 326 0 0,-19 48-419 0 0,-10 13 79 0 0,0 1 0 0 0,0 0 0 0 0,0 0 1 0 0,0 0-1 0 0,1 0 0 0 0,-1 0 0 0 0,0 0 0 0 0,0 0 0 0 0,0 0 0 0 0,0-1 1 0 0,0 1-1 0 0,1 0 0 0 0,-1 0 0 0 0,0 0 0 0 0,0 0 0 0 0,0 0 0 0 0,0 0 1 0 0,1 0-1 0 0,-1 0 0 0 0,0 0 0 0 0,0 0 0 0 0,0 0 0 0 0,0 0 0 0 0,1 0 1 0 0,-1 0-1 0 0,0 0 0 0 0,0 0 0 0 0,0 0 0 0 0,0 1 0 0 0,1-1 0 0 0,-1 0 1 0 0,0 0-1 0 0,0 0 0 0 0,0 0 0 0 0,0 0 0 0 0,0 0 0 0 0,0 0 0 0 0,1 0 0 0 0,-1 1 1 0 0,0-1-1 0 0,0 0 0 0 0,6 26 5 0 0,-5-21 0 0 0,5 61-39 0 0,-5-45 44 0 0,1-1 1 0 0,0 1-1 0 0,2-1 0 0 0,9 32 1 0 0,-11-47-235 0 0,0 0 0 0 0,0 0 0 0 0,1 0 0 0 0,-1 0 0 0 0,1-1 0 0 0,0 1 0 0 0,0-1 0 0 0,1 0 0 0 0,-1 0 0 0 0,1 0 0 0 0,0 0 0 0 0,0-1 0 0 0,1 0 0 0 0,-1 0 0 0 0,0 0 0 0 0,1 0 0 0 0,0 0 0 0 0,0-1 0 0 0,0 0 0 0 0,0 0 0 0 0,0 0 0 0 0,8 1 0 0 0,2-1-1049 0 0,1 0 0 0 0,-1-1-1 0 0,1-1 1 0 0,-1 0 0 0 0,23-4-1 0 0,-3-1-2560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1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305 709 1888 0 0,'5'-9'961'0'0,"1"0"1"0"0,-1 0-1 0 0,-1 0 0 0 0,0 0 0 0 0,0-1 0 0 0,-1 0 0 0 0,0 0 1 0 0,0 0-1 0 0,-1 0 0 0 0,1-13 0 0 0,-3 17-666 0 0,1-1-1 0 0,-1 1 0 0 0,-1 0 1 0 0,1-1-1 0 0,-1 1 1 0 0,0 0-1 0 0,0 0 1 0 0,0-1-1 0 0,-1 1 0 0 0,0 0 1 0 0,-1 1-1 0 0,1-1 1 0 0,-1 0-1 0 0,0 0 1 0 0,-1 1-1 0 0,1 0 1 0 0,-8-9-1 0 0,9 13-268 0 0,0-1-1 0 0,0 1 1 0 0,0 0 0 0 0,0 0-1 0 0,0 0 1 0 0,0 0-1 0 0,0 1 1 0 0,-1-1 0 0 0,1 1-1 0 0,0-1 1 0 0,0 1 0 0 0,-1 0-1 0 0,1-1 1 0 0,0 1 0 0 0,-1 0-1 0 0,1 1 1 0 0,0-1-1 0 0,-1 0 1 0 0,1 1 0 0 0,0-1-1 0 0,0 1 1 0 0,0 0 0 0 0,-1 0-1 0 0,1-1 1 0 0,0 1 0 0 0,-3 2-1 0 0,-6 3 7 0 0,0 1-1 0 0,0 0 1 0 0,-13 11-1 0 0,3-1 8 0 0,1 2 0 0 0,0 0 0 0 0,2 0 0 0 0,-27 38 0 0 0,36-44-28 0 0,1 0 0 0 0,0 1-1 0 0,1 0 1 0 0,0 0 0 0 0,1 1 0 0 0,1 0-1 0 0,0 0 1 0 0,1 0 0 0 0,-2 22 0 0 0,5-34-4 0 0,1-1 0 0 0,-1 1-1 0 0,1 0 1 0 0,0 0 0 0 0,0 0 0 0 0,0 0 0 0 0,1 0 0 0 0,-1-1 0 0 0,1 1 0 0 0,-1 0 0 0 0,1 0 0 0 0,0-1 0 0 0,0 1 0 0 0,0 0 0 0 0,0-1 0 0 0,1 1-1 0 0,-1-1 1 0 0,1 1 0 0 0,0-1 0 0 0,-1 0 0 0 0,1 0 0 0 0,0 0 0 0 0,0 0 0 0 0,0 0 0 0 0,1 0 0 0 0,-1 0 0 0 0,0-1 0 0 0,1 1 0 0 0,-1-1-1 0 0,1 0 1 0 0,0 1 0 0 0,-1-1 0 0 0,1 0 0 0 0,0-1 0 0 0,-1 1 0 0 0,1 0 0 0 0,5 0 0 0 0,1-1-1 0 0,0 1 0 0 0,0-1 0 0 0,0-1 0 0 0,-1 1 1 0 0,1-2-1 0 0,0 1 0 0 0,0-1 0 0 0,-1 0 0 0 0,1-1 0 0 0,-1 0 0 0 0,9-5 0 0 0,-4 1-49 0 0,0-1 0 0 0,0 0 0 0 0,-1-1 0 0 0,-1 0-1 0 0,0-1 1 0 0,0 0 0 0 0,17-22 0 0 0,-15 13-20 0 0,0 1 1 0 0,-1-2-1 0 0,-1 1 1 0 0,12-34 0 0 0,-4-4-67 0 0,-2 0 1 0 0,18-116 0 0 0,-12-30 121 0 0,-14 105 467 0 0,-7 45-443 0 0,-2 50-46 0 0,3 14-48 0 0,2 26 355 0 0,-1 0-1 0 0,-2 72 0 0 0,-3-67-145 0 0,-6 139 527 0 0,2-108-786 0 0,3 0 1 0 0,10 101-1 0 0,-6-162-292 0 0,0-1 0 0 0,0 1 0 0 0,1-1-1 0 0,1 1 1 0 0,5 10 0 0 0,-7-16-378 0 0,1-1 1 0 0,1 1-1 0 0,-1-1 1 0 0,1 1-1 0 0,0-1 0 0 0,0 0 1 0 0,1-1-1 0 0,-1 1 1 0 0,1-1-1 0 0,9 7 0 0 0,8 0-5304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1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77 2924 0 0,'3'-76'16588'0'0,"-11"165"-14186"0"0,-58 464 5239 0 0,59-506-7197 0 0,-2 0 1 0 0,-2-1 0 0 0,-2 0 0 0 0,-20 44-1 0 0,30-84-383 0 0,1 0 1 0 0,-2 0-1 0 0,1-1 0 0 0,0 1 0 0 0,-1-1 0 0 0,0 0 1 0 0,-1 0-1 0 0,1-1 0 0 0,-1 1 0 0 0,0-1 0 0 0,0 0 1 0 0,0 0-1 0 0,0-1 0 0 0,-1 1 0 0 0,-7 3 0 0 0,7-5-64 0 0,1-1 0 0 0,0 1-1 0 0,-1-1 1 0 0,1 0 0 0 0,-1 0-1 0 0,1-1 1 0 0,-1 0 0 0 0,0 0-1 0 0,1 0 1 0 0,-1-1-1 0 0,1 1 1 0 0,-1-1 0 0 0,1-1-1 0 0,-1 1 1 0 0,1-1 0 0 0,0 0-1 0 0,-10-5 1 0 0,7 3-504 0 0,0 0 1 0 0,1-1-1 0 0,-1 0 0 0 0,1-1 1 0 0,0 0-1 0 0,1 0 0 0 0,-1 0 0 0 0,1-1 1 0 0,0 0-1 0 0,1 0 0 0 0,0 0 1 0 0,0-1-1 0 0,-5-11 0 0 0,3 4-1521 0 0,1-1-1 0 0,1 0 1 0 0,1 0-1 0 0,0 0 1 0 0,1-1-1 0 0,-2-22 1 0 0,3-13-6972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1944 0 0,'11'-88'9853'0'0,"0"5"-5835"0"0,-11 81-4594 0 0,0 1 426 0 0,0 1 100 0 0,0 0 0 0 0,0 0 0 0 0,0 0 0 0 0,0 0 0 0 0,0 0 0 0 0,0-1 0 0 0,0 1 0 0 0,0 0 0 0 0,0 0 0 0 0,0 0 0 0 0,0 0 0 0 0,0 0 0 0 0,0-1 0 0 0,0 1 0 0 0,0 0 0 0 0,0 0 0 0 0,0 0 0 0 0,0 0 0 0 0,0 0-1 0 0,0 0 1 0 0,0-1 0 0 0,0 1 0 0 0,0 0 0 0 0,3-1-1200 0 0,-3 1 1200 0 0,0 0 0 0 0,1 0 0 0 0,-1 0 0 0 0,0 0 0 0 0,0 0 0 0 0,0 0 0 0 0,0 0 0 0 0,0 0 0 0 0,0 0 0 0 0,1 0 0 0 0,-1 1-200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0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367 258 892 0 0,'38'-35'6791'0'0,"32"-40"1"0"0,-64 70-6174 0 0,-1-2 0 0 0,0 1 0 0 0,0-1 0 0 0,-1 0 0 0 0,1 0 0 0 0,-2 0 0 0 0,1 0 0 0 0,-1-1 0 0 0,0 1 0 0 0,2-12 0 0 0,-5 17-563 0 0,0 0 0 0 0,0 1 1 0 0,0-1-1 0 0,0 0 0 0 0,0 0 1 0 0,0 0-1 0 0,-1 0 0 0 0,1 1 1 0 0,-1-1-1 0 0,1 0 0 0 0,-1 0 1 0 0,0 1-1 0 0,0-1 0 0 0,0 0 1 0 0,0 1-1 0 0,0-1 0 0 0,0 1 1 0 0,0-1-1 0 0,0 1 0 0 0,0 0 1 0 0,-1-1-1 0 0,1 1 0 0 0,-1 0 1 0 0,1 0-1 0 0,-3-1 0 0 0,1-1-18 0 0,-1 1-1 0 0,0 0 0 0 0,0 0 1 0 0,-1 0-1 0 0,1 0 1 0 0,0 1-1 0 0,-1 0 0 0 0,-8-2 1 0 0,3 3-11 0 0,0 0 1 0 0,1 1 0 0 0,-1 0 0 0 0,0 0-1 0 0,0 1 1 0 0,0 0 0 0 0,1 1-1 0 0,-1 0 1 0 0,1 1 0 0 0,-12 6 0 0 0,-4 3 11 0 0,0 2 1 0 0,-31 24 0 0 0,33-21-32 0 0,0 1 0 0 0,2 1 0 0 0,0 2 0 0 0,1 0 0 0 0,1 0 0 0 0,-28 46 0 0 0,39-55 10 0 0,1 0 0 0 0,0 1 0 0 0,1 0 0 0 0,0 0 0 0 0,1 0-1 0 0,0 1 1 0 0,2 0 0 0 0,0 0 0 0 0,0 0 0 0 0,1 0 0 0 0,1 0 0 0 0,1 0 0 0 0,0 1 0 0 0,4 29 0 0 0,-2-37 4 0 0,0 0 1 0 0,0 0-1 0 0,1 0 1 0 0,0 0 0 0 0,1 0-1 0 0,-1-1 1 0 0,2 0 0 0 0,-1 0-1 0 0,1 0 1 0 0,0 0-1 0 0,0-1 1 0 0,0 1 0 0 0,1-1-1 0 0,0-1 1 0 0,1 1 0 0 0,-1-1-1 0 0,9 5 1 0 0,-4-4 3 0 0,-1-1 0 0 0,1 0 0 0 0,0-1 0 0 0,1 0 0 0 0,-1 0 0 0 0,1-1 0 0 0,0-1 0 0 0,-1 0 0 0 0,1-1 0 0 0,0 0 0 0 0,17-1 0 0 0,11-3 434 0 0,0-1 0 0 0,-1-2 0 0 0,57-16-1 0 0,-94 21-414 0 0,1 1-4 0 0,5-3-67 0 0,3 0 545 0 0,-4 1-3000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4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1648 0 0,'2'-16'3378'0'0,"2"-22"1197"0"0,-3 36-4098 0 0,5-32 38 0 0,-6 32-853 0 0,19 13-7513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4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0 892 0 0,'0'0'2863'0'0,"-4"9"-1231"0"0,17 3-3763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4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0 800 0 0,'0'0'3270'0'0,"13"11"1273"0"0,-12-11-4634 0 0,-1 0 60 0 0,0 1 0 0 0,0-1 0 0 0,0 1 0 0 0,1-1-1 0 0,-1 1 1 0 0,0-1 0 0 0,0 0 0 0 0,0 1 0 0 0,0-1 0 0 0,0 1-1 0 0,0-1 1 0 0,0 1 0 0 0,0-1 0 0 0,0 1 0 0 0,0-1 0 0 0,0 0-1 0 0,0 1 1 0 0,0-1 0 0 0,0 1 0 0 0,-1-1 0 0 0,1 1 0 0 0,0-1-1 0 0,0 0 1 0 0,0 1 0 0 0,-1 0 0 0 0,-17 10-5277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4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1784 0 0,'7'5'5813'0'0,"0"-13"-6017"0"0,0-3-2845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4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9 332 0 0,'2'0'2307'0'0,"26"-5"5320"0"0,-20 4-5751 0 0,-7 0-1688 0 0,0 1 0 0 0,0 0 0 0 0,0-1 0 0 0,0 1 0 0 0,0 0 0 0 0,1 0 0 0 0,-1 0 1 0 0,0 0-1 0 0,0 0 0 0 0,0 0 0 0 0,0 0 0 0 0,0 0 0 0 0,1 0 0 0 0,1 1 0 0 0,0 3-19 0 0,-1 1-1 0 0,1 0 1 0 0,-1 0 0 0 0,1 0 0 0 0,-1 0 0 0 0,-1 0 0 0 0,1 0 0 0 0,1 9 0 0 0,4 49 777 0 0,-4-33-575 0 0,52 323 1103 0 0,-46-304 2008 0 0,1-81-2652 0 0,-4-6-647 0 0,3-23-60 0 0,25-86 0 0 0,-34 144-132 0 0,1 1 1 0 0,0 0-1 0 0,0-1 0 0 0,0 1 1 0 0,0 0-1 0 0,0 0 0 0 0,0-1 1 0 0,1 1-1 0 0,-1 0 1 0 0,1 0-1 0 0,-1 0 0 0 0,1 1 1 0 0,0-1-1 0 0,0 0 0 0 0,0 1 1 0 0,0-1-1 0 0,0 1 0 0 0,0 0 1 0 0,3-2-1 0 0,-3 3 7 0 0,0-1 0 0 0,0 1 1 0 0,1-1-1 0 0,-1 1 0 0 0,0 0 0 0 0,0 0 0 0 0,1 0 0 0 0,-1 1 0 0 0,0-1 0 0 0,0 0 1 0 0,1 1-1 0 0,-1 0 0 0 0,0-1 0 0 0,0 1 0 0 0,0 0 0 0 0,0 0 0 0 0,0 0 0 0 0,0 0 1 0 0,0 0-1 0 0,0 1 0 0 0,3 2 0 0 0,15 14-15 0 0,0 2 1 0 0,-1 0-1 0 0,31 44 0 0 0,6 7-6 0 0,-48-63 39 0 0,-7-7-15 0 0,0 0-1 0 0,0 0 1 0 0,0 0 0 0 0,0-1-1 0 0,0 1 1 0 0,0 0 0 0 0,0-1 0 0 0,0 1-1 0 0,0-1 1 0 0,0 0 0 0 0,0 1-1 0 0,0-1 1 0 0,2 1 0 0 0,4-4-10 0 0,-6 2 7 0 0,3-1-13 0 0,1 0 0 0 0,-1-1-1 0 0,0 1 1 0 0,0-1 0 0 0,0 0 0 0 0,0 0-1 0 0,-1-1 1 0 0,1 1 0 0 0,-1-1-1 0 0,4-5 1 0 0,28-44-204 0 0,-30 44 175 0 0,39-65-178 0 0,66-106-142 0 0,-109 178 356 0 0,1 0-1 0 0,-1 0 1 0 0,1 0 0 0 0,-1 1 0 0 0,1-1 0 0 0,0 0 0 0 0,0 1 0 0 0,-1-1 0 0 0,1 1-1 0 0,0 0 1 0 0,0-1 0 0 0,0 1 0 0 0,1 0 0 0 0,-1 0 0 0 0,0 0 0 0 0,0 1 0 0 0,3-2-1 0 0,-3 2 7 0 0,-1 0-1 0 0,1 1 0 0 0,-1-1 0 0 0,1 0 1 0 0,-1 0-1 0 0,1 1 0 0 0,-1-1 0 0 0,1 0 1 0 0,-1 1-1 0 0,0 0 0 0 0,1-1 0 0 0,-1 1 1 0 0,0 0-1 0 0,1 0 0 0 0,-1 0 0 0 0,0-1 1 0 0,0 1-1 0 0,0 1 0 0 0,0-1 1 0 0,0 0-1 0 0,0 0 0 0 0,0 0 0 0 0,0 0 1 0 0,0 1-1 0 0,-1-1 0 0 0,1 0 0 0 0,0 1 1 0 0,-1-1-1 0 0,1 3 0 0 0,8 19-45 0 0,-2 1 0 0 0,-1 0 1 0 0,3 27-1 0 0,-3-21-1331 0 0,14 48 1 0 0,-18-70 435 0 0,2 1-1 0 0,-1-1 1 0 0,1-1-1 0 0,0 1 1 0 0,1 0-1 0 0,0-1 1 0 0,0 0 0 0 0,0 0-1 0 0,1-1 1 0 0,7 8-1 0 0,5 0-5806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284 757 2756 0 0,'0'-17'2321'0'0,"-1"1"0"0"0,-1 0 0 0 0,-6-26 1 0 0,6 33-1717 0 0,-1 1 1 0 0,1-1 0 0 0,-2 1 0 0 0,1 0-1 0 0,-2 0 1 0 0,1 0 0 0 0,-1 0 0 0 0,-6-8-1 0 0,10 15-546 0 0,0 0-1 0 0,0 0 1 0 0,0 0 0 0 0,0-1-1 0 0,-1 1 1 0 0,1 1-1 0 0,0-1 1 0 0,-1 0-1 0 0,1 0 1 0 0,0 0-1 0 0,-1 1 1 0 0,1-1 0 0 0,-1 0-1 0 0,1 1 1 0 0,-1 0-1 0 0,1-1 1 0 0,-1 1-1 0 0,0 0 1 0 0,1 0-1 0 0,-3 0 1 0 0,1 0-18 0 0,0 1 1 0 0,0-1-1 0 0,0 1 1 0 0,0 0-1 0 0,1 0 1 0 0,-1 0-1 0 0,0 0 1 0 0,0 1-1 0 0,1-1 0 0 0,-4 3 1 0 0,-3 3 4 0 0,-1 1-1 0 0,1 0 1 0 0,0 1 0 0 0,-9 11-1 0 0,3 0-5 0 0,0 0-1 0 0,2 0 0 0 0,0 1 1 0 0,-19 44-1 0 0,27-54-25 0 0,1 0 0 0 0,0 1 0 0 0,1-1 0 0 0,0 1-1 0 0,1-1 1 0 0,0 1 0 0 0,1 0 0 0 0,0-1 0 0 0,1 1 0 0 0,0 0 0 0 0,1 0 0 0 0,3 16 0 0 0,-3-24-9 0 0,0 0 0 0 0,0 0 0 0 0,1 0 0 0 0,-1 0 0 0 0,1 0 0 0 0,0 0 0 0 0,0 0 0 0 0,1-1-1 0 0,-1 1 1 0 0,1-1 0 0 0,0 1 0 0 0,-1-1 0 0 0,2 0 0 0 0,-1 0 0 0 0,0 0 0 0 0,0-1 0 0 0,1 1 0 0 0,0-1 0 0 0,-1 0 0 0 0,1 0 0 0 0,0 0 0 0 0,0-1 0 0 0,0 1 0 0 0,0-1 0 0 0,0 0 0 0 0,1 0 0 0 0,-1 0 0 0 0,0 0 0 0 0,0-1 0 0 0,1 0 0 0 0,-1 0 0 0 0,0 0 0 0 0,1-1 0 0 0,-1 1 0 0 0,0-1 0 0 0,0 0 0 0 0,0 0-1 0 0,1 0 1 0 0,-1-1 0 0 0,0 1 0 0 0,-1-1 0 0 0,1 0 0 0 0,0 0 0 0 0,0-1 0 0 0,-1 1 0 0 0,4-4 0 0 0,2-1-8 0 0,-1-1 0 0 0,1 0-1 0 0,-2-1 1 0 0,1 0 0 0 0,-1 0 0 0 0,0 0-1 0 0,-1-1 1 0 0,8-16 0 0 0,3-12 1 0 0,12-41 1 0 0,-12 31 19 0 0,-11 29-31 0 0,7-14-75 0 0,-5 63 28 0 0,1 36 70 0 0,8 43-2 0 0,-14-96 16 0 0,1 1 1 0 0,0-1-1 0 0,1 0 1 0 0,1 0-1 0 0,12 21 1 0 0,-16-30-17 0 0,0-1 1 0 0,0 0-1 0 0,1 0 1 0 0,-1 0-1 0 0,1-1 1 0 0,-1 1-1 0 0,1 0 1 0 0,0-1 0 0 0,0 0-1 0 0,0 0 1 0 0,0 0-1 0 0,1 0 1 0 0,-1 0-1 0 0,0-1 1 0 0,1 1-1 0 0,-1-1 1 0 0,1 0 0 0 0,0 0-1 0 0,-1 0 1 0 0,1-1-1 0 0,0 1 1 0 0,-1-1-1 0 0,1 0 1 0 0,0 0-1 0 0,0 0 1 0 0,-1 0 0 0 0,1-1-1 0 0,6-1 1 0 0,-3 0-13 0 0,0-1 0 0 0,0 0 1 0 0,0 0-1 0 0,0 0 0 0 0,0-1 1 0 0,-1 0-1 0 0,1 0 0 0 0,-1-1 1 0 0,0 0-1 0 0,0 0 0 0 0,-1 0 1 0 0,0-1-1 0 0,6-7 0 0 0,5-10-26 0 0,-1-1 0 0 0,-2 0 0 0 0,0-1 0 0 0,-2-1-1 0 0,9-28 1 0 0,32-137-63 0 0,-43 154 94 0 0,11-64 676 0 0,-4-2 1 0 0,-5 0-1 0 0,-1-148 0 0 0,-12 243-511 0 0,-2 9-87 0 0,-4 11-46 0 0,0 13 15 0 0,1 1 0 0 0,2-1 0 0 0,0 1 0 0 0,1 0 0 0 0,1 29 0 0 0,-1-10 48 0 0,-19 289 763 0 0,22-278-705 0 0,3 1 0 0 0,3-1 0 0 0,21 107 0 0 0,-23-151-117 0 0,1 0 0 0 0,0 0 0 0 0,0 0 1 0 0,1-1-1 0 0,1 0 0 0 0,0 0 1 0 0,0 0-1 0 0,1-1 0 0 0,1 0 1 0 0,9 10-1 0 0,-12-15-56 0 0,-1-1 1 0 0,2 1 0 0 0,-1-1-1 0 0,0-1 1 0 0,1 1-1 0 0,0-1 1 0 0,0 0-1 0 0,0 0 1 0 0,0 0 0 0 0,0-1-1 0 0,0 0 1 0 0,1 0-1 0 0,-1-1 1 0 0,1 0-1 0 0,-1 0 1 0 0,1 0 0 0 0,0-1-1 0 0,-1 0 1 0 0,1 0-1 0 0,10-2 1 0 0,-8 0-80 0 0,1 0 1 0 0,-1-1-1 0 0,0 0 0 0 0,0 0 1 0 0,0-1-1 0 0,0 0 0 0 0,0 0 1 0 0,-1-1-1 0 0,0 0 0 0 0,14-13 1 0 0,-11 9 22 0 0,-2-1-1 0 0,1 0 1 0 0,-1-1 0 0 0,-1 0 0 0 0,0-1 0 0 0,-1 1 0 0 0,7-15 0 0 0,-5 7 41 0 0,-2 0 1 0 0,0-1-1 0 0,0 0 0 0 0,-2 0 1 0 0,-1 0-1 0 0,0-1 0 0 0,-2 1 1 0 0,0-1-1 0 0,-1 0 0 0 0,-3-24 0 0 0,-9-38 375 0 0,9 76-308 0 0,0 0-1 0 0,0 0 0 0 0,0 0 1 0 0,-1 0-1 0 0,0 1 1 0 0,0-1-1 0 0,0 1 0 0 0,-1 0 1 0 0,-6-8-1 0 0,9 12-30 0 0,0 1 0 0 0,0 0 0 0 0,-1 0 0 0 0,1-1 0 0 0,0 1 0 0 0,0 0 0 0 0,-1 0 0 0 0,1 0 0 0 0,-1 1 1 0 0,1-1-1 0 0,-1 0 0 0 0,1 0 0 0 0,-1 1 0 0 0,1-1 0 0 0,-1 1 0 0 0,0 0 0 0 0,1-1 0 0 0,-1 1 0 0 0,0 0 0 0 0,1 0 0 0 0,-1 0 0 0 0,0 0 0 0 0,1 0 0 0 0,-1 0 0 0 0,0 0 0 0 0,1 1 0 0 0,-1-1 0 0 0,0 1 0 0 0,1-1 0 0 0,-1 1 0 0 0,1 0 0 0 0,-1-1 0 0 0,1 1 0 0 0,-1 0 0 0 0,1 0 1 0 0,0 0-1 0 0,-2 2 0 0 0,0-1-1 0 0,1 0 0 0 0,0 1 0 0 0,-1 0 0 0 0,1-1 0 0 0,0 1 1 0 0,1 0-1 0 0,-1 0 0 0 0,0 0 0 0 0,1 0 0 0 0,0 0 0 0 0,-1 0 0 0 0,1 1 1 0 0,0-1-1 0 0,1 0 0 0 0,-1 1 0 0 0,1-1 0 0 0,-1 0 0 0 0,1 4 0 0 0,1-2 1 0 0,-1-1 0 0 0,1 0 0 0 0,0 0 0 0 0,0 0 0 0 0,0 0 0 0 0,1 0 0 0 0,-1 0 0 0 0,1 0 0 0 0,0-1 0 0 0,0 1 0 0 0,0 0-1 0 0,1-1 1 0 0,3 4 0 0 0,-1-1-13 0 0,1-1 0 0 0,-1 0 0 0 0,1 0 0 0 0,0 0 0 0 0,1-1 0 0 0,12 6 0 0 0,-3-2-80 0 0,0-2-1 0 0,1 0 1 0 0,0-1-1 0 0,1-1 1 0 0,26 4-1 0 0,-12-4-198 0 0,0-2 1 0 0,0-1-1 0 0,55-6 0 0 0,-74 4 243 0 0,0-1 0 0 0,0-1 1 0 0,-1 0-1 0 0,0-1 0 0 0,1 0 0 0 0,-1 0 0 0 0,-1-2 1 0 0,1 0-1 0 0,-1 0 0 0 0,0-1 0 0 0,0 0 0 0 0,11-10 1 0 0,-16 11 213 0 0,-1-1 0 0 0,1-1 0 0 0,-1 1 0 0 0,0-1 1 0 0,0 0-1 0 0,-1 0 0 0 0,-1 0 0 0 0,5-11 1 0 0,-1 2 385 0 0,-7 15-325 0 0,-2 4-174 0 0,-4 4-16 0 0,0-1-1 0 0,1 1 0 0 0,0 0 0 0 0,0 1 0 0 0,0-1 1 0 0,1 1-1 0 0,-5 9 0 0 0,-24 59 248 0 0,26-56-214 0 0,-10 21 28 0 0,-19 77 0 0 0,32-96-38 0 0,0 0-1 0 0,1 0 1 0 0,1 1 0 0 0,1-1-1 0 0,3 37 1 0 0,-1-54-84 0 0,-1 0 0 0 0,1 0 0 0 0,0 0 0 0 0,0 0 0 0 0,0 0 0 0 0,1 0-1 0 0,0 0 1 0 0,-1-1 0 0 0,1 1 0 0 0,1-1 0 0 0,-1 1 0 0 0,0-1 0 0 0,1 0 0 0 0,0 0 0 0 0,3 3 0 0 0,-1-2-107 0 0,0 0 1 0 0,0 0-1 0 0,0-1 1 0 0,1 0-1 0 0,-1 0 0 0 0,1-1 1 0 0,0 0-1 0 0,-1 0 1 0 0,9 2-1 0 0,-1-2-465 0 0,0 0-1 0 0,-1 0 1 0 0,1-2 0 0 0,0 1-1 0 0,0-2 1 0 0,0 0-1 0 0,0 0 1 0 0,0-1 0 0 0,14-4-1 0 0,-17 2-884 0 0,0 0-1 0 0,0 0 0 0 0,0-1 1 0 0,15-10-1 0 0,4-5-5800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1 258 4064 0 0,'9'-68'8031'0'0,"2"-113"0"0"0,-9 172-6440 0 0,0 23-817 0 0,3 24 168 0 0,-2 57 498 0 0,27 159 0 0 0,-28-245-1735 0 0,0 0 1 0 0,1 0-1 0 0,0 0 1 0 0,1 0-1 0 0,0 0 0 0 0,0-1 1 0 0,1 0-1 0 0,6 8 0 0 0,-7-10-388 0 0,0-1 0 0 0,1 0 0 0 0,0-1 0 0 0,0 1 0 0 0,5 3 0 0 0,-5-5-572 0 0,0 0-1 0 0,0 0 0 0 0,0 0 0 0 0,0-1 0 0 0,0 0 0 0 0,9 2 0 0 0,7-1-7112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6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1412 0 0,'1'-18'3006'0'0,"0"-7"972"0"0,1 0 0 0 0,2 0-1 0 0,9-38 1 0 0,-13 63-3923 0 0,1-1 1 0 0,-1 0-1 0 0,1 0 0 0 0,-1 0 1 0 0,1 0-1 0 0,-1 1 0 0 0,1-1 0 0 0,-1 0 1 0 0,1 0-1 0 0,0 1 0 0 0,-1-1 1 0 0,1 0-1 0 0,0 1 0 0 0,0-1 0 0 0,0 1 1 0 0,-1-1-1 0 0,1 1 0 0 0,0 0 1 0 0,0-1-1 0 0,0 1 0 0 0,0 0 0 0 0,0-1 1 0 0,0 1-1 0 0,0 0 0 0 0,0 0 1 0 0,0 0-1 0 0,0 0 0 0 0,-1 0 0 0 0,1 0 1 0 0,0 0-1 0 0,0 0 0 0 0,0 0 0 0 0,0 0 1 0 0,0 1-1 0 0,0-1 0 0 0,0 0 1 0 0,1 2-1 0 0,4 0 57 0 0,-1 0-1 0 0,0 0 1 0 0,0 1-1 0 0,8 5 1 0 0,5 7 172 0 0,0 0-1 0 0,-1 0 0 0 0,27 35 1 0 0,38 61-609 0 0,-30-38-5044 0 0,-49-69 4679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6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445 139 1432 0 0,'-8'-22'3376'0'0,"4"8"-1589"0"0,-1 1 0 0 0,0 0 0 0 0,-1 0 0 0 0,0 1 0 0 0,-1-1 0 0 0,-1 2 0 0 0,-9-13 0 0 0,16 24-1726 0 0,0-1 0 0 0,1 1 1 0 0,-1-1-1 0 0,0 1 0 0 0,0 0 1 0 0,0-1-1 0 0,0 1 0 0 0,0 0 1 0 0,0-1-1 0 0,0 1 0 0 0,0 0 1 0 0,0 0-1 0 0,0 0 0 0 0,0 0 1 0 0,0 0-1 0 0,0 0 0 0 0,0 0 1 0 0,0 1-1 0 0,0-1 0 0 0,1 0 1 0 0,-1 0-1 0 0,0 1 0 0 0,0-1 1 0 0,0 0-1 0 0,-1 2 0 0 0,-21 12 562 0 0,7-1-379 0 0,0 2 0 0 0,1 0 0 0 0,0 1 0 0 0,2 0 0 0 0,-16 24 0 0 0,-51 94 162 0 0,-4 44 24 0 0,51-101-3099 0 0,10-22-2388 0 0,16-41-267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209 208 3112 0 0,'-59'-72'8624'0'0,"-36"-29"-1602"0"0,73 80-7473 0 0,20 20-222 0 0,1 0-1 0 0,-1-1 0 0 0,0 1 1 0 0,0 0-1 0 0,0 0 0 0 0,0 0 0 0 0,0 0 1 0 0,0 0-1 0 0,0 0 0 0 0,0 1 1 0 0,-1-1-1 0 0,1 1 0 0 0,-4-1 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26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31 2812 0 0,'-49'12'4803'0'0,"-56"17"5236"0"0,101-28-8994 0 0,326-24 561 0 0,-158 6-1634 0 0,180-5-2679 0 0,-114 14-4719 0 0,-110 5-314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0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45 848 0 0,'8'-6'4981'0'0,"21"-18"1874"0"0,-23 13-5853 0 0,-2 8-579 0 0,-2 10-601 0 0,-1-6 33 0 0,-1-1 0 0 0,1 1 0 0 0,0-1 0 0 0,0 1 0 0 0,-1-1 0 0 0,1 1 0 0 0,0-1 0 0 0,0 1 0 0 0,0-1 0 0 0,0 0 0 0 0,0 1 0 0 0,-1-1 0 0 0,1 0 0 0 0,0 0 0 0 0,1 1 0 0 0,11 0-4536 0 0,1-2 155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10 932 0 0,'0'0'2544'0'0,"12"-10"1013"0"0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 1172 0 0,'0'0'3656'0'0,"-3"-9"-2483"0"0,1 1-2778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5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1 908 0 0,'0'0'1572'0'0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0 700 0 0,'-11'21'6294'0'0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 0 0,'0'0'3232'0'0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4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16 209 860 0 0,'0'-16'6615'0'0,"0"-5"-3086"0"0,-1 1-1053 0 0,2-1-1 0 0,2-22 0 0 0,-2 39-2430 0 0,1 0 0 0 0,-1 0 0 0 0,0 1 0 0 0,1-1 0 0 0,0 0-1 0 0,0 1 1 0 0,0-1 0 0 0,0 1 0 0 0,1 0 0 0 0,-1-1 0 0 0,1 1-1 0 0,0 0 1 0 0,0 1 0 0 0,0-1 0 0 0,0 0 0 0 0,1 1 0 0 0,-1 0-1 0 0,4-2 1 0 0,2-1-33 0 0,-1 1-1 0 0,1 1 1 0 0,-1-1-1 0 0,1 2 1 0 0,0-1-1 0 0,14-1 0 0 0,-18 3-10 0 0,-1 1-1 0 0,1 0 1 0 0,0 1-1 0 0,-1-1 0 0 0,1 1 1 0 0,0 0-1 0 0,-1 0 0 0 0,1 0 1 0 0,-1 0-1 0 0,1 1 0 0 0,-1 0 1 0 0,0 0-1 0 0,6 4 1 0 0,-7-5 4 0 0,0 1 1 0 0,0 0 0 0 0,0 0-1 0 0,-1 1 1 0 0,1-1 0 0 0,-1 0-1 0 0,1 1 1 0 0,-1 0 0 0 0,0 0 0 0 0,0-1-1 0 0,0 1 1 0 0,0 0 0 0 0,0 1-1 0 0,-1-1 1 0 0,1 0 0 0 0,1 6-1 0 0,-3-6 0 0 0,0 0 0 0 0,0 0 0 0 0,0 0 0 0 0,-1 0 0 0 0,1 0 0 0 0,-1 0 0 0 0,0 0 0 0 0,1 0 0 0 0,-1 0 0 0 0,-1 0 0 0 0,1 0 0 0 0,0-1 0 0 0,-1 1 0 0 0,1 0 0 0 0,-1-1 0 0 0,-2 3 0 0 0,-5 6 11 0 0,0 0 1 0 0,-13 10-1 0 0,11-10-12 0 0,-12 9 29 0 0,-6 9-11 0 0,25-26-17 0 0,-3 3 1 0 0,6-5-7 0 0,0-1 0 0 0,-1 1-1 0 0,1 0 1 0 0,0 0 0 0 0,0 0-1 0 0,0 0 1 0 0,-1 0 0 0 0,1 0-1 0 0,0 0 1 0 0,0 1 0 0 0,1-1-1 0 0,-1 0 1 0 0,0 0 0 0 0,-1 2-1 0 0,1 1 4 0 0,1-3 0 0 0,9 5-20 0 0,2-2 65 0 0,0 0-1 0 0,0 1 0 0 0,0 0 1 0 0,-1 1-1 0 0,1 0 0 0 0,-1 1 1 0 0,-1 0-1 0 0,1 0 0 0 0,-1 1 0 0 0,-1 0 1 0 0,1 1-1 0 0,-2 0 0 0 0,1 0 1 0 0,-1 1-1 0 0,0 0 0 0 0,-1 0 1 0 0,9 20-1 0 0,-14-28 77 0 0,-1 1 0 0 0,1-1 0 0 0,-1 1 0 0 0,0-1 0 0 0,0 1 0 0 0,0-1 0 0 0,0 1 0 0 0,0-1 0 0 0,0 1 1 0 0,-1-1-1 0 0,1 1 0 0 0,-1-1 0 0 0,0 1 0 0 0,1-1 0 0 0,-1 1 0 0 0,0-1 0 0 0,-1 0 0 0 0,1 0 0 0 0,0 1 0 0 0,-1-1 0 0 0,1 0 0 0 0,-1 0 0 0 0,1 0 1 0 0,-1-1-1 0 0,-4 4 0 0 0,-1 2 153 0 0,-1-1-1 0 0,1 0 1 0 0,-1-1 0 0 0,-1 0 0 0 0,-11 6 0 0 0,11-8-132 0 0,0 1 1 0 0,0-1-1 0 0,0-1 0 0 0,-1 1 1 0 0,0-2-1 0 0,1 1 1 0 0,-1-1-1 0 0,-16-1 0 0 0,13-1-636 0 0,1 0 0 0 0,0 0 0 0 0,-17-6 0 0 0,27 7 111 0 0,-30-11-5114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6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151 109 2284 0 0,'-2'-4'1219'0'0,"-1"1"1"0"0,1-1-1 0 0,0 0 0 0 0,0 0 0 0 0,0 0 0 0 0,-1-6 0 0 0,2 5-517 0 0,0-1-1 0 0,0 1 1 0 0,0-1-1 0 0,1 1 1 0 0,0-1-1 0 0,0 1 1 0 0,1-10-1 0 0,-1 14-669 0 0,1 0 0 0 0,-1 0 0 0 0,0-1 0 0 0,1 1 0 0 0,-1 0 0 0 0,1 0 0 0 0,-1 1 0 0 0,1-1 0 0 0,-1 0 0 0 0,1 0 0 0 0,0 0 0 0 0,-1 0 0 0 0,1 0 0 0 0,0 1 0 0 0,0-1 0 0 0,0 0 0 0 0,0 1 0 0 0,-1-1 0 0 0,1 0 0 0 0,0 1 0 0 0,0-1 0 0 0,0 1 0 0 0,0 0 0 0 0,0-1 0 0 0,0 1 0 0 0,0 0 0 0 0,2-1 0 0 0,0 1-15 0 0,0-1 1 0 0,-1 1-1 0 0,1 0 1 0 0,0 0-1 0 0,0 0 1 0 0,-1 0-1 0 0,6 1 1 0 0,-3 1-7 0 0,1 0 1 0 0,0 0 0 0 0,-1 0 0 0 0,0 1-1 0 0,1 0 1 0 0,-1 0 0 0 0,0 0 0 0 0,0 1-1 0 0,-1-1 1 0 0,1 1 0 0 0,-1 0 0 0 0,0 1-1 0 0,0-1 1 0 0,0 1 0 0 0,0 0 0 0 0,-1-1-1 0 0,0 2 1 0 0,0-1 0 0 0,3 6 0 0 0,-4-4 33 0 0,1 0 0 0 0,-1 0 0 0 0,-1 0 0 0 0,1 1 0 0 0,-1-1 0 0 0,-1 0 0 0 0,1 1 0 0 0,-1-1 0 0 0,0 0 0 0 0,-1 1 0 0 0,0-1 0 0 0,0 0 0 0 0,0 1 0 0 0,-6 12 0 0 0,0 0 331 0 0,-2-1-1 0 0,-1 0 1 0 0,0-1 0 0 0,-1 0 0 0 0,-24 29 0 0 0,-79 73 2180 0 0,91-96-1981 0 0,-31 32 701 0 0,53-55-1112 0 0,1 0-157 0 0,0-1 1 0 0,1 0 0 0 0,-1 1 0 0 0,0-1 0 0 0,0 0-1 0 0,0 1 1 0 0,0-1 0 0 0,0 1 0 0 0,1-1-1 0 0,-1 0 1 0 0,0 1 0 0 0,0-1 0 0 0,0 0-1 0 0,1 0 1 0 0,-1 1 0 0 0,0-1 0 0 0,1 0 0 0 0,-1 0-1 0 0,0 1 1 0 0,0-1 0 0 0,1 0 0 0 0,-1 0-1 0 0,0 0 1 0 0,1 1 0 0 0,-1-1 0 0 0,1 0 0 0 0,-1 0-1 0 0,0 0 1 0 0,1 0 0 0 0,18 2 103 0 0,26-7-51 0 0,-35 3-36 0 0,203-29-3285 0 0,-73 0-9541 0 0,-107 22 5639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369 118 2940 0 0,'-12'-66'12036'0'0,"2"24"-6795"0"0,10 41-5211 0 0,0 1 0 0 0,-1-1 0 0 0,1 0 0 0 0,-1 1 0 0 0,1-1 1 0 0,0 1-1 0 0,-1-1 0 0 0,1 1 0 0 0,-1-1 0 0 0,0 1 0 0 0,1 0 1 0 0,-1-1-1 0 0,1 1 0 0 0,-1-1 0 0 0,0 1 0 0 0,1 0 1 0 0,-1 0-1 0 0,1-1 0 0 0,-1 1 0 0 0,0 0 0 0 0,0 0 0 0 0,1 0 1 0 0,-1 0-1 0 0,0 0 0 0 0,1 0 0 0 0,-1 0 0 0 0,0 0 0 0 0,1 0 1 0 0,-1 0-1 0 0,0 0 0 0 0,0 0 0 0 0,1 1 0 0 0,-1-1 1 0 0,1 0-1 0 0,-2 1 0 0 0,1-1-16 0 0,-8 3 48 0 0,1 1 0 0 0,0 0 0 0 0,-1 0 0 0 0,1 1 0 0 0,1 0 0 0 0,-1 0 0 0 0,-11 11 0 0 0,11-9-36 0 0,-21 17 60 0 0,1 1 0 0 0,1 1 0 0 0,-29 40 0 0 0,42-49-66 0 0,2 1 0 0 0,0 0 0 0 0,1 1 0 0 0,1 0 0 0 0,0 1 0 0 0,2 0 0 0 0,-8 24 0 0 0,14-35-8 0 0,1-1 1 0 0,-1 1 0 0 0,1-1-1 0 0,1 1 1 0 0,-1-1-1 0 0,1 1 1 0 0,1 0 0 0 0,0-1-1 0 0,0 1 1 0 0,1-1-1 0 0,0 0 1 0 0,4 13 0 0 0,-3-15 5 0 0,0 0 1 0 0,0 0 0 0 0,1 0-1 0 0,-1 0 1 0 0,1 0 0 0 0,1-1-1 0 0,-1 1 1 0 0,1-1 0 0 0,0 0-1 0 0,0-1 1 0 0,0 1 0 0 0,1-1-1 0 0,-1 0 1 0 0,1 0 0 0 0,13 5-1 0 0,-12-6 31 0 0,0 0 0 0 0,0 0 0 0 0,1-1 0 0 0,0 0 0 0 0,-1 0-1 0 0,1-1 1 0 0,0 0 0 0 0,10 0 0 0 0,-12-1 101 0 0,-1-1 1 0 0,1 0 0 0 0,-1 0-1 0 0,0 0 1 0 0,1 0-1 0 0,-1-1 1 0 0,0 0-1 0 0,0 0 1 0 0,0 0-1 0 0,0-1 1 0 0,0 0-1 0 0,6-4 1 0 0,-11 6-140 0 0,1 1 0 0 0,0 0 0 0 0,-1-1 0 0 0,1 1 0 0 0,0-1 0 0 0,-1 1 0 0 0,1-1 0 0 0,0 0 1 0 0,-1 1-1 0 0,1-1 0 0 0,-1 1 0 0 0,1-1 0 0 0,-1 0 0 0 0,1 0 0 0 0,-1 1 0 0 0,0-1 0 0 0,1 0 0 0 0,-1 0 1 0 0,0 1-1 0 0,0-1 0 0 0,1 0 0 0 0,-1 0 0 0 0,0 0 0 0 0,0 1 0 0 0,0-1 0 0 0,0 0 0 0 0,0 0 0 0 0,0 0 1 0 0,0 0-1 0 0,-1 1 0 0 0,1-1 0 0 0,0 0 0 0 0,0 0 0 0 0,0 0 0 0 0,-1 1 0 0 0,1-1 0 0 0,-1 0 0 0 0,1 0 1 0 0,0 1-1 0 0,-1-1 0 0 0,1 0 0 0 0,-1 1 0 0 0,1-1 0 0 0,-1 1 0 0 0,0-1 0 0 0,-1 0 0 0 0,-1-2-4 0 0,0 1 0 0 0,-1-1 0 0 0,1 1 0 0 0,-1 0-1 0 0,1 0 1 0 0,-1 1 0 0 0,-5-2 0 0 0,-8-2-312 0 0,-33-3 0 0 0,-18 3-3641 0 0,41 3 1153 0 0,26 2 2226 0 0,-1 0-1 0 0,1 0 1 0 0,-1 0-1 0 0,0-1 1 0 0,1 1 0 0 0,-1 0-1 0 0,1-1 1 0 0,-1 1 0 0 0,1-1-1 0 0,0 1 1 0 0,-1-1-1 0 0,1 0 1 0 0,-1 1 0 0 0,1-1-1 0 0,-3-2-567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17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68 2264 0 0,'-3'-2'-117'0'0,"-32"-13"11351"0"0,25 11-9473 0 0,8 3-805 0 0,-8-3 2368 0 0,10 4-3290 0 0,-1 0 0 0 0,1 0 0 0 0,0 0 0 0 0,0 0 0 0 0,0 0 0 0 0,-1 0 0 0 0,1 0-1 0 0,0-1 1 0 0,0 1 0 0 0,0 0 0 0 0,-1 0 0 0 0,1 0 0 0 0,0 0 0 0 0,0 0 0 0 0,0 0-1 0 0,0-1 1 0 0,-1 1 0 0 0,1 0 0 0 0,0 0 0 0 0,0 0 0 0 0,0 0 0 0 0,0-1 0 0 0,0 1 0 0 0,0 0-1 0 0,0 0 1 0 0,0 0 0 0 0,0-1 0 0 0,-1 1 0 0 0,1 0 0 0 0,0 0 0 0 0,0 0 0 0 0,0-1-1 0 0,0 1 1 0 0,0 0 0 0 0,0 0 0 0 0,0 0 0 0 0,0-1 0 0 0,0 1 0 0 0,0 0 0 0 0,1 0-1 0 0,-1 0 1 0 0,0-1 0 0 0,0 1 0 0 0,0 0 0 0 0,12-5 365 0 0,22 1-496 0 0,-32 4 184 0 0,310-16 119 0 0,-118 8 127 0 0,-117 6 602 0 0,-74 2-856 0 0,0 0-25 0 0,-2 0-53 0 0,4 0 24 0 0,1 0-1 0 0,0 1 1 0 0,0-1-1 0 0,-1 1 1 0 0,7 2-1 0 0,-11-2-23 0 0,0 0-1 0 0,1 0 1 0 0,-1 0-1 0 0,0 0 1 0 0,-1 0-1 0 0,1 1 1 0 0,0-1-1 0 0,0 0 1 0 0,0 1-1 0 0,-1-1 1 0 0,1 0-1 0 0,-1 1 1 0 0,1-1 0 0 0,-1 1-1 0 0,1 2 1 0 0,4 23 68 0 0,-1 33 468 0 0,-3 0 1 0 0,-7 61-1 0 0,1-24-216 0 0,46 1178 1041 0 0,-15-145 2335 0 0,-44-724-3280 0 0,18-374-38 0 0,-2 5 526 0 0,-6 41 0 0 0,7-66-905 0 0,1-10 0 0 0,-1-1 0 0 0,1 0 0 0 0,0 0 0 0 0,0 0 0 0 0,-1 0 0 0 0,1-1 0 0 0,0 1 0 0 0,-1 0 0 0 0,1 0 0 0 0,-1 0 0 0 0,1 0 0 0 0,-1 0 0 0 0,1 0 0 0 0,-1-1 0 0 0,0 1 0 0 0,1 0 0 0 0,-1 0 0 0 0,0-1 0 0 0,0 1 0 0 0,0 0 0 0 0,1-1 0 0 0,-1 1 0 0 0,0-1 0 0 0,0 1 0 0 0,0-1 0 0 0,0 0 0 0 0,0 1 0 0 0,0-1 0 0 0,0 0 0 0 0,0 0 0 0 0,0 0 0 0 0,0 1 0 0 0,0-1 0 0 0,-2 0 0 0 0,-2 0 0 0 0,-61 14 5 0 0,-114 7 0 0 0,88-12-201 0 0,-204 30-6814 0 0,163-20-2363 0 0,20-4-4421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13 572 0 0,'-7'-12'13258'0'0,"7"12"-13193"0"0,0 0-1 0 0,0-1 1 0 0,0 3-60 0 0,-1-1-1 0 0,0 0 1 0 0,1 1 0 0 0,0-1-1 0 0,-1 1 1 0 0,1-1 0 0 0,0 1-1 0 0,0 0 1 0 0,0-1 0 0 0,0 1 0 0 0,0 2-1 0 0,0 6 9 0 0,-1 12 57 0 0,1 0 0 0 0,3 22 0 0 0,0 19-5639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49:4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1608 0 0,'22'-39'6650'0'0,"-19"34"-6103"0"0,1 0-1 0 0,0 0 0 0 0,0 1 0 0 0,6-7 0 0 0,-6 8-437 0 0,1 0 0 0 0,-1 1-1 0 0,0-1 1 0 0,1 1 0 0 0,-1 0 0 0 0,1 0 0 0 0,0 0-1 0 0,0 1 1 0 0,0-1 0 0 0,0 1 0 0 0,0 0 0 0 0,0 1 0 0 0,0-1-1 0 0,9 1 1 0 0,-8 1-68 0 0,1-1 0 0 0,-1 1 0 0 0,0 0 1 0 0,0 0-1 0 0,0 1 0 0 0,0 0 0 0 0,10 5 0 0 0,-15-7-33 0 0,-1 0 0 0 0,1 1 1 0 0,-1-1-1 0 0,1 1 0 0 0,-1-1 1 0 0,1 1-1 0 0,-1-1 0 0 0,1 1 1 0 0,-1-1-1 0 0,0 1 0 0 0,1 0 1 0 0,-1-1-1 0 0,0 1 0 0 0,0-1 1 0 0,1 1-1 0 0,-1 0 0 0 0,0-1 0 0 0,0 1 1 0 0,0 0-1 0 0,0-1 0 0 0,0 1 1 0 0,0 0-1 0 0,0-1 0 0 0,0 1 1 0 0,0 0-1 0 0,0-1 0 0 0,0 1 1 0 0,-1 0-1 0 0,1-1 0 0 0,0 1 1 0 0,-1 0-1 0 0,-9 18 170 0 0,-7-3-14 0 0,-1 0 0 0 0,-30 21 0 0 0,27-21-53 0 0,-27 25 0 0 0,47-41-108 0 0,1 0 0 0 0,0 0 0 0 0,0 0-1 0 0,-1 1 1 0 0,1-1 0 0 0,0 0 0 0 0,0 0 0 0 0,0 0 0 0 0,-1 1 0 0 0,1-1 0 0 0,0 0-1 0 0,0 0 1 0 0,0 1 0 0 0,0-1 0 0 0,-1 0 0 0 0,1 1 0 0 0,0-1 0 0 0,0 0 0 0 0,0 1 0 0 0,0-1-1 0 0,0 0 1 0 0,0 0 0 0 0,0 1 0 0 0,0-1 0 0 0,0 0 0 0 0,0 1 0 0 0,0-1 0 0 0,0 0-1 0 0,0 1 1 0 0,0-1 0 0 0,0 0 0 0 0,0 0 0 0 0,1 1 0 0 0,-1-1 0 0 0,0 0 0 0 0,0 1-1 0 0,1-1 1 0 0,12 6 57 0 0,17-3-33 0 0,129-13-5239 0 0,-125 7 1971 0 0,-7 0-206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6 808 0 0,'-12'-4'2032'0'0,"-5"3"-1228"0"0,4 2-1208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8 924 0 0,'0'0'1447'0'0,"8"-8"374"0"0,10 8-2093 0 0,-13 1-1456 0 0,5 0 1000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4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48 0 0,'0'0'1240'0'0,"9"-3"464"0"0,-1-4-644 0 0,1-2-360 0 0,-3 4-272 0 0,3 0-208 0 0,6 3-416 0 0,2 4-2604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7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43 228 0 0,'-10'-37'7543'0'0,"9"35"-7034"0"0,-2 0-851 0 0,1 0-379 0 0,-4 9-104 0 0,1 2-1617 0 0,1-4 896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7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17 200 0 0,'0'0'2498'0'0,"2"-16"723"0"0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1 212 0 0,'0'0'2532'0'0,"-10"5"-2916"0"0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1088 0 0,'0'0'1200'0'0,"7"-5"1404"0"0,0-3-2680 0 0,3 1-2336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9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0 344 0 0,'0'0'3872'0'0,"-12"4"-3776"0"0,2-1-2004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0:5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1 712 0 0,'0'0'4965'0'0,"-11"9"-4804"0"0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1:0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 0 0,'0'0'1916'0'0,"12"2"-1188"0"0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58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62 452 0 0,'-60'-57'12392'0'0,"59"56"-11823"0"0,-6-3 831 0 0,12 8 516 0 0,56 51 84 0 0,-36-34-1617 0 0,36 40-1 0 0,-18-8-87 0 0,59 98 0 0 0,16 68-328 0 0,-105-191-634 0 0,-6-13-1275 0 0,0 0-1 0 0,14 20 1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5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771 39 1880 0 0,'-1'-2'1650'0'0,"1"1"-1445"0"0,-3-18 3189 0 0,3 18-3242 0 0,0 0 0 0 0,-1 1 1 0 0,1-1-1 0 0,0 0 0 0 0,0 0 0 0 0,-1 0 1 0 0,1 0-1 0 0,-1 1 0 0 0,1-1 0 0 0,-1 0 1 0 0,1 0-1 0 0,-1 1 0 0 0,1-1 0 0 0,-1 1 1 0 0,0-1-1 0 0,1 0 0 0 0,-1 1 0 0 0,0-1 1 0 0,0 1-1 0 0,1-1 0 0 0,-2 1 0 0 0,-2-1 32 0 0,0 1 0 0 0,0 0-1 0 0,0 0 1 0 0,0 0-1 0 0,0 1 1 0 0,1-1 0 0 0,-1 1-1 0 0,0 0 1 0 0,0 0 0 0 0,1 0-1 0 0,-1 1 1 0 0,0-1-1 0 0,1 1 1 0 0,-1 0 0 0 0,1 0-1 0 0,0 0 1 0 0,0 0 0 0 0,-4 4-1 0 0,-10 8 163 0 0,1 1 0 0 0,-15 18 0 0 0,19-20-83 0 0,-46 52 546 0 0,-54 79-1 0 0,-40 82 6 0 0,68-98-543 0 0,-112 178 175 0 0,195-306-500 0 0,1 0 1 0 0,0 0-1 0 0,-1 1 0 0 0,1-1 1 0 0,0 0-1 0 0,0 1 1 0 0,0-1-1 0 0,-1 0 1 0 0,1 1-1 0 0,0-1 1 0 0,0 0-1 0 0,0 1 0 0 0,0-1 1 0 0,-1 0-1 0 0,1 1 1 0 0,0-1-1 0 0,0 0 1 0 0,0 1-1 0 0,0-1 1 0 0,0 0-1 0 0,0 1 1 0 0,0-1-1 0 0,0 1 0 0 0,0-1 1 0 0,0 0-1 0 0,1 1 1 0 0,-1 0-1 0 0,9-4-1289 0 0,16-15-2338 0 0,-8 3-1694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58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30 2452 0 0,'1'-29'18405'0'0,"-7"34"-17939"0"0,5-3-382 0 0,0 0-1 0 0,0 0 1 0 0,1 0-1 0 0,-1 0 1 0 0,0 0-1 0 0,1 0 0 0 0,-1 0 1 0 0,1 0-1 0 0,0 0 1 0 0,0 0-1 0 0,0 3 1 0 0,0 3 146 0 0,-42 396 3925 0 0,29-302-1448 0 0,13-100-2663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59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82 120 1516 0 0,'-2'-1'2596'0'0,"-10"-7"2423"0"0,0 0-1 0 0,-25-11 1 0 0,27 14-3980 0 0,8 4-614 0 0,-3-1 26 0 0,5 2-438 0 0,0 0 0 0 0,0 0 1 0 0,0 0-1 0 0,0 0 1 0 0,0 0-1 0 0,0 0 1 0 0,0 0-1 0 0,0 0 0 0 0,-1 0 1 0 0,1 0-1 0 0,0 0 1 0 0,0 0-1 0 0,0 0 1 0 0,0 0-1 0 0,0-1 0 0 0,0 1 1 0 0,0 0-1 0 0,0 0 1 0 0,0 0-1 0 0,0 0 1 0 0,0 0-1 0 0,0 0 0 0 0,-1 0 1 0 0,1 0-1 0 0,0 0 1 0 0,0 0-1 0 0,0 0 1 0 0,0 0-1 0 0,0 0 0 0 0,0-1 1 0 0,0 1-1 0 0,0 0 1 0 0,0 0-1 0 0,0 0 1 0 0,0 0-1 0 0,0 0 1 0 0,0 0-1 0 0,0 0 0 0 0,0 0 1 0 0,0 0-1 0 0,0-1 1 0 0,0 1-1 0 0,0 0 1 0 0,0 0-1 0 0,0 0 0 0 0,0 0 1 0 0,0 0-1 0 0,0 0 1 0 0,0 0-1 0 0,0 0 1 0 0,0 0-1 0 0,0 0 0 0 0,1-1 1 0 0,-1 1-1 0 0,0 0 1 0 0,0 0-1 0 0,0 0 1 0 0,0 0-1 0 0,0 0 0 0 0,0 0 1 0 0,0 0-1 0 0,0 0 1 0 0,21-7 111 0 0,1 0-1 0 0,-1 2 1 0 0,45-6 0 0 0,2 0-71 0 0,44-7-808 0 0,-38 9-3866 0 0,-39 5-156 0 0,-12 6-5152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0:59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65 1628 0 0,'-66'32'10468'0'0,"3"-2"-2329"0"0,61-29-7560 0 0,35 2 70 0 0,1-9-473 0 0,45-14 1 0 0,-32 7-120 0 0,-16 5-44 0 0,282-66-196 0 0,-272 65-618 0 0,-39 9 284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0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558 100 512 0 0,'0'-16'5475'0'0,"-1"9"-3796"0"0,0-1 0 0 0,-1 1 0 0 0,0 0 0 0 0,-4-12 0 0 0,6 17-1472 0 0,-1 0 0 0 0,0 0 0 0 0,0 0 1 0 0,-1 0-1 0 0,1 0 0 0 0,0 0 0 0 0,-1 0 1 0 0,1 1-1 0 0,-1-1 0 0 0,1 0 0 0 0,-1 1 1 0 0,0-1-1 0 0,0 1 0 0 0,1-1 0 0 0,-1 1 1 0 0,0 0-1 0 0,0 0 0 0 0,-1 0 0 0 0,1 0 1 0 0,0 0-1 0 0,-4 0 0 0 0,-3 0-126 0 0,0 1 0 0 0,0 0 0 0 0,0 0 0 0 0,0 1-1 0 0,1 0 1 0 0,-1 1 0 0 0,0 0 0 0 0,0 0 0 0 0,1 1 0 0 0,0 0 0 0 0,-1 1-1 0 0,1 0 1 0 0,0 0 0 0 0,-13 10 0 0 0,-4 4-28 0 0,0 1-1 0 0,2 1 1 0 0,-23 25 0 0 0,17-13 123 0 0,1 1 0 0 0,1 1 0 0 0,2 2 0 0 0,2 0 0 0 0,1 1 0 0 0,2 2 0 0 0,2 0 0 0 0,-24 71 0 0 0,39-99-144 0 0,0 0 0 0 0,1 0-1 0 0,1 0 1 0 0,-1 0 0 0 0,2 0-1 0 0,-1 0 1 0 0,2 0 0 0 0,-1 0-1 0 0,3 11 1 0 0,-2-16-19 0 0,1-1-1 0 0,-1 1 1 0 0,1-1 0 0 0,0 0-1 0 0,0 0 1 0 0,1 0 0 0 0,0 0-1 0 0,-1 0 1 0 0,1-1 0 0 0,1 1-1 0 0,-1-1 1 0 0,1 0 0 0 0,0 0-1 0 0,0 0 1 0 0,0 0 0 0 0,0-1-1 0 0,1 0 1 0 0,-1 0 0 0 0,10 5-1 0 0,0-2 5 0 0,0-1-1 0 0,1 0 1 0 0,-1-1-1 0 0,1-1 1 0 0,0 0-1 0 0,0-1 1 0 0,20 1-1 0 0,109-9-32 0 0,-105 3 28 0 0,66-13 590 0 0,-46 5 370 0 0,-25-1-1047 0 0,-22 6-3000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33 156 980 0 0,'-33'-24'18238'0'0,"42"19"-17269"0"0,175-48 575 0 0,12-2-1268 0 0,-177 49-185 0 0,13-6-3431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71 476 0 0,'17'-71'21193'0'0,"-19"97"-17485"0"0,-4 47-2631 0 0,-25 211 490 0 0,25-224-1143 0 0,5-59-354 0 0,0 6 1768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165 104 1976 0 0,'0'-2'2354'0'0,"-20"-99"18306"0"0,8 108-19556 0 0,10-4-989 0 0,0 0-1 0 0,0 0 1 0 0,0 1-1 0 0,1-1 0 0 0,0 0 1 0 0,-1 1-1 0 0,1-1 1 0 0,1 1-1 0 0,-1 0 0 0 0,0 6 1 0 0,-1 2 92 0 0,-87 447 2715 0 0,79-403-2785 0 0,8-42-323 0 0,-6 31-390 0 0,2-18-5694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35 171 2216 0 0,'-9'-25'3806'0'0,"1"-1"0"0"0,2 0-1 0 0,-5-38 1 0 0,11 63-3744 0 0,0 0 0 0 0,0-1-1 0 0,0 1 1 0 0,1 0 0 0 0,-1 0 0 0 0,0 0 0 0 0,1 0 0 0 0,-1 0 0 0 0,1 0-1 0 0,-1 0 1 0 0,1 0 0 0 0,-1 0 0 0 0,1 0 0 0 0,0 0 0 0 0,-1 0 0 0 0,1 0-1 0 0,0 1 1 0 0,0-1 0 0 0,0 0 0 0 0,0 1 0 0 0,-1-1 0 0 0,1 0-1 0 0,0 1 1 0 0,0-1 0 0 0,0 1 0 0 0,0-1 0 0 0,1 1 0 0 0,-1 0 0 0 0,0-1-1 0 0,2 1 1 0 0,2-2 93 0 0,0 1-1 0 0,0 0 0 0 0,0 1 0 0 0,0-1 1 0 0,7 1-1 0 0,3 2 107 0 0,0 0 0 0 0,-1 1 0 0 0,1 0 0 0 0,0 1 0 0 0,-1 1 0 0 0,0 1 0 0 0,21 10 0 0 0,-3 2 177 0 0,59 43-1 0 0,-50-28-30 0 0,-1 2 0 0 0,-2 2 0 0 0,-1 1 0 0 0,-2 2 0 0 0,-2 1 0 0 0,46 76 0 0 0,-67-97-4 0 0,0 1 0 0 0,-2 0 0 0 0,15 44 0 0 0,-23-59-263 0 0,0 1 0 0 0,0-1-1 0 0,-1 1 1 0 0,0 0-1 0 0,-1 0 1 0 0,1-1-1 0 0,-1 1 1 0 0,0 0-1 0 0,-1 0 1 0 0,0-1-1 0 0,0 1 1 0 0,0 0-1 0 0,-1-1 1 0 0,0 1-1 0 0,0-1 1 0 0,-1 1-1 0 0,1-1 1 0 0,-6 7-1 0 0,-2 0-11 0 0,0 0 0 0 0,-1-1 0 0 0,-1-1 0 0 0,0 0-1 0 0,0 0 1 0 0,-1-1 0 0 0,0-1 0 0 0,-1 0-1 0 0,0-1 1 0 0,-16 6 0 0 0,-16 7-538 0 0,-94 26-1 0 0,-8-11-3987 0 0,98-27 5 0 0,0-2-3665 0 0,16-2-3631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177 112 1736 0 0,'-159'-23'17516'0'0,"156"23"-17222"0"0,-8 0-34 0 0,8 0-41 0 0,12-5 117 0 0,28-8-216 0 0,1 2 0 0 0,1 2-1 0 0,43-6 1 0 0,-51 10-81 0 0,-17 3-80 0 0,139-21-41 0 0,-119 20-1618 0 0,-1 1 1 0 0,54 4-1 0 0,-61 2-486 0 0,-11 1-2967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2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33 528 0 0,'-147'76'14553'0'0,"132"-65"-12808"0"0,15-11-1725 0 0,0 0 0 0 0,0 0 0 0 0,0 0 0 0 0,0 1 0 0 0,0-1 0 0 0,0 0 0 0 0,0 0 0 0 0,-1 0 0 0 0,1 0 0 0 0,0 0 0 0 0,0 0 0 0 0,0 0 0 0 0,0 1 0 0 0,0-1 0 0 0,0 0 0 0 0,0 0 1 0 0,0 0-1 0 0,0 0 0 0 0,0 0 0 0 0,0 0 0 0 0,0 1 0 0 0,0-1 0 0 0,0 0 0 0 0,1 0 0 0 0,-1 0 0 0 0,0 0 0 0 0,0 0 0 0 0,0 0 0 0 0,0 0 0 0 0,0 0 0 0 0,0 1 0 0 0,0-1 0 0 0,0 0 0 0 0,0 0 0 0 0,0 0 0 0 0,0 0 0 0 0,0 0 0 0 0,1 0 0 0 0,-1 0 0 0 0,0 0 0 0 0,0 0 0 0 0,0 0 0 0 0,0 0 0 0 0,0 0 0 0 0,0 0 0 0 0,0 0 1 0 0,1 1-1 0 0,-1-1 0 0 0,0 0 0 0 0,0 0 0 0 0,0 0 0 0 0,0 0 0 0 0,0 0 0 0 0,0 0 0 0 0,1-1 0 0 0,28 0 476 0 0,284-58-2209 0 0,-195 35-817 0 0,3-1-3440 0 0,-62 11 143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6 232 0 0,'6'-5'19484'0'0,"-15"5"-19379"0"0,1 0-1 0 0,-1 1 0 0 0,1 0 0 0 0,-1 0 0 0 0,-13 5 0 0 0,-44 15 46 0 0,-13 6-129 0 0,47-18-11 0 0,1 1 0 0 0,0 2 0 0 0,1 2 0 0 0,-43 25 0 0 0,66-34 40 0 0,1 0 0 0 0,0 1 0 0 0,0 0 0 0 0,0 0 0 0 0,1 0 1 0 0,0 1-1 0 0,0-1 0 0 0,1 1 0 0 0,0 1 0 0 0,0-1 0 0 0,0 1 0 0 0,1-1 0 0 0,1 1 0 0 0,-1 0 1 0 0,1 0-1 0 0,0 0 0 0 0,1 0 0 0 0,-1 14 0 0 0,0 14 403 0 0,2 0-1 0 0,9 72 1 0 0,-4-68-312 0 0,28 215 2059 0 0,0 7-952 0 0,-3 323 646 0 0,-44-157-1109 0 0,-5 300 205 0 0,20-564-782 0 0,-3 193 156 0 0,-4-253-151 0 0,-25 145 1 0 0,-13-69 290 0 0,20-90-189 0 0,11-35-151 0 0,7-36-147 0 0,6-16-13 0 0,3 15 29 0 0,-3-15-30 0 0,1 0 0 0 0,-1 0 1 0 0,1 0-1 0 0,-1-1 0 0 0,1 1 1 0 0,0 0-1 0 0,0 0 0 0 0,0-1 1 0 0,1 1-1 0 0,-1 0 1 0 0,1-1-1 0 0,-1 1 0 0 0,1-1 1 0 0,0 0-1 0 0,0 0 0 0 0,0 0 1 0 0,0 0-1 0 0,5 4 0 0 0,-3-4-23 0 0,1 0-1 0 0,-1 0 0 0 0,0 0 0 0 0,1-1 0 0 0,-1 1 1 0 0,1-1-1 0 0,8 1 0 0 0,16 0-713 0 0,1-1 0 0 0,0-2-1 0 0,0-1 1 0 0,0-1 0 0 0,29-7 0 0 0,-43 8 309 0 0,180-35-5867 0 0,-67 2-3498 0 0,-77 17 1043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4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42 104 668 0 0,'28'-92'14403'0'0,"-28"90"-13775"0"0,0-2-31 0 0,0-1 1305 0 0,-4 16 104 0 0,-13 55-959 0 0,3 2 1 0 0,3 0 0 0 0,-4 91-1 0 0,16-49-701 0 0,0-24-1686 0 0,-3-30-2957 0 0,-1-30 395 0 0,-3-11-2188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86 185 636 0 0,'-25'14'4425'0'0,"11"-7"-547"0"0,0 1 0 0 0,-18 14 1317 0 0,34-19-4283 0 0,-2-3-893 0 0,0 0 0 0 0,0 0 0 0 0,0 1 1 0 0,0-1-1 0 0,0 0 0 0 0,0 0 0 0 0,0 0 0 0 0,0 0 0 0 0,0 1 0 0 0,0-1 0 0 0,1 0 0 0 0,-1 0 0 0 0,0 0 0 0 0,0 0 0 0 0,0 1 0 0 0,0-1 0 0 0,0 0 0 0 0,0 0 0 0 0,1 0 1 0 0,-1 0-1 0 0,0 0 0 0 0,0 0 0 0 0,0 1 0 0 0,0-1 0 0 0,1 0 0 0 0,-1 0 0 0 0,0 0 0 0 0,0 0 0 0 0,0 0 0 0 0,1 0 0 0 0,-1 0 0 0 0,0 0 0 0 0,0 0 0 0 0,0 0 0 0 0,0 0 1 0 0,1 0-1 0 0,-1 0 0 0 0,0 0 0 0 0,0 0 0 0 0,0 0 0 0 0,1 0 0 0 0,-1 0 0 0 0,0 0 0 0 0,0 0 0 0 0,1-1 0 0 0,214-50 1769 0 0,-102 21-1600 0 0,527-102 234 0 0,-453 104-1560 0 0,-187 28 1010 0 0,1 0 0 0 0,0-1 1 0 0,0 1-1 0 0,0 0 0 0 0,0 0 1 0 0,-1 0-1 0 0,1 0 1 0 0,0 1-1 0 0,0-1 0 0 0,0 0 1 0 0,0 0-1 0 0,-1 0 0 0 0,1 1 1 0 0,0-1-1 0 0,0 0 0 0 0,0 1 1 0 0,1 1-850 0 0,-2-1 837 0 0,0-1 0 0 0,0 1 1 0 0,0-1-1 0 0,1 0 1 0 0,-1 1-1 0 0,0-1 0 0 0,0 0 1 0 0,0 1-1 0 0,0-1 1 0 0,0 1-1 0 0,0-1 0 0 0,0 0 1 0 0,0 1-1 0 0,0-1 1 0 0,0 1-1 0 0,-1 0 0 0 0,0 1-771 0 0,0 1-1 0 0,0-1 0 0 0,0 1 0 0 0,0-1 0 0 0,-1 1 1 0 0,1-1-1 0 0,-4 3 0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5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57 1976 0 0,'-1'-10'4957'0'0,"2"-9"17"0"0,1-9 5211 0 0,-4 39-6735 0 0,-13 83-1287 0 0,-38 199-795 0 0,42-238-1315 0 0,-19 70-1044 0 0,29-123 672 0 0,0 0 1 0 0,1 0 0 0 0,-1 0-1 0 0,1 0 1 0 0,0 0 0 0 0,0 0-1 0 0,0 0 1 0 0,0 0 0 0 0,0 0-1 0 0,0 0 1 0 0,0 0 0 0 0,1 3-1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119 134 364 0 0,'0'-3'2818'0'0,"2"-32"5920"0"0,5 4-4007 0 0,-6 27-4558 0 0,1 1 0 0 0,0-1 0 0 0,0 1 0 0 0,0 0 0 0 0,1 0 0 0 0,-1 0 0 0 0,1 0 0 0 0,-1 0 0 0 0,1 1 0 0 0,0-1 0 0 0,0 1 0 0 0,0-1 0 0 0,0 1 0 0 0,1 0 0 0 0,-1 0 0 0 0,5-1 0 0 0,-2 0-75 0 0,1 0-1 0 0,-1 1 1 0 0,0 0 0 0 0,1 0 0 0 0,-1 1 0 0 0,1 0-1 0 0,0 0 1 0 0,-1 0 0 0 0,1 1 0 0 0,0 0-1 0 0,0 0 1 0 0,-1 1 0 0 0,1 0 0 0 0,11 3 0 0 0,-16-3-63 0 0,0 0 1 0 0,0 0-1 0 0,0 0 1 0 0,-1 0-1 0 0,1 0 1 0 0,0 1-1 0 0,-1-1 1 0 0,1 1-1 0 0,-1-1 1 0 0,1 1-1 0 0,-1-1 1 0 0,0 1-1 0 0,0 0 1 0 0,0 0-1 0 0,0 0 1 0 0,0 0-1 0 0,0 0 1 0 0,0 0-1 0 0,-1 0 1 0 0,1 0-1 0 0,-1 0 1 0 0,1 0-1 0 0,-1 0 1 0 0,0 0-1 0 0,0 0 1 0 0,0 0-1 0 0,0 0 1 0 0,0 1 0 0 0,-1 2-1 0 0,0 5 44 0 0,-1 0 0 0 0,0 1 1 0 0,-1-1-1 0 0,-5 15 0 0 0,-6 6 77 0 0,-1 0 0 0 0,-1-1 0 0 0,-36 50 0 0 0,-73 77 1803 0 0,70-92-1036 0 0,51-59-866 0 0,2-4-26 0 0,0 0-1 0 0,0 0 1 0 0,1 0-1 0 0,-1 0 1 0 0,1 0-1 0 0,0 0 1 0 0,0 1 0 0 0,0-1-1 0 0,0 0 1 0 0,0 1-1 0 0,-1 3 1 0 0,2-5 39 0 0,16-2-33 0 0,-1-2-1 0 0,1 0 0 0 0,0-1 0 0 0,-1 0 0 0 0,0-1 1 0 0,16-8-1 0 0,17-5-2 0 0,12-3-13 0 0,26-8 4 0 0,-37 14-1863 0 0,-6-2-9989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6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65 123 1404 0 0,'5'-19'4528'0'0,"-1"-1"1"0"0,3-26-1 0 0,-1 9 5001 0 0,-10 56-7201 0 0,-51 412 1137 0 0,37-266-4583 0 0,16-144-345 0 0,-4 32-2921 0 0,4-21-8719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7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55 182 1492 0 0,'7'-42'8714'0'0,"5"7"-4991"0"0,-9 29-3508 0 0,0 1 1 0 0,0 1-1 0 0,0-1 1 0 0,0 0-1 0 0,1 1 0 0 0,0 0 1 0 0,0 0-1 0 0,0 0 0 0 0,0 0 1 0 0,1 0-1 0 0,8-4 1 0 0,-1 0-32 0 0,2 1 1 0 0,-1 1 0 0 0,1 0-1 0 0,0 0 1 0 0,0 2 0 0 0,15-4 0 0 0,-24 7-148 0 0,1 0 0 0 0,0 1-1 0 0,-1-1 1 0 0,1 1 0 0 0,0 0 0 0 0,0 1 0 0 0,-1-1 0 0 0,9 3 0 0 0,-11-2-16 0 0,0 0 0 0 0,0 0 0 0 0,0 0 0 0 0,-1 1 0 0 0,1-1 1 0 0,0 1-1 0 0,-1-1 0 0 0,1 1 0 0 0,-1 0 0 0 0,1 0 0 0 0,-1 0 1 0 0,0 1-1 0 0,0-1 0 0 0,0 1 0 0 0,0-1 0 0 0,2 4 0 0 0,-2-1 5 0 0,-1-1 0 0 0,1 1 0 0 0,-1 0 0 0 0,1-1 0 0 0,-1 1 0 0 0,-1 0 0 0 0,1 0 0 0 0,-1-1 0 0 0,0 1 0 0 0,0 0 0 0 0,0 0 0 0 0,-1 0 0 0 0,1 0 0 0 0,-1-1 0 0 0,0 1 0 0 0,-1 0-1 0 0,1-1 1 0 0,-4 7 0 0 0,-2 6 29 0 0,-2 0 0 0 0,0-1 0 0 0,-17 23 0 0 0,-10 6 252 0 0,-2-1-1 0 0,-79 69 1 0 0,28-29 1355 0 0,82-73-1134 0 0,7-11-524 0 0,0 1 0 0 0,0-1 1 0 0,0 0-1 0 0,0 0 1 0 0,0 1-1 0 0,0-1 0 0 0,0 0 1 0 0,0 0-1 0 0,1 1 1 0 0,-1-1-1 0 0,0 0 0 0 0,0 0 1 0 0,0 0-1 0 0,0 1 1 0 0,1-1-1 0 0,-1 0 0 0 0,0 0 1 0 0,0 0-1 0 0,0 0 1 0 0,1 1-1 0 0,-1-1 0 0 0,0 0 1 0 0,0 0-1 0 0,1 0 1 0 0,-1 0-1 0 0,0 0 0 0 0,0 0 1 0 0,1 0-1 0 0,-1 0 1 0 0,0 0-1 0 0,1 0 0 0 0,-1 0 1 0 0,0 0-1 0 0,0 0 1 0 0,1 0-1 0 0,-1 0 0 0 0,0 0 1 0 0,0 0-1 0 0,1 0 0 0 0,-1 0 1 0 0,0 0-1 0 0,0 0 1 0 0,1 0-1 0 0,-1 0 0 0 0,0-1 1 0 0,0 1-1 0 0,1 0 1 0 0,-1 0-1 0 0,337-64 104 0 0,-308 59-1491 0 0,18-4-3879 0 0,-15-3-2661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173 159 380 0 0,'7'-27'3917'0'0,"-1"9"-1075"0"0,-1-1 0 0 0,-1 0 0 0 0,0 0 1 0 0,0-26-1 0 0,-4 45-2782 0 0,1-1 1 0 0,-1 1 0 0 0,0-1-1 0 0,0 1 1 0 0,0 0 0 0 0,0-1-1 0 0,0 1 1 0 0,0-1 0 0 0,0 1-1 0 0,0 0 1 0 0,-1-1 0 0 0,1 1-1 0 0,0-1 1 0 0,0 1 0 0 0,0 0-1 0 0,0-1 1 0 0,0 1 0 0 0,-1-1-1 0 0,1 1 1 0 0,0 0 0 0 0,0-1-1 0 0,-1 1 1 0 0,1 0 0 0 0,0 0-1 0 0,0-1 1 0 0,-1 1 0 0 0,1 0-1 0 0,0 0 1 0 0,-1-1 0 0 0,1 1-1 0 0,0 0 1 0 0,-1 0 0 0 0,0-1-1 0 0,-13 7 708 0 0,-12 17-117 0 0,8-1-484 0 0,1 1-1 0 0,0 0 1 0 0,2 1 0 0 0,1 0 0 0 0,1 1 0 0 0,1 1 0 0 0,1 0 0 0 0,1 1-1 0 0,1 0 1 0 0,-8 49 0 0 0,15-67-144 0 0,1 0-1 0 0,1 0 1 0 0,0 0-1 0 0,0 0 0 0 0,0 1 1 0 0,1-1-1 0 0,1 0 1 0 0,-1 0-1 0 0,2 0 1 0 0,-1-1-1 0 0,1 1 1 0 0,8 16-1 0 0,-8-20-12 0 0,0 1 0 0 0,1-1 0 0 0,0-1 0 0 0,0 1 0 0 0,0-1 0 0 0,0 1 0 0 0,1-1 0 0 0,-1-1 0 0 0,1 1 0 0 0,0 0 0 0 0,1-1 0 0 0,-1 0 0 0 0,0-1 0 0 0,1 1 0 0 0,-1-1 0 0 0,1 0 0 0 0,0 0 0 0 0,0-1 0 0 0,0 1 0 0 0,8 0 0 0 0,-7-2 7 0 0,0 1 1 0 0,0-1-1 0 0,0 0 1 0 0,0-1-1 0 0,12-1 1 0 0,-16 1-20 0 0,0 0 0 0 0,0 0 1 0 0,-1 0-1 0 0,1 0 0 0 0,0 0 0 0 0,0 0 1 0 0,-1-1-1 0 0,1 1 0 0 0,-1-1 1 0 0,0 1-1 0 0,1-1 0 0 0,-1 0 0 0 0,0 0 1 0 0,0 0-1 0 0,0-1 0 0 0,2-2 1 0 0,-3 4-2 0 0,0-1 1 0 0,-1 1 0 0 0,1-1 0 0 0,0 1 0 0 0,0-1 0 0 0,-1 1 0 0 0,1-1-1 0 0,-1 1 1 0 0,0-1 0 0 0,1 1 0 0 0,-1-1 0 0 0,0 0 0 0 0,0 1-1 0 0,0-1 1 0 0,0 0 0 0 0,0 1 0 0 0,-1-4 0 0 0,1 1-3 0 0,-1 2 3 0 0,0 1-1 0 0,1-1 0 0 0,-1 0 1 0 0,0 0-1 0 0,0 1 1 0 0,0-1-1 0 0,0 0 1 0 0,0 1-1 0 0,0-1 0 0 0,-1 1 1 0 0,1 0-1 0 0,0-1 1 0 0,-1 1-1 0 0,1 0 0 0 0,-1 0 1 0 0,1-1-1 0 0,-3 0 1 0 0,-28-13-20 0 0,26 13-28 0 0,-1 0 0 0 0,0 1 1 0 0,1 0-1 0 0,-1 0 1 0 0,0 0-1 0 0,1 1 1 0 0,-13 1-1 0 0,16-1-271 0 0,1 1 0 0 0,-1-1 0 0 0,0 1 0 0 0,1-1 0 0 0,-1 1 0 0 0,0 0 0 0 0,1 0 0 0 0,-1 0 0 0 0,1 0 0 0 0,-1 0 0 0 0,1 1 0 0 0,0-1 0 0 0,0 1 0 0 0,0 0 0 0 0,0-1 0 0 0,0 1 0 0 0,0 0 0 0 0,0 0 0 0 0,0 0 0 0 0,-2 5 0 0 0,4-7 46 0 0,-1 1 0 0 0,1 0 0 0 0,0 0 0 0 0,0-1 0 0 0,0 1 0 0 0,0 0 0 0 0,0-1 0 0 0,0 1 1 0 0,0 0-1 0 0,0 0 0 0 0,0-1 0 0 0,0 1 0 0 0,0 0 0 0 0,0 0 0 0 0,0-1 0 0 0,0 1 0 0 0,1 0 1 0 0,-1-1-1 0 0,0 1 0 0 0,1 0 0 0 0,24 9-8700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9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69 640 0 0,'-3'0'2302'0'0,"-77"8"12797"0"0,77-8-14210 0 0,-9 2 2422 0 0,17-5-3235 0 0,0 0-1 0 0,0 0 1 0 0,0 1-1 0 0,0-1 1 0 0,1 1-1 0 0,-1 0 1 0 0,9-1 0 0 0,44-9 93 0 0,-52 11-146 0 0,182-24-986 0 0,-63 16-5971 0 0,-91 3 522 0 0,-19 2 87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114 145 2356 0 0,'-2'-12'5759'0'0,"1"7"-4869"0"0,0-1 0 0 0,1 1-1 0 0,0 0 1 0 0,0 0-1 0 0,0 0 1 0 0,1 0-1 0 0,-1 0 1 0 0,1 0-1 0 0,3-8 1 0 0,-3 10-696 0 0,1 0 0 0 0,-1 0-1 0 0,1 0 1 0 0,0 0 0 0 0,0 0 0 0 0,1 0 0 0 0,-1 0 0 0 0,0 1-1 0 0,1-1 1 0 0,0 1 0 0 0,-1-1 0 0 0,1 1 0 0 0,0 0 0 0 0,6-3-1 0 0,2 0 54 0 0,-1 0-1 0 0,1 1 0 0 0,-1 0 0 0 0,1 1 1 0 0,0 0-1 0 0,19-2 0 0 0,-25 4-206 0 0,0 0 0 0 0,0 1 0 0 0,0 0 0 0 0,0 0 1 0 0,1 1-1 0 0,-1-1 0 0 0,0 1 0 0 0,0 0 0 0 0,-1 1 0 0 0,1-1 0 0 0,0 1 0 0 0,0 0 0 0 0,0 0 1 0 0,-1 0-1 0 0,0 1 0 0 0,1-1 0 0 0,4 5 0 0 0,-7-4-22 0 0,0-1 1 0 0,0 0-1 0 0,-1 1 0 0 0,1-1 1 0 0,-1 1-1 0 0,0-1 1 0 0,1 1-1 0 0,-1 0 0 0 0,0 0 1 0 0,-1 0-1 0 0,1-1 0 0 0,0 1 1 0 0,-1 0-1 0 0,0 0 0 0 0,0 0 1 0 0,1 0-1 0 0,-2 0 1 0 0,1 0-1 0 0,0 0 0 0 0,-1 0 1 0 0,1 0-1 0 0,-1-1 0 0 0,0 1 1 0 0,0 0-1 0 0,-2 4 0 0 0,-2 6 0 0 0,-1 1 0 0 0,-1-2-1 0 0,-13 22 1 0 0,-5-1 31 0 0,-44 47 0 0 0,33-39 56 0 0,9-9 194 0 0,26-31-276 0 0,4-1-13 0 0,18-2 5 0 0,-15 3-21 0 0,16 2-15 0 0,-11-1 25 0 0,0 0 0 0 0,0 1 0 0 0,-1 0-1 0 0,1 1 1 0 0,-1 1 0 0 0,1-1-1 0 0,-1 2 1 0 0,0-1 0 0 0,-1 1 0 0 0,0 1-1 0 0,0 0 1 0 0,0 0 0 0 0,14 16-1 0 0,-18-18 82 0 0,-1 0-1 0 0,0 0 0 0 0,0 0 1 0 0,-1 0-1 0 0,1 0 1 0 0,-1 1-1 0 0,-1 0 0 0 0,1 0 1 0 0,-1 0-1 0 0,0 0 0 0 0,0 0 1 0 0,0 0-1 0 0,-1 0 1 0 0,0 1-1 0 0,0-1 0 0 0,-1 0 1 0 0,0 1-1 0 0,0-1 0 0 0,0 1 1 0 0,-1-1-1 0 0,0 0 1 0 0,0 1-1 0 0,-1-1 0 0 0,0 0 1 0 0,-4 11-1 0 0,0-6 106 0 0,-1-1 0 0 0,0 1 0 0 0,0-1 0 0 0,-1 0 0 0 0,0-1 0 0 0,-1 0 0 0 0,0 0 0 0 0,0-1-1 0 0,-1 0 1 0 0,0-1 0 0 0,0 0 0 0 0,-1-1 0 0 0,0 0 0 0 0,-15 6 0 0 0,15-7-138 0 0,-1-1 0 0 0,1 0 0 0 0,-1-1 0 0 0,0 0 0 0 0,0-1 0 0 0,0 0 0 0 0,0-1 0 0 0,0 0 0 0 0,0-1 0 0 0,0 0 0 0 0,0-1 0 0 0,0-1-1 0 0,0 0 1 0 0,-21-6 0 0 0,30 7-243 0 0,0 0-1 0 0,0 0 1 0 0,0-1-1 0 0,1 1 1 0 0,-1-1 0 0 0,0 1-1 0 0,1-1 1 0 0,-1 0-1 0 0,1 0 1 0 0,0 0-1 0 0,0 0 1 0 0,0-1-1 0 0,0 1 1 0 0,-3-5-1 0 0,4 5-58 0 0,0 0-1 0 0,1 1 1 0 0,-1-1 0 0 0,1 0-1 0 0,-1 0 1 0 0,1 0 0 0 0,0 0-1 0 0,-1 1 1 0 0,1-1-1 0 0,0 0 1 0 0,1 0 0 0 0,-1 0-1 0 0,0 0 1 0 0,0 0-1 0 0,1 1 1 0 0,-1-1 0 0 0,1 0-1 0 0,-1 0 1 0 0,1 1-1 0 0,0-1 1 0 0,0 0 0 0 0,0 1-1 0 0,0-1 1 0 0,0 1 0 0 0,3-4-1 0 0,4-4-1922 0 0,1-1 0 0 0,1 1 0 0 0,0 1 0 0 0,21-15 0 0 0,-3 6-4485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45 145 356 0 0,'-42'-28'19418'0'0,"42"28"-19345"0"0,0 0 0 0 0,0 0 0 0 0,-1-1 0 0 0,1 1 0 0 0,0 0 0 0 0,0 0 0 0 0,0 0 0 0 0,-1-1 0 0 0,1 1 0 0 0,0 0 0 0 0,0 0 0 0 0,0 0 1 0 0,0-1-1 0 0,0 1 0 0 0,-1 0 0 0 0,1 0 0 0 0,0-1 0 0 0,0 1 0 0 0,0 0 0 0 0,0 0 0 0 0,0-1 0 0 0,0 1 0 0 0,0 0 0 0 0,0-1 0 0 0,0 1 0 0 0,0 0 0 0 0,0 0 0 0 0,0-1 0 0 0,0 1 0 0 0,0 0 0 0 0,0 0 1 0 0,0-1-1 0 0,1 1 0 0 0,-1 0 0 0 0,0 0 0 0 0,0-1 0 0 0,0 1 0 0 0,0 0 0 0 0,0 0 0 0 0,1 0 0 0 0,-1-1 0 0 0,0 1 0 0 0,0 0 0 0 0,1 0 0 0 0,16-10 970 0 0,25-2-696 0 0,-41 11-306 0 0,198-35 570 0 0,-90 19-1342 0 0,-101 15-610 0 0,0 0 1 0 0,0 0 0 0 0,0-1 0 0 0,9-3 0 0 0,10-9-7077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0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190 195 2628 0 0,'-6'-17'3665'0'0,"2"5"-1658"0"0,0 0 0 0 0,0 0 1 0 0,1-1-1 0 0,1 1 0 0 0,-2-21 0 0 0,4 31-1926 0 0,0 0-1 0 0,1 0 1 0 0,-1 0-1 0 0,1 0 1 0 0,-1 0 0 0 0,1 0-1 0 0,0 0 1 0 0,0 0-1 0 0,0 0 1 0 0,0 0-1 0 0,0 1 1 0 0,0-1-1 0 0,0 0 1 0 0,1 1-1 0 0,-1-1 1 0 0,1 1-1 0 0,1-2 1 0 0,28-18 522 0 0,-19 16-547 0 0,1 0 0 0 0,-1 1 0 0 0,1 0-1 0 0,0 1 1 0 0,0 1 0 0 0,0 0 0 0 0,0 0 0 0 0,0 1 0 0 0,0 1-1 0 0,0 0 1 0 0,1 1 0 0 0,-1 1 0 0 0,16 3 0 0 0,-21-3-42 0 0,0 0 0 0 0,0 1 0 0 0,0 0 0 0 0,0 1 0 0 0,-1-1 0 0 0,1 2 0 0 0,-1-1 0 0 0,7 6 0 0 0,-11-8-8 0 0,-1 0 0 0 0,0 0 1 0 0,0 0-1 0 0,0 0 1 0 0,0 0-1 0 0,0 1 0 0 0,-1-1 1 0 0,1 0-1 0 0,-1 1 1 0 0,0-1-1 0 0,1 1 0 0 0,-1 0 1 0 0,0-1-1 0 0,0 1 1 0 0,-1 0-1 0 0,1 0 0 0 0,-1 0 1 0 0,1-1-1 0 0,-1 1 1 0 0,0 0-1 0 0,0 0 1 0 0,0 0-1 0 0,0 0 0 0 0,-1 0 1 0 0,1-1-1 0 0,-1 1 1 0 0,-1 3-1 0 0,-3 7 7 0 0,-1 0-1 0 0,0 0 1 0 0,-1-1-1 0 0,-1 0 1 0 0,0-1-1 0 0,0 0 1 0 0,-1 0 0 0 0,-1 0-1 0 0,1-2 1 0 0,-13 11-1 0 0,-18 11 147 0 0,-59 37 0 0 0,96-66-141 0 0,-50 28 1920 0 0,52-29-1404 0 0,3-2-528 0 0,1-1 2 0 0,1 1-1 0 0,-1 0 0 0 0,0 0 1 0 0,1 0-1 0 0,-1 0 1 0 0,1 1-1 0 0,0-1 0 0 0,-1 1 1 0 0,1 0-1 0 0,-1 0 1 0 0,1 0-1 0 0,6 2 0 0 0,-3-1-12 0 0,1 1-1 0 0,-1 1 0 0 0,1-1 0 0 0,-1 1 0 0 0,11 6 0 0 0,-2 1 202 0 0,0 1 0 0 0,-1 0 1 0 0,0 1-1 0 0,15 16 0 0 0,-23-22-35 0 0,-1 0 1 0 0,0 1 0 0 0,-1 0 0 0 0,0 0-1 0 0,0 0 1 0 0,0 0 0 0 0,-1 1 0 0 0,0 0-1 0 0,3 8 1 0 0,-6-12-69 0 0,0-1 0 0 0,-1 1-1 0 0,1-1 1 0 0,-1 1 0 0 0,1 0-1 0 0,-1-1 1 0 0,-1 1 0 0 0,1-1-1 0 0,0 1 1 0 0,-1 0 0 0 0,0-1 0 0 0,1 1-1 0 0,-1-1 1 0 0,-1 1 0 0 0,1-1-1 0 0,-1 0 1 0 0,1 0 0 0 0,-1 1-1 0 0,0-1 1 0 0,0 0 0 0 0,0 0 0 0 0,0-1-1 0 0,-1 1 1 0 0,-3 3 0 0 0,-3 2-3 0 0,-1 0 1 0 0,0-1-1 0 0,0 0 0 0 0,0-1 1 0 0,-1 0-1 0 0,0-1 1 0 0,0 0-1 0 0,0-1 1 0 0,-1 0-1 0 0,1 0 1 0 0,-20 2-1 0 0,4-2-422 0 0,0-1 0 0 0,-1-1 1 0 0,-55-4-1 0 0,3-10-5555 0 0,29 1-6690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98 102 1140 0 0,'-86'-33'14755'0'0,"84"32"-14242"0"0,-7-5 1057 0 0,33-3-1403 0 0,1 1 1 0 0,1 0-1 0 0,-1 2 1 0 0,51-5-1 0 0,-43 7-198 0 0,-9 0-330 0 0,64-7-6008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5 904 0 0,'-11'-1'1599'0'0,"6"0"-296"0"0,0 0-1 0 0,0 0 0 0 0,0 1 0 0 0,0 0 0 0 0,0 0 1 0 0,0 0-1 0 0,-7 2 0 0 0,7 0-938 0 0,0 1-1 0 0,0 0 1 0 0,0 0 0 0 0,0 0-1 0 0,1 1 1 0 0,-1-1 0 0 0,1 1-1 0 0,0 0 1 0 0,1 1-1 0 0,-1-1 1 0 0,0 1 0 0 0,1-1-1 0 0,0 1 1 0 0,0 0-1 0 0,1 0 1 0 0,-4 10 0 0 0,-2 5-24 0 0,1 1 0 0 0,1 0 0 0 0,-4 24 0 0 0,7-33-273 0 0,1 0 0 0 0,1 0 0 0 0,0 0 0 0 0,0 0 0 0 0,2 0 0 0 0,-1 0 0 0 0,1 0 0 0 0,1 0 0 0 0,0 0 0 0 0,6 17 0 0 0,-7-28-61 0 0,-1 0-1 0 0,1 0 1 0 0,0 0 0 0 0,0 0 0 0 0,0 0-1 0 0,0 0 1 0 0,-1 0 0 0 0,1 0 0 0 0,0-1-1 0 0,0 1 1 0 0,1 0 0 0 0,-1-1-1 0 0,0 1 1 0 0,0-1 0 0 0,0 1 0 0 0,0-1-1 0 0,0 1 1 0 0,1-1 0 0 0,-1 0 0 0 0,0 0-1 0 0,0 0 1 0 0,2 1 0 0 0,25-3 41 0 0,50-23 44 0 0,-61 18-98 0 0,2 1 0 0 0,33-7 0 0 0,-49 12 28 0 0,1 1 0 0 0,0 0 0 0 0,-1 0 0 0 0,1 1 0 0 0,0-1 0 0 0,-1 1 0 0 0,1 0 0 0 0,-1 0 0 0 0,1 0-1 0 0,-1 0 1 0 0,1 1 0 0 0,-1-1 0 0 0,0 1 0 0 0,0 0 0 0 0,0 0 0 0 0,0 0 0 0 0,0 0 0 0 0,0 1 0 0 0,-1-1 0 0 0,1 1 0 0 0,-1-1-1 0 0,1 1 1 0 0,-1 0 0 0 0,2 4 0 0 0,2 3 101 0 0,0-1-1 0 0,-1 1 0 0 0,0 0 1 0 0,-1 1-1 0 0,0-1 1 0 0,3 15-1 0 0,-4-12 20 0 0,0 0-1 0 0,-2 0 1 0 0,1 0-1 0 0,-2 0 1 0 0,0 1-1 0 0,0-1 1 0 0,-1 0-1 0 0,-1 0 1 0 0,0 0 0 0 0,-1 0-1 0 0,0-1 1 0 0,-9 23-1 0 0,8-26-44 0 0,0-1 0 0 0,-1 0 0 0 0,0 1 0 0 0,0-1 0 0 0,-1-1 1 0 0,0 1-1 0 0,-1-1 0 0 0,1 0 0 0 0,-1-1 0 0 0,-1 0 0 0 0,1 0 0 0 0,-1 0 0 0 0,0-1 0 0 0,0 0 0 0 0,-1-1 0 0 0,1 1 0 0 0,-1-2 0 0 0,-11 4 0 0 0,4-2 23 0 0,-1-1 0 0 0,1-1-1 0 0,-31 2 1 0 0,37-4-308 0 0,1-1 1 0 0,-1-1 0 0 0,1 0 0 0 0,-1 0 0 0 0,1-1 0 0 0,0 0-1 0 0,-1 0 1 0 0,-9-5 0 0 0,17 6-114 0 0,0 1-1 0 0,0-1 1 0 0,1 0 0 0 0,-1 0 0 0 0,0-1-1 0 0,1 1 1 0 0,-1 0 0 0 0,0 0-1 0 0,1-1 1 0 0,0 1 0 0 0,-1-1-1 0 0,1 0 1 0 0,0 1 0 0 0,0-1 0 0 0,-1 0-1 0 0,2 1 1 0 0,-1-1 0 0 0,0 0-1 0 0,0 0 1 0 0,0 0 0 0 0,0-3 0 0 0,1 1-666 0 0,-1 0 0 0 0,1 0 0 0 0,0-1 0 0 0,0 1 1 0 0,1 0-1 0 0,-1 0 0 0 0,1-1 0 0 0,0 1 1 0 0,2-5-1 0 0,6-17-5555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1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145 149 2644 0 0,'-14'-8'6090'0'0,"-3"-11"-235"0"0,-13-13 1229 0 0,31 31-7065 0 0,-1 1 0 0 0,0-1 0 0 0,0 1 0 0 0,0-1 0 0 0,0 1 1 0 0,0 0-1 0 0,0-1 0 0 0,1 1 0 0 0,-1-1 0 0 0,0 1 0 0 0,0 0 1 0 0,0-1-1 0 0,1 1 0 0 0,-1 0 0 0 0,0-1 0 0 0,1 1 0 0 0,-1 0 1 0 0,0-1-1 0 0,1 1 0 0 0,-1 0 0 0 0,0 0 0 0 0,1-1 0 0 0,-1 1 1 0 0,1 0-1 0 0,-1 0 0 0 0,0 0 0 0 0,1-1 0 0 0,11-4 134 0 0,19-5-10 0 0,-1 2 0 0 0,1 1-1 0 0,61-6 1 0 0,-54 9-91 0 0,176-17 145 0 0,-99 11-184 0 0,-113 10-17 0 0,0-1 1 0 0,-1 1 0 0 0,1 0 0 0 0,0-1-1 0 0,0 1 1 0 0,-1 0 0 0 0,1 0-1 0 0,0 1 1 0 0,0-1 0 0 0,-1 0 0 0 0,1 1-1 0 0,0-1 1 0 0,-1 1 0 0 0,1-1-1 0 0,0 1 1 0 0,-1 0 0 0 0,1-1-1 0 0,-1 1 1 0 0,1 0 0 0 0,-1 0 0 0 0,1 0-1 0 0,-1 1 1 0 0,0-1 0 0 0,1 0-1 0 0,-1 0 1 0 0,0 1 0 0 0,1 1-1 0 0,0 1 32 0 0,-1 1-1 0 0,0-1 1 0 0,0 0-1 0 0,0 1 1 0 0,-1-1-1 0 0,0 1 1 0 0,1-1-1 0 0,-2 1 0 0 0,1 4 1 0 0,-16 107 1532 0 0,2-21-727 0 0,4 468 2641 0 0,13-415-3211 0 0,3 175 91 0 0,-1 325-60 0 0,-8-467-182 0 0,-11 333 12 0 0,-37-4 155 0 0,42-454 250 0 0,-21 70 0 0 0,25-110-413 0 0,0-1-1 0 0,-1 1 0 0 0,-1-1 1 0 0,0 0-1 0 0,-2 0 1 0 0,1 0-1 0 0,-2-2 1 0 0,-21 26-1 0 0,26-34-148 0 0,-2 0 0 0 0,1 0 0 0 0,-1 0 0 0 0,1-1 0 0 0,-1 0 0 0 0,0 0 0 0 0,-1-1 0 0 0,1 0 0 0 0,0 0 0 0 0,-1-1 0 0 0,0 1 0 0 0,0-2 0 0 0,-11 2 0 0 0,-9-1-324 0 0,0-1-1 0 0,-42-5 1 0 0,41 2 68 0 0,-84-7-6554 0 0,39-4-4625 0 0,42 5 1239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71 1160 0 0,'34'-36'11875'0'0,"-33"35"-11609"0"0,-1 1-1 0 0,1-1 1 0 0,-1 0-1 0 0,1 0 1 0 0,-1 1-1 0 0,1-1 1 0 0,-1 0-1 0 0,0 0 1 0 0,0 0-1 0 0,1 0 1 0 0,-1 1-1 0 0,0-1 1 0 0,0 0-1 0 0,0 0 1 0 0,0 0-1 0 0,0 0 1 0 0,0 0 0 0 0,0 0-1 0 0,0 1 1 0 0,0-1-1 0 0,0 0 1 0 0,-1 0-1 0 0,1 0 1 0 0,-1-1-1 0 0,-3 0-70 0 0,-1 0 1 0 0,1 0-1 0 0,-1 1 0 0 0,0-1 1 0 0,1 1-1 0 0,-1 0 0 0 0,0 0 1 0 0,0 1-1 0 0,0 0 0 0 0,0-1 0 0 0,0 2 1 0 0,0-1-1 0 0,-8 2 0 0 0,-13 2 58 0 0,-30 9-1 0 0,43-9-229 0 0,0 0 0 0 0,0 1 0 0 0,1 0 0 0 0,-1 1 0 0 0,1 0 0 0 0,1 1 0 0 0,-1 1 1 0 0,1 0-1 0 0,0 0 0 0 0,1 1 0 0 0,0 0 0 0 0,-13 17 0 0 0,12-12 132 0 0,1 1-1 0 0,0 0 1 0 0,2 0 0 0 0,-1 1 0 0 0,2 0-1 0 0,0 1 1 0 0,1-1 0 0 0,1 1 0 0 0,-4 21 0 0 0,-28 254 2577 0 0,25 2-1365 0 0,9-196-1073 0 0,8 637 310 0 0,-3-663-572 0 0,-14 1052 394 0 0,-3-899-317 0 0,-16 326 363 0 0,29-485-416 0 0,-1-1 58 0 0,3 0 0 0 0,10 73 0 0 0,-9-133-107 0 0,0 5 17 0 0,0-1 0 0 0,1 1 1 0 0,1-1-1 0 0,-1 0 1 0 0,7 14-1 0 0,-8-21-19 0 0,1 1-1 0 0,-1-1 1 0 0,1 1 0 0 0,0-1-1 0 0,0 0 1 0 0,0 0 0 0 0,0 0-1 0 0,0 0 1 0 0,0 0 0 0 0,1 0-1 0 0,-1 0 1 0 0,1-1 0 0 0,-1 1-1 0 0,1-1 1 0 0,-1 0 0 0 0,1 0-1 0 0,0 0 1 0 0,0 0 0 0 0,0 0-1 0 0,-1-1 1 0 0,1 1 0 0 0,5-1-1 0 0,38 1-358 0 0,-1-2 0 0 0,0-2 1 0 0,67-14-1 0 0,-87 13-72 0 0,240-43-4997 0 0,-86 11-5019 0 0,-86 17-902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22 1608 0 0,'8'-10'6884'0'0,"-8"9"-6646"0"0,1 1-1 0 0,-1-1 1 0 0,0 0 0 0 0,1 1-1 0 0,-1-1 1 0 0,1 1 0 0 0,-1-1-1 0 0,2-1 714 0 0,-1 1-714 0 0,-1 1 1 0 0,1-1 0 0 0,-1 1-1 0 0,1 0 1 0 0,0-1-1 0 0,-1 1 1 0 0,1 0 0 0 0,1-1-1 0 0,-1 13 3462 0 0,-12 28-1843 0 0,-44 104-646 0 0,-33 97-723 0 0,83-226-390 0 0,5-14-94 0 0,0-1 0 0 0,0 1 0 0 0,1-1-1 0 0,-1 1 1 0 0,0-1 0 0 0,0 1 0 0 0,0-1 0 0 0,0 1 0 0 0,0-1 0 0 0,1 0 0 0 0,-1 1 0 0 0,0-1 0 0 0,0 1 0 0 0,1-1 0 0 0,-1 1 0 0 0,0-1-1 0 0,1 0 1 0 0,-1 1 0 0 0,1-1 0 0 0,0 1 0 0 0,0 0 1 0 0,0-1 0 0 0,1 1-1 0 0,-1-1 1 0 0,0 0 0 0 0,1 1 0 0 0,-1-1 0 0 0,0 0-1 0 0,1 0 1 0 0,-1 0 0 0 0,0 0 0 0 0,1 0-1 0 0,2 0 1 0 0,52-5-1432 0 0,-1-2 0 0 0,64-17 0 0 0,-113 23 1369 0 0,-1-1 0 0 0,0 0 0 0 0,-1-1 0 0 0,1 1 0 0 0,0-1 0 0 0,-1 0 0 0 0,1 0 0 0 0,-1 0 0 0 0,0 0 0 0 0,0-1 0 0 0,0 0 0 0 0,-1 0 0 0 0,1 0 1 0 0,-1 0-1 0 0,0-1 0 0 0,0 1 0 0 0,0-1 0 0 0,-1 0 0 0 0,0 1 0 0 0,0-1 0 0 0,0 0 0 0 0,2-10 0 0 0,0-7 419 0 0,0 0 1 0 0,-2 0-1 0 0,0 0 0 0 0,-2-25 1 0 0,0 31 254 0 0,-2 6 839 0 0,-2 20-844 0 0,-3 22 284 0 0,-13 110 211 0 0,-59 208 0 0 0,64-271-4769 0 0,16-68 1089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19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2196 0 0,'7'-24'11665'0'0,"-4"17"-9279"0"0,3 3-1947 0 0,-1 1 0 0 0,2 1 1 0 0,-1-1-1 0 0,0 1 0 0 0,0 0 0 0 0,1 0 1 0 0,12-1-1 0 0,-10 1-357 0 0,81-24 346 0 0,-35 6-6034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88 302 580 0 0,'8'-13'7702'0'0,"-3"7"-6286"0"0,-2 1 1 0 0,1-1-1 0 0,-1 1 0 0 0,1-1 0 0 0,-2 0 0 0 0,1 0 1 0 0,2-10-1 0 0,-5 15-1350 0 0,0-1 1 0 0,0 1-1 0 0,0 0 1 0 0,0 0-1 0 0,0 0 1 0 0,-1 0-1 0 0,1 0 0 0 0,0-1 1 0 0,-1 1-1 0 0,1 0 1 0 0,-1 0-1 0 0,1 0 1 0 0,-1 0-1 0 0,0 0 1 0 0,1 0-1 0 0,-1 0 1 0 0,0 1-1 0 0,-1-2 0 0 0,-17-15 194 0 0,13 12-135 0 0,-17-13 66 0 0,-43-26 0 0 0,64 44-177 0 0,2-2-16 0 0,1 1 2 0 0,-1 0 0 0 0,1 0-1 0 0,0 0 1 0 0,-1 0 0 0 0,1 0 0 0 0,0 0-1 0 0,0 0 1 0 0,0 0 0 0 0,0 1-1 0 0,-1-1 1 0 0,1 0 0 0 0,0 0 0 0 0,0 1-1 0 0,0-1 1 0 0,0 1 0 0 0,1-1-1 0 0,-1 1 1 0 0,0-1 0 0 0,0 1 0 0 0,0 0-1 0 0,0-1 1 0 0,0 1 0 0 0,1 0-1 0 0,-1 0 1 0 0,0 0 0 0 0,0 0 0 0 0,0 0-1 0 0,3 1 1 0 0,-1-2-18 0 0,-2 1 18 0 0,161-16-1099 0 0,-129 11 765 0 0,0-2-1 0 0,-1 0 0 0 0,32-14 0 0 0,-55 18 356 0 0,0-2 0 0 0,-1 1 1 0 0,0-1-1 0 0,0 0 0 0 0,9-8 0 0 0,-7 5 285 0 0,-2-3 981 0 0,-14 18-372 0 0,-12 29 72 0 0,1 2-1 0 0,2 0 1 0 0,-15 58-1 0 0,6-17-423 0 0,-56 186 616 0 0,17-51-720 0 0,48-175-609 0 0,4-15-2765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250 145 520 0 0,'0'-73'15324'0'0,"0"43"-11622"0"0,0 27-3049 0 0,-1-1 0 0 0,0 1 0 0 0,0 0 0 0 0,0 0 0 0 0,0 0 0 0 0,0 0 0 0 0,0 0 0 0 0,-6-8 1221 0 0,0 6-1443 0 0,3 17-187 0 0,0 0 0 0 0,1 1 0 0 0,0-1-1 0 0,-1 18 1 0 0,-1 5 221 0 0,-38 144 731 0 0,-81 212 0 0 0,105-338-985 0 0,19-52-208 0 0,0-1 0 0 0,0 1-1 0 0,-1-1 1 0 0,1 0 0 0 0,0 1-1 0 0,0-1 1 0 0,0 1 0 0 0,0-1-1 0 0,-1 0 1 0 0,1 1 0 0 0,0-1 0 0 0,0 0-1 0 0,-1 1 1 0 0,1-1 0 0 0,0 0-1 0 0,0 1 1 0 0,-1-1 0 0 0,1 0-1 0 0,0 0 1 0 0,-1 1 0 0 0,1-1 0 0 0,-1 0-1 0 0,1 0 1 0 0,0 0 0 0 0,-1 0-1 0 0,1 1 1 0 0,0-1 0 0 0,-1 0-1 0 0,1 0 1 0 0,-1 0 0 0 0,1 0 0 0 0,-1 0-1 0 0,1 0 1 0 0,0 0 0 0 0,-1 0-1 0 0,1 0 1 0 0,-1 0 0 0 0,1 0-1 0 0,0 0 1 0 0,-1-1 0 0 0,1 1-1 0 0,-1 0 1 0 0,1 0 0 0 0,0 0 0 0 0,-1 0-1 0 0,1-1 1 0 0,0 1 0 0 0,-1 0-1 0 0,1 0 1 0 0,0-1 0 0 0,-1 1-1 0 0,1 0 1 0 0,0-1 0 0 0,0 1 0 0 0,-1 0-1 0 0,1-1 1 0 0,0 1 0 0 0,0 0-1 0 0,0-1 1 0 0,-1 1 0 0 0,1-1-1 0 0,0 1 1 0 0,0-1 0 0 0,1-21-21 0 0,1 1 1 0 0,1-1 0 0 0,1 1-1 0 0,1-1 1 0 0,1 1-1 0 0,1 1 1 0 0,11-26-1 0 0,-5 19-68 0 0,0 1 0 0 0,2 0 0 0 0,1 1 0 0 0,37-44 1 0 0,-42 56 45 0 0,1 0 1 0 0,1 2 0 0 0,0-1 0 0 0,1 1 0 0 0,0 1 0 0 0,0 1-1 0 0,1 0 1 0 0,1 1 0 0 0,-1 0 0 0 0,1 1 0 0 0,0 1 0 0 0,1 1-1 0 0,-1 0 1 0 0,28-4 0 0 0,-41 9 47 0 0,0-1 0 0 0,-1 1 0 0 0,1 0 1 0 0,-1 0-1 0 0,1 0 0 0 0,0 0 0 0 0,-1 1 0 0 0,1-1 0 0 0,-1 1 0 0 0,1-1 0 0 0,-1 1 0 0 0,1 0 1 0 0,-1 0-1 0 0,0 0 0 0 0,1 0 0 0 0,-1 1 0 0 0,0-1 0 0 0,0 0 0 0 0,0 1 0 0 0,0 0 1 0 0,4 3-1 0 0,-5-3-9 0 0,0 0 1 0 0,0 0 0 0 0,0-1 0 0 0,-1 1-1 0 0,1 0 1 0 0,0 0 0 0 0,-1 0 0 0 0,0 0-1 0 0,1 0 1 0 0,-1 0 0 0 0,0 0 0 0 0,0 1 0 0 0,0-1-1 0 0,0 0 1 0 0,0 0 0 0 0,-1 0 0 0 0,1 0-1 0 0,0 0 1 0 0,-1 0 0 0 0,0 0 0 0 0,1 0-1 0 0,-1 0 1 0 0,0-1 0 0 0,0 1 0 0 0,0 0-1 0 0,-2 2 1 0 0,-6 8 3 0 0,0 0 0 0 0,0-1 0 0 0,-1 0 0 0 0,-1-1 0 0 0,0 0 0 0 0,0-1 1 0 0,-14 8-1 0 0,15-10-3 0 0,-1 0 1 0 0,1-1 0 0 0,-2-1 0 0 0,1 0-1 0 0,0 0 1 0 0,-1-1 0 0 0,0-1 0 0 0,-19 4-1 0 0,26-6 5 0 0,0-1-1 0 0,0 0 0 0 0,0 0 0 0 0,0 0 1 0 0,-1 0-1 0 0,1-1 0 0 0,0 0 0 0 0,0 0 1 0 0,0-1-1 0 0,0 1 0 0 0,0-1 0 0 0,1 0 1 0 0,-9-4-1 0 0,12 5-3 0 0,0 0 1 0 0,0 0 0 0 0,0 0-1 0 0,0 0 1 0 0,0 0 0 0 0,0 0-1 0 0,1 0 1 0 0,-1 0 0 0 0,0 0-1 0 0,1-1 1 0 0,-1 1 0 0 0,1 0-1 0 0,-1 0 1 0 0,1-1 0 0 0,0 1-1 0 0,-1 0 1 0 0,1-1 0 0 0,0 1-1 0 0,0 0 1 0 0,0-2 0 0 0,0 2-2 0 0,0 1 0 0 0,0-1 1 0 0,0 1-1 0 0,0-1 0 0 0,0 1 0 0 0,0-1 1 0 0,0 1-1 0 0,0-1 0 0 0,1 1 1 0 0,-1-1-1 0 0,0 1 0 0 0,0 0 0 0 0,0-1 1 0 0,1 1-1 0 0,-1-1 0 0 0,0 1 1 0 0,1 0-1 0 0,-1-1 0 0 0,0 1 0 0 0,1 0 1 0 0,-1-1-1 0 0,0 1 0 0 0,1 0 1 0 0,-1-1-1 0 0,0 1 0 0 0,1 0 0 0 0,-1 0 1 0 0,1-1-1 0 0,-1 1 0 0 0,1 0 1 0 0,-1 0-1 0 0,1 0 0 0 0,-1 0 1 0 0,1 0-1 0 0,-1 0 0 0 0,0 0 0 0 0,1 0 1 0 0,-1 0-1 0 0,1 0 0 0 0,-1 0 1 0 0,1 0-1 0 0,-1 0 0 0 0,1 0 0 0 0,-1 0 1 0 0,1 0-1 0 0,-1 1 0 0 0,1-1 1 0 0,-1 0-1 0 0,1 0 0 0 0,7 5 1 0 0,0-1 0 0 0,0 1 0 0 0,0 0 0 0 0,-1 1 0 0 0,0 0-1 0 0,0 0 1 0 0,9 9 0 0 0,42 58 15 0 0,-23-27-12 0 0,-8-14-1651 0 0,2-2-1 0 0,63 53 1 0 0,-75-70 854 0 0,1 0-1 0 0,1-1 1 0 0,0-1 0 0 0,0-1 0 0 0,1-1 0 0 0,0 0-1 0 0,31 7 1 0 0,-46-14-978 0 0,1-1 0 0 0,0 0 0 0 0,-1 0 0 0 0,11-1 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369 123 1572 0 0,'2'-2'586'0'0,"4"-4"1484"0"0,-1 0 0 0 0,0-1 0 0 0,6-11 0 0 0,-10 16-1787 0 0,0 0-1 0 0,0 0 0 0 0,-1 0 0 0 0,1 0 0 0 0,0 0 0 0 0,-1 0 0 0 0,1-1 0 0 0,-1 1 0 0 0,0 0 0 0 0,0 0 0 0 0,0 0 1 0 0,0-1-1 0 0,0 1 0 0 0,0 0 0 0 0,0 0 0 0 0,-1-1 0 0 0,1 1 0 0 0,-2-3 0 0 0,0 2-199 0 0,0 0-1 0 0,1 1 1 0 0,-1-1-1 0 0,0 0 1 0 0,-1 1 0 0 0,1 0-1 0 0,0 0 1 0 0,-1-1-1 0 0,1 1 1 0 0,-1 1 0 0 0,0-1-1 0 0,1 0 1 0 0,-1 1-1 0 0,0-1 1 0 0,0 1-1 0 0,0 0 1 0 0,0 0 0 0 0,0 0-1 0 0,-1 0 1 0 0,1 1-1 0 0,0-1 1 0 0,0 1-1 0 0,0 0 1 0 0,-7 0 0 0 0,0 0-53 0 0,0 1 0 0 0,0 0 0 0 0,0 1-1 0 0,0 0 1 0 0,0 0 0 0 0,0 1 0 0 0,-10 4 0 0 0,5 0-6 0 0,0 1 0 0 0,0 1 1 0 0,1 1-1 0 0,0 0 0 0 0,0 0 0 0 0,1 1 0 0 0,1 1 0 0 0,0 0 0 0 0,-20 28 0 0 0,21-25-15 0 0,1 0 0 0 0,1 0 1 0 0,0 1-1 0 0,1 1 0 0 0,1 0 0 0 0,0 0 0 0 0,1 0 1 0 0,1 0-1 0 0,-3 24 0 0 0,7-37-3 0 0,1 0-1 0 0,-1-1 1 0 0,1 1-1 0 0,0 0 1 0 0,0 0-1 0 0,1 0 1 0 0,-1-1 0 0 0,1 1-1 0 0,0 0 1 0 0,0 0-1 0 0,0-1 1 0 0,0 1-1 0 0,1-1 1 0 0,-1 1 0 0 0,1-1-1 0 0,0 0 1 0 0,4 6-1 0 0,-4-7-2 0 0,0 0 0 0 0,1 0 1 0 0,0 0-1 0 0,-1 0 0 0 0,1 0 0 0 0,0 0 0 0 0,0-1 0 0 0,0 1 0 0 0,0-1 0 0 0,0 0 0 0 0,0 0 0 0 0,1 0 0 0 0,-1 0 0 0 0,0-1 0 0 0,0 1 0 0 0,1-1 0 0 0,-1 0 1 0 0,0 0-1 0 0,1 0 0 0 0,4-1 0 0 0,1 0 9 0 0,1 0 0 0 0,-1-1 0 0 0,1-1 1 0 0,-1 0-1 0 0,0 0 0 0 0,0 0 0 0 0,0-1 0 0 0,-1-1 0 0 0,13-8 1 0 0,-9 5-40 0 0,-1-1 0 0 0,-1 0 0 0 0,1-1 0 0 0,-1-1 0 0 0,14-19 0 0 0,-1-6 416 0 0,-1-1 0 0 0,-2-1 1 0 0,19-49-1 0 0,-35 75-111 0 0,5-9-42 0 0,-9 21-212 0 0,0-1 1 0 0,0 1-1 0 0,0 0 0 0 0,0-1 1 0 0,1 1-1 0 0,-1 0 0 0 0,0 0 1 0 0,0-1-1 0 0,0 1 0 0 0,1 0 1 0 0,-1 0-1 0 0,0-1 0 0 0,0 1 1 0 0,0 0-1 0 0,1 0 0 0 0,-1 0 1 0 0,0-1-1 0 0,1 1 1 0 0,-1 0-1 0 0,0 0 0 0 0,0 0 1 0 0,1 0-1 0 0,-1 0 0 0 0,0-1 1 0 0,1 1-1 0 0,-1 0 0 0 0,0 0 1 0 0,1 0-1 0 0,-1 0 0 0 0,0 0 1 0 0,1 0-1 0 0,-1 0 0 0 0,0 0 1 0 0,1 0-1 0 0,-1 0 0 0 0,0 1 1 0 0,1-1-1 0 0,-1 0 1 0 0,0 0-1 0 0,0 0 0 0 0,1 0 1 0 0,-1 0-1 0 0,0 1 0 0 0,1-1 1 0 0,-1 1 6 0 0,1 0 0 0 0,-1-1 0 0 0,0 1 0 0 0,1 0 0 0 0,-1 0 0 0 0,0 0 0 0 0,0 0 0 0 0,0 0 0 0 0,0 0 0 0 0,0 0 0 0 0,0 0 0 0 0,0 0 0 0 0,0 0 0 0 0,0 0 0 0 0,0-1 0 0 0,0 1 0 0 0,-1 1 0 0 0,1 0 46 0 0,-19 204 1780 0 0,-59 259 0 0 0,75-446-1424 0 0,2-9 352 0 0,-1-1 0 0 0,0 0 0 0 0,-6 17 0 0 0,8-25-601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3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15 119 3212 0 0,'-14'-28'16894'0'0,"15"26"-16789"0"0,-1 1 1 0 0,1 0 0 0 0,0 0-1 0 0,0 0 1 0 0,1 0-1 0 0,-1 1 1 0 0,0-1 0 0 0,0 0-1 0 0,0 0 1 0 0,0 1-1 0 0,1-1 1 0 0,-1 1-1 0 0,0-1 1 0 0,1 1 0 0 0,-1-1-1 0 0,1 1 1 0 0,-1 0-1 0 0,3-1 1 0 0,37-4 310 0 0,-23 4-153 0 0,-6-1-200 0 0,82-15 399 0 0,-81 14-539 0 0,0-1 0 0 0,0 0 0 0 0,-1-1 0 0 0,24-12 0 0 0,-28 13-1513 0 0,13-11-650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4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268 160 300 0 0,'-3'0'835'0'0,"0"0"-1"0"0,0-1 1 0 0,-1 0 0 0 0,1 0-1 0 0,0 0 1 0 0,0 0-1 0 0,0 0 1 0 0,0 0 0 0 0,1-1-1 0 0,-1 1 1 0 0,0-1 0 0 0,-2-2-1 0 0,4 3-625 0 0,0-1 1 0 0,-1 1-1 0 0,1 0 0 0 0,0-1 0 0 0,1 1 0 0 0,-1 0 0 0 0,0-1 0 0 0,0 1 1 0 0,1-1-1 0 0,-1 0 0 0 0,1 1 0 0 0,-1-1 0 0 0,1 1 0 0 0,0-1 0 0 0,-1 0 1 0 0,1 1-1 0 0,0-1 0 0 0,0 0 0 0 0,0 1 0 0 0,0-1 0 0 0,1 0 0 0 0,-1 1 1 0 0,0-1-1 0 0,1-1 0 0 0,1-3-10 0 0,1 0 1 0 0,0 0-1 0 0,0 0 1 0 0,0 0 0 0 0,1 1-1 0 0,-1 0 1 0 0,1 0-1 0 0,1 0 1 0 0,-1 0-1 0 0,1 0 1 0 0,0 1-1 0 0,0 0 1 0 0,0 0-1 0 0,10-6 1 0 0,-10 7-151 0 0,0 0 0 0 0,0 1 1 0 0,-1-1-1 0 0,2 1 0 0 0,-1 0 0 0 0,0 1 1 0 0,0-1-1 0 0,0 1 0 0 0,1 0 0 0 0,-1 0 0 0 0,1 1 1 0 0,-1 0-1 0 0,1 0 0 0 0,-1 0 0 0 0,0 0 0 0 0,1 1 1 0 0,9 2-1 0 0,-12-2-29 0 0,0 0 0 0 0,0 1 0 0 0,0-1-1 0 0,0 1 1 0 0,0 0 0 0 0,-1-1 0 0 0,1 1 0 0 0,-1 0 0 0 0,1 1 0 0 0,-1-1 0 0 0,0 0 0 0 0,0 1-1 0 0,0-1 1 0 0,0 1 0 0 0,0 0 0 0 0,0 0 0 0 0,1 3 0 0 0,-1-1 2 0 0,-1 0 0 0 0,0 0-1 0 0,1 0 1 0 0,-2 0 0 0 0,1 0 0 0 0,0 0 0 0 0,-1 1 0 0 0,0-1-1 0 0,-1 9 1 0 0,-2 3 9 0 0,-1 0-1 0 0,0 0 1 0 0,-2 0 0 0 0,0-1-1 0 0,-10 21 1 0 0,-1-3 26 0 0,-2-2-1 0 0,-1 0 1 0 0,-2-1 0 0 0,-41 47 0 0 0,26-40 557 0 0,-1-1 1 0 0,-75 55-1 0 0,41-37 1618 0 0,70-54-2053 0 0,19 1-121 0 0,180-8-486 0 0,-63-5-7026 0 0,-125 10 5457 0 0,-1-1 0 0 0,1 0-1 0 0,12-4 1 0 0,3-3-5342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141 539 328 0 0,'1'-3'1423'0'0,"5"-29"8035"0"0,3 3-4846 0 0,-6 24-4233 0 0,-1-1 0 0 0,1 0 0 0 0,1 1 0 0 0,-1-1 0 0 0,1 1 0 0 0,0 0 0 0 0,8-8-1 0 0,10-10 42 0 0,0-1-1 0 0,24-35 1 0 0,-36 43-399 0 0,0 0 1 0 0,-1-1-1 0 0,-1 1 1 0 0,-1-2-1 0 0,8-24 1 0 0,8-47-32 0 0,-21 77 12 0 0,0 0-1 0 0,-1 0 1 0 0,0 0-1 0 0,-1 0 1 0 0,-2-17-1 0 0,3 29-1 0 0,-1-1-1 0 0,0 1 0 0 0,0-1 1 0 0,0 0-1 0 0,0 1 1 0 0,0-1-1 0 0,0 1 0 0 0,0-1 1 0 0,-1 1-1 0 0,1-1 1 0 0,0 1-1 0 0,0-1 0 0 0,0 1 1 0 0,-1-1-1 0 0,1 1 0 0 0,0-1 1 0 0,0 1-1 0 0,-1-1 1 0 0,1 1-1 0 0,0-1 0 0 0,-1 1 1 0 0,1 0-1 0 0,-1-1 1 0 0,1 1-1 0 0,0 0 0 0 0,-1-1 1 0 0,1 1-1 0 0,-1 0 1 0 0,1-1-1 0 0,-1 1 0 0 0,1 0 1 0 0,-1 0-1 0 0,1 0 1 0 0,-1-1-1 0 0,1 1 0 0 0,-1 0 1 0 0,1 0-1 0 0,-1 0 1 0 0,0 0-1 0 0,1 0 0 0 0,-1 0 1 0 0,1 0-1 0 0,-1 0 1 0 0,1 0-1 0 0,-1 0 0 0 0,1 1 1 0 0,-1-1-1 0 0,1 0 1 0 0,-1 0-1 0 0,1 0 0 0 0,-1 1 1 0 0,1-1-1 0 0,-1 0 0 0 0,1 0 1 0 0,-1 1-1 0 0,1-1 1 0 0,-1 1-1 0 0,1-1 0 0 0,0 0 1 0 0,-1 1-1 0 0,1-1 1 0 0,-1 2-1 0 0,-24 26 90 0 0,10-2 296 0 0,0 1-1 0 0,2 1 1 0 0,-11 31 0 0 0,-24 92 857 0 0,44-136-1174 0 0,-85 390 1654 0 0,58-245-1414 0 0,27-136-278 0 0,1-6 55 0 0,0 0-1 0 0,-2 0 0 0 0,0 0 0 0 0,-1-1 0 0 0,-12 27 0 0 0,18-44-80 0 0,0 1 1 0 0,-1-1-1 0 0,1 1 0 0 0,0-1 0 0 0,0 1 0 0 0,0-1 0 0 0,-1 0 1 0 0,1 1-1 0 0,0-1 0 0 0,0 1 0 0 0,-1-1 0 0 0,1 0 0 0 0,0 1 0 0 0,-1-1 1 0 0,1 0-1 0 0,-1 0 0 0 0,1 1 0 0 0,0-1 0 0 0,-1 0 0 0 0,1 0 1 0 0,-1 1-1 0 0,1-1 0 0 0,0 0 0 0 0,-1 0 0 0 0,1 0 0 0 0,-1 0 1 0 0,1 0-1 0 0,-1 0 0 0 0,1 0 0 0 0,-1 0 0 0 0,1 0 0 0 0,-1 0 0 0 0,1 0 1 0 0,-1 0-1 0 0,1 0 0 0 0,0 0 0 0 0,-1 0 0 0 0,1 0 0 0 0,-1 0 1 0 0,1-1-1 0 0,-1 1 0 0 0,1 0 0 0 0,0 0 0 0 0,-1 0 0 0 0,1-1 0 0 0,-1 1 1 0 0,1 0-1 0 0,0-1 0 0 0,-1 1 0 0 0,1 0 0 0 0,0-1 0 0 0,-1 1 1 0 0,1 0-1 0 0,0-1 0 0 0,0 1 0 0 0,-1-2 0 0 0,-10-22 20 0 0,9 13-31 0 0,1 0 0 0 0,0 0 0 0 0,0 0 0 0 0,1 0 0 0 0,1 0 0 0 0,0 0 1 0 0,0 0-1 0 0,4-13 0 0 0,1-2-47 0 0,2 0 1 0 0,13-30-1 0 0,-8 27 40 0 0,1 1-1 0 0,1 0 1 0 0,2 1-1 0 0,0 1 0 0 0,2 1 1 0 0,30-32-1 0 0,-34 42-8 0 0,1 0-1 0 0,0 1 1 0 0,1 1 0 0 0,0 0 0 0 0,1 1-1 0 0,1 1 1 0 0,0 1 0 0 0,0 1-1 0 0,1 0 1 0 0,25-7 0 0 0,-39 14 18 0 0,0 1 0 0 0,0 0-1 0 0,0 0 1 0 0,0 1 0 0 0,0-1 0 0 0,0 1 0 0 0,0 0 0 0 0,0 1 0 0 0,0 0 0 0 0,8 1 0 0 0,-12-1 7 0 0,-1-1-1 0 0,1 1 1 0 0,-1 0-1 0 0,1 0 1 0 0,-1-1-1 0 0,1 1 1 0 0,-1 0-1 0 0,1 0 1 0 0,-1 0 0 0 0,0 0-1 0 0,0 1 1 0 0,0-1-1 0 0,1 0 1 0 0,-1 0-1 0 0,0 1 1 0 0,1 1 0 0 0,-1-1-1 0 0,-1 0 0 0 0,1 1 1 0 0,-1-1-1 0 0,1 0 1 0 0,-1 0-1 0 0,0 0 0 0 0,0 0 1 0 0,0 1-1 0 0,0-1 1 0 0,0 0-1 0 0,0 0 0 0 0,-1 0 1 0 0,1 1-1 0 0,-1-1 1 0 0,-1 4-1 0 0,-2 4 3 0 0,0-1 0 0 0,-1 1-1 0 0,0-1 1 0 0,-1 0 0 0 0,0 0 0 0 0,0 0 0 0 0,-1-1 0 0 0,0 0-1 0 0,-10 8 1 0 0,0-1 57 0 0,0-1-1 0 0,-1-1 0 0 0,-26 15 0 0 0,39-25-33 0 0,-16 5-13 0 0,1-5-24 0 0,15-4 8 0 0,-1-2-11 0 0,4 2 8 0 0,1 1 0 0 0,-1 0 1 0 0,1-1-1 0 0,-1 0 0 0 0,1 1 1 0 0,0-1-1 0 0,-1 0 0 0 0,1 1 1 0 0,0-1-1 0 0,0 0 0 0 0,-1 0 1 0 0,1 0-1 0 0,0 0 0 0 0,0 0 1 0 0,0 0-1 0 0,0 0 0 0 0,0-1 1 0 0,1 1-1 0 0,-1 0 0 0 0,0-1 1 0 0,0 1-1 0 0,1 0 0 0 0,-1-1 1 0 0,1 1-1 0 0,-1-1 0 0 0,1 1 1 0 0,0 0-1 0 0,-1-3 0 0 0,1 4 4 0 0,0 0 0 0 0,0 0 0 0 0,0 0 0 0 0,0-1 0 0 0,0 1-1 0 0,0 0 1 0 0,0 0 0 0 0,0 0 0 0 0,0 0 0 0 0,0-1 0 0 0,0 1 0 0 0,0 0-1 0 0,1 0 1 0 0,-1 0 0 0 0,0 0 0 0 0,0-1 0 0 0,0 1 0 0 0,0 0 0 0 0,0 0-1 0 0,0 0 1 0 0,0 0 0 0 0,0 0 0 0 0,1-1 0 0 0,-1 1 0 0 0,0 0 0 0 0,0 0-1 0 0,0 0 1 0 0,0 0 0 0 0,0 0 0 0 0,1 0 0 0 0,-1 0 0 0 0,0 0 0 0 0,0 0-1 0 0,0 0 1 0 0,0-1 0 0 0,1 1 0 0 0,-1 0 0 0 0,0 0 0 0 0,0 0 0 0 0,0 0-1 0 0,0 0 1 0 0,1 0 0 0 0,9 4-45 0 0,5 7 3 0 0,2 5 79 0 0,0 1 1 0 0,-2 0-1 0 0,0 2 1 0 0,13 21-1 0 0,32 38 72 0 0,-43-59-148 0 0,1-1 0 0 0,25 19 1 0 0,-32-29-303 0 0,0-1 0 0 0,0 0 0 0 0,0-1 0 0 0,1 0 0 0 0,0-1 0 0 0,17 5 0 0 0,-3-2-2347 0 0,52 7 0 0 0,-62-13-18 0 0,0-1 0 0 0,25-2 0 0 0,2-5-4565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2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18 876 0 0,'-2'-1'2212'0'0,"-40"-7"8734"0"0,31 7-7442 0 0,30 4-3155 0 0,0-1-1 0 0,1-1 1 0 0,-1-1-1 0 0,0-1 1 0 0,23-3-1 0 0,10-1-166 0 0,202 2 173 0 0,-196 3-312 0 0,-55 0 6 0 0,0 0 0 0 0,0 1 0 0 0,0-1 0 0 0,0 1 1 0 0,0-1-1 0 0,0 1 0 0 0,0 0 0 0 0,0 0 0 0 0,0 1 1 0 0,-1-1-1 0 0,1 0 0 0 0,0 1 0 0 0,-1 0 0 0 0,1-1 1 0 0,-1 1-1 0 0,0 0 0 0 0,1 1 0 0 0,-1-1 0 0 0,0 0 1 0 0,0 0-1 0 0,0 1 0 0 0,-1-1 0 0 0,1 1 0 0 0,1 4 1 0 0,3 5 267 0 0,-2 0 0 0 0,1 0 1 0 0,-2 1-1 0 0,4 17 1 0 0,-4-16-163 0 0,14 86 1915 0 0,8 198 0 0 0,-23-248-1656 0 0,-7 553 2979 0 0,-5-209-2243 0 0,9-107-1002 0 0,5 436 193 0 0,17-407-341 0 0,0 150 0 0 0,-37-286 0 0 0,16-176 0 0 0,-3 28 0 0 0,0-18 0 0 0,-3-1 0 0 0,3-10 0 0 0,0 0 0 0 0,0 0 0 0 0,0 0 0 0 0,-1-1 0 0 0,1 0 0 0 0,-1 1 0 0 0,1-1 0 0 0,-1 0 0 0 0,0-1 0 0 0,0 1 0 0 0,-6 1 0 0 0,-49 9 0 0 0,45-10 0 0 0,-619 78-5893 0 0,549-69 1803 0 0,-12 0-6057 0 0,47-6-86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94 992 0 0,'-18'6'23081'0'0,"23"-12"-21424"0"0,14-8-2082 0 0,10 0-353 0 0,0 0 0 0 0,56-17 0 0 0,-64 26-903 0 0,-1 0 1 0 0,1 1-1 0 0,0 1 1 0 0,0 1-1 0 0,27 1 1 0 0,-29 3-2551 0 0,-3 2-2022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1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43 2080 0 0,'-55'49'10094'0'0,"54"-47"-9669"0"0,1-2-396 0 0,0 0 1 0 0,-1 0-1 0 0,1 1 0 0 0,0-1 0 0 0,0 0 0 0 0,0 1 0 0 0,0-1 1 0 0,0 0-1 0 0,0 0 0 0 0,0 1 0 0 0,0-1 0 0 0,0 0 1 0 0,0 1-1 0 0,0-1 0 0 0,0 0 0 0 0,0 1 0 0 0,0-1 1 0 0,1 0-1 0 0,-1 0 0 0 0,0 1 0 0 0,0-1 0 0 0,0 0 1 0 0,0 1-1 0 0,0-1 0 0 0,1 0 0 0 0,-1 0 0 0 0,0 1 0 0 0,0-1 1 0 0,0 0-1 0 0,1 0 0 0 0,-1 1 0 0 0,7-1 49 0 0,0 1 1 0 0,-1-1-1 0 0,1 0 0 0 0,-1 0 0 0 0,1 0 0 0 0,13-4 0 0 0,44-12-509 0 0,-38 8 29 0 0,146-43-5604 0 0,-98 26 1169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2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67 2452 0 0,'8'-56'11111'0'0,"-8"54"-10578"0"0,0-7 1788 0 0,-4 40 288 0 0,-2 34 0 0 0,1 4-1180 0 0,-64 383 671 0 0,33-261-9856 0 0,33-163-1920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2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82 536 0 0,'-247'154'18976'0'0,"248"-154"-18948"0"0,-1 0 0 0 0,1 0 0 0 0,-1 0 0 0 0,0 0 0 0 0,1 0 0 0 0,-1 0 0 0 0,1 0 0 0 0,-1 0 0 0 0,0 0 0 0 0,1 0-1 0 0,-1 1 1 0 0,1-1 0 0 0,-1 0 0 0 0,0 0 0 0 0,1 0 0 0 0,-1 0 0 0 0,1 1 0 0 0,-1-1 0 0 0,0 0 0 0 0,1 0 0 0 0,-1 1 0 0 0,0-1 0 0 0,0 0 0 0 0,1 1 0 0 0,-1-1 0 0 0,0 0 0 0 0,0 1 0 0 0,1-1 0 0 0,-1 0 0 0 0,0 1 0 0 0,0-1 0 0 0,0 0 0 0 0,1 1 0 0 0,-1-1 0 0 0,0 1 0 0 0,0-1 0 0 0,0 0 0 0 0,0 1 0 0 0,0-1 0 0 0,0 1 0 0 0,0-1 0 0 0,0 0 0 0 0,0 1 0 0 0,0-1 0 0 0,0 1-1 0 0,0-1 1 0 0,0 1 0 0 0,0-1 0 0 0,-1 0 0 0 0,1 1 0 0 0,0-1 0 0 0,0 0 0 0 0,0 1 0 0 0,-1-1 0 0 0,1 0 0 0 0,0 1 0 0 0,0-1 0 0 0,-1 0 0 0 0,1 1 0 0 0,0-1 0 0 0,-1 0 0 0 0,1 0 0 0 0,0 1 0 0 0,-1-1 0 0 0,71-11 708 0 0,87-25 0 0 0,-48 9-496 0 0,617-115 34 0 0,-527 105-2609 0 0,-197 37 2019 0 0,0 0 0 0 0,0-1 0 0 0,0 1 0 0 0,0 0-1 0 0,0 1 1 0 0,0-1 0 0 0,0 0 0 0 0,0 0 0 0 0,0 1 0 0 0,2 0 0 0 0,-3-1 97 0 0,-1 1 0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38 276 0 0,'-25'-14'11626'0'0,"16"7"-9688"0"0,-8-5 3598 0 0,17 12-5410 0 0,-1-1 0 0 0,0 1 0 0 0,0-1 0 0 0,0 1 0 0 0,-1-1 0 0 0,1 1 0 0 0,0 0 0 0 0,0-1 0 0 0,0 1-1 0 0,0 0 1 0 0,0 0 0 0 0,0 0 0 0 0,0 0 0 0 0,-1 0 0 0 0,1 0 0 0 0,0 0 0 0 0,0 0 0 0 0,0 1-1 0 0,0-1 1 0 0,0 0 0 0 0,0 0 0 0 0,-2 2 0 0 0,-2 8 219 0 0,1 0 0 0 0,0 0 1 0 0,1 1-1 0 0,0-1 0 0 0,1 1 0 0 0,0 0 0 0 0,-1 18 0 0 0,-1 3 193 0 0,-48 416 1484 0 0,48-419-2315 0 0,1 3-2188 0 0,5-11-2715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3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1848 0 0,'3'-9'1877'0'0,"1"0"-1"0"0,0 0 0 0 0,0 0 1 0 0,7-9-1 0 0,-6 11-1302 0 0,-1 1-1 0 0,1 1 0 0 0,0-1 1 0 0,0 1-1 0 0,8-7 0 0 0,-5 7-464 0 0,0 0-1 0 0,0 0 0 0 0,1 0 1 0 0,0 1-1 0 0,-1 0 0 0 0,1 1 1 0 0,1 0-1 0 0,-1 0 0 0 0,0 1 1 0 0,11-1-1 0 0,-14 2-16 0 0,0 1-1 0 0,0-1 1 0 0,0 1-1 0 0,0 1 1 0 0,0-1-1 0 0,0 1 1 0 0,-1 0 0 0 0,1 0-1 0 0,0 0 1 0 0,0 1-1 0 0,10 5 1 0 0,-13-6 35 0 0,0 1 1 0 0,-1-1-1 0 0,0 1 1 0 0,1 0-1 0 0,-1-1 1 0 0,0 1-1 0 0,0 0 1 0 0,0 0-1 0 0,0 1 1 0 0,0-1-1 0 0,-1 0 1 0 0,1 1 0 0 0,-1-1-1 0 0,1 1 1 0 0,-1-1-1 0 0,0 1 1 0 0,0 0-1 0 0,0-1 1 0 0,0 1-1 0 0,-1 0 1 0 0,1 0-1 0 0,-1 0 1 0 0,0-1-1 0 0,1 1 1 0 0,-1 0-1 0 0,-1 0 1 0 0,1 3-1 0 0,-3 10 307 0 0,0 0 0 0 0,-1 0-1 0 0,-1-1 1 0 0,0 0 0 0 0,-1 0 0 0 0,-12 22-1 0 0,-54 81 1467 0 0,66-110-1749 0 0,-74 118 1010 0 0,79-126-1151 0 0,1 1 0 0 0,-1 0 1 0 0,0 0-1 0 0,1 0 0 0 0,-1 0 0 0 0,1 0 0 0 0,-1 0 1 0 0,1 0-1 0 0,-1 0 0 0 0,1 0 0 0 0,0 0 0 0 0,-1 0 0 0 0,1 0 1 0 0,0 0-1 0 0,0 0 0 0 0,0 0 0 0 0,0 0 0 0 0,0 0 0 0 0,0 2 1 0 0,1-2-5 0 0,-1-1 0 0 0,1 0 0 0 0,-1 1 0 0 0,1-1 1 0 0,-1 1-1 0 0,1-1 0 0 0,-1 0 0 0 0,1 1 0 0 0,-1-1 1 0 0,1 0-1 0 0,0 0 0 0 0,-1 0 0 0 0,1 1 0 0 0,-1-1 1 0 0,1 0-1 0 0,0 0 0 0 0,-1 0 0 0 0,1 0 0 0 0,0 0 1 0 0,-1 0-1 0 0,1 0 0 0 0,0 0 0 0 0,0-1 0 0 0,10-1 44 0 0,0 0-1 0 0,19-8 0 0 0,-18 6-41 0 0,141-50-4393 0 0,-56 8-8278 0 0,-74 34 4828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51 2952 0 0,'1'-3'2491'0'0,"2"-45"10758"0"0,-5 63-11190 0 0,-1 31-53 0 0,-11 62-1 0 0,4-36-1433 0 0,-7 49 32 0 0,-2 12-1228 0 0,11-45-4902 0 0,5-73 3304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0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1560 0 0,'-1'9'18810'0'0,"5"-8"-18797"0"0,1 0 0 0 0,-1 0-1 0 0,0-1 1 0 0,0 0 0 0 0,1 0 0 0 0,-1 0 0 0 0,0 0 0 0 0,8-2 0 0 0,41-10 19 0 0,-34 7-25 0 0,124-18-19 0 0,-105 18 42 0 0,70-10-70 0 0,-105 15-310 0 0,2 0 237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56 2476 0 0,'-21'0'6412'0'0,"-23"-4"1830"0"0,38 3-5895 0 0,2 1-1393 0 0,-11-2 1839 0 0,18 2-2572 0 0,29-6-46 0 0,-1 1 1 0 0,1 1-1 0 0,41 2 0 0 0,1-1-63 0 0,-41 1-136 0 0,-16 2-68 0 0,0-1-1 0 0,0 0 0 0 0,0-2 0 0 0,32-8 0 0 0,-30 0-4155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1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93 1524 0 0,'-12'-16'9924'0'0,"11"15"-9782"0"0,0 0 0 0 0,1-1 0 0 0,-1 1 0 0 0,0 0 0 0 0,1 0 0 0 0,0 0 0 0 0,-1-1 0 0 0,1 1 0 0 0,0 0 0 0 0,-1 0 0 0 0,1-1 0 0 0,0 1 0 0 0,0 0 0 0 0,0-1 0 0 0,0 1-1 0 0,0 0 1 0 0,0-1 0 0 0,1 1 0 0 0,-1 0 0 0 0,0 0 0 0 0,1-1 0 0 0,-1 1 0 0 0,1 0 0 0 0,0-2 0 0 0,1 0-58 0 0,0 1 0 0 0,0 0-1 0 0,0 0 1 0 0,0 0-1 0 0,1 0 1 0 0,-1 0 0 0 0,0 0-1 0 0,1 0 1 0 0,-1 1-1 0 0,5-3 1 0 0,2 1-70 0 0,0-1 1 0 0,0 1-1 0 0,0 0 0 0 0,0 1 1 0 0,0 0-1 0 0,12-1 0 0 0,-14 3-9 0 0,0 0-1 0 0,-1 0 0 0 0,1 1 0 0 0,0 0 0 0 0,0 0 0 0 0,-1 0 0 0 0,1 1 0 0 0,-1 0 0 0 0,1 0 0 0 0,-1 1 0 0 0,0 0 0 0 0,0 0 0 0 0,0 0 0 0 0,0 1 0 0 0,5 4 0 0 0,-7-5 2 0 0,-1 0-1 0 0,-1 0 1 0 0,1 0-1 0 0,0 1 1 0 0,-1-1-1 0 0,1 0 1 0 0,-1 1-1 0 0,0 0 1 0 0,0 0-1 0 0,-1-1 0 0 0,1 1 1 0 0,-1 0-1 0 0,0 0 1 0 0,0 0-1 0 0,0 1 1 0 0,0-1-1 0 0,-1 0 1 0 0,0 0-1 0 0,0 0 0 0 0,0 0 1 0 0,0 1-1 0 0,-1-1 1 0 0,1 0-1 0 0,-1 0 1 0 0,-1 4-1 0 0,-6 11 41 0 0,1 0-1 0 0,-2 0 1 0 0,-1-2-1 0 0,0 1 1 0 0,-1-1-1 0 0,-1 0 1 0 0,-15 16-1 0 0,15-17 35 0 0,-2-1 249 0 0,10-9 361 0 0,20-6-399 0 0,-9-1-367 0 0,3 1 51 0 0,0 0-1 0 0,0 1 1 0 0,-1 0 0 0 0,1 0-1 0 0,0 1 1 0 0,-1 0-1 0 0,1 1 1 0 0,-1 0-1 0 0,0 1 1 0 0,16 7-1 0 0,-18-7 54 0 0,1 0-1 0 0,-1 1 1 0 0,0 0-1 0 0,-1 0 0 0 0,1 0 1 0 0,-1 1-1 0 0,0 0 0 0 0,0 0 1 0 0,-1 1-1 0 0,1-1 1 0 0,-1 1-1 0 0,-1 0 0 0 0,5 10 1 0 0,-7-14 138 0 0,-1 1-1 0 0,1-1 1 0 0,-1 1 0 0 0,0-1 0 0 0,0 1 0 0 0,-1 0 0 0 0,1-1 0 0 0,-1 1 0 0 0,0 0 0 0 0,0 0 0 0 0,0-1 0 0 0,0 1 0 0 0,-1 0-1 0 0,1-1 1 0 0,-1 1 0 0 0,0 0 0 0 0,0-1 0 0 0,-3 7 0 0 0,2-6-30 0 0,-1 0 1 0 0,0 1-1 0 0,0-1 1 0 0,-1 0-1 0 0,1 0 0 0 0,-1-1 1 0 0,0 1-1 0 0,0-1 1 0 0,0 0-1 0 0,-1 0 0 0 0,-8 5 1 0 0,0-2-11 0 0,0 0 1 0 0,-1-1-1 0 0,0-1 0 0 0,0 0 1 0 0,0-1-1 0 0,-1 0 0 0 0,1-1 1 0 0,-19 0-1 0 0,26-2-424 0 0,0 0 0 0 0,0 0 1 0 0,-1 0-1 0 0,1-1 0 0 0,0 0 0 0 0,0-1 0 0 0,0 0 0 0 0,-10-3 0 0 0,17 5 116 0 0,-1-1-1 0 0,1 1 1 0 0,-1-1-1 0 0,0 1 1 0 0,1-1-1 0 0,-1 0 1 0 0,1 1-1 0 0,-1-1 0 0 0,1 0 1 0 0,-1 1-1 0 0,1-1 1 0 0,0 0-1 0 0,-1 1 1 0 0,1-1-1 0 0,0 0 1 0 0,0 0-1 0 0,-1 0 1 0 0,1 1-1 0 0,0-1 1 0 0,0 0-1 0 0,0 0 1 0 0,0 1-1 0 0,0-1 0 0 0,0 0 1 0 0,0 0-1 0 0,0 0 1 0 0,1 1-1 0 0,-1-1 1 0 0,0 0-1 0 0,0 0 1 0 0,1 0-1 0 0,-1 1 1 0 0,1-2-1 0 0,13-22-6877 0 0,-6 11 1479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95 1680 0 0,'-5'-13'1910'0'0,"2"1"75"0"0,-1 1-1 0 0,0-1 1 0 0,-1 1-1 0 0,-12-19 1 0 0,17 29-1951 0 0,-1 1 1 0 0,1-1 0 0 0,-1 1 0 0 0,1-1-1 0 0,0 1 1 0 0,-1 0 0 0 0,0-1 0 0 0,1 1 0 0 0,-1 0-1 0 0,1 0 1 0 0,-1-1 0 0 0,1 1 0 0 0,-1 0 0 0 0,0 0-1 0 0,1 0 1 0 0,-1 0 0 0 0,1-1 0 0 0,-1 1-1 0 0,0 0 1 0 0,1 0 0 0 0,-1 0 0 0 0,0 1 0 0 0,1-1-1 0 0,-1 0 1 0 0,1 0 0 0 0,-1 0 0 0 0,0 0-1 0 0,1 0 1 0 0,-1 1 0 0 0,1-1 0 0 0,-1 0 0 0 0,1 1-1 0 0,-1-1 1 0 0,1 0 0 0 0,-1 1 0 0 0,1-1 0 0 0,-1 1-1 0 0,1-1 1 0 0,-1 0 0 0 0,1 1 0 0 0,0-1-1 0 0,-1 1 1 0 0,0 0 0 0 0,0 0 0 0 0,-8 9 259 0 0,1-1-1 0 0,0 1 1 0 0,0 1 0 0 0,1-1 0 0 0,-7 14-1 0 0,-27 61 806 0 0,31-61-844 0 0,-72 162 1601 0 0,-67 223 1 0 0,127-335-1747 0 0,4 0 1 0 0,3 2-1 0 0,3 0 0 0 0,4 0 1 0 0,3 0-1 0 0,6 102 0 0 0,2-141-143 0 0,2-1-1 0 0,1 0 0 0 0,2-1 0 0 0,20 60 0 0 0,-21-79-345 0 0,0-1 1 0 0,0 0-1 0 0,2 0 1 0 0,0 0-1 0 0,12 14 0 0 0,-13-20-301 0 0,-1-1-1 0 0,1 0 1 0 0,1-1-1 0 0,-1 0 0 0 0,1 0 1 0 0,0-1-1 0 0,1 0 0 0 0,16 8 1 0 0,4-3-3995 0 0,2-7-2359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280 285 888 0 0,'1'-35'2758'0'0,"-2"0"-1"0"0,-1 0 1 0 0,-2 0 0 0 0,-2 1 0 0 0,-10-40-1 0 0,14 68-2496 0 0,-6-16 596 0 0,8 22-836 0 0,-1-1 0 0 0,1 0 0 0 0,-1 1 0 0 0,1-1 0 0 0,-1 1 0 0 0,1-1-1 0 0,-1 1 1 0 0,1-1 0 0 0,-1 1 0 0 0,1-1 0 0 0,-1 1 0 0 0,0 0 0 0 0,1-1 0 0 0,-1 1 0 0 0,0 0 0 0 0,1-1 0 0 0,-1 1 0 0 0,0 0-1 0 0,0 0 1 0 0,1 0 0 0 0,-1 0 0 0 0,0 0 0 0 0,1 0 0 0 0,-1 0 0 0 0,0 0 0 0 0,0 0 0 0 0,1 0 0 0 0,-1 0 0 0 0,0 0 0 0 0,0 1-1 0 0,-10 3 31 0 0,1 0-1 0 0,1 1 1 0 0,-1 0-1 0 0,1 1 0 0 0,0 0 1 0 0,0 0-1 0 0,0 1 1 0 0,1 0-1 0 0,0 1 0 0 0,-11 14 1 0 0,-1 2 9 0 0,1 1 1 0 0,-24 44 0 0 0,39-61-42 0 0,0 0 0 0 0,0 1 0 0 0,0 0 0 0 0,1 0 0 0 0,1-1 0 0 0,0 2 0 0 0,0-1 0 0 0,0 0 0 0 0,1 0 0 0 0,1 16 0 0 0,0-22-13 0 0,0 0 0 0 0,0 0 0 0 0,1-1 1 0 0,-1 1-1 0 0,1 0 0 0 0,0 0 0 0 0,0 0 0 0 0,0-1 0 0 0,0 1 1 0 0,0 0-1 0 0,1-1 0 0 0,-1 1 0 0 0,1-1 0 0 0,0 1 1 0 0,-1-1-1 0 0,1 0 0 0 0,0 0 0 0 0,0 0 0 0 0,1 0 0 0 0,-1 0 1 0 0,0 0-1 0 0,1 0 0 0 0,-1-1 0 0 0,1 0 0 0 0,-1 1 1 0 0,1-1-1 0 0,0 0 0 0 0,0 0 0 0 0,-1 0 0 0 0,1 0 0 0 0,0-1 1 0 0,0 1-1 0 0,0-1 0 0 0,0 0 0 0 0,0 0 0 0 0,5 0 1 0 0,-2-1 59 0 0,0 1 1 0 0,0-1 0 0 0,-1 0 0 0 0,1 0 0 0 0,0 0-1 0 0,-1-1 1 0 0,1 0 0 0 0,-1 0 0 0 0,1 0 0 0 0,-1-1 0 0 0,0 0-1 0 0,0 0 1 0 0,0 0 0 0 0,0-1 0 0 0,-1 0 0 0 0,1 1 0 0 0,-1-2-1 0 0,0 1 1 0 0,0 0 0 0 0,-1-1 0 0 0,1 0 0 0 0,4-8-1 0 0,4-9 364 0 0,-2-1 0 0 0,0 0 0 0 0,-1-1 0 0 0,5-25 0 0 0,-1 6-213 0 0,-12 42-225 0 0,-1 1-34 0 0,1 0 62 0 0,-1 0 0 0 0,1 0 0 0 0,-1 1 0 0 0,1-1 0 0 0,-1 0 0 0 0,1 0 0 0 0,-1 1 0 0 0,1-1 0 0 0,-1 1 0 0 0,1-1 0 0 0,-1 0 0 0 0,1 1 0 0 0,-1-1 0 0 0,0 1 0 0 0,1-1 0 0 0,-1 1 0 0 0,0-1 1 0 0,0 1-1 0 0,1-1 0 0 0,-1 1 0 0 0,0-1 0 0 0,0 1 0 0 0,0-1 0 0 0,0 1 0 0 0,1-1 0 0 0,-1 1 0 0 0,0 0 0 0 0,2 21 483 0 0,-2-19-425 0 0,-2 209 2913 0 0,1-1-4368 0 0,5-162-4673 0 0,-4-49 5901 0 0,0 1 0 0 0,0-1 0 0 0,1 1 0 0 0,-1-1 0 0 0,0 0 0 0 0,0 1-1 0 0,0-1 1 0 0,1 1 0 0 0,-1-1 0 0 0,0 0 0 0 0,1 1 0 0 0,-1-1 0 0 0,1 1-298 0 0,-1-1 298 0 0,1 1 0 0 0,-1-1 0 0 0,0 0 0 0 0,1 0 0 0 0,-1 1-1 0 0,1-1 1 0 0,-1 0 0 0 0,1 0 0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2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3 184 2012 0 0,'0'-2'3230'0'0,"-2"-47"11368"0"0,8 23-11373 0 0,8 18-2914 0 0,-1 0 1 0 0,1 1-1 0 0,0 1 1 0 0,0 0-1 0 0,25-6 1 0 0,-4 0-361 0 0,-7 3-1093 0 0,30-12-3893 0 0,-22 4-4118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52 0 0,'11'-48'11743'0'0,"-9"41"-10540"0"0,1-1 0 0 0,0 1 0 0 0,7-13 0 0 0,-7 16-1050 0 0,0-1 1 0 0,0 1 0 0 0,0 0 0 0 0,1 0 0 0 0,0 0 0 0 0,-1 1-1 0 0,2 0 1 0 0,-1-1 0 0 0,0 1 0 0 0,0 0 0 0 0,1 1 0 0 0,0-1-1 0 0,-1 1 1 0 0,1 0 0 0 0,0 0 0 0 0,7-1 0 0 0,-6 1-109 0 0,0 1 0 0 0,0 0 1 0 0,0 0-1 0 0,0 1 0 0 0,0 0 0 0 0,0 0 1 0 0,0 0-1 0 0,0 1 0 0 0,0-1 1 0 0,0 2-1 0 0,0-1 0 0 0,0 1 0 0 0,-1-1 1 0 0,1 1-1 0 0,0 1 0 0 0,9 5 1 0 0,-11-5-40 0 0,0 0 1 0 0,-1 0-1 0 0,1 0 1 0 0,-1 0-1 0 0,0 0 1 0 0,0 1-1 0 0,0 0 1 0 0,0-1-1 0 0,0 1 1 0 0,-1 0-1 0 0,0 1 1 0 0,0-1 0 0 0,0 0-1 0 0,0 0 1 0 0,-1 1-1 0 0,0-1 1 0 0,1 1-1 0 0,-2 0 1 0 0,1-1-1 0 0,0 1 1 0 0,-1 0-1 0 0,-1 6 1 0 0,0 2 26 0 0,0 0 0 0 0,-1 0 0 0 0,-1-1 0 0 0,-1 1 0 0 0,1-1 0 0 0,-2 0 0 0 0,0 0 0 0 0,-9 16 0 0 0,-8 9 600 0 0,-32 40 0 0 0,20-29 222 0 0,-16 14-3 0 0,33-41-501 0 0,-20 28 0 0 0,34-44-337 0 0,-4 8 197 0 0,7-12-204 0 0,1-1 0 0 0,-1 1-1 0 0,0-1 1 0 0,0 0-1 0 0,0 1 1 0 0,1-1-1 0 0,-1 1 1 0 0,0-1 0 0 0,1 0-1 0 0,-1 1 1 0 0,0-1-1 0 0,1 1 1 0 0,-1-1-1 0 0,0 0 1 0 0,1 0 0 0 0,-1 1-1 0 0,1-1 1 0 0,-1 0-1 0 0,0 0 1 0 0,1 1-1 0 0,-1-1 1 0 0,1 0 0 0 0,-1 0-1 0 0,1 0 1 0 0,-1 0-1 0 0,1 0 1 0 0,-1 0 0 0 0,1 0-1 0 0,-1 0 1 0 0,1 0-1 0 0,-1 0 1 0 0,1 0-1 0 0,-1 0 1 0 0,1 0 0 0 0,17 1-143 0 0,-1-1 0 0 0,1-1 0 0 0,0-1 0 0 0,-1 0 0 0 0,0-2 0 0 0,1 0 0 0 0,-1 0 0 0 0,-1-2 0 0 0,1 0 0 0 0,26-14 0 0 0,-28 11-1497 0 0,1 0 0 0 0,16-14 0 0 0,-20 13-1644 0 0,-1 0-1 0 0,19-22 1 0 0,-18 18-2662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3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122 133 1892 0 0,'-4'-31'6176'0'0,"-1"0"0"0"0,-13-39 981 0 0,17 72-7068 0 0,0 0 0 0 0,0 0 1 0 0,0 0-1 0 0,1 0 1 0 0,-1 0-1 0 0,0 0 0 0 0,1 0 1 0 0,0 0-1 0 0,-1 0 1 0 0,1 0-1 0 0,0 4 0 0 0,0 1 112 0 0,-1 218 3917 0 0,-16 113-2745 0 0,13-297-1274 0 0,-1 11 466 0 0,-15 70-1 0 0,20-120-377 0 0,-1-2-178 0 0,-1 0 1 0 0,1 0-1 0 0,0 0 0 0 0,0 0 1 0 0,0-1-1 0 0,0 1 0 0 0,0 0 1 0 0,-1-1-1 0 0,1 1 1 0 0,0-1-1 0 0,0 1 0 0 0,0-1 1 0 0,0 0-1 0 0,0 1 0 0 0,1-1 1 0 0,-1 0-1 0 0,0 0 0 0 0,0 0 1 0 0,-1-1-1 0 0,0-1-9 0 0,0 0 1 0 0,1 0-1 0 0,-1 0 1 0 0,1-1-1 0 0,-1 1 1 0 0,0-6-1 0 0,-1-3-71 0 0,2 1 1 0 0,-1 0-1 0 0,1-16 0 0 0,2 3-56 0 0,1-1-1 0 0,1 1 1 0 0,2 0 0 0 0,0 0 0 0 0,1 0 0 0 0,17-38-1 0 0,-12 35 44 0 0,2 1 0 0 0,0 1-1 0 0,2 0 1 0 0,1 1-1 0 0,25-31 1 0 0,-34 47 30 0 0,0 1-1 0 0,1 0 1 0 0,-1 0-1 0 0,1 0 1 0 0,1 1 0 0 0,-1 0-1 0 0,1 1 1 0 0,0 0 0 0 0,0 0-1 0 0,1 1 1 0 0,-1 0 0 0 0,13-3-1 0 0,-20 7 40 0 0,1-1-1 0 0,0 1 1 0 0,0 0-1 0 0,0 0 0 0 0,0 0 1 0 0,-1 1-1 0 0,1-1 1 0 0,0 1-1 0 0,0-1 1 0 0,0 1-1 0 0,-1 0 1 0 0,1 0-1 0 0,0 0 1 0 0,-1 1-1 0 0,1-1 1 0 0,-1 0-1 0 0,0 1 1 0 0,1 0-1 0 0,-1-1 0 0 0,0 1 1 0 0,0 0-1 0 0,0 0 1 0 0,0 1-1 0 0,0-1 1 0 0,-1 0-1 0 0,1 1 1 0 0,-1-1-1 0 0,1 0 1 0 0,-1 1-1 0 0,0 0 1 0 0,0-1-1 0 0,0 1 0 0 0,0 0 1 0 0,0 0-1 0 0,-1-1 1 0 0,1 1-1 0 0,-1 0 1 0 0,0 0-1 0 0,0 0 1 0 0,0 0-1 0 0,0-1 1 0 0,-1 6-1 0 0,-3 2 32 0 0,1 1-1 0 0,-1-1 1 0 0,-1 0-1 0 0,0-1 1 0 0,0 1 0 0 0,-1-1-1 0 0,0 0 1 0 0,-1-1-1 0 0,0 1 1 0 0,0-1 0 0 0,-1 0-1 0 0,-8 6 1 0 0,10-10 62 0 0,0 0-1 0 0,0 0 1 0 0,0-1 0 0 0,-1 0 0 0 0,-11 4 0 0 0,16-7-41 0 0,-18 8-274 0 0,47 8 229 0 0,0 2-1 0 0,-1 1 1 0 0,-1 1-1 0 0,0 1 1 0 0,29 33-1 0 0,-26-25-1503 0 0,1-1 0 0 0,60 42 0 0 0,-65-59-1094 0 0,-21-11 1318 0 0,0 1 0 0 0,1 0 0 0 0,-1-1 0 0 0,0 0 0 0 0,1 1 0 0 0,-1-1 0 0 0,6-1 0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3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230 134 3412 0 0,'-11'-47'5655'0'0,"-5"-33"2668"0"0,16 79-8295 0 0,0 1-1 0 0,0 0 0 0 0,0 0 0 0 0,0 0 1 0 0,0-1-1 0 0,0 1 0 0 0,0 0 1 0 0,0 0-1 0 0,0-1 0 0 0,0 1 0 0 0,0 0 1 0 0,0 0-1 0 0,0 0 0 0 0,0-1 1 0 0,0 1-1 0 0,0 0 0 0 0,0 0 1 0 0,0 0-1 0 0,1-1 0 0 0,-1 1 0 0 0,0 0 1 0 0,0 0-1 0 0,0 0 0 0 0,0 0 1 0 0,0 0-1 0 0,1-1 0 0 0,-1 1 0 0 0,0 0 1 0 0,0 0-1 0 0,0 0 0 0 0,1 0 1 0 0,-1 0-1 0 0,0 0 0 0 0,0 0 0 0 0,0 0 1 0 0,1-1-1 0 0,-1 1 0 0 0,11 2 646 0 0,8 5-93 0 0,-19-7-565 0 0,12 8 269 0 0,0 0 0 0 0,0 1 0 0 0,-1 0 0 0 0,0 0 0 0 0,-1 1 0 0 0,0 1 0 0 0,-1 0 0 0 0,10 13 0 0 0,1 7 458 0 0,32 63 1 0 0,-39-69-655 0 0,-2 1 0 0 0,-2 1 0 0 0,0 0 1 0 0,-1 0-1 0 0,-2 0 0 0 0,-1 1 0 0 0,-1 0 1 0 0,-1 0-1 0 0,-2 0 0 0 0,0 0 1 0 0,-2 0-1 0 0,-2 0 0 0 0,0 0 0 0 0,-2 0 1 0 0,-1 0-1 0 0,-1-1 0 0 0,-1 0 0 0 0,-1-1 1 0 0,-14 27-1 0 0,-3-1-720 0 0,-2-1 0 0 0,-2-1 0 0 0,-42 51 0 0 0,-24 14-3107 0 0,-8-9-4234 0 0,41-48-884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1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24 2576 0 0,'17'-23'15739'0'0,"-39"50"-12240"0"0,-25 33-3570 0 0,38-46 101 0 0,1-3-19 0 0,0 1-1 0 0,1-1 1 0 0,1 1 0 0 0,0 1-1 0 0,0-1 1 0 0,-7 28-1 0 0,13-39-1 0 0,0 1 0 0 0,0-1 0 0 0,0 1 0 0 0,0 0 0 0 0,0-1 0 0 0,0 1 0 0 0,1 0 0 0 0,-1-1 0 0 0,0 1 0 0 0,1-1 0 0 0,0 1 0 0 0,-1-1 0 0 0,1 1 0 0 0,0-1 0 0 0,0 1 0 0 0,0-1-1 0 0,0 0 1 0 0,0 1 0 0 0,0-1 0 0 0,0 0 0 0 0,0 0 0 0 0,0 0 0 0 0,1 0 0 0 0,-1 0 0 0 0,0 0 0 0 0,1 0 0 0 0,2 1 0 0 0,4 2 16 0 0,0 0 0 0 0,1-1 1 0 0,14 4-1 0 0,-14-4-19 0 0,10 3 11 0 0,1 1-1 0 0,-1 1 1 0 0,-1 1-1 0 0,1 0 0 0 0,31 24 1 0 0,-44-29 200 0 0,-1 0 0 0 0,1 0 0 0 0,-1 1 0 0 0,0-1 0 0 0,-1 1 0 0 0,1 0-1 0 0,-1 1 1 0 0,0-1 0 0 0,-1 1 0 0 0,1 0 0 0 0,-1 0 0 0 0,0 0 0 0 0,-1 0 0 0 0,1 1 0 0 0,-1-1 0 0 0,0 1 0 0 0,-1-1 0 0 0,0 1 0 0 0,0 0 0 0 0,0 0 0 0 0,-1 10-1 0 0,-1-13-117 0 0,1 0-1 0 0,-1 0 0 0 0,-1 0 1 0 0,1 0-1 0 0,0 0 0 0 0,-1-1 0 0 0,0 1 1 0 0,0-1-1 0 0,0 1 0 0 0,0-1 1 0 0,-1 1-1 0 0,1-1 0 0 0,-1 0 0 0 0,0 0 1 0 0,0-1-1 0 0,0 1 0 0 0,0 0 1 0 0,-1-1-1 0 0,1 0 0 0 0,0 0 0 0 0,-5 2 1 0 0,1-1-35 0 0,1 0 0 0 0,-1 0 0 0 0,1-1 0 0 0,-1 0 1 0 0,0 0-1 0 0,0-1 0 0 0,0 1 0 0 0,0-2 0 0 0,0 1 0 0 0,0-1 1 0 0,-9 0-1 0 0,9-1-315 0 0,0 0 0 0 0,0-1-1 0 0,0 1 1 0 0,0-1 0 0 0,1 0 0 0 0,-1-1 0 0 0,1 0 0 0 0,-1 0 0 0 0,1 0 0 0 0,-9-7-1 0 0,13 8-273 0 0,-1-1 0 0 0,1 1 0 0 0,-1 0-1 0 0,1-1 1 0 0,0 0 0 0 0,0 0 0 0 0,0 0-1 0 0,0 0 1 0 0,1 0 0 0 0,-1 0 0 0 0,1 0 0 0 0,0 0-1 0 0,0 0 1 0 0,0-1 0 0 0,0 1 0 0 0,1-1-1 0 0,-1 1 1 0 0,1 0 0 0 0,0-1 0 0 0,0 1-1 0 0,0-1 1 0 0,0 1 0 0 0,1-5 0 0 0,3-9-4388 0 0,0-1-2411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9 112 1036 0 0,'0'-2'3224'0'0,"-8"-43"9580"0"0,8 43-12236 0 0,4-1 36 0 0,-4 3-587 0 0,0 0 0 0 0,0-1 0 0 0,0 1 0 0 0,0 0 0 0 0,1-1 0 0 0,-1 1 0 0 0,0-1-1 0 0,0 1 1 0 0,1 0 0 0 0,-1 0 0 0 0,0-1 0 0 0,0 1 0 0 0,1 0 0 0 0,-1 0 0 0 0,0-1 0 0 0,1 1-1 0 0,-1 0 1 0 0,0 0 0 0 0,1 0 0 0 0,-1-1 0 0 0,0 1 0 0 0,1 0 0 0 0,-1 0 0 0 0,1 0 0 0 0,-1 0-1 0 0,1 0 1 0 0,65-12 581 0 0,80-3 0 0 0,-48 6-405 0 0,39-5 891 0 0,-118 11-3389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99 892 0 0,'-21'-33'6318'0'0,"16"24"-4643"0"0,0 0 0 0 0,-1 0 0 0 0,0 1 1 0 0,-1 0-1 0 0,-12-13 0 0 0,17 20-1451 0 0,1 1-163 0 0,-1 0 0 0 0,1 1 0 0 0,-1-1 0 0 0,1 1 0 0 0,0-1 0 0 0,-1 1-1 0 0,1-1 1 0 0,0 1 0 0 0,-1 0 0 0 0,1 0 0 0 0,0-1 0 0 0,0 1 0 0 0,0 0 0 0 0,0 0 0 0 0,0 0 0 0 0,0 0 0 0 0,-2 3 0 0 0,-15 24 649 0 0,14-21-539 0 0,-67 119 2024 0 0,-84 204 0 0 0,124-247-1854 0 0,3 1-1 0 0,4 1 1 0 0,-23 154-1 0 0,42-191-208 0 0,1 1-1 0 0,3 0 1 0 0,10 89-1 0 0,-5-106-129 0 0,2-1-1 0 0,1 1 0 0 0,2-1 1 0 0,1-1-1 0 0,1 0 1 0 0,29 54-1 0 0,-32-71-388 0 0,0 0-1 0 0,1 0 1 0 0,1-1-1 0 0,0 0 1 0 0,0-1-1 0 0,14 11 1 0 0,-17-16-465 0 0,0-1 1 0 0,1 0 0 0 0,-1 0-1 0 0,17 7 1 0 0,-18-10-289 0 0,0 0 0 0 0,0 0 0 0 0,0-1-1 0 0,0 1 1 0 0,1-1 0 0 0,-1-1 0 0 0,11 1 0 0 0,9-4-6117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2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245 279 2188 0 0,'3'-25'1945'0'0,"-2"0"0"0"0,-1 0 0 0 0,0 0 0 0 0,-2 0 0 0 0,-1 0 0 0 0,-1 1 0 0 0,-1-1 0 0 0,-15-42-1 0 0,20 66-1921 0 0,0 0-1 0 0,-1 1 0 0 0,1-1 1 0 0,0 0-1 0 0,-1 1 0 0 0,1-1 1 0 0,0 1-1 0 0,-1-1 0 0 0,1 0 1 0 0,-1 1-1 0 0,1-1 0 0 0,-1 1 1 0 0,1-1-1 0 0,-1 1 0 0 0,0-1 1 0 0,1 1-1 0 0,-1 0 0 0 0,0-1 1 0 0,1 1-1 0 0,-1 0 0 0 0,0 0 1 0 0,1-1-1 0 0,-1 1 0 0 0,0 0 1 0 0,0 0-1 0 0,-1 0-4 0 0,1 0 1 0 0,-1 0 0 0 0,0 0-1 0 0,1 1 1 0 0,-1-1-1 0 0,0 0 1 0 0,1 1 0 0 0,-1 0-1 0 0,1-1 1 0 0,-1 1 0 0 0,0 1-1 0 0,-6 3 2 0 0,0 0 1 0 0,1 1-1 0 0,-9 7 0 0 0,12-9 31 0 0,-13 12-6 0 0,1 0 1 0 0,1 1-1 0 0,-22 31 1 0 0,29-37-30 0 0,1 1 0 0 0,1-1 0 0 0,0 1 1 0 0,1 0-1 0 0,0 1 0 0 0,1-1 0 0 0,-5 23 0 0 0,8-32-9 0 0,1 0 0 0 0,-1 0 0 0 0,1 1 0 0 0,0-1 0 0 0,0 0 0 0 0,0 0 0 0 0,0 1 0 0 0,1-1-1 0 0,-1 0 1 0 0,1 0 0 0 0,0 0 0 0 0,0 0 0 0 0,0 0 0 0 0,0 0 0 0 0,1 0 0 0 0,-1 0 0 0 0,1 0 0 0 0,0-1 0 0 0,0 1 0 0 0,0 0-1 0 0,0-1 1 0 0,0 0 0 0 0,0 1 0 0 0,1-1 0 0 0,-1 0 0 0 0,1 0 0 0 0,2 2 0 0 0,-1-3-27 0 0,0 1 0 0 0,0 0 1 0 0,0-1-1 0 0,0 0 0 0 0,0 0 0 0 0,0 0 1 0 0,0 0-1 0 0,0-1 0 0 0,0 0 0 0 0,0 1 0 0 0,0-1 1 0 0,0-1-1 0 0,0 1 0 0 0,0-1 0 0 0,1 1 1 0 0,-1-1-1 0 0,-1-1 0 0 0,1 1 0 0 0,0 0 1 0 0,7-4-1 0 0,0-2-30 0 0,0 0 0 0 0,0-1 1 0 0,-1 0-1 0 0,0 0 0 0 0,0-1 0 0 0,-1 0 1 0 0,13-17-1 0 0,-1-3 988 0 0,26-46 0 0 0,-45 72-883 0 0,1-2-32 0 0,-2 4 104 0 0,3 6 326 0 0,-4-5-427 0 0,1 1-1 0 0,-1-1 0 0 0,1 1 1 0 0,-1-1-1 0 0,0 0 1 0 0,1 1-1 0 0,-1-1 1 0 0,1 1-1 0 0,-1-1 1 0 0,0 1-1 0 0,1-1 0 0 0,-1 1 1 0 0,0 0-1 0 0,0-1 1 0 0,1 1-1 0 0,-1-1 1 0 0,0 1-1 0 0,0 1 0 0 0,-8 194 4512 0 0,-24 97-3140 0 0,30-254-3659 0 0,2-18-3477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3040 0 0,'8'-31'12074'0'0,"-1"2"-6239"0"0,-5 27-5729 0 0,0 1 0 0 0,0-1 0 0 0,0 1 0 0 0,0 0 0 0 0,1-1 0 0 0,-1 1 0 0 0,1 0 0 0 0,-1 1 0 0 0,0-1 0 0 0,1 0 0 0 0,-1 1 0 0 0,4-1 0 0 0,4-2 94 0 0,70-16 721 0 0,1 0-2356 0 0,-60 12-496 0 0,5-1-1815 0 0,-9 0-2362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3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98 1992 0 0,'-2'-26'6267'0'0,"2"21"-4888"0"0,-1-1 0 0 0,1 0 0 0 0,0 1 1 0 0,0-1-1 0 0,2-9 0 0 0,-1 13-1300 0 0,-1 0 0 0 0,1 1 0 0 0,0-1 0 0 0,0 1 0 0 0,0-1 0 0 0,-1 1 0 0 0,1 0 0 0 0,0-1 0 0 0,1 1 0 0 0,-1 0 0 0 0,0 0 0 0 0,0 0 0 0 0,0-1 0 0 0,1 1 0 0 0,-1 0 0 0 0,1 1 0 0 0,-1-1 0 0 0,1 0 0 0 0,-1 0 0 0 0,1 1 0 0 0,-1-1 0 0 0,1 1 0 0 0,-1-1 0 0 0,1 1 0 0 0,0 0 0 0 0,3-1 0 0 0,1 1 4 0 0,0-1 1 0 0,0 2 0 0 0,1-1 0 0 0,-1 0 0 0 0,10 3 0 0 0,-10-1-45 0 0,0-1-1 0 0,0 1 1 0 0,0 0 0 0 0,0 1 0 0 0,-1-1 0 0 0,1 1-1 0 0,-1 1 1 0 0,1-1 0 0 0,-1 0 0 0 0,0 1 0 0 0,-1 0-1 0 0,1 1 1 0 0,-1-1 0 0 0,1 1 0 0 0,-1-1 0 0 0,-1 1-1 0 0,1 1 1 0 0,-1-1 0 0 0,0 0 0 0 0,3 8 0 0 0,-3-6 60 0 0,0 1 0 0 0,-1 0 1 0 0,0 0-1 0 0,0 0 0 0 0,-1 0 0 0 0,0 1 1 0 0,0-1-1 0 0,-1 0 0 0 0,-1 0 1 0 0,1 1-1 0 0,-1-1 0 0 0,0 0 0 0 0,-1 0 1 0 0,-4 15-1 0 0,-3 0 102 0 0,-1-1 1 0 0,-1 1 0 0 0,-1-2-1 0 0,-1 1 1 0 0,-26 31-1 0 0,-89 89 1662 0 0,36-45-999 0 0,91-96-843 0 0,0 1 0 0 0,0-1 0 0 0,0 1 0 0 0,0-1 0 0 0,0 1 0 0 0,1-1 0 0 0,-1 1 1 0 0,0-1-1 0 0,1 1 0 0 0,-1 0 0 0 0,1-1 0 0 0,-1 4 0 0 0,1-4-12 0 0,0-1 1 0 0,0 1-1 0 0,0 0 0 0 0,0-1 1 0 0,0 1-1 0 0,0 0 1 0 0,1 0-1 0 0,-1-1 0 0 0,0 1 1 0 0,0 0-1 0 0,1-1 0 0 0,-1 1 1 0 0,1-1-1 0 0,-1 1 0 0 0,0 0 1 0 0,1-1-1 0 0,-1 1 1 0 0,1-1-1 0 0,-1 1 0 0 0,1-1 1 0 0,0 1-1 0 0,-1-1 0 0 0,1 1 1 0 0,-1-1-1 0 0,1 0 0 0 0,0 1 1 0 0,-1-1-1 0 0,1 0 1 0 0,0 0-1 0 0,-1 1 0 0 0,1-1 1 0 0,0 0-1 0 0,1 0 0 0 0,11 2 2 0 0,0 0-1 0 0,0-2 1 0 0,1 1-1 0 0,-1-1 1 0 0,0-1-1 0 0,1-1 1 0 0,17-3-1 0 0,98-31-1938 0 0,-98 27 1076 0 0,79-28-3936 0 0,-40 4-4178 0 0,-45 18 1818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237 350 1480 0 0,'-18'-52'11306'0'0,"1"5"-3373"0"0,54 51-7438 0 0,-34-4-477 0 0,0 0 1 0 0,0-1 0 0 0,-1 1-1 0 0,1 0 1 0 0,0-1-1 0 0,0 0 1 0 0,0 0-1 0 0,-1 0 1 0 0,1 0 0 0 0,-1 0-1 0 0,1 0 1 0 0,0-1-1 0 0,-1 1 1 0 0,0-1-1 0 0,1 0 1 0 0,-1 0-1 0 0,3-3 1 0 0,-1 1-4 0 0,-1-1 0 0 0,0 1 0 0 0,0-1 0 0 0,0 0 0 0 0,-1 0 1 0 0,1 0-1 0 0,-1 0 0 0 0,2-9 0 0 0,0-2-6 0 0,-2 0 0 0 0,1-1 0 0 0,-2 1 0 0 0,0 0 1 0 0,-2-22-1 0 0,0-21-292 0 0,1 57 206 0 0,-1 4-47 0 0,-6 8 87 0 0,1 0 0 0 0,0 1-1 0 0,1 0 1 0 0,0 0 0 0 0,-4 13-1 0 0,-15 67 308 0 0,15-56-70 0 0,-94 515 2220 0 0,87-425-2080 0 0,-27 150 1081 0 0,34-245-257 0 0,8-29-1112 0 0,1 0 0 0 0,-1 0 1 0 0,0 0-1 0 0,0 1 0 0 0,0-1 0 0 0,0-1 0 0 0,0 1 1 0 0,0 0-1 0 0,0 0 0 0 0,0 0 0 0 0,0 0 0 0 0,0-1 1 0 0,0 1-1 0 0,0 0 0 0 0,-1-1 0 0 0,1 1 0 0 0,0-1 1 0 0,-3 1-1 0 0,3-1-36 0 0,0 0 0 0 0,0 0 0 0 0,-1 0 0 0 0,1-1 0 0 0,0 1 0 0 0,0 0 0 0 0,0-1 0 0 0,0 1 0 0 0,-1 0 0 0 0,1-1 0 0 0,0 1 0 0 0,0-1 0 0 0,0 0 0 0 0,0 1 0 0 0,0-1 0 0 0,0 0 0 0 0,0 0 0 0 0,1 0 0 0 0,-1 1 0 0 0,0-1 0 0 0,0 0 0 0 0,1 0 0 0 0,-1 0 0 0 0,0-2 0 0 0,-14-23 101 0 0,15 26-115 0 0,-4-12-43 0 0,0 0 0 0 0,1 0 0 0 0,0 0 0 0 0,1 0 0 0 0,0-1 0 0 0,1 1 0 0 0,1-1 0 0 0,-1 1 0 0 0,2-1 0 0 0,0 1 0 0 0,1-1 0 0 0,0 1 0 0 0,0 0 0 0 0,2 0 0 0 0,-1 0 0 0 0,8-16 0 0 0,-1 5-83 0 0,1 1 0 0 0,1 1 0 0 0,1 0 0 0 0,0 0 0 0 0,2 2-1 0 0,0 0 1 0 0,26-26 0 0 0,-26 31 48 0 0,0 0 0 0 0,1 1 0 0 0,0 1 0 0 0,1 0 0 0 0,1 1 0 0 0,0 1 0 0 0,0 0 0 0 0,1 2 0 0 0,0 0 0 0 0,21-5 0 0 0,-37 12 67 0 0,0 0 0 0 0,0 1 0 0 0,-1-1 0 0 0,1 1 0 0 0,0 0-1 0 0,0 0 1 0 0,0 0 0 0 0,0 0 0 0 0,0 0 0 0 0,0 1 0 0 0,0-1 0 0 0,0 1 0 0 0,-1 0 0 0 0,1 0 0 0 0,0 0 0 0 0,0 0-1 0 0,-1 0 1 0 0,1 0 0 0 0,-1 1 0 0 0,1 0 0 0 0,-1-1 0 0 0,0 1 0 0 0,1 0 0 0 0,2 3 0 0 0,-5-3 11 0 0,1-1 1 0 0,0 1 0 0 0,-1-1 0 0 0,0 1-1 0 0,1-1 1 0 0,-1 1 0 0 0,0-1 0 0 0,0 1 0 0 0,1 0-1 0 0,-1-1 1 0 0,-1 1 0 0 0,1 0 0 0 0,0-1-1 0 0,0 1 1 0 0,-1-1 0 0 0,1 1 0 0 0,0-1-1 0 0,-1 1 1 0 0,0-1 0 0 0,1 1 0 0 0,-1-1-1 0 0,0 1 1 0 0,0-1 0 0 0,-1 2 0 0 0,-24 27 74 0 0,15-20-65 0 0,0-1 0 0 0,-1 0 0 0 0,0-1 0 0 0,-1-1 0 0 0,1 0 0 0 0,-1-1 0 0 0,-1 0 0 0 0,-19 6 0 0 0,18-11-9 0 0,11-1-7 0 0,1 0 1 0 0,-13-1-330 0 0,17 0 324 0 0,0 1 1 0 0,0-1-1 0 0,-1 1 1 0 0,1-1-1 0 0,0 1 0 0 0,0 0 1 0 0,0-1-1 0 0,0 1 1 0 0,0 0-1 0 0,0 0 1 0 0,0-1-1 0 0,0 1 0 0 0,0 0 1 0 0,0 0-1 0 0,0 0 1 0 0,0 0-1 0 0,0 1 0 0 0,0-1 1 0 0,-1 0-1 0 0,1 0 1 0 0,0 1-1 0 0,0-1 0 0 0,0 0 1 0 0,0 1-1 0 0,0-1 1 0 0,0 1-1 0 0,1 0 0 0 0,31 19-151 0 0,-26-15 110 0 0,23 16-31 0 0,31 28 1 0 0,-45-34-32 0 0,1 0-1 0 0,1-2 0 0 0,0 0 0 0 0,0-1 1 0 0,2-1-1 0 0,24 11 0 0 0,-29-17-1241 0 0,0 0 0 0 0,28 5 1 0 0,-35-9-1012 0 0,1 0 0 0 0,0-1 1 0 0,14 0-1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4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104 167 624 0 0,'-28'-161'17502'0'0,"28"161"-17474"0"0,0 0 0 0 0,0 0 1 0 0,1 0-1 0 0,-1 0 1 0 0,0 0-1 0 0,0 0 1 0 0,0 1-1 0 0,1-1 0 0 0,-1 0 1 0 0,0 0-1 0 0,0 0 1 0 0,0 0-1 0 0,1 0 0 0 0,-1 0 1 0 0,0 0-1 0 0,0 0 1 0 0,1 0-1 0 0,-1 0 1 0 0,0 0-1 0 0,0 0 0 0 0,0 0 1 0 0,1 0-1 0 0,-1 0 1 0 0,0 0-1 0 0,0 0 0 0 0,1 0 1 0 0,-1-1-1 0 0,0 1 1 0 0,0 0-1 0 0,0 0 0 0 0,0 0 1 0 0,1 0-1 0 0,-1 0 1 0 0,0 0-1 0 0,0-1 1 0 0,0 1-1 0 0,0 0 0 0 0,1 0 1 0 0,-1 0-1 0 0,0 0 1 0 0,0-1-1 0 0,0 1 0 0 0,0 0 1 0 0,0 0-1 0 0,0 0 1 0 0,0-1-1 0 0,0 1 0 0 0,1 0 1 0 0,-1 0-1 0 0,0-1 1 0 0,0 1-1 0 0,0 0 1 0 0,0 0-1 0 0,0 0 0 0 0,0-1 1 0 0,0 1-1 0 0,0 0 1 0 0,-1 0-1 0 0,1-1 0 0 0,14 16 576 0 0,6 10 218 0 0,-2 1 0 0 0,0 0 1 0 0,-2 2-1 0 0,-1 0 0 0 0,20 56 1 0 0,-24-51-542 0 0,-2-1 1 0 0,-2 1-1 0 0,0 1 1 0 0,-3-1-1 0 0,-1 1 1 0 0,-1 0 0 0 0,-2 0-1 0 0,-1-1 1 0 0,-6 38-1 0 0,-6 4-232 0 0,-3 0-1 0 0,-28 79 1 0 0,22-93-1464 0 0,-35 68 1 0 0,45-105 91 0 0,-1 0 1 0 0,-17 21 0 0 0,21-33-1904 0 0,0-1-1 0 0,-21 18 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5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44 153 1368 0 0,'-4'-14'2725'0'0,"1"1"0"0"0,0-2 0 0 0,-2-22 0 0 0,5 34-2096 0 0,0 0 1 0 0,-1 0 0 0 0,1 0-1 0 0,-1 0 1 0 0,0 0-1 0 0,1 0 1 0 0,-4-5-1 0 0,-1-13 4813 0 0,6 20-5424 0 0,-1 1 0 0 0,1-1 0 0 0,-1 0 0 0 0,1 0 0 0 0,0 0 0 0 0,0 0-1 0 0,-1 1 1 0 0,1-1 0 0 0,0 0 0 0 0,0 1 0 0 0,0-1 0 0 0,-1 1 0 0 0,3-1 0 0 0,59-7 144 0 0,122 2 0 0 0,-153 7-133 0 0,146 5-470 0 0,-175-5 434 0 0,1 1 1 0 0,-1-1-1 0 0,0 1 0 0 0,1-1 1 0 0,-1 1-1 0 0,0 0 1 0 0,0 0-1 0 0,0 0 1 0 0,-1 0-1 0 0,1 0 0 0 0,0 0 1 0 0,-1 0-1 0 0,0 1 1 0 0,1-1-1 0 0,0 4 0 0 0,8 15 271 0 0,-2 0-1 0 0,0 1 0 0 0,8 40 0 0 0,5 73 1098 0 0,-15-88-832 0 0,44 462 2104 0 0,-29 3-1387 0 0,-19-449-1136 0 0,-9 1027 2732 0 0,1-885-2652 0 0,4-95-190 0 0,-7 394 0 0 0,26-2 0 0 0,51 48 0 0 0,-58-468 0 0 0,0 9 0 0 0,-10-89 0 0 0,0 0 0 0 0,1 0 0 0 0,-1 0 0 0 0,0-1 0 0 0,0 1 0 0 0,0 0 0 0 0,-1 0 0 0 0,1 0 0 0 0,0 0 0 0 0,-1-1 0 0 0,1 1 0 0 0,-1 0 0 0 0,1 0 0 0 0,-1-1 0 0 0,0 1 0 0 0,0 0 0 0 0,0-1 0 0 0,0 1 0 0 0,0-1 0 0 0,0 1 0 0 0,0-1 0 0 0,0 0 0 0 0,-1 1 0 0 0,1-1 0 0 0,0 0 0 0 0,-1 0 0 0 0,1 0 0 0 0,-1 0 0 0 0,0 0 0 0 0,1 0 0 0 0,-1 0 0 0 0,0 0 0 0 0,1-1 0 0 0,-1 1 0 0 0,0-1 0 0 0,0 1 0 0 0,-3-1 0 0 0,-4 3 0 0 0,-283 79-2592 0 0,120-39 41 0 0,28-7-9680 0 0,63-14-758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8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93 1304 0 0,'0'-20'4402'0'0,"0"7"-80"0"0,0 0 0 0 0,-3-24 0 0 0,2 35-3891 0 0,0-5 263 0 0,-1 6-347 0 0,0 11 82 0 0,-49 387 944 0 0,22-190-7158 0 0,21-154-2026 0 0,3-37 1865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79 1728 0 0,'-174'42'17584'0'0,"133"-29"-14699"0"0,39-12-2303 0 0,4 0-308 0 0,0 0-223 0 0,0 1 0 0 0,1-1 0 0 0,-1 0 0 0 0,0-1 0 0 0,1 1 0 0 0,-1 0 0 0 0,1-1 0 0 0,-1 1 0 0 0,1-1 0 0 0,0 0 0 0 0,-1 0 0 0 0,4 0 0 0 0,38-5 121 0 0,-22 2-71 0 0,864-100-230 0 0,-866 101-176 0 0,200-28-2781 0 0,-217 30 1933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55 696 0 0,'-6'-14'6585'0'0,"-10"-20"2758"0"0,16 33-8877 0 0,-1 1-430 0 0,1-1 1 0 0,0 1 0 0 0,0 0-1 0 0,0 0 1 0 0,0-1 0 0 0,0 1 0 0 0,0 0-1 0 0,0 0 1 0 0,0-1 0 0 0,-1 1-1 0 0,1 0 1 0 0,0 0 0 0 0,0 0 0 0 0,0-1-1 0 0,0 1 1 0 0,-1 0 0 0 0,1 0-1 0 0,0 0 1 0 0,0 0 0 0 0,-1 0 0 0 0,1-1-1 0 0,0 1 1 0 0,0 0 0 0 0,-1 0-1 0 0,1 0 1 0 0,0 0 0 0 0,0 0-1 0 0,-1 0 1 0 0,1 0 0 0 0,0 0 0 0 0,-1 0-1 0 0,-2 5 97 0 0,1 0 0 0 0,-1 1 0 0 0,1 0 0 0 0,0-1 0 0 0,1 1 0 0 0,-1 0 0 0 0,0 6 0 0 0,-4 50 615 0 0,4-36-486 0 0,-26 175 554 0 0,-3 26-1279 0 0,28-198-791 0 0,-1 8-2190 0 0,5-15-4228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86 114 2892 0 0,'11'-65'13319'0'0,"-10"40"-10630"0"0,-1 24-2641 0 0,0 1 1 0 0,0-1-1 0 0,0 0 1 0 0,0 0-1 0 0,0 0 1 0 0,1 0-1 0 0,-1 0 1 0 0,0 0-1 0 0,0 1 1 0 0,1-1 0 0 0,-1 0-1 0 0,1 0 1 0 0,-1 0-1 0 0,0 1 1 0 0,1-1-1 0 0,0 0 1 0 0,-1 0-1 0 0,1 1 1 0 0,-1-1-1 0 0,1 1 1 0 0,0-1-1 0 0,-1 0 1 0 0,1 1-1 0 0,0-1 1 0 0,0 1-1 0 0,1-1 1 0 0,0 0-4 0 0,1 0 0 0 0,-1 1 0 0 0,1-1 0 0 0,0 1 0 0 0,-1-1 0 0 0,1 1 0 0 0,0 0 0 0 0,-1 0 0 0 0,4 1 0 0 0,5 0-11 0 0,1 1 0 0 0,-1 0 0 0 0,14 6 0 0 0,-14-5-31 0 0,-1 1-1 0 0,-1 1 1 0 0,1-1-1 0 0,-1 2 1 0 0,0-1 0 0 0,0 1-1 0 0,0 1 1 0 0,13 12-1 0 0,-19-16 44 0 0,0 1-1 0 0,0-1 0 0 0,0 0 0 0 0,0 1 0 0 0,-1 0 0 0 0,0-1 0 0 0,0 1 0 0 0,0 0 0 0 0,0 0 0 0 0,0 0 0 0 0,-1 1 0 0 0,0-1 0 0 0,0 0 1 0 0,0 1-1 0 0,0-1 0 0 0,-1 0 0 0 0,1 1 0 0 0,-1-1 0 0 0,0 1 0 0 0,-1-1 0 0 0,1 0 0 0 0,-1 1 0 0 0,-2 6 0 0 0,-3 5 142 0 0,0-1-1 0 0,-2 0 0 0 0,1-1 1 0 0,-2 1-1 0 0,0-1 1 0 0,-1-1-1 0 0,-14 16 0 0 0,-88 81 829 0 0,100-99-893 0 0,-100 93 158 0 0,111-104-276 0 0,1 1-1 0 0,-1-1 1 0 0,1 0 0 0 0,-1 1-1 0 0,1-1 1 0 0,-1 1 0 0 0,0-1 0 0 0,1 1-1 0 0,0-1 1 0 0,-1 1 0 0 0,1 0-1 0 0,-1-1 1 0 0,1 1 0 0 0,0 0 0 0 0,-1-1-1 0 0,1 1 1 0 0,0 0 0 0 0,0-1-1 0 0,-1 1 1 0 0,1 0 0 0 0,0-1 0 0 0,0 1-1 0 0,0 0 1 0 0,0 0 0 0 0,0-1-1 0 0,0 1 1 0 0,0 0 0 0 0,0-1-1 0 0,0 1 1 0 0,0 0 0 0 0,1 0 0 0 0,-1-1-1 0 0,0 1 1 0 0,0 0 0 0 0,1-1-1 0 0,-1 1 1 0 0,0 0 0 0 0,1-1 0 0 0,-1 1-1 0 0,1-1 1 0 0,-1 1 0 0 0,1-1-1 0 0,-1 1 1 0 0,1-1 0 0 0,-1 1 0 0 0,1-1-1 0 0,-1 1 1 0 0,1-1 0 0 0,0 0-1 0 0,-1 1 1 0 0,1-1 0 0 0,0 0 0 0 0,-1 1-1 0 0,1-1 1 0 0,1 0 0 0 0,2 2 45 0 0,1 0 0 0 0,0 0-1 0 0,0-1 1 0 0,0 1 0 0 0,10 0 0 0 0,37-3 63 0 0,0-2-1 0 0,-1-3 0 0 0,52-11 1 0 0,-7 1 146 0 0,-46 9 2 0 0,-47 6-268 0 0,23-5-2418 0 0,-17 4-262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1912 0 0,'27'-88'23074'0'0,"-25"83"-21362"0"0,4-5 1236 0 0,-5 19-2661 0 0,1 24 822 0 0,7 41 1 0 0,-2-27-575 0 0,27 296-455 0 0,-27-297-80 0 0,-6-33 0 0 0,0-2 0 0 0,0-1 0 0 0,1-1 0 0 0,-1-1-5 0 0,1 1-1701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0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82 1548 0 0,'9'-6'3009'0'0,"-1"0"0"0"0,0-1 0 0 0,0-1-1 0 0,10-10 865 0 0,-11 9-783 0 0,-7 8-3053 0 0,1 1 0 0 0,-1-1 1 0 0,0 1-1 0 0,0-1 0 0 0,0 0 1 0 0,0 1-1 0 0,0-1 0 0 0,0 0 0 0 0,0 1 1 0 0,0-1-1 0 0,0 0 0 0 0,0 1 0 0 0,0-1 1 0 0,0 0-1 0 0,0 1 0 0 0,0-1 1 0 0,-1 1-1 0 0,1-1 0 0 0,0 0 0 0 0,0 1 1 0 0,-1-1-1 0 0,1 1 0 0 0,-1-1 0 0 0,1 1 1 0 0,0-1-1 0 0,-1 1 0 0 0,1-1 1 0 0,-2 0-1 0 0,0 0 1 0 0,1 0-1 0 0,-1 0 1 0 0,0 0 0 0 0,0 0 0 0 0,0 0 0 0 0,-1 1 0 0 0,1-1 0 0 0,0 0-1 0 0,-2 1 1 0 0,-47-2-16 0 0,48 3 23 0 0,-13 0-55 0 0,0 1-1 0 0,0 1 1 0 0,1 0-1 0 0,-1 1 1 0 0,-26 11-1 0 0,11-1-50 0 0,-47 28-1 0 0,69-37 44 0 0,0 2 0 0 0,0-1 0 0 0,0 2-1 0 0,1-1 1 0 0,0 1 0 0 0,0 0 0 0 0,1 0 0 0 0,0 1 0 0 0,0 0 0 0 0,1 1 0 0 0,1-1-1 0 0,-1 1 1 0 0,2 0 0 0 0,-1 0 0 0 0,1 1 0 0 0,1 0 0 0 0,0-1 0 0 0,0 1 0 0 0,1 0-1 0 0,-1 20 1 0 0,0 26-40 0 0,8 88 1 0 0,18 58 731 0 0,-9-90-197 0 0,1 18-338 0 0,75 886 3988 0 0,-82 231-320 0 0,-43-527-1654 0 0,0-418-2153 0 0,35-267 0 0 0,5-25 0 0 0,-3-9 0 0 0,1 0 0 0 0,0 0 0 0 0,0-1 0 0 0,0 1 0 0 0,0-1 0 0 0,0 1 0 0 0,0-1 0 0 0,0 0 0 0 0,0 0 0 0 0,0 0 0 0 0,1 0 0 0 0,-1-1 0 0 0,0 0 0 0 0,1 1 0 0 0,-1-1 0 0 0,6-1 0 0 0,11 0 0 0 0,32-7 0 0 0,-36 5 0 0 0,606-138-5850 0 0,-318 64 3099 0 0,-267 69 1700 0 0,109-28-2839 0 0,-51 8-4206 0 0,-54 14-629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0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40 1220 0 0,'-2'-13'5824'0'0,"-2"-7"-1649"0"0,1 14-2074 0 0,2 17-1827 0 0,-11 464 3508 0 0,9-373-3095 0 0,3-101-704 0 0,-1 9-1344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0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91 1644 0 0,'18'-70'14489'0'0,"-19"72"-14431"0"0,-1 0 1 0 0,1 0-1 0 0,0 0 1 0 0,0 0-1 0 0,0 0 1 0 0,0 0-1 0 0,0 0 0 0 0,0 0 1 0 0,0 4-1 0 0,0-4 4 0 0,-9 29 263 0 0,-11 60 0 0 0,19-75-272 0 0,0 1 1 0 0,1 0-1 0 0,1-1 0 0 0,0 1 0 0 0,4 25 0 0 0,-3-37-29 0 0,0-1 0 0 0,-1 0 0 0 0,2 0 0 0 0,-1 0 0 0 0,0 0 0 0 0,1 0 0 0 0,0 0 0 0 0,-1 0 0 0 0,1-1-1 0 0,1 1 1 0 0,-1-1 0 0 0,1 1 0 0 0,-1-1 0 0 0,1 0 0 0 0,0 0 0 0 0,0 0 0 0 0,0 0 0 0 0,1-1 0 0 0,-1 1 0 0 0,1-1 0 0 0,-1 0 0 0 0,1 0-1 0 0,0 0 1 0 0,0 0 0 0 0,0-1 0 0 0,0 1 0 0 0,0-1 0 0 0,0 0 0 0 0,0-1 0 0 0,0 1 0 0 0,6 0 0 0 0,-3-2 28 0 0,0 0 1 0 0,0 0 0 0 0,0 0 0 0 0,-1-1 0 0 0,1 0-1 0 0,0 0 1 0 0,-1 0 0 0 0,0-1 0 0 0,1 0 0 0 0,-1 0-1 0 0,0-1 1 0 0,0 0 0 0 0,-1 0 0 0 0,1 0-1 0 0,-1-1 1 0 0,0 0 0 0 0,0 0 0 0 0,-1 0 0 0 0,1 0-1 0 0,-1-1 1 0 0,0 0 0 0 0,5-10 0 0 0,-5 8 3 0 0,0 0 1 0 0,0 0-1 0 0,-1-1 0 0 0,0 1 1 0 0,-1 0-1 0 0,0-1 1 0 0,0 0-1 0 0,-1 1 0 0 0,0-1 1 0 0,0 0-1 0 0,-1 0 1 0 0,0 0-1 0 0,-1 0 1 0 0,1 1-1 0 0,-2-1 0 0 0,1 0 1 0 0,-5-11-1 0 0,3 12-102 0 0,-1 1-1 0 0,0-1 0 0 0,0 1 1 0 0,0-1-1 0 0,-1 1 0 0 0,0 1 1 0 0,-1-1-1 0 0,1 1 0 0 0,-1 0 1 0 0,-1 0-1 0 0,1 0 0 0 0,-1 1 1 0 0,0 0-1 0 0,0 1 1 0 0,0-1-1 0 0,-1 1 0 0 0,0 1 1 0 0,1 0-1 0 0,-1 0 0 0 0,-1 0 1 0 0,1 1-1 0 0,0 0 0 0 0,0 0 1 0 0,-13 0-1 0 0,19 2-162 0 0,0 0 0 0 0,0 0-1 0 0,0 0 1 0 0,0 0 0 0 0,0 0-1 0 0,0 1 1 0 0,0-1 0 0 0,0 1-1 0 0,0-1 1 0 0,0 1 0 0 0,1 0-1 0 0,-1 0 1 0 0,0-1 0 0 0,0 1-1 0 0,1 0 1 0 0,-1 1 0 0 0,0-1 0 0 0,-2 3-1 0 0,-7 17-7527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0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1432 0 0,'17'-70'17895'0'0,"-18"105"-17590"0"0,1 4-89 0 0,4 38-1 0 0,-3-65-168 0 0,1-1-1 0 0,0 1 0 0 0,1-1 0 0 0,0 0 0 0 0,1 0 0 0 0,0 0 0 0 0,11 20 1 0 0,-14-29-31 0 0,1 1 1 0 0,-1-1 0 0 0,1 0 0 0 0,0 0 0 0 0,0 1 0 0 0,0-1 0 0 0,0 0 0 0 0,0-1 0 0 0,0 1 0 0 0,0 0 0 0 0,1-1 0 0 0,-1 1 0 0 0,1-1 0 0 0,-1 0 0 0 0,1 1-1 0 0,-1-1 1 0 0,1-1 0 0 0,3 2 0 0 0,-2-2-3 0 0,0 1-1 0 0,0-1 0 0 0,0-1 0 0 0,-1 1 1 0 0,1 0-1 0 0,0-1 0 0 0,0 0 0 0 0,-1 0 1 0 0,1 0-1 0 0,-1 0 0 0 0,1-1 0 0 0,3-1 1 0 0,6-5 18 0 0,-1 0 1 0 0,0-1-1 0 0,0 0 1 0 0,0-1-1 0 0,16-18 1 0 0,-9 5 575 0 0,22-34 0 0 0,-10 14 727 0 0,-31 42-1372 0 0,0 1 34 0 0,0 0-1 0 0,0 0 1 0 0,1-1 0 0 0,-1 1-1 0 0,0 0 1 0 0,0 0 0 0 0,0-1-1 0 0,0 1 1 0 0,0 0 0 0 0,0 0-1 0 0,0 0 1 0 0,0-1-1 0 0,0 1 1 0 0,1 0 0 0 0,-1 0-1 0 0,0 0 1 0 0,0 0 0 0 0,0-1-1 0 0,0 1 1 0 0,0 0 0 0 0,1 0-1 0 0,-1 0 1 0 0,0 0 0 0 0,0 0-1 0 0,0 0 1 0 0,1 0-1 0 0,-1-1 1 0 0,0 1 0 0 0,0 0-1 0 0,0 0 1 0 0,1 0 0 0 0,-1 0-1 0 0,1 0 1 0 0,-1 0 0 0 0,0 0 1 0 0,0 0-1 0 0,1 1 0 0 0,-1-1 1 0 0,0 0-1 0 0,1 0 0 0 0,-1 0 1 0 0,0 0-1 0 0,0 1 0 0 0,1-1 1 0 0,-1 0-1 0 0,0 0 0 0 0,0 0 1 0 0,0 1-1 0 0,1-1 0 0 0,-1 0 1 0 0,0 0-1 0 0,0 1 0 0 0,0-1 1 0 0,0 0-1 0 0,0 1 0 0 0,1-1 1 0 0,-1 0-1 0 0,0 1 0 0 0,0-1 1 0 0,0 0-1 0 0,0 0 0 0 0,0 1 1 0 0,0-1-1 0 0,0 0 0 0 0,0 1 1 0 0,0-1-1 0 0,0 0 0 0 0,0 1 1 0 0,-17 299 1163 0 0,11-227-1030 0 0,3-13 7 0 0,-2-14 97 0 0,5-44-254 0 0,-1-1-647 0 0,0-1 639 0 0,1 0-1 0 0,0 0 1 0 0,0 0-1 0 0,0 1 1 0 0,0-1-1 0 0,0 0 1 0 0,0 0-1 0 0,0 0 1 0 0,0 0-1 0 0,0 0 1 0 0,0 1-1 0 0,-1-1 1 0 0,1 0-1 0 0,0 0 1 0 0,0 0-1 0 0,0 0 0 0 0,0 0 1 0 0,0 1-1 0 0,0-1 1 0 0,0 0-1 0 0,0 0 1 0 0,0 0-1 0 0,0 0 1 0 0,0 1-1 0 0,1-1 1 0 0,-1 0-1 0 0,0 0 1 0 0,0 0-1 0 0,0 0 1 0 0,0 0-1 0 0,0 1 1 0 0,0-1-1 0 0,0 0 0 0 0,0 0 1 0 0,0 0-1 0 0,0 0 1 0 0,1 0-1 0 0,-1 0 1 0 0,0 1-1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06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76 1848 0 0,'-28'-23'22434'0'0,"27"22"-22064"0"0,4 1-232 0 0,78-3 349 0 0,156-26 1 0 0,-141 12-439 0 0,-94 17-391 0 0,2-2-293 0 0,1 1 1735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1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28 143 852 0 0,'3'-5'1774'0'0,"0"-1"1"0"0,0 1-1 0 0,-1 0 0 0 0,0 0 1 0 0,0-1-1 0 0,2-8 3237 0 0,-17-21-2126 0 0,18 29-2894 0 0,-1 1 1 0 0,2 0 0 0 0,-1 0-1 0 0,0 1 1 0 0,1-1-1 0 0,0 1 1 0 0,0 0-1 0 0,0 1 1 0 0,0 0 0 0 0,1 0-1 0 0,0 0 1 0 0,-1 0-1 0 0,1 1 1 0 0,0 0 0 0 0,0 1-1 0 0,0 0 1 0 0,0 0-1 0 0,0 0 1 0 0,0 1-1 0 0,0 0 1 0 0,1 0 0 0 0,-1 1-1 0 0,9 2 1 0 0,-12-3 1 0 0,0 1 0 0 0,0 0 1 0 0,0 1-1 0 0,0-1 0 0 0,-1 1 1 0 0,1-1-1 0 0,0 1 0 0 0,-1 0 1 0 0,0 0-1 0 0,1 1 0 0 0,-1-1 0 0 0,0 1 1 0 0,0-1-1 0 0,0 1 0 0 0,0 0 1 0 0,-1 0-1 0 0,1 1 0 0 0,-1-1 1 0 0,0 0-1 0 0,0 1 0 0 0,0-1 1 0 0,0 1-1 0 0,-1 0 0 0 0,0 0 1 0 0,1 0-1 0 0,-1-1 0 0 0,-1 1 0 0 0,1 0 1 0 0,0 0-1 0 0,-1 0 0 0 0,0 5 1 0 0,0 4 1 0 0,0 0 1 0 0,-1-1 0 0 0,-1 1 0 0 0,0 0-1 0 0,0-1 1 0 0,-2 1 0 0 0,1-1-1 0 0,-9 18 1 0 0,3-12 11 0 0,-1-1 0 0 0,-1 1 0 0 0,0-1 0 0 0,-1-1 0 0 0,-19 20 0 0 0,-78 68 48 0 0,96-94-51 0 0,-27 28 180 0 0,39-37-147 0 0,1 0-34 0 0,0-1 0 0 0,0 0-1 0 0,0 0 1 0 0,0 1 0 0 0,0-1 0 0 0,0 0-1 0 0,0 1 1 0 0,0-1 0 0 0,1 0 0 0 0,-1 0 0 0 0,0 1-1 0 0,0-1 1 0 0,0 0 0 0 0,0 0 0 0 0,1 0-1 0 0,-1 1 1 0 0,0-1 0 0 0,0 0 0 0 0,0 0-1 0 0,1 0 1 0 0,-1 1 0 0 0,0-1 0 0 0,0 0-1 0 0,1 0 1 0 0,-1 0 0 0 0,0 0 0 0 0,0 0 0 0 0,1 0-1 0 0,-1 0 1 0 0,0 0 0 0 0,0 1 0 0 0,1-1-1 0 0,-1 0 1 0 0,1 0 0 0 0,14 0 50 0 0,-9 0-23 0 0,76-5 47 0 0,148-28 0 0 0,-153 20-77 0 0,-27 3 1 0 0,-16 3-17 0 0,7 1-38 0 0,-39 5 46 0 0,1 1-5 0 0,7-1 6 0 0,-8 1 3 0 0,1 0-12 0 0,6-2 10 0 0,-7 2 42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4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589 109 128 0 0,'30'-39'13665'0'0,"-27"34"-12594"0"0,-3 5-892 0 0,1 0 0 0 0,-1-1-1 0 0,1 1 1 0 0,-1-1 0 0 0,0 1 0 0 0,1-1 0 0 0,-1 0 0 0 0,0 1-1 0 0,1-1 1 0 0,-1 1 0 0 0,0-1 0 0 0,0 1 0 0 0,0-1 0 0 0,1 0-1 0 0,-1 1 1 0 0,0-1 0 0 0,0 0 0 0 0,0 1 0 0 0,0-1 0 0 0,0 1 0 0 0,0-2-1 0 0,-3-2-123 0 0,-1 0 1 0 0,1 1-1 0 0,-1-1 0 0 0,0 1 0 0 0,0 0 0 0 0,0 0 0 0 0,0 0 0 0 0,0 0 0 0 0,-1 1 0 0 0,1 0 0 0 0,-1 0 0 0 0,1 0 0 0 0,-1 0 0 0 0,0 1 0 0 0,0 0 0 0 0,-9-2 0 0 0,-9 0-73 0 0,0 1-1 0 0,-29 1 0 0 0,36 1-6 0 0,-1 0-1 0 0,0 1 0 0 0,1 1 1 0 0,-1 1-1 0 0,-18 6 0 0 0,27-7 4 0 0,0 1 0 0 0,0 1-1 0 0,1 0 1 0 0,-1 0 0 0 0,1 0 0 0 0,0 1-1 0 0,0 0 1 0 0,0 0 0 0 0,1 1 0 0 0,0 0-1 0 0,-11 13 1 0 0,7-5-2 0 0,1 1 0 0 0,0 0 1 0 0,1 0-1 0 0,1 1 0 0 0,0 0 0 0 0,1 1 0 0 0,1-1 1 0 0,1 1-1 0 0,-3 18 0 0 0,-2 28 232 0 0,0 71 0 0 0,8-102-2 0 0,10 781 1590 0 0,-5-717-1759 0 0,10 510 252 0 0,-46 91-267 0 0,-29-3 70 0 0,16-197-136 0 0,25 1 88 0 0,8-116 344 0 0,12-381-385 0 0,0-1 1 0 0,0 0-1 0 0,0 1 1 0 0,0-1-1 0 0,1 0 1 0 0,-1 1-1 0 0,0-1 1 0 0,0 1-1 0 0,0-1 1 0 0,0 0-1 0 0,0 1 1 0 0,0-1-1 0 0,1 0 1 0 0,-1 1-1 0 0,0-1 1 0 0,0 0 0 0 0,1 0-1 0 0,-1 1 1 0 0,0-1-1 0 0,0 0 1 0 0,1 1-1 0 0,-1-1 1 0 0,0 0-1 0 0,1 0 1 0 0,-1 0-1 0 0,0 1 1 0 0,1-1-1 0 0,-1 0 1 0 0,0 0-1 0 0,1 0 1 0 0,-1 0-1 0 0,0 0 1 0 0,1 0-1 0 0,-1 0 1 0 0,1 0-1 0 0,-1 0 1 0 0,0 0-1 0 0,1 0 1 0 0,-1 0-1 0 0,1 0 1 0 0,16-3 48 0 0,-15 2-56 0 0,54-16-122 0 0,60-26-1 0 0,-48 17-571 0 0,51-18-1438 0 0,9-3-1628 0 0,-44 15-1823 0 0,-22 7-2028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91 1404 0 0,'-28'-20'9948'0'0,"27"20"-9813"0"0,0-1 0 0 0,0 0 1 0 0,0 1-1 0 0,0-1 0 0 0,1 0 1 0 0,-1 0-1 0 0,0 0 0 0 0,1 0 1 0 0,-1 0-1 0 0,1 0 0 0 0,-1 0 1 0 0,1 0-1 0 0,-1 0 0 0 0,1 0 0 0 0,0 0 1 0 0,-1 0-1 0 0,1 0 0 0 0,0 0 1 0 0,0-1-1 0 0,0 1 0 0 0,0 0 1 0 0,0 0-1 0 0,0 0 0 0 0,0 0 1 0 0,0 0-1 0 0,0 0 0 0 0,1 0 1 0 0,-1-1-1 0 0,0 1 0 0 0,2-1 1 0 0,-1-1-93 0 0,1 1 1 0 0,0 0 0 0 0,0 0 0 0 0,0 0 0 0 0,0 0 0 0 0,0 0 0 0 0,1 0-1 0 0,-1 1 1 0 0,1-1 0 0 0,-1 1 0 0 0,4-2 0 0 0,1 0-21 0 0,-1 1 1 0 0,1 0 0 0 0,-1 0-1 0 0,1 0 1 0 0,0 1 0 0 0,0 0-1 0 0,0 0 1 0 0,0 1 0 0 0,-1 0-1 0 0,1 0 1 0 0,0 0 0 0 0,0 1-1 0 0,0 0 1 0 0,13 4 0 0 0,-16-4-22 0 0,0 1 1 0 0,1 0-1 0 0,-1 0 1 0 0,0 0-1 0 0,0 0 1 0 0,0 1 0 0 0,-1-1-1 0 0,1 1 1 0 0,-1 0-1 0 0,1 0 1 0 0,-1 0-1 0 0,0 1 1 0 0,0-1-1 0 0,0 1 1 0 0,-1 0-1 0 0,1-1 1 0 0,-1 1 0 0 0,0 1-1 0 0,0-1 1 0 0,0 0-1 0 0,-1 0 1 0 0,1 1-1 0 0,0 5 1 0 0,-1 2 16 0 0,0 1 1 0 0,-1-1-1 0 0,0 1 1 0 0,-1-1-1 0 0,0 1 1 0 0,-1-1-1 0 0,0 0 1 0 0,-1 0-1 0 0,-1 0 1 0 0,-6 15-1 0 0,-4 6 28 0 0,-2 0 0 0 0,-24 38 0 0 0,-1-8 1064 0 0,-93 108 0 0 0,133-169-1001 0 0,0-1 0 0 0,0 0 0 0 0,0 0-1 0 0,-1 0 1 0 0,1 0 0 0 0,0 0 0 0 0,-1 0-1 0 0,1 0 1 0 0,-1 0 0 0 0,-2 1 0 0 0,4-2-87 0 0,-1 0 1 0 0,1 0-1 0 0,-1 0 1 0 0,0 0-1 0 0,1 0 1 0 0,-1 0-1 0 0,0 0 0 0 0,1 0 1 0 0,-1 0-1 0 0,0 0 1 0 0,1-1-1 0 0,-1 1 1 0 0,0 0-1 0 0,1 0 1 0 0,-1-1-1 0 0,1 1 1 0 0,-1 0-1 0 0,1-1 0 0 0,-1 1 1 0 0,1 0-1 0 0,-1-1 1 0 0,1 1-1 0 0,-1-1 1 0 0,1 1-1 0 0,-1-1 1 0 0,1 1-1 0 0,-1-2 1 0 0,1 1-13 0 0,-1-1 0 0 0,1 1 0 0 0,0-1 1 0 0,0 1-1 0 0,-1-1 0 0 0,1 0 1 0 0,0 1-1 0 0,1-1 0 0 0,-1 1 1 0 0,0-1-1 0 0,0 1 0 0 0,1-1 0 0 0,-1 1 1 0 0,1-1-1 0 0,0-1 0 0 0,1 0-18 0 0,-1 0-1 0 0,1 1 1 0 0,0-1-1 0 0,0 1 1 0 0,0 0-1 0 0,0-1 1 0 0,1 1-1 0 0,-1 0 1 0 0,1 0-1 0 0,-1 1 1 0 0,1-1-1 0 0,0 0 1 0 0,-1 1-1 0 0,1 0 1 0 0,0 0-1 0 0,0 0 1 0 0,0 0 0 0 0,0 0-1 0 0,0 0 1 0 0,0 1-1 0 0,1-1 1 0 0,-1 1-1 0 0,0 0 1 0 0,0 0-1 0 0,0 0 1 0 0,0 0-1 0 0,0 1 1 0 0,0-1-1 0 0,0 1 1 0 0,0 0-1 0 0,0 0 1 0 0,5 2-1 0 0,5 4-63 0 0,0-1 0 0 0,0 2 0 0 0,-1 0-1 0 0,0 0 1 0 0,14 15 0 0 0,-15-14 14 0 0,54 40-3238 0 0,-56-44 1974 0 0,-1 0 0 0 0,1-1-1 0 0,-1 0 1 0 0,1 0 0 0 0,0-1 0 0 0,15 4 0 0 0,-2-4-4112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6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262 114 964 0 0,'3'-12'2064'0'0,"-1"0"0"0"0,-1 0 0 0 0,0 0-1 0 0,0 0 1 0 0,-1-1 0 0 0,-2-18 0 0 0,2 31-2023 0 0,-1 0 1 0 0,1-1-1 0 0,0 1 0 0 0,0-1 1 0 0,0 1-1 0 0,0-1 0 0 0,-1 1 1 0 0,1-1-1 0 0,0 1 1 0 0,0 0-1 0 0,-1-1 0 0 0,1 1 1 0 0,0-1-1 0 0,-1 1 0 0 0,1 0 1 0 0,0-1-1 0 0,-1 1 1 0 0,1 0-1 0 0,-1 0 0 0 0,1-1 1 0 0,0 1-1 0 0,-1 0 0 0 0,1 0 1 0 0,-1-1-1 0 0,1 1 1 0 0,-1 0-1 0 0,1 0 0 0 0,-1 0 1 0 0,1 0-1 0 0,-1 0 1 0 0,1 0-1 0 0,-1 0 0 0 0,1 0 1 0 0,-1 0-1 0 0,1 0 0 0 0,-1 0 1 0 0,1 0-1 0 0,-1 0 1 0 0,0 1-1 0 0,-16 7 475 0 0,0 5-214 0 0,0 0 1 0 0,2 2-1 0 0,0 0 1 0 0,0 1-1 0 0,2 0 1 0 0,-18 27 0 0 0,10-11-50 0 0,2 2 1 0 0,-24 60 0 0 0,37-79-226 0 0,0 1 0 0 0,2 0-1 0 0,0 1 1 0 0,1-1 0 0 0,1 1-1 0 0,0-1 1 0 0,1 1 0 0 0,1 21-1 0 0,1-31-13 0 0,0-1 0 0 0,0 1-1 0 0,0-1 1 0 0,1 0-1 0 0,0 0 1 0 0,0 0 0 0 0,1 0-1 0 0,0 0 1 0 0,0 0-1 0 0,6 8 1 0 0,-6-10 3 0 0,0-1 0 0 0,0 1 0 0 0,0-1 0 0 0,1 0 0 0 0,0 0 0 0 0,-1-1 0 0 0,1 1 0 0 0,0-1 0 0 0,0 1 0 0 0,1-1 0 0 0,-1-1 0 0 0,0 1 0 0 0,1 0 0 0 0,-1-1 0 0 0,1 0 0 0 0,5 0 0 0 0,-4 0 5 0 0,-1 0 0 0 0,1-1 1 0 0,0 0-1 0 0,-1 0 1 0 0,1-1-1 0 0,0 0 1 0 0,-1 0-1 0 0,1 0 0 0 0,-1 0 1 0 0,1-1-1 0 0,-1 0 1 0 0,0 0-1 0 0,6-4 1 0 0,-8 5-14 0 0,-1-1 0 0 0,0 1 0 0 0,0-1 0 0 0,0 0 0 0 0,0 1 0 0 0,0-1 0 0 0,0 0 0 0 0,-1 0 1 0 0,1 0-1 0 0,-1 0 0 0 0,1-1 0 0 0,-1 1 0 0 0,0 0 0 0 0,0-1 0 0 0,0 1 0 0 0,0-1 0 0 0,0 1 0 0 0,0-1 0 0 0,-1 1 1 0 0,1-1-1 0 0,-1 1 0 0 0,0-1 0 0 0,0 0 0 0 0,0 1 0 0 0,0-1 0 0 0,0 1 0 0 0,0-1 0 0 0,-1 0 0 0 0,0 1 1 0 0,-1-5-1 0 0,1 3-136 0 0,-1 0 0 0 0,1 0 1 0 0,-1 0-1 0 0,0 0 1 0 0,0 0-1 0 0,0 1 0 0 0,-1-1 1 0 0,1 1-1 0 0,-1 0 1 0 0,0 0-1 0 0,0 0 0 0 0,0 0 1 0 0,0 0-1 0 0,-1 1 1 0 0,1-1-1 0 0,-1 1 0 0 0,0 0 1 0 0,1 0-1 0 0,-1 0 1 0 0,0 1-1 0 0,0-1 0 0 0,0 1 1 0 0,0 0-1 0 0,-6-1 1 0 0,4 1-112 0 0,0 1 1 0 0,0-1 0 0 0,0 1 0 0 0,0 1 0 0 0,0-1-1 0 0,0 1 1 0 0,-1 0 0 0 0,1 0 0 0 0,1 1 0 0 0,-1 0-1 0 0,0 0 1 0 0,0 0 0 0 0,1 0 0 0 0,-1 1 0 0 0,1 0 0 0 0,-6 5-1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97 1772 0 0,'-4'-75'12090'0'0,"5"74"-11953"0"0,-1 0 0 0 0,0 0 0 0 0,0 0 0 0 0,0 0 1 0 0,0 0-1 0 0,0 0 0 0 0,0 0 0 0 0,0 0 0 0 0,0 0 0 0 0,-1 0 0 0 0,1 0 1 0 0,0 0-1 0 0,-1 0 0 0 0,1 0 0 0 0,0 1 0 0 0,-1-1 0 0 0,1 0 0 0 0,-1 0 0 0 0,1 0 1 0 0,-1 0-1 0 0,0 0 0 0 0,0 1-83 0 0,0 0-1 0 0,1 0 1 0 0,-1 0-1 0 0,0 0 1 0 0,1 0 0 0 0,-1 0-1 0 0,0 1 1 0 0,1-1-1 0 0,-1 0 1 0 0,1 0 0 0 0,-1 1-1 0 0,0-1 1 0 0,1 0-1 0 0,-1 1 1 0 0,1-1 0 0 0,-1 0-1 0 0,1 1 1 0 0,-1-1 0 0 0,1 1-1 0 0,-1-1 1 0 0,1 1-1 0 0,-1 0 1 0 0,-28 42 615 0 0,26-38-307 0 0,-33 59 443 0 0,3 0-1 0 0,-50 138 1 0 0,53-107-502 0 0,-29 164 0 0 0,44-170-227 0 0,-2 99 0 0 0,16-152-89 0 0,1 0 0 0 0,2 0 0 0 0,2 0 0 0 0,1 0 0 0 0,16 59 0 0 0,-18-85-257 0 0,1-1 0 0 0,-1 1 0 0 0,1-1 0 0 0,1 0 0 0 0,0 0 0 0 0,0-1 0 0 0,9 12 0 0 0,-11-17-139 0 0,0 0 1 0 0,0 0-1 0 0,0 0 1 0 0,0-1-1 0 0,0 0 1 0 0,1 1 0 0 0,-1-1-1 0 0,8 3 1 0 0,-7-4-250 0 0,0 0 0 0 0,-1 0 0 0 0,1 0 1 0 0,0-1-1 0 0,0 1 0 0 0,0-1 0 0 0,-1 0 1 0 0,1 0-1 0 0,0 0 0 0 0,7-2 1 0 0,12-4-6105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95 2648 0 0,'-24'-95'15305'0'0,"17"110"-13928"0"0,6 41-349 0 0,3 78-195 0 0,-1-113-745 0 0,2-1 1 0 0,0 0-1 0 0,1 0 1 0 0,10 29-1 0 0,-13-45-68 0 0,1 0 0 0 0,0 1 0 0 0,0-1 0 0 0,0-1 0 0 0,0 1 0 0 0,1 0-1 0 0,0 0 1 0 0,-1-1 0 0 0,1 1 0 0 0,0-1 0 0 0,1 0 0 0 0,-1 0 0 0 0,1 0 0 0 0,-1-1-1 0 0,1 1 1 0 0,0-1 0 0 0,0 0 0 0 0,0 0 0 0 0,6 2 0 0 0,-7-3-16 0 0,1 0 1 0 0,-1-1 0 0 0,1 1-1 0 0,-1-1 1 0 0,1 0 0 0 0,-1 0-1 0 0,1 0 1 0 0,-1-1 0 0 0,1 1-1 0 0,-1-1 1 0 0,1 0 0 0 0,-1 0-1 0 0,1 0 1 0 0,-1 0 0 0 0,0-1-1 0 0,0 1 1 0 0,0-1 0 0 0,0 0-1 0 0,0 0 1 0 0,0 0 0 0 0,0 0-1 0 0,0 0 1 0 0,-1-1 0 0 0,4-3-1 0 0,1-3-18 0 0,0 0-1 0 0,0 0 1 0 0,-1 0-1 0 0,0-1 0 0 0,-1 0 1 0 0,5-11-1 0 0,17-64 1519 0 0,-23 72-811 0 0,-2 4-596 0 0,1-1 165 0 0,0 17 145 0 0,0 16 452 0 0,-2 1-1 0 0,-3 43 0 0 0,1-37-620 0 0,-5 179 134 0 0,5-122-5508 0 0,5-69 126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7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2532 0 0,'2'-15'7711'0'0,"9"-9"-1186"0"0,4 6-3973 0 0,-10 15-2448 0 0,1 0-1 0 0,-1 0 0 0 0,0 0 0 0 0,1 0 1 0 0,0 1-1 0 0,10-3 0 0 0,6-1 52 0 0,43-14-2851 0 0,-2 0-6853 0 0,-46 13 4000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9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42 162 1848 0 0,'7'-29'5381'0'0,"4"-36"0"0"0,0-2 972 0 0,-9 171 796 0 0,-13 131-3352 0 0,-22 116-2612 0 0,26-308-1030 0 0,4-24 305 0 0,-2 36 0 0 0,5-55-460 0 0,-1 0 0 0 0,1 0 0 0 0,0 0 1 0 0,0 0-1 0 0,0 0 0 0 0,0 0 0 0 0,0 0 0 0 0,0 0 1 0 0,0-1-1 0 0,-1 1 0 0 0,1 0 0 0 0,0 0 0 0 0,0 0 0 0 0,0 0 1 0 0,0 0-1 0 0,0 0 0 0 0,0 0 0 0 0,-1 0 0 0 0,1 0 1 0 0,0 0-1 0 0,0 0 0 0 0,0 0 0 0 0,0 0 0 0 0,0 0 0 0 0,-1 0 1 0 0,1 0-1 0 0,0 0 0 0 0,0 0 0 0 0,0 0 0 0 0,0 0 1 0 0,0 0-1 0 0,0 1 0 0 0,-1-1 0 0 0,1 0 0 0 0,0 0 0 0 0,0 0 1 0 0,0 0-1 0 0,0 0 0 0 0,0 0 0 0 0,0 0 0 0 0,0 0 1 0 0,0 0-1 0 0,0 1 0 0 0,-1-1 0 0 0,1 0 0 0 0,0 0 0 0 0,0 0 1 0 0,0 0-1 0 0,0 0 0 0 0,0 0 0 0 0,0 1 0 0 0,0-1 1 0 0,0 0-1 0 0,-6-14-259 0 0,5-11 95 0 0,0-1 0 0 0,2 1 0 0 0,1-1 1 0 0,1 1-1 0 0,1 0 0 0 0,2 0 1 0 0,0 0-1 0 0,1 1 0 0 0,2 0 0 0 0,0 0 1 0 0,2 1-1 0 0,0 0 0 0 0,2 1 0 0 0,0 0 1 0 0,31-37-1 0 0,-37 51 86 0 0,0 0 0 0 0,1 0 0 0 0,0 1 0 0 0,0 0-1 0 0,1 0 1 0 0,0 1 0 0 0,0 0 0 0 0,0 0 0 0 0,1 1 0 0 0,16-6 0 0 0,-24 10 58 0 0,0 0 1 0 0,-1 1 0 0 0,1 0 0 0 0,0-1 0 0 0,0 1 0 0 0,0 0-1 0 0,0 0 1 0 0,0 0 0 0 0,0 0 0 0 0,0 1 0 0 0,-1-1 0 0 0,1 0-1 0 0,0 1 1 0 0,0 0 0 0 0,0-1 0 0 0,-1 1 0 0 0,1 0 0 0 0,0 0-1 0 0,0 0 1 0 0,-1 0 0 0 0,1 0 0 0 0,-1 0 0 0 0,1 0 0 0 0,-1 0-1 0 0,0 1 1 0 0,1-1 0 0 0,-1 1 0 0 0,1 1 0 0 0,0-1 10 0 0,-1 1 0 0 0,1-1 1 0 0,-1 1-1 0 0,0-1 0 0 0,0 1 0 0 0,0-1 1 0 0,0 1-1 0 0,-1 0 0 0 0,1-1 1 0 0,-1 1-1 0 0,0 0 0 0 0,0 0 0 0 0,1-1 1 0 0,-2 1-1 0 0,1 0 0 0 0,0 0 1 0 0,-1 3-1 0 0,-3 4 16 0 0,0-1 0 0 0,0 0 1 0 0,0-1-1 0 0,-1 1 0 0 0,0-1 0 0 0,-1 0 0 0 0,0 0 1 0 0,0-1-1 0 0,-1 0 0 0 0,0 0 0 0 0,0 0 1 0 0,0-1-1 0 0,-1 0 0 0 0,-10 6 0 0 0,-14 7 60 0 0,0-2-1 0 0,-46 19 0 0 0,65-31-68 0 0,13-5-8 0 0,-1 0 0 0 0,1 0-1 0 0,0 1 1 0 0,-1-1 0 0 0,1 0 0 0 0,0 0-1 0 0,-1 0 1 0 0,1 1 0 0 0,0-1 0 0 0,-1 0-1 0 0,1 0 1 0 0,0 1 0 0 0,-1-1-1 0 0,1 0 1 0 0,0 1 0 0 0,0-1 0 0 0,-1 0-1 0 0,1 1 1 0 0,0-1 0 0 0,0 0 0 0 0,0 1-1 0 0,-1-1 1 0 0,1 1 0 0 0,0-1-1 0 0,0 0 1 0 0,0 1 0 0 0,0-1 0 0 0,0 1-1 0 0,0 0 1 0 0,7 12-142 0 0,23 12 76 0 0,-22-19 48 0 0,20 18-166 0 0,101 78-191 0 0,-109-88-1177 0 0,31 14 0 0 0,-38-22-317 0 0,1 0 0 0 0,0-1 0 0 0,19 4 0 0 0,-14-6-3565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39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223 181 1144 0 0,'-24'-167'16777'0'0,"24"166"-16746"0"0,0 1 0 0 0,0 0-1 0 0,0-1 1 0 0,0 1 0 0 0,0-1 0 0 0,0 1 0 0 0,0 0-1 0 0,-1-1 1 0 0,1 1 0 0 0,0 0 0 0 0,0-1 0 0 0,1 1-1 0 0,-1-1 1 0 0,0 1 0 0 0,0 0 0 0 0,0-1 0 0 0,0 1-1 0 0,0 0 1 0 0,0-1 0 0 0,0 1 0 0 0,1-1 0 0 0,-1 1-1 0 0,0 0 1 0 0,0 0 0 0 0,0-1 0 0 0,1 1 0 0 0,-1 0-1 0 0,0-1 1 0 0,1 1 0 0 0,-1 0 0 0 0,0 0 0 0 0,0-1-1 0 0,1 1 1 0 0,-1 0 0 0 0,0 0 0 0 0,1 0 0 0 0,-1 0-1 0 0,1-1 1 0 0,-1 1 0 0 0,0 0 0 0 0,1 0 0 0 0,-1 0-1 0 0,0 0 1 0 0,1 0 0 0 0,-1 0 0 0 0,1 0 0 0 0,-1 0-1 0 0,0 0 1 0 0,1 0 0 0 0,-1 0 0 0 0,0 0 0 0 0,1 0-1 0 0,-1 0 1 0 0,1 1 0 0 0,-1-1 0 0 0,1 0 0 0 0,1 1 47 0 0,0 0 1 0 0,1 0 0 0 0,-1 0-1 0 0,0 0 1 0 0,0 0 0 0 0,0 1-1 0 0,0-1 1 0 0,2 3 0 0 0,6 7 42 0 0,-1 0 1 0 0,0 1-1 0 0,-1 0 1 0 0,0 1-1 0 0,-1 0 1 0 0,-1 0-1 0 0,0 0 1 0 0,-1 1-1 0 0,7 25 1 0 0,-5-11-2 0 0,-2 0 1 0 0,-1 0 0 0 0,-1 0 0 0 0,-1 35-1 0 0,-4-14-128 0 0,-3 0 0 0 0,-2 0-1 0 0,-1-1 1 0 0,-3 0 0 0 0,-2 0-1 0 0,-25 60 1 0 0,12-46-1644 0 0,-37 61-1 0 0,-46 50-7139 0 0,58-103 1148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22 1320 0 0,'-9'7'14853'0'0,"9"-7"-14821"0"0,0 0-1 0 0,0 0 1 0 0,-1 0 0 0 0,1 1 0 0 0,0-1 0 0 0,0 0-1 0 0,0 0 1 0 0,0 0 0 0 0,0 1 0 0 0,0-1 0 0 0,0 0-1 0 0,0 0 1 0 0,0 0 0 0 0,0 1 0 0 0,0-1 0 0 0,0 0-1 0 0,0 0 1 0 0,0 1 0 0 0,0-1 0 0 0,0 0 0 0 0,0 0-1 0 0,0 0 1 0 0,0 1 0 0 0,0-1 0 0 0,0 0 0 0 0,0 0-1 0 0,1 0 1 0 0,-1 1 0 0 0,0-1 0 0 0,0 0-1 0 0,0 0 1 0 0,0 0 0 0 0,0 0 0 0 0,0 1 0 0 0,1-1-1 0 0,-1 0 1 0 0,0 0 0 0 0,0 0 0 0 0,0 0 0 0 0,1 0-1 0 0,-1 0 1 0 0,0 0 0 0 0,0 1 0 0 0,0-1 0 0 0,1 0-1 0 0,-1 0 1 0 0,18 2 693 0 0,25-6-427 0 0,-37 4-238 0 0,67-7-734 0 0,87-20-1 0 0,-157 26 8 0 0,4 1 566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7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20 976 0 0,'-7'-6'12123'0'0,"0"6"-12887"0"0,-18 6 9500 0 0,15-1-8139 0 0,8-5-590 0 0,0 5 53 0 0,6-7 18 0 0,-2 1-63 0 0,12-6-49 0 0,-4 3 12 0 0,0 0-1 0 0,1 1 1 0 0,0 0-1 0 0,0 1 1 0 0,0 1 0 0 0,-1 0-1 0 0,2 0 1 0 0,-1 1-1 0 0,0 0 1 0 0,0 1 0 0 0,0 0-1 0 0,0 1 1 0 0,-1 0-1 0 0,1 1 1 0 0,0 0-1 0 0,-1 1 1 0 0,0 0 0 0 0,0 0-1 0 0,0 1 1 0 0,0 0-1 0 0,-1 1 1 0 0,12 9 0 0 0,-18-12 28 0 0,0 0 0 0 0,0 0 0 0 0,0 0 0 0 0,-1 0 0 0 0,1 1 0 0 0,-1-1 0 0 0,0 1 0 0 0,0-1 0 0 0,0 1 0 0 0,-1 0 0 0 0,1 0 0 0 0,-1 0 0 0 0,0 0 0 0 0,0 0 1 0 0,0 0-1 0 0,0 0 0 0 0,-1 0 0 0 0,0 1 0 0 0,0-1 0 0 0,0 0 0 0 0,0 0 0 0 0,-1 0 0 0 0,-1 7 0 0 0,-2 8 49 0 0,-2-1 1 0 0,0 0-1 0 0,-15 30 0 0 0,18-40-41 0 0,-25 48 3005 0 0,28-54-2453 0 0,-1 3-98 0 0,3-5-50 0 0,3-1-497 0 0,-3 1 25 0 0,1 0 15 0 0,1 0 12 0 0,1 0 0 0 0,-1 1-1 0 0,1-1 1 0 0,-1 1 0 0 0,1 0 0 0 0,-1 1 0 0 0,0-1 0 0 0,0 1 0 0 0,1 0 0 0 0,-1 0 0 0 0,0 0-1 0 0,-1 0 1 0 0,1 1 0 0 0,0 0 0 0 0,-1 0 0 0 0,1 0 0 0 0,-1 0 0 0 0,0 0 0 0 0,5 7 0 0 0,-1 0 12 0 0,-1 0 1 0 0,0 0 0 0 0,0 1 0 0 0,-1 0-1 0 0,-1 0 1 0 0,0 0 0 0 0,0 1 0 0 0,-1-1-1 0 0,0 1 1 0 0,-1 0 0 0 0,-1 0 0 0 0,0 0-1 0 0,0 0 1 0 0,-2 13 0 0 0,0-15 162 0 0,0 0 0 0 0,-1 0 1 0 0,0-1-1 0 0,0 1 1 0 0,-1-1-1 0 0,-1 1 0 0 0,0-1 1 0 0,0 0-1 0 0,0 0 0 0 0,-1-1 1 0 0,-1 1-1 0 0,1-1 0 0 0,-1-1 1 0 0,-1 1-1 0 0,1-1 0 0 0,-1 0 1 0 0,-14 11-1 0 0,13-13-10 0 0,0 0 0 0 0,0 0 0 0 0,-1-1 0 0 0,1 0 0 0 0,-1 0 0 0 0,0-1 0 0 0,0-1 0 0 0,-1 1 0 0 0,1-1 0 0 0,0-1 0 0 0,-1 0 0 0 0,1 0 0 0 0,-1-1 0 0 0,1 0 0 0 0,-20-3 1 0 0,7-1-701 0 0,0 0 1 0 0,0-2-1 0 0,1-1 1 0 0,0-1 0 0 0,-33-16-1 0 0,43 16-1246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418 135 3060 0 0,'-2'-24'4116'0'0,"-1"0"-1"0"0,-8-25 1 0 0,-3 13-1216 0 0,14 35-2759 0 0,-2 2-46 0 0,-1 0-67 0 0,0 1 1 0 0,1-1-1 0 0,-1 1 0 0 0,1 0 0 0 0,0 0 1 0 0,0 0-1 0 0,-1 0 0 0 0,1 0 0 0 0,0 0 1 0 0,1 1-1 0 0,-1-1 0 0 0,-2 5 0 0 0,-18 38 443 0 0,14-28-346 0 0,-55 120 1332 0 0,-79 252 0 0 0,49 18-808 0 0,80-319-487 0 0,4 1 1 0 0,5 150-1 0 0,7-188-27 0 0,10 56 0 0 0,-9-85-193 0 0,2 0 0 0 0,0 0 0 0 0,1 0 1 0 0,19 38-1 0 0,-22-52-203 0 0,1-1 0 0 0,0 1 1 0 0,0-1-1 0 0,1-1 0 0 0,-1 1 0 0 0,2-1 0 0 0,-1 0 1 0 0,1 0-1 0 0,0-1 0 0 0,0 0 0 0 0,0 0 1 0 0,1 0-1 0 0,-1-1 0 0 0,1 0 0 0 0,1-1 1 0 0,-1 0-1 0 0,0 0 0 0 0,12 2 0 0 0,-11-3-728 0 0,1-1 0 0 0,0 0-1 0 0,0-1 1 0 0,-1 0 0 0 0,1 0 0 0 0,0-1-1 0 0,0 0 1 0 0,-1 0 0 0 0,1-1-1 0 0,10-4 1 0 0,2-2-4307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8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66 872 0 0,'8'-66'15240'0'0,"-8"95"-13472"0"0,-6 40-218 0 0,-2 40-617 0 0,8-93-869 0 0,1-1 0 0 0,0 0 1 0 0,1 0-1 0 0,1 0 0 0 0,4 15 1 0 0,-6-27-54 0 0,0-1 1 0 0,0 1 0 0 0,0-1 0 0 0,0 1 0 0 0,0-1 0 0 0,0 0 0 0 0,1 0 0 0 0,-1 0-1 0 0,1 1 1 0 0,-1-1 0 0 0,1 0 0 0 0,0-1 0 0 0,0 1 0 0 0,0 0 0 0 0,0-1-1 0 0,0 1 1 0 0,0-1 0 0 0,0 1 0 0 0,0-1 0 0 0,1 0 0 0 0,-1 0 0 0 0,1 0 0 0 0,-1 0-1 0 0,1 0 1 0 0,-1-1 0 0 0,1 1 0 0 0,-1-1 0 0 0,1 0 0 0 0,-1 0 0 0 0,1 0-1 0 0,0 0 1 0 0,-1 0 0 0 0,1 0 0 0 0,-1-1 0 0 0,1 1 0 0 0,-1-1 0 0 0,1 1 0 0 0,-1-1-1 0 0,1 0 1 0 0,-1 0 0 0 0,0 0 0 0 0,1-1 0 0 0,-1 1 0 0 0,0-1 0 0 0,0 1-1 0 0,0-1 1 0 0,0 0 0 0 0,0 1 0 0 0,2-4 0 0 0,8-12 129 0 0,0 1-1 0 0,-2-2 1 0 0,0 1 0 0 0,-1-2-1 0 0,14-37 1 0 0,-15 33 70 0 0,-7 22-251 0 0,0 3 84 0 0,-1 0 9 0 0,1 0 1 0 0,0 0-1 0 0,-1 0 1 0 0,0 0-1 0 0,0 0 1 0 0,1 0-1 0 0,-1 0 1 0 0,0 0-1 0 0,-1 3 0 0 0,-59 526 2991 0 0,54-468-8482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8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2520 0 0,'5'-14'7310'0'0,"4"-7"130"0"0,-9 20-7360 0 0,0 0 0 0 0,0 1-1 0 0,0-1 1 0 0,1 0 0 0 0,-1 0-1 0 0,0 1 1 0 0,0-1 0 0 0,1 0-1 0 0,-1 1 1 0 0,0-1 0 0 0,1 0-1 0 0,-1 1 1 0 0,1-1 0 0 0,-1 1-1 0 0,0-1 1 0 0,1 1 0 0 0,0-1-1 0 0,-1 1 1 0 0,1-1 0 0 0,-1 1-1 0 0,1-1 1 0 0,-1 1 0 0 0,1 0 0 0 0,0-1-1 0 0,-1 1 1 0 0,1 0 0 0 0,1-1-1 0 0,18-8 571 0 0,112-26-9 0 0,-61 18-2842 0 0,-15 5-1174 0 0,6-2-4275 0 0,-40 8 2488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88 394 2524 0 0,'2'-13'7065'0'0,"-5"-28"2023"0"0,-6 3-4940 0 0,3 24-3866 0 0,0-1-1 0 0,0 1 0 0 0,-1 1 1 0 0,-1 0-1 0 0,-16-22 1 0 0,21 30-311 0 0,0 1 1 0 0,0-1-1 0 0,0 0 1 0 0,1 0-1 0 0,0 0 1 0 0,-3-10-1 0 0,7 14-17 0 0,0 0 0 0 0,0 0 0 0 0,0 0 0 0 0,0 0 0 0 0,0 0-1 0 0,0 0 1 0 0,0 1 0 0 0,1-1 0 0 0,3 0 0 0 0,42-8-1437 0 0,51-4 1 0 0,27-3 429 0 0,-106 12 937 0 0,30-11-1 0 0,-43 13 121 0 0,0-1 0 0 0,-1 0-1 0 0,1 0 1 0 0,-1-1 0 0 0,0 0 0 0 0,0 0 0 0 0,10-10-1 0 0,-7 5 841 0 0,-1-1-1 0 0,13-20 0 0 0,-20 28-774 0 0,-5 21 345 0 0,-36 132 2122 0 0,17-61-1719 0 0,-46 141 194 0 0,0-3-1103 0 0,66-219-112 0 0,-3 13-1171 0 0,-5 34 0 0 0,10-49 581 0 0,1 0-1 0 0,0 1 1 0 0,0-1 0 0 0,0 0-1 0 0,2 8 1 0 0,-1-13 360 0 0,-1-1 1 0 0,0 0-1 0 0,1 1 1 0 0,-1-1-1 0 0,1 0 0 0 0,-1 1 1 0 0,1-1-1 0 0,0 0 1 0 0,0 0-1 0 0,-1 1 0 0 0,1-1 1 0 0,0 0-1 0 0,0 0 1 0 0,0 0-1 0 0,0 0 0 0 0,0 0 1 0 0,1 0-1 0 0,-1-1 1 0 0,0 1-1 0 0,0 0 0 0 0,0 0 1 0 0,3 0-1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4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70 206 1112 0 0,'6'-206'19375'0'0,"-11"386"-14274"0"0,-30 151-3737 0 0,13-136-677 0 0,21-182-572 0 0,-6 32 952 0 0,6-44-943 0 0,-4-19 122 0 0,5-12-387 0 0,1 1 0 0 0,2 0-1 0 0,1 0 1 0 0,1 0 0 0 0,11-37 0 0 0,-11 46 106 0 0,1-5-27 0 0,2 1 0 0 0,0 0 0 0 0,2 1 0 0 0,0 0 0 0 0,1 0 0 0 0,2 1 0 0 0,16-22 0 0 0,-22 35 32 0 0,1 0 0 0 0,0 0 0 0 0,0 1 1 0 0,1 0-1 0 0,0 0 0 0 0,0 1 0 0 0,16-9 1 0 0,-18 12 3 0 0,1 0 0 0 0,-1 1 0 0 0,0 1 0 0 0,1-1 0 0 0,0 1 0 0 0,-1 0 0 0 0,1 1 0 0 0,0 0 0 0 0,0 0 0 0 0,0 1-1 0 0,0 0 1 0 0,10 1 0 0 0,-16-1 15 0 0,1 1-1 0 0,0-1 0 0 0,0 1 0 0 0,0-1 0 0 0,0 1 1 0 0,0 0-1 0 0,-1 0 0 0 0,1 0 0 0 0,0 0 0 0 0,-1 1 0 0 0,1-1 1 0 0,-1 1-1 0 0,1 0 0 0 0,-1 0 0 0 0,0-1 0 0 0,0 1 1 0 0,0 1-1 0 0,0-1 0 0 0,0 0 0 0 0,0 0 0 0 0,-1 1 0 0 0,1-1 1 0 0,-1 1-1 0 0,1-1 0 0 0,-1 1 0 0 0,2 5 0 0 0,-2-3 12 0 0,-1-1-1 0 0,1 1 1 0 0,-1-1-1 0 0,0 1 1 0 0,0 0-1 0 0,0-1 0 0 0,0 1 1 0 0,-1-1-1 0 0,0 1 1 0 0,0-1-1 0 0,0 0 1 0 0,-1 1-1 0 0,1-1 0 0 0,-1 0 1 0 0,0 0-1 0 0,-4 6 1 0 0,-2 1 24 0 0,0 0 1 0 0,-1-1-1 0 0,-1 0 1 0 0,1 0-1 0 0,-2-1 0 0 0,1 0 1 0 0,-1-1-1 0 0,0 0 1 0 0,-1-1-1 0 0,0-1 1 0 0,0 1-1 0 0,0-2 1 0 0,-1 0-1 0 0,-23 6 0 0 0,28-9-7 0 0,0-1-1 0 0,0-1 0 0 0,0 1 1 0 0,-14-2-1 0 0,20 1-52 0 0,-12-3-454 0 0,41 24 370 0 0,0 0 1 0 0,32 36 0 0 0,-31-29 167 0 0,42 32 0 0 0,-59-52-35 0 0,0-1-1 0 0,1 0 1 0 0,-1 0 0 0 0,2-1 0 0 0,-1-1-1 0 0,1 0 1 0 0,24 6 0 0 0,-29-9-373 0 0,1 0 0 0 0,0-1 0 0 0,0 0 0 0 0,0 0 0 0 0,0-1 1 0 0,13-1-1 0 0,-19 0-128 0 0,0 1 1 0 0,1-1 0 0 0,-1 0 0 0 0,0 0-1 0 0,1-1 1 0 0,-1 1 0 0 0,0-1-1 0 0,3-2 1 0 0,-3 2-532 0 0,0 0 0 0 0,0-1 0 0 0,0 0 0 0 0,0 0-1 0 0,-1 1 1 0 0,1-2 0 0 0,-1 1 0 0 0,3-4 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0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38 187 2720 0 0,'-13'-68'6783'0'0,"8"38"-2301"0"0,-12-41-1 0 0,16 70-4431 0 0,1 0 0 0 0,0 0 1 0 0,-1 1-1 0 0,1-1 0 0 0,0 0 1 0 0,0 0-1 0 0,0 0 0 0 0,0 1 1 0 0,0-1-1 0 0,0 0 0 0 0,0 0 1 0 0,0 0-1 0 0,0 1 0 0 0,0-1 1 0 0,0 0-1 0 0,1-1 0 0 0,-1 2-25 0 0,0 0-1 0 0,0-1 0 0 0,1 1 1 0 0,-1 0-1 0 0,0 0 0 0 0,0 0 0 0 0,1-1 1 0 0,-1 1-1 0 0,0 0 0 0 0,0 0 1 0 0,1 0-1 0 0,-1 0 0 0 0,0 0 1 0 0,1-1-1 0 0,-1 1 0 0 0,0 0 1 0 0,1 0-1 0 0,-1 0 0 0 0,0 0 1 0 0,1 0-1 0 0,-1 0 0 0 0,0 0 1 0 0,1 0-1 0 0,-1 0 0 0 0,1 0 1 0 0,1 1 53 0 0,1 0 0 0 0,-1 0 0 0 0,1 0 0 0 0,-1 0 1 0 0,1 0-1 0 0,-1 0 0 0 0,0 1 0 0 0,2 1 0 0 0,10 8 118 0 0,-1 1-1 0 0,-1 1 1 0 0,0 0-1 0 0,-1 1 1 0 0,0 0-1 0 0,-1 1 1 0 0,11 21-1 0 0,-1 4 447 0 0,26 74-1 0 0,-29-63-412 0 0,-3-1-1 0 0,-2 2 0 0 0,-3 0 1 0 0,-1 0-1 0 0,-3 0 0 0 0,-3 1 1 0 0,-1-1-1 0 0,-3 1 1 0 0,-14 84-1 0 0,7-87-505 0 0,-3-1 0 0 0,-2 0 0 0 0,-2-1 0 0 0,-3-1-1 0 0,-1-1 1 0 0,-27 46 0 0 0,-14 7-4056 0 0,48-81-472 0 0,-21 23 0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1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53 1644 0 0,'1'-6'2030'0'0,"-1"-1"0"0"0,1 0-1 0 0,-1 1 1 0 0,0-1 0 0 0,-2-12 2114 0 0,1 21-3806 0 0,-1 6-108 0 0,1-1 1 0 0,0 1-1 0 0,1 0 0 0 0,0 0 1 0 0,0-1-1 0 0,1 12 0 0 0,1 11 228 0 0,-10 315 1598 0 0,-1-158-1464 0 0,9-186-589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1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159 116 208 0 0,'23'-75'10768'0'0,"-23"74"-10676"0"0,1 1 1 0 0,-1-1 0 0 0,0 1 0 0 0,0-1-1 0 0,1 0 1 0 0,-1 1 0 0 0,0-1-1 0 0,0 1 1 0 0,0-1 0 0 0,0 0-1 0 0,0 1 1 0 0,0-1 0 0 0,0 0 0 0 0,0 1-1 0 0,0-1 1 0 0,0 0 0 0 0,0 1-1 0 0,0-1 1 0 0,-1 1 0 0 0,1-1 0 0 0,0 0-1 0 0,0 1 1 0 0,-1-1 0 0 0,1 0-1 0 0,-1 1-52 0 0,1-1 0 0 0,-1 1 0 0 0,0 0 0 0 0,1 0-1 0 0,-1 0 1 0 0,1 0 0 0 0,-1-1 0 0 0,0 1 0 0 0,1 0-1 0 0,-1 0 1 0 0,1 0 0 0 0,-1 0 0 0 0,0 0 0 0 0,1 1-1 0 0,-1-1 1 0 0,1 0 0 0 0,-1 0 0 0 0,1 0 0 0 0,-2 1-1 0 0,-2 0 21 0 0,1 1 0 0 0,-1-1 0 0 0,1 1 0 0 0,0 0-1 0 0,0 0 1 0 0,-4 3 0 0 0,-12 14 131 0 0,0 1 0 0 0,1 0 0 0 0,2 2 0 0 0,0 0 0 0 0,-24 45-1 0 0,37-62-173 0 0,1 0-1 0 0,0 1 1 0 0,1-1-1 0 0,-1 1 1 0 0,1-1-1 0 0,0 1 1 0 0,0 0-1 0 0,1 0 1 0 0,-1-1-1 0 0,2 10 1 0 0,0-11 23 0 0,-1 0 1 0 0,1 0-1 0 0,0 0 1 0 0,0-1-1 0 0,1 1 1 0 0,-1-1-1 0 0,1 1 1 0 0,0-1-1 0 0,0 1 1 0 0,0-1-1 0 0,0 0 1 0 0,0 0-1 0 0,1 0 1 0 0,-1 0-1 0 0,1-1 1 0 0,6 6 0 0 0,-7-7-20 0 0,32 24 170 0 0,49 48-1 0 0,-74-64-54 0 0,-1 0 1 0 0,1 1-1 0 0,-2 0 0 0 0,1 1 1 0 0,-2 0-1 0 0,1 0 1 0 0,-1 0-1 0 0,-1 1 0 0 0,7 22 1 0 0,-11-28-22 0 0,-1 1 1 0 0,1 0 0 0 0,-2 0-1 0 0,1-1 1 0 0,-1 1 0 0 0,0 0-1 0 0,0-1 1 0 0,-1 1-1 0 0,1-1 1 0 0,-1 1 0 0 0,-1-1-1 0 0,0 0 1 0 0,1 0 0 0 0,-2 0-1 0 0,1 0 1 0 0,-1-1 0 0 0,0 1-1 0 0,0-1 1 0 0,0 0 0 0 0,-1 0-1 0 0,-9 8 1 0 0,12-12-64 0 0,0 1 0 0 0,0-1 0 0 0,0 1 0 0 0,0-1 0 0 0,0 0 0 0 0,0 0 0 0 0,-1 0 0 0 0,1 0 0 0 0,0 0 0 0 0,0 0 0 0 0,-1-1 0 0 0,1 1 0 0 0,-1-1 0 0 0,1 0 0 0 0,0 0 0 0 0,-1 0 0 0 0,1 0 0 0 0,-1 0 0 0 0,1 0 0 0 0,0 0 0 0 0,-1-1 0 0 0,1 1 0 0 0,-1-1 0 0 0,1 0 0 0 0,0 0 0 0 0,0 0-1 0 0,0 0 1 0 0,-1 0 0 0 0,1 0 0 0 0,0-1 0 0 0,-3-2 0 0 0,2 2-42 0 0,1 0 0 0 0,-1-1-1 0 0,0 0 1 0 0,1 1 0 0 0,-1-1-1 0 0,1 0 1 0 0,0 0-1 0 0,0 0 1 0 0,0-1 0 0 0,1 1-1 0 0,-1 0 1 0 0,1-1-1 0 0,0 1 1 0 0,-1-1 0 0 0,0-6-1 0 0,2 5-7 0 0,0-1-1 0 0,-1 0 0 0 0,2 0 0 0 0,-1 1 0 0 0,1-1 0 0 0,0 0 0 0 0,0 1 0 0 0,0-1 1 0 0,4-6-1 0 0,3-6-14 0 0,0 0-1 0 0,2 0 1 0 0,0 1 0 0 0,22-27 0 0 0,31-35-53 0 0,-31 41 65 0 0,-1-2 0 0 0,-2-1-1 0 0,35-65 1 0 0,-60 99-7 0 0,-1 0 0 0 0,0-1 1 0 0,-1 1-1 0 0,0-1 0 0 0,0 1 0 0 0,0-1 0 0 0,-1 0 1 0 0,0 0-1 0 0,-1 0 0 0 0,0-11 0 0 0,0 16 2 0 0,-1-1 0 0 0,0 1 0 0 0,0-1 0 0 0,0 1 0 0 0,0 0 0 0 0,0 0 0 0 0,0-1 0 0 0,-1 1 0 0 0,0 0 0 0 0,0 0 0 0 0,0 0 0 0 0,0 1-1 0 0,0-1 1 0 0,0 0 0 0 0,-1 1 0 0 0,1-1 0 0 0,-1 1 0 0 0,0 0 0 0 0,0 0 0 0 0,1 0 0 0 0,-1 0 0 0 0,-1 1 0 0 0,1-1 0 0 0,0 1 0 0 0,-6-2 0 0 0,-2 0-57 0 0,0 1 1 0 0,1 0-1 0 0,-1 0 1 0 0,0 2-1 0 0,0-1 1 0 0,0 1 0 0 0,0 1-1 0 0,0 0 1 0 0,0 1-1 0 0,-11 2 1 0 0,13-2-429 0 0,1 0 0 0 0,0 1 0 0 0,-1 0 0 0 0,1 0 0 0 0,0 1 0 0 0,1 0 0 0 0,-1 0 0 0 0,1 1 0 0 0,-1-1 0 0 0,1 2 0 0 0,1-1 0 0 0,-1 1 0 0 0,-5 7 0 0 0,-1 9-5714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1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99 700 0 0,'-25'-92'14195'0'0,"25"91"-13883"0"0,-2-5 389 0 0,-1 12 93 0 0,-3 11 132 0 0,-20 231 2582 0 0,8 126-2511 0 0,13-260-681 0 0,4-74-268 0 0,-2 36 3919 0 0,2-74-3441 0 0,1-2-486 0 0,0 1 1 0 0,0-1-1 0 0,0 0 0 0 0,0 0 1 0 0,0 1-1 0 0,-1-1 0 0 0,1 0 1 0 0,0 0-1 0 0,0 1 0 0 0,0-1 1 0 0,-1 0-1 0 0,1 0 0 0 0,0 0 1 0 0,0 1-1 0 0,-1-1 1 0 0,1 0-1 0 0,0 0 0 0 0,-1 0 1 0 0,1 0-1 0 0,0 0 0 0 0,0 0 1 0 0,-1 1-1 0 0,1-1 0 0 0,0 0 1 0 0,-1 0-1 0 0,1 0 1 0 0,-1 0-1 0 0,-2-13 21 0 0,1 0 0 0 0,1 0 0 0 0,0 0 0 0 0,1 0 0 0 0,0 0 0 0 0,0-1 0 0 0,2 1 0 0 0,0 0 0 0 0,0 1 0 0 0,1-1 0 0 0,6-16 0 0 0,3-4-193 0 0,2 1-1 0 0,1 0 0 0 0,21-33 0 0 0,-24 46 78 0 0,1 0-1 0 0,1 0 1 0 0,1 2-1 0 0,1 0 1 0 0,25-22-1 0 0,-31 30-106 0 0,1 1 1 0 0,-1 1-1 0 0,1-1 0 0 0,1 2 1 0 0,-1-1-1 0 0,1 2 0 0 0,0-1 1 0 0,1 2-1 0 0,-1 0 0 0 0,24-5 1 0 0,-33 8 112 0 0,-1 1 1 0 0,0 0-1 0 0,0-1 0 0 0,0 1 1 0 0,1 0-1 0 0,-1 0 1 0 0,0 1-1 0 0,0-1 1 0 0,1 0-1 0 0,-1 1 0 0 0,0-1 1 0 0,0 1-1 0 0,0 0 1 0 0,0 0-1 0 0,0 0 1 0 0,0 0-1 0 0,0 0 0 0 0,0 0 1 0 0,0 0-1 0 0,2 2 1 0 0,-4-2 38 0 0,1 0 0 0 0,0 1 1 0 0,-1-1-1 0 0,1 0 0 0 0,-1 0 0 0 0,0 1 1 0 0,1-1-1 0 0,-1 0 0 0 0,0 1 1 0 0,0-1-1 0 0,0 0 0 0 0,0 1 1 0 0,0-1-1 0 0,0 0 0 0 0,0 1 0 0 0,0-1 1 0 0,0 0-1 0 0,-1 0 0 0 0,1 1 1 0 0,-1-1-1 0 0,1 0 0 0 0,-1 0 1 0 0,1 1-1 0 0,-1-1 0 0 0,0 0 0 0 0,1 0 1 0 0,-1 0-1 0 0,0 0 0 0 0,0 0 1 0 0,-2 2-1 0 0,-6 7-66 0 0,0 0 0 0 0,-1 0 0 0 0,0-1 0 0 0,-1-1 0 0 0,-20 13 0 0 0,-60 26-198 0 0,43-24 271 0 0,1-10 96 0 0,45-12-112 0 0,-16 2-162 0 0,13 2 3 0 0,12 2 53 0 0,360 232-86 0 0,-338-218-441 0 0,2-1-1 0 0,44 21 1 0 0,-71-40-330 0 0,1 0 0 0 0,0 0 0 0 0,-1-1 0 0 0,1 0 1 0 0,0 0-1 0 0,-1 0 0 0 0,1 0 0 0 0,0-1 0 0 0,-1 0 0 0 0,1 0 0 0 0,-1 0 0 0 0,9-4 0 0 0,4-1-5427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18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86 1580 0 0,'-4'-13'7559'0'0,"3"9"-6713"0"0,-6-15 7121 0 0,7 18-7881 0 0,0 1 0 0 0,0-1 0 0 0,0 1 0 0 0,0-1-1 0 0,0 1 1 0 0,0-1 0 0 0,0 1 0 0 0,0-1-1 0 0,0 1 1 0 0,0-1 0 0 0,0 1 0 0 0,0-1 0 0 0,0 1-1 0 0,0 0 1 0 0,0-1 0 0 0,0 1 0 0 0,1-1 0 0 0,-1 1-1 0 0,0-1 1 0 0,0 1 0 0 0,1-1 0 0 0,-1 1 0 0 0,0 0-1 0 0,0-1 1 0 0,1 1 0 0 0,-1 0 0 0 0,0-1-1 0 0,1 1 1 0 0,-1 0 0 0 0,1-1 0 0 0,-1 1 0 0 0,0 0-1 0 0,1 0 1 0 0,-1 0 0 0 0,1-1 0 0 0,0 1 0 0 0,26-4 668 0 0,-1 1 0 0 0,46 2 1 0 0,-1-1-453 0 0,-10-1-303 0 0,129-13-1275 0 0,-174 11-2045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15 107 328 0 0,'-15'-28'20569'0'0,"16"27"-20517"0"0,0-1-1 0 0,1 1 1 0 0,-1 0-1 0 0,0 0 1 0 0,0 0 0 0 0,0 0-1 0 0,1 0 1 0 0,-1 1-1 0 0,0-1 1 0 0,1 0-1 0 0,-1 1 1 0 0,1-1-1 0 0,-1 0 1 0 0,1 1-1 0 0,-1 0 1 0 0,1-1 0 0 0,-1 1-1 0 0,3 0 1 0 0,40-4 134 0 0,-26 3-72 0 0,88-9-168 0 0,92-12 639 0 0,-67-1-5106 0 0,-124 22 3102 0 0,9-2-2090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20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33 3216 0 0,'-1'-2'2474'0'0,"-20"-26"7846"0"0,21 28-10261 0 0,-1 0 0 0 0,1 0 0 0 0,0-1 0 0 0,0 1 0 0 0,0 0 1 0 0,-1 0-1 0 0,1 0 0 0 0,0 0 0 0 0,0-1 0 0 0,-1 1 0 0 0,1 0 0 0 0,0 0 0 0 0,0 0 0 0 0,-1 0 1 0 0,1 0-1 0 0,0 0 0 0 0,0 0 0 0 0,-1-1 0 0 0,1 1 0 0 0,0 0 0 0 0,-1 0 0 0 0,1 0 0 0 0,0 0 1 0 0,0 0-1 0 0,-1 0 0 0 0,1 1 0 0 0,0-1 0 0 0,-1 0 0 0 0,1 0 0 0 0,-1 0 0 0 0,-2 4 189 0 0,0 0-1 0 0,1 0 0 0 0,-1 0 0 0 0,1 1 1 0 0,-1-1-1 0 0,1 1 0 0 0,0 0 0 0 0,1-1 1 0 0,-1 1-1 0 0,0 7 0 0 0,-8 57 1158 0 0,8-51-995 0 0,-5 84 598 0 0,7 114 1 0 0,2-85-606 0 0,0-96-76 0 0,-1-18-4645 0 0,9-18 967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2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283 137 1084 0 0,'12'-15'3043'0'0,"-2"0"0"0"0,0-1 0 0 0,-1 0 0 0 0,0 0 0 0 0,12-35 0 0 0,-20 49-2520 0 0,-3 0-263 0 0,2 2-256 0 0,0-1 1 0 0,0 1-1 0 0,0 0 0 0 0,0 0 1 0 0,0 0-1 0 0,0 0 0 0 0,0-1 1 0 0,-1 1-1 0 0,1 0 0 0 0,0 0 1 0 0,0 0-1 0 0,0 0 0 0 0,0 0 1 0 0,0-1-1 0 0,0 1 0 0 0,0 0 1 0 0,0 0-1 0 0,-1 0 0 0 0,1 0 0 0 0,0 0 1 0 0,0 0-1 0 0,0 0 0 0 0,0 0 1 0 0,0-1-1 0 0,-1 1 0 0 0,1 0 1 0 0,0 0-1 0 0,0 0 0 0 0,0 0 1 0 0,0 0-1 0 0,-1 0 0 0 0,1 0 1 0 0,0 0-1 0 0,0 0 0 0 0,0 0 1 0 0,0 0-1 0 0,-1 0 0 0 0,1 0 1 0 0,0 0-1 0 0,0 0 0 0 0,0 0 1 0 0,0 0-1 0 0,-1 0 0 0 0,1 0 1 0 0,0 1-1 0 0,0-1 0 0 0,0 0 1 0 0,0 0-1 0 0,-1 0 0 0 0,-21 14 105 0 0,1 0 0 0 0,0 1 0 0 0,1 2 1 0 0,1 0-1 0 0,1 1 0 0 0,-30 36 0 0 0,19-16 206 0 0,2 1 0 0 0,-41 79 0 0 0,57-95-245 0 0,2-1 0 0 0,-14 46 0 0 0,20-57-34 0 0,1 0 1 0 0,0 1 0 0 0,0-1-1 0 0,2 1 1 0 0,-1-1-1 0 0,1 1 1 0 0,1-1 0 0 0,2 17-1 0 0,-2-23-16 0 0,0-1-1 0 0,1 0 0 0 0,-1 1 0 0 0,1-1 0 0 0,0 0 1 0 0,0 0-1 0 0,0 0 0 0 0,1 0 0 0 0,-1-1 0 0 0,1 1 0 0 0,0-1 1 0 0,0 1-1 0 0,0-1 0 0 0,0 0 0 0 0,1 0 0 0 0,-1-1 1 0 0,1 1-1 0 0,0-1 0 0 0,0 1 0 0 0,0-1 0 0 0,0 0 0 0 0,0-1 1 0 0,0 1-1 0 0,5 0 0 0 0,-3 0-1 0 0,0-1 0 0 0,1 0 0 0 0,-1-1 0 0 0,0 1 0 0 0,0-1 0 0 0,1-1 0 0 0,-1 1 0 0 0,0-1 0 0 0,0 0 0 0 0,1 0 0 0 0,-1-1 0 0 0,0 0 0 0 0,0 0 0 0 0,-1 0 0 0 0,1-1 0 0 0,9-5 0 0 0,-11 5-12 0 0,0 0 1 0 0,-1 0 0 0 0,1 0-1 0 0,0 0 1 0 0,-1 0-1 0 0,0-1 1 0 0,1 0 0 0 0,-1 0-1 0 0,-1 0 1 0 0,1 0 0 0 0,-1 0-1 0 0,1 0 1 0 0,-1 0-1 0 0,0-1 1 0 0,1-5 0 0 0,-2 7-9 0 0,-1 0 1 0 0,0 0-1 0 0,1 1 1 0 0,-1-1 0 0 0,0 0-1 0 0,-1 0 1 0 0,1 0 0 0 0,0 0-1 0 0,-1 0 1 0 0,1 1-1 0 0,-1-1 1 0 0,0 0 0 0 0,0 1-1 0 0,0-1 1 0 0,-1 0 0 0 0,1 1-1 0 0,0-1 1 0 0,-1 1-1 0 0,0 0 1 0 0,1-1 0 0 0,-1 1-1 0 0,0 0 1 0 0,0 0 0 0 0,0 0-1 0 0,-1 0 1 0 0,-4-2-1 0 0,3 1-22 0 0,0 0-1 0 0,0 0 1 0 0,-1 1-1 0 0,1 0 1 0 0,-1 0-1 0 0,0 0 0 0 0,0 0 1 0 0,1 1-1 0 0,-1 0 1 0 0,0 0-1 0 0,0 0 0 0 0,0 1 1 0 0,0-1-1 0 0,0 1 1 0 0,0 0-1 0 0,0 1 0 0 0,0-1 1 0 0,-9 3-1 0 0,8-1-486 0 0,1 0 0 0 0,-1 0-1 0 0,1 0 1 0 0,0 1 0 0 0,-7 4-1 0 0,0 10-3905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21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253 351 2188 0 0,'0'-38'9453'0'0,"-6"-39"-1"0"0,5 75-9086 0 0,2-20 755 0 0,1 20-1088 0 0,0 0 0 0 0,0 0 0 0 0,0 1 0 0 0,1-1 0 0 0,-1 1 0 0 0,0-1 0 0 0,1 1 0 0 0,-1 0 0 0 0,1 0 0 0 0,-1 0 0 0 0,1 0 1 0 0,5 0-1 0 0,21-10 135 0 0,-24 8-154 0 0,0 0 0 0 0,0-1-1 0 0,0 1 1 0 0,0-1 0 0 0,-1 0 0 0 0,0-1 0 0 0,1 1-1 0 0,-1-1 1 0 0,-1 0 0 0 0,1 0 0 0 0,-1 0-1 0 0,0 0 1 0 0,0 0 0 0 0,0-1 0 0 0,-1 0-1 0 0,0 1 1 0 0,0-1 0 0 0,0 0 0 0 0,1-10-1 0 0,3-54-278 0 0,-6 68 188 0 0,-3 0-19 0 0,3 2 94 0 0,0-1 0 0 0,0 1 0 0 0,0 0 0 0 0,0 0 0 0 0,0 0 0 0 0,0 0 0 0 0,-1-1 0 0 0,1 1 0 0 0,0 0 0 0 0,0 0 0 0 0,0 0 0 0 0,0 0 0 0 0,-1-1 0 0 0,1 1 0 0 0,0 0 0 0 0,0 0 0 0 0,0 0-1 0 0,-1 0 1 0 0,1 0 0 0 0,0 0 0 0 0,0 0 0 0 0,0 0 0 0 0,-1 0 0 0 0,1 0 0 0 0,0 0 0 0 0,0 0 0 0 0,-1 0 0 0 0,1 0 0 0 0,0 0 0 0 0,0 0 0 0 0,0 0 0 0 0,-1 0 0 0 0,1 0 0 0 0,0 0 0 0 0,0 0 0 0 0,0 0 0 0 0,-1 0 0 0 0,1 0 0 0 0,0 0-1 0 0,-13 12-30 0 0,0-1-1 0 0,2 2 0 0 0,-1-1 0 0 0,2 2 0 0 0,-1-1 1 0 0,2 1-1 0 0,0 1 0 0 0,1 0 0 0 0,0 0 0 0 0,-8 26 1 0 0,-3 15 295 0 0,-21 98-1 0 0,6 88 261 0 0,27-167-392 0 0,-3 0 0 0 0,-25 87 1 0 0,27-133 73 0 0,-2 0 1 0 0,-1-1 0 0 0,-23 41 0 0 0,34-68-194 0 0,0-1 0 0 0,-1 1 0 0 0,1 0 0 0 0,0-1 0 0 0,-1 1 0 0 0,1-1 0 0 0,-1 1-1 0 0,1 0 1 0 0,-1-1 0 0 0,1 1 0 0 0,-1-1 0 0 0,1 0 0 0 0,-1 1 0 0 0,1-1 0 0 0,-1 1 0 0 0,0-1 0 0 0,1 0 0 0 0,-1 1 0 0 0,0-1 0 0 0,1 0 0 0 0,-1 0 0 0 0,0 0 0 0 0,1 1 0 0 0,-1-1-1 0 0,0 0 1 0 0,0 0 0 0 0,1 0 0 0 0,-1 0 0 0 0,0 0 0 0 0,1 0 0 0 0,-1 0 0 0 0,0-1 0 0 0,0 1 0 0 0,1 0 0 0 0,-1 0 0 0 0,0-1 0 0 0,1 1 0 0 0,-1 0 0 0 0,0 0 0 0 0,1-1 0 0 0,-1 1-1 0 0,1-1 1 0 0,-1 1 0 0 0,1-1 0 0 0,-1 1 0 0 0,0-2 0 0 0,-1 0 1 0 0,-1 0 0 0 0,2-1-1 0 0,-1 1 1 0 0,0 0 0 0 0,0-1-1 0 0,1 0 1 0 0,-1 1 0 0 0,1-1 0 0 0,-1-4-1 0 0,0-4-4 0 0,0 0 0 0 0,1 1 0 0 0,0-1 0 0 0,1 0 0 0 0,1 0 0 0 0,0 0 0 0 0,0 0 0 0 0,1 0 0 0 0,0 0 0 0 0,1 0 0 0 0,0 1 0 0 0,1-1 0 0 0,7-13 0 0 0,-1 3-26 0 0,0 2 1 0 0,2 0 0 0 0,0 0-1 0 0,1 1 1 0 0,27-28 0 0 0,-22 28-5 0 0,2 0 0 0 0,0 2 1 0 0,1 0-1 0 0,1 1 0 0 0,44-22 1 0 0,-50 29-11 0 0,1 1 0 0 0,1 0 0 0 0,-1 1-1 0 0,1 1 1 0 0,0 1 0 0 0,1 1 0 0 0,-1 0 0 0 0,0 1 0 0 0,22 1 0 0 0,-34 1 12 0 0,1 1 1 0 0,0 0-1 0 0,-1 0 0 0 0,1 1 1 0 0,-1 0-1 0 0,1 0 1 0 0,-1 1-1 0 0,0-1 0 0 0,0 2 1 0 0,10 5-1 0 0,-14-8 18 0 0,0 1-1 0 0,0-1 1 0 0,-1 1-1 0 0,1-1 1 0 0,-1 1-1 0 0,1-1 1 0 0,-1 1-1 0 0,1 0 1 0 0,-1-1-1 0 0,0 1 1 0 0,0 0-1 0 0,0 0 1 0 0,0 0-1 0 0,0 0 1 0 0,0 0 0 0 0,-1 0-1 0 0,1 1 1 0 0,-1-1-1 0 0,1 0 1 0 0,-1 0-1 0 0,0 0 1 0 0,0 1-1 0 0,0-1 1 0 0,0 0-1 0 0,0 0 1 0 0,0 0-1 0 0,-1 1 1 0 0,1-1-1 0 0,-1 0 1 0 0,0 0-1 0 0,1 0 1 0 0,-1 0-1 0 0,0 0 1 0 0,0 0 0 0 0,0 0-1 0 0,-2 2 1 0 0,-4 6 51 0 0,-1 0 0 0 0,0-1 1 0 0,0 0-1 0 0,-1-1 0 0 0,0 0 0 0 0,-1 0 1 0 0,0-1-1 0 0,0 0 0 0 0,0-1 1 0 0,-1 0-1 0 0,0 0 0 0 0,0-1 1 0 0,0-1-1 0 0,-16 4 0 0 0,18-6 442 0 0,0-1 0 0 0,0-1-1 0 0,-12 0 1 0 0,15 0-292 0 0,3 0 140 0 0,0-1-94 0 0,-11 0-16 0 0,11 1-96 0 0,2 0-124 0 0,0-1 1 0 0,1 1-1 0 0,-1 0 1 0 0,0 0 0 0 0,0 0-1 0 0,0 0 1 0 0,1 0 0 0 0,-1 0-1 0 0,0 0 1 0 0,0 0-1 0 0,0 0 1 0 0,1 0 0 0 0,-1 0-1 0 0,-2 1 1 0 0,4 1-5 0 0,-1-1-1 0 0,1 0 1 0 0,-1 1 0 0 0,1-1 0 0 0,-1 1-1 0 0,1-1 1 0 0,0 1 0 0 0,-1-1 0 0 0,1 0-1 0 0,0 0 1 0 0,0 1 0 0 0,0-1 0 0 0,0 0-1 0 0,0 0 1 0 0,2 1 0 0 0,25 20-60 0 0,-13-11 12 0 0,148 113-184 0 0,-125-98-2027 0 0,2-2 0 0 0,61 26 0 0 0,-63-36-1646 0 0,-11-8-2649 0 0,-6-2-2128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1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128 193 2460 0 0,'14'-50'7009'0'0,"-12"40"-6261"0"0,1 0 0 0 0,0 1 0 0 0,0-1 1 0 0,6-13-1 0 0,-5 17-591 0 0,-1 0-1 0 0,1 1 1 0 0,0-1 0 0 0,0 1-1 0 0,1-1 1 0 0,0 1 0 0 0,0 1 0 0 0,0-1-1 0 0,0 1 1 0 0,1 0 0 0 0,0 0-1 0 0,-1 0 1 0 0,2 1 0 0 0,10-5-1 0 0,-13 7-112 0 0,0-1-1 0 0,0 1 0 0 0,1 0 1 0 0,-1 1-1 0 0,0-1 0 0 0,1 1 1 0 0,-1 0-1 0 0,1 0 0 0 0,-1 1 1 0 0,1-1-1 0 0,-1 1 0 0 0,0 0 1 0 0,1 0-1 0 0,-1 0 0 0 0,0 0 1 0 0,0 1-1 0 0,0 0 0 0 0,0 0 1 0 0,0 0-1 0 0,0 0 0 0 0,-1 1 1 0 0,1-1-1 0 0,-1 1 0 0 0,4 4 1 0 0,-2-2-24 0 0,0 1 0 0 0,0 0 0 0 0,0 1 0 0 0,-1-1 0 0 0,0 1 0 0 0,0 0 1 0 0,-1 0-1 0 0,0 0 0 0 0,0 1 0 0 0,-1-1 0 0 0,0 0 0 0 0,0 1 0 0 0,-1 0 1 0 0,0-1-1 0 0,0 1 0 0 0,-1 0 0 0 0,0 0 0 0 0,0 0 0 0 0,-2 10 1 0 0,-2 8 4 0 0,-1 0 0 0 0,-1 0 1 0 0,-1 0-1 0 0,-14 31 1 0 0,3-13 5 0 0,-3 0 0 0 0,-2-1-1 0 0,-1-2 1 0 0,-3 0 0 0 0,0-2 0 0 0,-3-1 0 0 0,-1-2 0 0 0,-40 37 0 0 0,68-70-22 0 0,0 0 0 0 0,0 0 0 0 0,-1 0 0 0 0,1 0 0 0 0,-1-1 0 0 0,1 1 0 0 0,-1-1 0 0 0,0 0 0 0 0,0 0 0 0 0,0 0 1 0 0,0-1-1 0 0,0 0 0 0 0,0 1 0 0 0,-7 0 0 0 0,11-2-10 0 0,-1 0 0 0 0,0 0 0 0 0,0 0 0 0 0,0 0 0 0 0,0 0 0 0 0,0 0 0 0 0,0-1 0 0 0,0 1 0 0 0,0 0 0 0 0,1 0 0 0 0,-1-1 0 0 0,0 1 0 0 0,0 0 0 0 0,0-1-1 0 0,0 1 1 0 0,1-1 0 0 0,-1 1 0 0 0,0-1 0 0 0,0 1 0 0 0,1-1 0 0 0,-1 0 0 0 0,0 1 0 0 0,1-1 0 0 0,-1 0 0 0 0,1 0 0 0 0,-1 1 0 0 0,1-1 0 0 0,-1 0 0 0 0,1 0 0 0 0,0 0 0 0 0,-1 0 0 0 0,1 1 0 0 0,0-1 0 0 0,0 0 0 0 0,0 0 0 0 0,-1 0 0 0 0,1 0 0 0 0,0 0 0 0 0,0-1 0 0 0,0-2-7 0 0,0 0 0 0 0,0 1-1 0 0,1-1 1 0 0,-1 0 0 0 0,1 0 0 0 0,0 1-1 0 0,1-5 1 0 0,0 3 1 0 0,0 0 1 0 0,1 0-1 0 0,0 1 0 0 0,-1-1 1 0 0,1 1-1 0 0,1 0 1 0 0,-1 0-1 0 0,0 0 0 0 0,1 0 1 0 0,0 0-1 0 0,0 1 1 0 0,0 0-1 0 0,1 0 0 0 0,-1 0 1 0 0,1 0-1 0 0,-1 1 1 0 0,1-1-1 0 0,0 1 0 0 0,0 1 1 0 0,0-1-1 0 0,0 1 0 0 0,0-1 1 0 0,0 2-1 0 0,1-1 1 0 0,8 0-1 0 0,7 1 9 0 0,0 1 1 0 0,0 0-1 0 0,0 2 1 0 0,40 10-1 0 0,-5 3-913 0 0,-6-1-1620 0 0,2-6-3999 0 0,-32-8 1585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1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183 486 668 0 0,'-2'-9'1984'0'0,"-1"-1"-1"0"0,0 1 1 0 0,-1 0 0 0 0,0 0-1 0 0,-6-10 1 0 0,-5-12 1183 0 0,12 26-2808 0 0,0 0 1 0 0,0 1 0 0 0,-1-1-1 0 0,1 1 1 0 0,-1 0 0 0 0,-8-7 0 0 0,-1-2 251 0 0,3 1-286 0 0,-8-8 32 0 0,0 1 0 0 0,-31-24-1 0 0,47 42-370 0 0,2-1 3 0 0,1 1 10 0 0,-1 0 1 0 0,0 0 0 0 0,0 0-1 0 0,1 0 1 0 0,-1 0-1 0 0,0 0 1 0 0,1 1 0 0 0,-1-1-1 0 0,1 0 1 0 0,-1 0-1 0 0,1 0 1 0 0,0 0 0 0 0,-1 1-1 0 0,1-1 1 0 0,0 0 0 0 0,0 0-1 0 0,-1 1 1 0 0,1-1-1 0 0,0 1 1 0 0,0-1 0 0 0,0 1-1 0 0,0-1 1 0 0,0 1-1 0 0,0-1 1 0 0,0 1 0 0 0,0 0-1 0 0,0 0 1 0 0,0-1-1 0 0,0 1 1 0 0,0 0 0 0 0,0 0-1 0 0,0 0 1 0 0,1 0-1 0 0,0 0 0 0 0,167-42 27 0 0,-45 13-3 0 0,-94 21-53 0 0,53-20 0 0 0,-73 23 160 0 0,1-1 1 0 0,-1 1 0 0 0,0-2 0 0 0,0 1 0 0 0,-1-1-1 0 0,0-1 1 0 0,0 0 0 0 0,10-11 0 0 0,10-17 2728 0 0,-27 35-2645 0 0,-2 0-181 0 0,0 1-1 0 0,0 0 0 0 0,0-1 0 0 0,0 1 1 0 0,0 0-1 0 0,0 0 0 0 0,0-1 0 0 0,0 1 1 0 0,0 0-1 0 0,1 0 0 0 0,-1-1 0 0 0,0 1 1 0 0,0 0-1 0 0,0 0 0 0 0,0-1 0 0 0,1 1 1 0 0,-1 0-1 0 0,0 0 0 0 0,0 0 1 0 0,1-1-1 0 0,-1 1 0 0 0,0 0 0 0 0,0 0 1 0 0,1 0-1 0 0,-1 0 0 0 0,0 0 0 0 0,1-1 1 0 0,-1 16 210 0 0,0 0 0 0 0,-1 0 0 0 0,-1 0 0 0 0,-7 28 0 0 0,1 5-88 0 0,-3 24-226 0 0,-30 253 876 0 0,24-106-5494 0 0,14-155 1366 0 0,0-5-4421 0 0,1-22-1564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31 2428 0 0,'0'0'1863'0'0,"-17"2"5009"0"0,4-2-5701 0 0,9 0-50 0 0,1-1-661 0 0,0 1 1 0 0,-1 0-1 0 0,1 1 1 0 0,0-1-1 0 0,-1 1 1 0 0,1-1-1 0 0,0 1 1 0 0,0 0-1 0 0,0 0 1 0 0,-4 2-1 0 0,5-2-172 0 0,11 3 361 0 0,-8-3-606 0 0,0 0-1 0 0,0-1 1 0 0,0 1 0 0 0,0-1-1 0 0,0 1 1 0 0,0-1 0 0 0,0 1-1 0 0,0-1 1 0 0,0 1 0 0 0,0-1-1 0 0,0 0 1 0 0,0 0 0 0 0,1 0 0 0 0,29 1 137 0 0,-1-3 1 0 0,1 0-1 0 0,-1-2 1 0 0,31-7 0 0 0,42-6-29 0 0,-50 7-895 0 0,-51 9 28 0 0,7-1-2109 0 0,12 0-6399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44 1168 0 0,'22'-44'16840'0'0,"-23"54"-15975"0"0,0 1 0 0 0,-1-1 0 0 0,0 0-1 0 0,-1 0 1 0 0,-6 14 0 0 0,-5 20 738 0 0,-49 396 3306 0 0,58-386-4773 0 0,-6 47 74 0 0,10-91-498 0 0,-1 8-1352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3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99 228 608 0 0,'1'-8'1609'0'0,"1"0"1"0"0,-1 1-1 0 0,-1-1 0 0 0,1 0 1 0 0,-1 1-1 0 0,-1-1 0 0 0,1 0 1 0 0,-3-10-1 0 0,-10-33 3933 0 0,13 49-5482 0 0,0-1-1 0 0,-1 0 1 0 0,1 1-1 0 0,0-1 1 0 0,0 0 0 0 0,1 1-1 0 0,-1-1 1 0 0,0 1 0 0 0,1-1-1 0 0,0 0 1 0 0,-1 1 0 0 0,1-1-1 0 0,0 1 1 0 0,0-1 0 0 0,1 1-1 0 0,-1 0 1 0 0,0 0 0 0 0,1-1-1 0 0,0 1 1 0 0,-1 0 0 0 0,1 0-1 0 0,0 0 1 0 0,0 1-1 0 0,0-1 1 0 0,0 0 0 0 0,0 1-1 0 0,1-1 1 0 0,3-1 0 0 0,1-1-62 0 0,0 0 0 0 0,1 0 1 0 0,0 1-1 0 0,0 0 1 0 0,0 0-1 0 0,0 1 0 0 0,15-3 1 0 0,-18 5 3 0 0,0-1 0 0 0,0 1 0 0 0,0 0 0 0 0,0 0 0 0 0,0 1 1 0 0,1-1-1 0 0,-1 1 0 0 0,0 1 0 0 0,-1-1 0 0 0,1 0 0 0 0,0 1 0 0 0,0 0 1 0 0,-1 0-1 0 0,1 1 0 0 0,-1-1 0 0 0,1 1 0 0 0,-1 0 0 0 0,0 0 0 0 0,0 1 1 0 0,-1-1-1 0 0,1 1 0 0 0,-1-1 0 0 0,4 7 0 0 0,-2-3 4 0 0,-1 0 0 0 0,0 1 0 0 0,0 0 0 0 0,-1 0 0 0 0,0 0 0 0 0,0 0 0 0 0,-1 1 1 0 0,0-1-1 0 0,-1 1 0 0 0,0-1 0 0 0,0 1 0 0 0,0-1 0 0 0,-2 12 0 0 0,-2 9 33 0 0,-1 0 0 0 0,-1-1 0 0 0,-2 1 0 0 0,-1-1 0 0 0,-1-1 0 0 0,-1 1 0 0 0,-2-2 0 0 0,-24 43 0 0 0,-14 10 844 0 0,-79 97 0 0 0,114-158-698 0 0,-3 5-49 0 0,-19 26 845 0 0,37-49-958 0 0,0 0-1 0 0,0 1 0 0 0,0-1 0 0 0,0 0 1 0 0,0 1-1 0 0,0-1 0 0 0,0 0 0 0 0,0 0 1 0 0,0 1-1 0 0,0-1 0 0 0,-1 0 0 0 0,1 1 1 0 0,1-1-1 0 0,-1 0 0 0 0,0 1 0 0 0,0-1 1 0 0,0 0-1 0 0,0 1 0 0 0,0-1 0 0 0,0 0 1 0 0,0 0-1 0 0,0 1 0 0 0,0-1 0 0 0,1 0 1 0 0,-1 0-1 0 0,0 1 0 0 0,0-1 0 0 0,0 0 0 0 0,1 0 1 0 0,-1 1-1 0 0,0-1 0 0 0,0 0 0 0 0,0 0 1 0 0,1 0-1 0 0,-1 0 0 0 0,0 1 0 0 0,0-1 1 0 0,1 0-1 0 0,-1 0 0 0 0,0 0 0 0 0,1 0 1 0 0,-1 0-1 0 0,0 0 0 0 0,1 0 0 0 0,-1 0 1 0 0,0 0-1 0 0,0 0 0 0 0,1 0 0 0 0,-1 0 1 0 0,0 0-1 0 0,1 0 0 0 0,-1 0 0 0 0,1 0 1 0 0,13 0 186 0 0,2-3-100 0 0,1 0 0 0 0,-1-2 1 0 0,-1 1-1 0 0,20-10 0 0 0,16-4-8 0 0,-20 8-54 0 0,157-41 101 0 0,-118 33-1877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104 138 2244 0 0,'-88'-38'16886'0'0,"86"37"-16164"0"0,-11-6 1763 0 0,14 6-2421 0 0,1 0 1 0 0,-1-1-1 0 0,0 1 1 0 0,1 0-1 0 0,-1 0 1 0 0,1 0-1 0 0,0 0 0 0 0,-1 0 1 0 0,1 0-1 0 0,0 1 1 0 0,-1-1-1 0 0,5-1 1 0 0,28-6 164 0 0,-18 5-71 0 0,113-27 174 0 0,-64 16-2023 0 0,0-2-3901 0 0,-41 10-1479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55 1964 0 0,'-44'-54'17727'0'0,"41"55"-16602"0"0,3-2-1092 0 0,0 1-1 0 0,0 0 0 0 0,-1 0 1 0 0,1 0-1 0 0,0 0 1 0 0,0 0-1 0 0,-1 0 1 0 0,1 0-1 0 0,0 0 1 0 0,0 0-1 0 0,0 0 1 0 0,-1 0-1 0 0,1 0 1 0 0,0 0-1 0 0,0 0 1 0 0,-1 0-1 0 0,1 1 1 0 0,0-1-1 0 0,0 0 1 0 0,-1 0-1 0 0,1 0 1 0 0,0 0-1 0 0,0 0 1 0 0,0 0-1 0 0,0 1 0 0 0,-1-1 1 0 0,1 0-1 0 0,0 0 1 0 0,0 0-1 0 0,0 0 1 0 0,0 1-1 0 0,0-1 1 0 0,-1 0-1 0 0,1 0 1 0 0,0 0-1 0 0,0 1 1 0 0,0-1-1 0 0,0 0 1 0 0,-2 54 2461 0 0,9 103 1 0 0,-2-84-2130 0 0,-1 12-220 0 0,16 150-1641 0 0,-13-214-2710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4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82 157 216 0 0,'0'0'534'0'0,"1"-47"8943"0"0,0 38-8017 0 0,0 1 1 0 0,0-1 0 0 0,4-11 0 0 0,-4 17-1255 0 0,0 0 1 0 0,0-1-1 0 0,1 1 0 0 0,-1 0 1 0 0,1 0-1 0 0,0 0 1 0 0,-1 0-1 0 0,1 0 1 0 0,1 0-1 0 0,-1 0 1 0 0,0 1-1 0 0,1-1 1 0 0,-1 1-1 0 0,1 0 0 0 0,0 0 1 0 0,0 0-1 0 0,0 0 1 0 0,0 0-1 0 0,0 0 1 0 0,0 1-1 0 0,1-1 1 0 0,-1 1-1 0 0,7-1 1 0 0,-2 0-114 0 0,0 1 1 0 0,0 0-1 0 0,0 1 1 0 0,0 0-1 0 0,0 0 1 0 0,0 1-1 0 0,0 0 1 0 0,0 0-1 0 0,0 1 1 0 0,-1 0 0 0 0,1 0-1 0 0,0 1 1 0 0,-1 0-1 0 0,13 7 1 0 0,-16-8-77 0 0,1 1 1 0 0,-1-1 0 0 0,-1 1 0 0 0,1 0 0 0 0,0 1-1 0 0,-1-1 1 0 0,0 0 0 0 0,0 1 0 0 0,0 0-1 0 0,0 0 1 0 0,0 0 0 0 0,-1 0 0 0 0,0 0-1 0 0,1 1 1 0 0,-2-1 0 0 0,1 1 0 0 0,0-1-1 0 0,-1 1 1 0 0,0-1 0 0 0,0 1 0 0 0,-1 0-1 0 0,1 0 1 0 0,-1 0 0 0 0,0-1 0 0 0,-1 9-1 0 0,-1 0 3 0 0,-2 0 0 0 0,1 0-1 0 0,-1-1 1 0 0,-1 0-1 0 0,-1 1 1 0 0,1-2-1 0 0,-2 1 1 0 0,-11 16-1 0 0,-6 5 2 0 0,-41 42 0 0 0,3-11 110 0 0,-62 71 1308 0 0,123-133-1332 0 0,-1-1 0 0 0,1 1 0 0 0,0 0 0 0 0,0-1 0 0 0,0 1 0 0 0,0 0 1 0 0,0 0-1 0 0,0 0 0 0 0,1 0 0 0 0,-2 2 0 0 0,2-4-60 0 0,0 1 1 0 0,0-1-1 0 0,0 1 0 0 0,0-1 1 0 0,0 1-1 0 0,0-1 0 0 0,0 1 1 0 0,1-1-1 0 0,-1 1 0 0 0,0-1 1 0 0,0 1-1 0 0,0-1 0 0 0,0 1 1 0 0,1-1-1 0 0,-1 1 0 0 0,0-1 1 0 0,0 0-1 0 0,1 1 0 0 0,-1-1 1 0 0,0 1-1 0 0,1-1 1 0 0,-1 0-1 0 0,0 1 0 0 0,1-1 1 0 0,0 1-1 0 0,2 0 34 0 0,0 0-1 0 0,0 0 1 0 0,1 0-1 0 0,-1-1 1 0 0,0 1 0 0 0,0-1-1 0 0,1 0 1 0 0,-1 0-1 0 0,0 0 1 0 0,4 0 0 0 0,47-6 154 0 0,95-22 0 0 0,-75 12-4368 0 0,-52 8-174 0 0,2-6-5413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50 127 2820 0 0,'-18'-127'23816'0'0,"14"134"-22290"0"0,0 15-456 0 0,-3 106 1098 0 0,0-22-801 0 0,3-1-3329 0 0,-1 181-8973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6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248 478 212 0 0,'-44'-24'12649'0'0,"6"-2"-5429"0"0,37 25-7144 0 0,0 0 0 0 0,0 0 0 0 0,0 0 0 0 0,1-1 0 0 0,-1 1 0 0 0,0 0 0 0 0,0 0-1 0 0,1-1 1 0 0,-1 1 0 0 0,1 0 0 0 0,0-1 0 0 0,-1 1 0 0 0,1-1 0 0 0,0 1 0 0 0,0 0 0 0 0,0-1 0 0 0,0 1 0 0 0,0-1 0 0 0,0 1-1 0 0,0-1 1 0 0,0 1 0 0 0,0 0 0 0 0,1-1 0 0 0,-1 1 0 0 0,1-1 0 0 0,-1 1 0 0 0,1 0 0 0 0,0-2 0 0 0,3-6 4 0 0,1 1 0 0 0,10-17 0 0 0,-10 17 58 0 0,30-44 96 0 0,-13 21-141 0 0,-2-1 1 0 0,17-36-1 0 0,-33 59-98 0 0,0-1-1 0 0,0 0 1 0 0,-1 1 0 0 0,0-1-1 0 0,-1 0 1 0 0,0 0 0 0 0,-1 0-1 0 0,0-1 1 0 0,0 1 0 0 0,-1 0-1 0 0,0 0 1 0 0,-3-15-1 0 0,3 25 4 0 0,0-1 0 0 0,0 1 0 0 0,0-1 0 0 0,-1 1-1 0 0,1-1 1 0 0,0 1 0 0 0,0-1 0 0 0,0 1-1 0 0,0 0 1 0 0,-1-1 0 0 0,1 1 0 0 0,0-1-1 0 0,-1 1 1 0 0,1 0 0 0 0,0-1 0 0 0,0 1-1 0 0,-1-1 1 0 0,1 1 0 0 0,-1 0 0 0 0,1 0-1 0 0,0-1 1 0 0,-1 1 0 0 0,1 0 0 0 0,-1 0 0 0 0,1-1-1 0 0,-1 1 1 0 0,1 0 0 0 0,-1 0 0 0 0,1 0-1 0 0,-1 0 1 0 0,1 0 0 0 0,-1 0 0 0 0,1 0-1 0 0,0 0 1 0 0,-1 0 0 0 0,1 0 0 0 0,-1 0-1 0 0,1 0 1 0 0,-1 0 0 0 0,1 0 0 0 0,-1 0-1 0 0,1 0 1 0 0,-1 0 0 0 0,1 1 0 0 0,-1-1-1 0 0,1 0 1 0 0,-1 0 0 0 0,1 1 0 0 0,0-1 0 0 0,-1 0-1 0 0,0 1 1 0 0,-18 17-8 0 0,11-6-4 0 0,1 0 1 0 0,0 0-1 0 0,1 1 1 0 0,-8 25-1 0 0,-11 58 10 0 0,21-77 5 0 0,-40 247-28 0 0,34-179 56 0 0,-5-1 1 0 0,-27 93-1 0 0,42-178-23 0 0,-2 7 24 0 0,0-1-1 0 0,-1 0 1 0 0,1 0-1 0 0,-2 0 1 0 0,1 0 0 0 0,-1 0-1 0 0,0-1 1 0 0,-6 9-1 0 0,9-14-25 0 0,0-1-1 0 0,1 1 0 0 0,-1-1 1 0 0,0 1-1 0 0,1-1 0 0 0,-1 1 1 0 0,0-1-1 0 0,0 0 0 0 0,1 1 0 0 0,-1-1 1 0 0,0 0-1 0 0,0 1 0 0 0,0-1 1 0 0,0 0-1 0 0,0 0 0 0 0,1 0 1 0 0,-1 0-1 0 0,0 0 0 0 0,0 0 0 0 0,0 0 1 0 0,0 0-1 0 0,0 0 0 0 0,0 0 1 0 0,1-1-1 0 0,-1 1 0 0 0,0 0 1 0 0,0 0-1 0 0,0-1 0 0 0,1 1 0 0 0,-1-1 1 0 0,0 1-1 0 0,0-1 0 0 0,1 1 1 0 0,-1-1-1 0 0,0 1 0 0 0,1-1 1 0 0,-1 0-1 0 0,0-1 0 0 0,-2-1 4 0 0,0 0-1 0 0,0 0 1 0 0,1-1-1 0 0,0 1 1 0 0,0-1 0 0 0,-2-4-1 0 0,-1-3-11 0 0,2 0-1 0 0,-1 0 1 0 0,2 0-1 0 0,-1-1 1 0 0,2 1-1 0 0,-1-1 1 0 0,2 1-1 0 0,-1-1 1 0 0,1 1-1 0 0,1-1 1 0 0,4-20-1 0 0,-1 17-3 0 0,0 1 0 0 0,1 0 0 0 0,0 0 0 0 0,1 1 0 0 0,1-1 0 0 0,0 1 1 0 0,0 1-1 0 0,16-20 0 0 0,-10 17-4 0 0,0 1-1 0 0,0 0 1 0 0,2 1 0 0 0,0 0 0 0 0,0 1 0 0 0,1 1 0 0 0,0 1 0 0 0,1 0 0 0 0,0 1-1 0 0,1 0 1 0 0,0 2 0 0 0,0 0 0 0 0,1 1 0 0 0,28-5 0 0 0,-40 10 14 0 0,-1 0 0 0 0,0 1-1 0 0,1 0 1 0 0,-1 0 0 0 0,1 0 0 0 0,-1 1 0 0 0,1 0 0 0 0,-1 0 0 0 0,0 1 0 0 0,0 0 0 0 0,1 0 0 0 0,-1 0 0 0 0,0 1-1 0 0,-1 0 1 0 0,7 3 0 0 0,-9-4 2 0 0,0 1 0 0 0,0-1 0 0 0,-1 1 1 0 0,1-1-1 0 0,0 1 0 0 0,-1 0 0 0 0,0 0 0 0 0,0 0 0 0 0,0 1 0 0 0,0-1 0 0 0,0 0 0 0 0,0 1 0 0 0,-1 0 0 0 0,0-1 0 0 0,0 1 0 0 0,0-1 0 0 0,0 1 0 0 0,0 0 1 0 0,-1 0-1 0 0,0 0 0 0 0,1-1 0 0 0,-1 1 0 0 0,-1 0 0 0 0,1 0 0 0 0,-1 0 0 0 0,-1 5 0 0 0,0 0 3 0 0,-1 0-1 0 0,0 0 0 0 0,-1 0 1 0 0,0 0-1 0 0,0-1 1 0 0,-1 0-1 0 0,0 1 0 0 0,-1-2 1 0 0,0 1-1 0 0,0-1 1 0 0,0 0-1 0 0,-1 0 1 0 0,0 0-1 0 0,-9 5 0 0 0,3-3 19 0 0,0 0 0 0 0,-1 0-1 0 0,0-1 1 0 0,0-1-1 0 0,-1-1 1 0 0,0 0 0 0 0,-22 5-1 0 0,34-10 3 0 0,1 0 0 0 0,-1-1-1 0 0,0 1 1 0 0,1-1 0 0 0,-1 0-1 0 0,0 0 1 0 0,1 0 0 0 0,-1 0-1 0 0,0-1 1 0 0,1 1 0 0 0,-1-1-1 0 0,0 1 1 0 0,1-1 0 0 0,-1 0-1 0 0,1 0 1 0 0,-4-2 0 0 0,4 2 11 0 0,2-2-33 0 0,0 3-5 0 0,0 0 1 0 0,0-1-1 0 0,0 1 1 0 0,-1 0-1 0 0,1-1 1 0 0,0 1-1 0 0,0 0 1 0 0,0-1-1 0 0,0 1 1 0 0,0 0 0 0 0,0-1-1 0 0,0 1 1 0 0,0 0-1 0 0,0-1 1 0 0,0 1-1 0 0,0 0 1 0 0,1-1-1 0 0,-1 1 1 0 0,0 0-1 0 0,0 0 1 0 0,0-1-1 0 0,0 1 1 0 0,0 0-1 0 0,1-1 1 0 0,-1 1-1 0 0,0 0 1 0 0,0 0 0 0 0,1-1-1 0 0,-1 1 1 0 0,0 0-1 0 0,0 0 1 0 0,1 0-1 0 0,-1-1 1 0 0,0 1-1 0 0,0 0 1 0 0,1 0-1 0 0,-1 0 1 0 0,0 0-1 0 0,1 0 1 0 0,-1-1-1 0 0,0 1 1 0 0,1 0-1 0 0,-1 0 1 0 0,0 0 0 0 0,1 0-1 0 0,-1 0 1 0 0,0 0-1 0 0,1 0 1 0 0,-1 0-1 0 0,14 0 27 0 0,0 0 0 0 0,0 1-1 0 0,0 0 1 0 0,0 1 0 0 0,0 0-1 0 0,0 1 1 0 0,-1 1 0 0 0,1 0 0 0 0,17 9-1 0 0,16 9 408 0 0,53 35-1 0 0,-65-36-269 0 0,2 1-7 0 0,113 60-1354 0 0,-124-70-481 0 0,1-2 0 0 0,28 8 0 0 0,8-1-6513 0 0,-29-14-312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3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85 908 0 0,'-3'1'2946'0'0,"-9"0"-1770"0"0,10-1-81 0 0,-13 2 3628 0 0,-13 1 1037 0 0,17 0-3948 0 0,3 0 610 0 0,15-1-2406 0 0,0-1 1 0 0,0 0-1 0 0,0 0 1 0 0,0 0-1 0 0,1-1 1 0 0,-1 0-1 0 0,11-2 1 0 0,57-11 35 0 0,-40 6-53 0 0,231-45 253 0 0,-264 51-212 0 0,-2 0-42 0 0,-2 0 0 0 0,1 0 0 0 0,-1 1 0 0 0,1-1 0 0 0,-1 0 0 0 0,1 0 0 0 0,-1 1 0 0 0,0-1 0 0 0,1 1 0 0 0,-1 0 0 0 0,0-1 0 0 0,1 1 0 0 0,-1 0 0 0 0,0 0 0 0 0,0 0 0 0 0,1 0 0 0 0,-1 0 0 0 0,0 0 0 0 0,1 1 0 0 0,-1-1 0 0 0,0 1 0 0 0,-1 0 0 0 0,1-1-4 0 0,-178 20-4053 0 0,175-20 3747 0 0,3 1-332 0 0,9-14-4128 0 0,41-10-896 0 0,-28 15 2262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1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37 107 860 0 0,'0'-3'1932'0'0,"5"-19"1485"0"0,-2 7-1482 0 0,0 0 1 0 0,1-23-1 0 0,-4 36-1826 0 0,6-3 127 0 0,-6 4-215 0 0,0 1-1 0 0,1 0 1 0 0,-1-1-1 0 0,0 1 1 0 0,0 0-1 0 0,0-1 1 0 0,1 1-1 0 0,-1 0 1 0 0,0-1-1 0 0,0 1 1 0 0,1 0-1 0 0,-1 0 1 0 0,0-1 0 0 0,1 1-1 0 0,-1 0 1 0 0,0 0-1 0 0,1 0 1 0 0,-1-1-1 0 0,1 1 1 0 0,-1 0-1 0 0,0 0 1 0 0,1 0-1 0 0,-1 0 1 0 0,1 0-1 0 0,-1 0 1 0 0,0 0-1 0 0,1 0 1 0 0,-1 0-1 0 0,1 0 1 0 0,0 0 0 0 0,0 1 40 0 0,1 1 0 0 0,0-1 0 0 0,-1 0 0 0 0,1 1 0 0 0,-1 0 0 0 0,0-1 0 0 0,1 1 0 0 0,-1 0 0 0 0,0 0 0 0 0,0-1 0 0 0,0 1 0 0 0,0 0 0 0 0,0 0 0 0 0,-1 0 0 0 0,1 0 0 0 0,-1 0 0 0 0,1 1 0 0 0,-1-1 0 0 0,0 0 0 0 0,0 0 0 0 0,0 0 0 0 0,0 0 0 0 0,0 0 0 0 0,-1 4 0 0 0,0 9 163 0 0,-1 1 1 0 0,-6 20 0 0 0,3-17 32 0 0,-26 112 351 0 0,-7 30-224 0 0,37-157-366 0 0,1 0-1 0 0,-1 0 1 0 0,1 0 0 0 0,0 0 0 0 0,0 0 0 0 0,0 0-1 0 0,0 0 1 0 0,1 1 0 0 0,1 3 0 0 0,-2-7-8 0 0,1 1-1 0 0,0-1 1 0 0,0 0 0 0 0,-1 1 0 0 0,1-1 0 0 0,0 0 0 0 0,0 0 0 0 0,0 1-1 0 0,1-1 1 0 0,-1 0 0 0 0,0 0 0 0 0,0 0 0 0 0,1-1 0 0 0,-1 1 0 0 0,0 0-1 0 0,1 0 1 0 0,-1-1 0 0 0,1 1 0 0 0,-1-1 0 0 0,1 1 0 0 0,-1-1 0 0 0,1 0-1 0 0,-1 1 1 0 0,1-1 0 0 0,-1 0 0 0 0,1 0 0 0 0,-1 0 0 0 0,1 0-1 0 0,0 0 1 0 0,1-1 0 0 0,24-2 21 0 0,0-1-1 0 0,0-1 1 0 0,-1-1 0 0 0,0-2-1 0 0,0 0 1 0 0,0-2-1 0 0,-1-1 1 0 0,-1-1 0 0 0,0-1-1 0 0,38-27 1 0 0,-56 35-26 0 0,0 0 1 0 0,0-1-1 0 0,-1 0 0 0 0,0 0 1 0 0,0 0-1 0 0,0 0 1 0 0,-1-1-1 0 0,0 1 0 0 0,6-16 1 0 0,-8 18 18 0 0,-1 0 1 0 0,0 0 0 0 0,0 0-1 0 0,0 0 1 0 0,0 0 0 0 0,0-1-1 0 0,-1 1 1 0 0,0 0 0 0 0,0-1-1 0 0,0 1 1 0 0,0 0-1 0 0,-1-1 1 0 0,1 1 0 0 0,-1 0-1 0 0,0-1 1 0 0,-1 1 0 0 0,1 0-1 0 0,-1 0 1 0 0,-2-4 0 0 0,0-2 168 0 0,-4-11-26 0 0,8 21-158 0 0,0-1 0 0 0,0 1-1 0 0,0-1 1 0 0,-1 1 0 0 0,1 0-1 0 0,0-1 1 0 0,0 1-1 0 0,0-1 1 0 0,-1 1 0 0 0,1 0-1 0 0,0-1 1 0 0,-1 1-1 0 0,1 0 1 0 0,0-1 0 0 0,-1 1-1 0 0,1 0 1 0 0,0-1 0 0 0,-1 1-1 0 0,1 0 1 0 0,-1 0-1 0 0,1-1 1 0 0,0 1 0 0 0,-1 0-1 0 0,1 0 1 0 0,-1 0 0 0 0,1 0-1 0 0,-1 0 1 0 0,1 0-1 0 0,-1 0 1 0 0,-2 1 73 0 0,1 1 0 0 0,-1 0-1 0 0,1 0 1 0 0,0 0 0 0 0,0 0 0 0 0,0 0 0 0 0,0 1-1 0 0,0-1 1 0 0,0 1 0 0 0,1-1 0 0 0,-1 1 0 0 0,1 0 0 0 0,-1 0-1 0 0,1-1 1 0 0,0 1 0 0 0,0 0 0 0 0,1 0 0 0 0,-2 6-1 0 0,-2 12 549 0 0,-2 34 0 0 0,4-35-357 0 0,-5 321 1444 0 0,9-205-1499 0 0,3-94-1161 0 0,16-59-8086 0 0,-20 14 8405 0 0,0 1 0 0 0,2-3 0 0 0,2-3-2374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1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0 236 348 0 0,'14'-41'7585'0'0,"4"-7"-917"0"0,-15 43-6492 0 0,1 1-1 0 0,0-1 0 0 0,0 1 1 0 0,0 0-1 0 0,1 0 0 0 0,0 0 1 0 0,-1 0-1 0 0,1 1 0 0 0,1 0 1 0 0,-1 0-1 0 0,0 1 0 0 0,8-4 1 0 0,4-2 89 0 0,23-10 212 0 0,77-25 1 0 0,-41 17-3773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1712 0 0,'-7'1'653'0'0,"1"0"-1"0"0,-1 1 1 0 0,1 0 0 0 0,0 1-1 0 0,0-1 1 0 0,0 1-1 0 0,0 0 1 0 0,0 1-1 0 0,0-1 1 0 0,-6 7 0 0 0,5-4-118 0 0,-1 2 0 0 0,1-1 1 0 0,1 1-1 0 0,0 0 0 0 0,0 0 1 0 0,-6 11-1 0 0,1 2-76 0 0,2 1 0 0 0,0 0 0 0 0,1 0 0 0 0,1 1 1 0 0,-4 24-1 0 0,8-30-303 0 0,0-1 1 0 0,0 18-1 0 0,3-31-84 0 0,0 1-1 0 0,0 0 0 0 0,0-1 1 0 0,0 1-1 0 0,1 0 0 0 0,-1-1 1 0 0,1 1-1 0 0,0-1 1 0 0,0 1-1 0 0,0-1 0 0 0,0 1 1 0 0,1-1-1 0 0,0 1 0 0 0,-1-1 1 0 0,4 3-1 0 0,-3-4-33 0 0,-1-1 0 0 0,1 1 0 0 0,0-1 0 0 0,0 0 0 0 0,0 0 0 0 0,0 0 0 0 0,0 0 0 0 0,0 0 0 0 0,0 0 0 0 0,1-1 0 0 0,-1 1 0 0 0,0-1 0 0 0,0 1 0 0 0,1-1 0 0 0,-1 0-1 0 0,0 0 1 0 0,0 0 0 0 0,1 0 0 0 0,-1 0 0 0 0,0-1 0 0 0,3 0 0 0 0,5-1 4 0 0,1-1 0 0 0,-1-1 0 0 0,13-6 1 0 0,-11 5 25 0 0,4-2-42 0 0,1 0 0 0 0,0 1 0 0 0,1 1 0 0 0,-1 1 0 0 0,25-3 0 0 0,-34 6 31 0 0,-1 1 1 0 0,0 0-1 0 0,0 1 0 0 0,1-1 1 0 0,-1 2-1 0 0,0-1 0 0 0,0 1 0 0 0,0 0 1 0 0,0 0-1 0 0,0 1 0 0 0,0-1 1 0 0,0 2-1 0 0,-1-1 0 0 0,0 1 1 0 0,0 0-1 0 0,6 5 0 0 0,-5-4 55 0 0,-2 0-1 0 0,1 1 0 0 0,0 0 0 0 0,-1 0 0 0 0,0 0 0 0 0,-1 1 0 0 0,0-1 0 0 0,0 1 0 0 0,0 0 1 0 0,0 1-1 0 0,-1-1 0 0 0,-1 0 0 0 0,1 1 0 0 0,1 9 0 0 0,-3-11-16 0 0,0 0 1 0 0,-1 0-1 0 0,0 0 0 0 0,0 1 1 0 0,0-1-1 0 0,-1 0 0 0 0,0 0 1 0 0,0 0-1 0 0,0 0 0 0 0,-1 0 1 0 0,0 0-1 0 0,0-1 0 0 0,0 1 0 0 0,-1 0 1 0 0,0-1-1 0 0,0 0 0 0 0,0 0 1 0 0,-8 9-1 0 0,3-6 14 0 0,0 0 0 0 0,0 0 0 0 0,-1-1 0 0 0,0-1 1 0 0,0 1-1 0 0,-1-1 0 0 0,0-1 0 0 0,0 0 0 0 0,-18 6 0 0 0,12-5-17 0 0,0-2 0 0 0,-1 0 1 0 0,1-1-1 0 0,-1-1 0 0 0,-29 1 0 0 0,45-3-155 0 0,0 0 0 0 0,0 1-1 0 0,0-1 1 0 0,0 0 0 0 0,-1-1 0 0 0,1 1-1 0 0,0 0 1 0 0,0 0 0 0 0,0 0-1 0 0,0-1 1 0 0,0 1 0 0 0,-1 0 0 0 0,1-1-1 0 0,0 1 1 0 0,0-1 0 0 0,0 0 0 0 0,0 1-1 0 0,-1-2 1 0 0,1 1-48 0 0,1 1-1 0 0,0-1 1 0 0,0 0 0 0 0,0 1-1 0 0,0-1 1 0 0,0 0-1 0 0,0 1 1 0 0,0-1 0 0 0,0 1-1 0 0,0-1 1 0 0,0 0 0 0 0,0 1-1 0 0,0-1 1 0 0,0 0 0 0 0,0 1-1 0 0,0-1 1 0 0,1 1 0 0 0,-1-1-1 0 0,0 0 1 0 0,0 1-1 0 0,1-1 1 0 0,-1 1 0 0 0,0-1-1 0 0,1 0 1 0 0,4-5-1485 0 0,0 0 0 0 0,1 0 1 0 0,11-10-1 0 0,-12 13 809 0 0,10-12-3561 0 0,6-2-2072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7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64 1116 0 0,'0'0'2660'0'0,"-11"-6"1174"0"0,-20-20 2319 0 0,30 24-5714 0 0,-2-4-28 0 0,14 2-288 0 0,0 0 0 0 0,0 0 1 0 0,0 1-1 0 0,0 0 1 0 0,0 1-1 0 0,21-1 0 0 0,76 2-63 0 0,-56 3 15 0 0,228 4 109 0 0,-270-6-179 0 0,-8 0-3 0 0,23 6-13 0 0,-23-6 29 0 0,1 1-1 0 0,-1 0 0 0 0,1 0 0 0 0,-1 0 0 0 0,1 0 0 0 0,-1 1 0 0 0,0-1 0 0 0,0 0 0 0 0,0 1 0 0 0,0 0 0 0 0,0 0 0 0 0,0-1 0 0 0,0 1 0 0 0,0 0 1 0 0,-1 0-1 0 0,1 1 0 0 0,-1-1 0 0 0,1 0 0 0 0,-1 0 0 0 0,0 1 0 0 0,0-1 0 0 0,0 1 0 0 0,0-1 0 0 0,0 1 0 0 0,-1-1 0 0 0,1 4 0 0 0,1 9 247 0 0,0 0-1 0 0,-1 0 0 0 0,-1 22 0 0 0,0-20-164 0 0,-3 266 1845 0 0,1 122-441 0 0,4-254-828 0 0,24 613 308 0 0,61-56 1518 0 0,-43-139-2258 0 0,-40-480-134 0 0,-1-42-66 0 0,0 85 53 0 0,-6-73-67 0 0,3 48-27 0 0,-2-72 10 0 0,3-22 18 0 0,-2 1 1 0 0,0-1 0 0 0,-5 25-1 0 0,5-34-15 0 0,0 1-1 0 0,0-1 0 0 0,-1 0 0 0 0,0 0 0 0 0,0 0 1 0 0,0 0-1 0 0,0-1 0 0 0,-1 1 0 0 0,1-1 0 0 0,-1 1 1 0 0,0-1-1 0 0,0 0 0 0 0,0 0 0 0 0,0 0 0 0 0,-1 0 1 0 0,-4 2-1 0 0,-31 15-484 0 0,-1-2 1 0 0,-1-1-1 0 0,0-2 1 0 0,-45 9-1 0 0,-1 1-1634 0 0,-121 37-7361 0 0,73-28-122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54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1 592 0 0,'0'0'2028'0'0,"-2"6"-1268"0"0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56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46 1100 0 0,'7'-35'16378'0'0,"-9"24"-13319"0"0,2 11-3057 0 0,0 0 0 0 0,-1 1 0 0 0,1-1 0 0 0,0 0 0 0 0,-1 0 0 0 0,1 0 0 0 0,-1 0 0 0 0,1 0 0 0 0,0 0 0 0 0,-1 1 0 0 0,1-1 0 0 0,0 0 0 0 0,0 0 0 0 0,-1 1 0 0 0,1-1 0 0 0,0 0 0 0 0,0 0 0 0 0,-1 1 0 0 0,1-1 1 0 0,0 0-1 0 0,0 1 0 0 0,-1-1 0 0 0,1 0 0 0 0,0 1 0 0 0,0-1 0 0 0,0 0 0 0 0,0 1 0 0 0,0-1 0 0 0,0 0 0 0 0,0 1 0 0 0,0 0 0 0 0,-1 15 104 0 0,1-8 36 0 0,-43 328 1873 0 0,3-28-1774 0 0,30-226-28 0 0,8-20 1470 0 0,2-60-1247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5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57 904 0 0,'2'-5'835'0'0,"-1"0"0"0"0,0 1 0 0 0,0-1 1 0 0,0 0-1 0 0,0 0 0 0 0,-1 0 0 0 0,-2-18 5726 0 0,0 37-5570 0 0,0 0 0 0 0,2-1 0 0 0,-1 1 0 0 0,4 23 0 0 0,-1 8-157 0 0,7 351 1915 0 0,-3-232-1951 0 0,-4-144-159 0 0,-1-16-1807 0 0,1-9-408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0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67 224 0 0,'0'0'11174'0'0,"-3"0"-10490"0"0,-19 3 6075 0 0,35-3-6692 0 0,12-2 132 0 0,1-1 0 0 0,-1-1 0 0 0,0-2 0 0 0,34-12 0 0 0,31-6-394 0 0,-67 17-2074 0 0,6 2-8710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1 476 0 0,'0'0'664'0'0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1604 0 0,'-102'29'13247'0'0,"85"-24"-10330"0"0,12-1-1582 0 0,16-1-1086 0 0,27-4-53 0 0,36 0-1166 0 0,-65 1-317 0 0,-1 1 0 0 0,1 0 0 0 0,0 0 0 0 0,-1 1 0 0 0,16 6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2596 0 0,'-3'1'2352'0'0,"-35"20"7399"0"0,36-20-9309 0 0,17 4 449 0 0,210-11-2142 0 0,3-8-6058 0 0,-151 9 2241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8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2476 0 0,'1'-46'17013'0'0,"1"99"-16052"0"0,10 56 1 0 0,-6-66-680 0 0,13 202 1248 0 0,-27-122-3591 0 0,3-91-3736 0 0,-15 56 1 0 0,15-71-1370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8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78 1132 0 0,'-104'47'21167'0'0,"313"-82"-18597"0"0,-7 1-2185 0 0,340-17-1810 0 0,-452 47-2101 0 0,-90 4 3410 0 0,1 0-1 0 0,-1 0 1 0 0,0 0-1 0 0,1 0 0 0 0,-1 0 1 0 0,1 0-1 0 0,-1 0 1 0 0,0 0-1 0 0,1 0 1 0 0,-1 0-1 0 0,0 0 0 0 0,1 0 1 0 0,-1 0-1 0 0,1 0 1 0 0,-1 0-1 0 0,0 0 1 0 0,1 0-1 0 0,-1 0 1 0 0,0 1-1 0 0,1-1 0 0 0,-1 0 1 0 0,0 0-1 0 0,1 0 1 0 0,-1 1-1 0 0,0-1 1 0 0,1 0-1 0 0,-1 0 0 0 0,0 1 1 0 0,0-1-1 0 0,1 0 1 0 0,-1 1-1 0 0,0-1 1 0 0,0 0-1 0 0,0 1 1 0 0,1-1-1 0 0,-1 0 0 0 0,0 1 1 0 0,0-1-1 0 0,0 1 1 0 0,0-1-1 0 0,0 0 1 0 0,0 1-1 0 0,0-1 1 0 0,0 0-1 0 0,0 1 0 0 0,0-1 1 0 0,0 1-1 0 0,0-1 1 0 0,0 1-1 0 0,-11 14-6174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8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1 640 0 0,'-23'9'7968'0'0,"-4"1"1437"0"0,11-2-5136 0 0,3-1-2713 0 0,13 7-1176 0 0,0 0 0 0 0,0 1 0 0 0,1-1 1 0 0,1 0-1 0 0,7 27 0 0 0,0 8-49 0 0,6 66-822 0 0,-1 146 1 0 0,-11-228-3164 0 0,5-15-4080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9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0 146 804 0 0,'3'-10'2412'0'0,"-1"-3"108"0"0,2-1-1 0 0,-1 1 1 0 0,2-1-1 0 0,6-14 1 0 0,-9 24-2318 0 0,0 1 0 0 0,0-1 1 0 0,1 1-1 0 0,-1 0 0 0 0,1 0 1 0 0,-1 0-1 0 0,1 0 0 0 0,0 0 1 0 0,0 1-1 0 0,0-1 0 0 0,1 1 1 0 0,-1 0-1 0 0,0 0 0 0 0,1 0 1 0 0,0 0-1 0 0,-1 1 0 0 0,1 0 1 0 0,0-1-1 0 0,5 0 0 0 0,-4 1-177 0 0,-1 0 0 0 0,1 0-1 0 0,-1 1 1 0 0,1 0-1 0 0,0 0 1 0 0,0 0-1 0 0,-1 0 1 0 0,1 1-1 0 0,-1-1 1 0 0,1 1-1 0 0,0 0 1 0 0,-1 1-1 0 0,1-1 1 0 0,-1 1-1 0 0,0 0 1 0 0,0 0-1 0 0,0 0 1 0 0,0 1-1 0 0,0-1 1 0 0,0 1 0 0 0,0 0-1 0 0,-1 0 1 0 0,1 1-1 0 0,-1-1 1 0 0,0 1-1 0 0,0-1 1 0 0,0 1-1 0 0,-1 0 1 0 0,1 0-1 0 0,-1 0 1 0 0,0 0-1 0 0,0 1 1 0 0,-1-1-1 0 0,1 0 1 0 0,-1 1-1 0 0,0-1 1 0 0,0 1 0 0 0,0 0-1 0 0,-1-1 1 0 0,1 1-1 0 0,-1 0 1 0 0,0-1-1 0 0,-1 1 1 0 0,1 0-1 0 0,-1-1 1 0 0,-2 8-1 0 0,-1 3 86 0 0,-1 0 0 0 0,0 0-1 0 0,-1-1 1 0 0,-1 0 0 0 0,-10 17-1 0 0,-49 64 720 0 0,19-29-403 0 0,37-53-295 0 0,8-11-41 0 0,0 0-1 0 0,0 0 1 0 0,0 1-1 0 0,1-1 1 0 0,-1 1 0 0 0,1 0-1 0 0,-1-1 1 0 0,1 1-1 0 0,-1 4 1 0 0,2-6-55 0 0,0-1-1 0 0,0 1 1 0 0,1-1 0 0 0,-1 1 0 0 0,0-1-1 0 0,1 0 1 0 0,-1 1 0 0 0,0-1 0 0 0,1 1-1 0 0,-1-1 1 0 0,0 0 0 0 0,1 1-1 0 0,-1-1 1 0 0,1 0 0 0 0,-1 0 0 0 0,0 1-1 0 0,1-1 1 0 0,-1 0 0 0 0,1 0 0 0 0,-1 0-1 0 0,1 1 1 0 0,-1-1 0 0 0,1 0 0 0 0,-1 0-1 0 0,1 0 1 0 0,0 0 0 0 0,19 3 363 0 0,116-7 420 0 0,-33-1-3570 0 0,-102 5 2476 0 0,0 0 0 0 0,0 0 0 0 0,0 0 0 0 0,0 0 1 0 0,0 0-1 0 0,0 0 0 0 0,0-1 0 0 0,0 1 0 0 0,0 0 1 0 0,0-1-1 0 0,0 1 0 0 0,0-1 0 0 0,-1 1 0 0 0,1-1 0 0 0,0 1 1 0 0,0-1-1 0 0,1 0 0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9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60 1188 0 0,'1'-60'20601'0'0,"2"73"-20069"0"0,0-1 0 0 0,-1 0 0 0 0,0 1 1 0 0,0 24-1 0 0,-6 57 211 0 0,2-57-485 0 0,-22 182 824 0 0,13-132-2705 0 0,2-1-4763 0 0,9-80 4627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2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527 113 2440 0 0,'3'-14'4594'0'0,"-1"8"-3294"0"0,0-1 0 0 0,-1 0 0 0 0,0 0 0 0 0,0 0 0 0 0,-1-11 0 0 0,0 17-1233 0 0,0-1 0 0 0,0 0 0 0 0,-1 0 0 0 0,1 0 0 0 0,-1 1 0 0 0,1-1 0 0 0,-1 0 0 0 0,0 1 0 0 0,1-1 0 0 0,-1 1 0 0 0,0-1 0 0 0,0 0 0 0 0,0 1 0 0 0,0 0 0 0 0,-1-1 0 0 0,1 1 0 0 0,0 0 0 0 0,0-1 0 0 0,-1 1 0 0 0,1 0 0 0 0,-1 0 0 0 0,1 0 0 0 0,-1 0 0 0 0,1 1 0 0 0,-1-1 0 0 0,0 0 0 0 0,-3 0 0 0 0,-7-2-47 0 0,-1 1-1 0 0,0 0 0 0 0,0 1 1 0 0,0 0-1 0 0,0 1 1 0 0,0 1-1 0 0,0 0 1 0 0,0 0-1 0 0,0 2 0 0 0,-13 3 1 0 0,-4 3-10 0 0,1 0 0 0 0,1 2 0 0 0,-36 19 0 0 0,51-23-13 0 0,1 0 0 0 0,-1 1 0 0 0,1 0 1 0 0,0 1-1 0 0,1 0 0 0 0,0 1 0 0 0,1 0 0 0 0,0 1 1 0 0,0 0-1 0 0,1 0 0 0 0,0 1 0 0 0,1 0 1 0 0,1 1-1 0 0,0 0 0 0 0,1 0 0 0 0,0 0 1 0 0,1 1-1 0 0,0 0 0 0 0,1 0 0 0 0,-2 17 1 0 0,0 14 278 0 0,1 0 0 0 0,3 59 0 0 0,14 94 892 0 0,-7-135-1044 0 0,24 330 182 0 0,43 738 1894 0 0,-68-1027-1966 0 0,47 810 999 0 0,-42-799-860 0 0,24 203 481 0 0,-30-291-878 0 0,-2-18 187 0 0,0 0 0 0 0,0-1 0 0 0,1 1-1 0 0,4 12 1 0 0,-5-18-97 0 0,1-1 0 0 0,-1 1-1 0 0,1 0 1 0 0,-1-1 0 0 0,1 1-1 0 0,0-1 1 0 0,0 0 0 0 0,0 0-1 0 0,0 0 1 0 0,0 0 0 0 0,1 0-1 0 0,-1 0 1 0 0,0 0 0 0 0,1-1-1 0 0,0 1 1 0 0,-1-1 0 0 0,5 2-1 0 0,10 3 49 0 0,1-1 0 0 0,-1 0-1 0 0,1-1 1 0 0,24 1-1 0 0,77 1 17 0 0,-67-4-88 0 0,580-10-5747 0 0,-494-9 1983 0 0,-118 13 1752 0 0,0-1 0 0 0,0-1 0 0 0,-1 0-1 0 0,33-17 1 0 0,-25 8-3286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2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2004 0 0,'31'-76'14166'0'0,"-30"75"-13998"0"0,-1 1 1 0 0,0-1-1 0 0,0 1 0 0 0,0-1 1 0 0,1 1-1 0 0,-1-1 0 0 0,0 1 1 0 0,0-1-1 0 0,1 1 0 0 0,-1-1 1 0 0,0 1-1 0 0,1-1 0 0 0,-1 1 1 0 0,1 0-1 0 0,-1-1 0 0 0,1 1 1 0 0,-1 0-1 0 0,1-1 0 0 0,-1 1 0 0 0,1 0 1 0 0,-1-1-1 0 0,1 1 0 0 0,-1 0 1 0 0,1 0-1 0 0,-1 0 0 0 0,1 0 1 0 0,-1-1-1 0 0,1 1 0 0 0,0 0 1 0 0,0 1-3 0 0,0-1 1 0 0,0 0 0 0 0,0 1-1 0 0,0-1 1 0 0,0 1 0 0 0,0-1-1 0 0,0 1 1 0 0,0 0 0 0 0,0-1-1 0 0,0 1 1 0 0,0 0 0 0 0,0 0-1 0 0,1 1 1 0 0,1 1 216 0 0,-1 1 0 0 0,1 0 1 0 0,0 0-1 0 0,-1 0 0 0 0,4 8 0 0 0,5 30 971 0 0,-3 1 0 0 0,-1 0 0 0 0,2 48 0 0 0,-8 130 133 0 0,-4-171-1705 0 0,0 25 368 0 0,5-27-6233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3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45 233 1376 0 0,'3'-30'7811'0'0,"0"-49"2776"0"0,-11 94-7919 0 0,6-7-2240 0 0,-12 45 1867 0 0,-9 84 1 0 0,21-121-2208 0 0,1 1 0 0 0,1-1-1 0 0,0 0 1 0 0,2 0 0 0 0,0 1 0 0 0,0-1 0 0 0,1 0 0 0 0,2 0 0 0 0,10 28 0 0 0,-14-40-73 0 0,1-1 0 0 0,0 1 0 0 0,0-1 0 0 0,0 0 0 0 0,0 0 1 0 0,1 0-1 0 0,-1 0 0 0 0,1 0 0 0 0,0 0 0 0 0,0 0 0 0 0,0-1 0 0 0,0 1 0 0 0,0-1 0 0 0,0 0 0 0 0,1 0 1 0 0,-1 0-1 0 0,1-1 0 0 0,-1 1 0 0 0,1-1 0 0 0,0 0 0 0 0,6 1 0 0 0,-5-1-5 0 0,0-1 0 0 0,0 0 0 0 0,-1 0-1 0 0,1-1 1 0 0,0 0 0 0 0,-1 1 0 0 0,1-1-1 0 0,0-1 1 0 0,-1 1 0 0 0,0-1 0 0 0,1 0-1 0 0,-1 0 1 0 0,0 0 0 0 0,0 0 0 0 0,0-1-1 0 0,0 0 1 0 0,7-6 0 0 0,-1-1-10 0 0,-1 0 0 0 0,0-1 0 0 0,0 0 0 0 0,-1-1 0 0 0,-1 1 0 0 0,0-2 0 0 0,-1 1 0 0 0,0-1 0 0 0,0 0 0 0 0,-1 0 0 0 0,-1 0 0 0 0,-1-1 0 0 0,0 0 0 0 0,0 1 0 0 0,-1-1 1 0 0,-1-26-1 0 0,-1 25-10 0 0,0 0 1 0 0,-2 0-1 0 0,1-1 1 0 0,-2 1 0 0 0,0 0-1 0 0,-1 0 1 0 0,-1 1 0 0 0,0-1-1 0 0,-1 1 1 0 0,0 0-1 0 0,-1 1 1 0 0,-1-1 0 0 0,0 2-1 0 0,-1-1 1 0 0,-12-14 0 0 0,14 20-84 0 0,-4-5-427 0 0,0 0 1 0 0,-1 1 0 0 0,-25-19-1 0 0,35 29-276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2:4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27 463 3180 0 0,'16'-19'8591'0'0,"-1"-1"-3301"0"0,-9 11-4543 0 0,0 1 1 0 0,0 0-1 0 0,0 1 1 0 0,1 0-1 0 0,9-8 0 0 0,36-22-93 0 0,-29 21-465 0 0,-1 0-1 0 0,34-32 1 0 0,-50 41-169 0 0,0 1-1 0 0,-1-1 0 0 0,1-1 1 0 0,-1 1-1 0 0,-1-1 1 0 0,0 0-1 0 0,0 0 1 0 0,0 0-1 0 0,-1 0 1 0 0,0 0-1 0 0,0-1 1 0 0,1-12-1 0 0,-2 8-13 0 0,0 1-1 0 0,-1 0 0 0 0,-1-1 1 0 0,0 1-1 0 0,-1-1 1 0 0,0 1-1 0 0,-1-1 0 0 0,-4-15 1 0 0,6 28-7 0 0,0-1-1 0 0,0 0 1 0 0,-1 1 0 0 0,1-1 0 0 0,0 1 0 0 0,0-1 0 0 0,-1 1-1 0 0,1-1 1 0 0,0 1 0 0 0,-1-1 0 0 0,1 1 0 0 0,-1-1-1 0 0,1 1 1 0 0,-1-1 0 0 0,1 1 0 0 0,-1-1 0 0 0,1 1 0 0 0,-1 0-1 0 0,1-1 1 0 0,-1 1 0 0 0,1 0 0 0 0,-1 0 0 0 0,0-1-1 0 0,1 1 1 0 0,-1 0 0 0 0,0 0 0 0 0,1 0 0 0 0,-1 0 0 0 0,1 0-1 0 0,-1 0 1 0 0,0 0 0 0 0,1 0 0 0 0,-1 0 0 0 0,0 0-1 0 0,1 0 1 0 0,-1 0 0 0 0,1 0 0 0 0,-1 1 0 0 0,0-1 0 0 0,1 0-1 0 0,-1 0 1 0 0,1 1 0 0 0,-1-1 0 0 0,0 0 0 0 0,1 1 0 0 0,-1-1-1 0 0,1 1 1 0 0,0-1 0 0 0,-1 0 0 0 0,1 1 0 0 0,-1-1-1 0 0,1 1 1 0 0,-1 0 0 0 0,-22 28-16 0 0,23-29 17 0 0,-13 22 46 0 0,2 0 1 0 0,0 1-1 0 0,1 1 0 0 0,1 0 0 0 0,-9 41 1 0 0,-16 129 1199 0 0,32-180-1146 0 0,-19 157 880 0 0,-25 149 53 0 0,43-306-1080 0 0,-7 32 1093 0 0,9-43-935 0 0,0 0-1 0 0,0 0 1 0 0,-1 0 0 0 0,1 0 0 0 0,-1 0-1 0 0,1 0 1 0 0,-1 0 0 0 0,0-1 0 0 0,0 1-1 0 0,-5 3 1 0 0,6-4-5 0 0,-3-3 46 0 0,3 1-141 0 0,-1-1 0 0 0,0 1-1 0 0,0-1 1 0 0,1 0 0 0 0,-1 1 0 0 0,0-1 0 0 0,0 0 0 0 0,1 0-1 0 0,-1 0 1 0 0,1 0 0 0 0,-1-1 0 0 0,1 1 0 0 0,0 0 0 0 0,-1-1-1 0 0,1 1 1 0 0,0 0 0 0 0,0-1 0 0 0,-1-2 0 0 0,-1 0-1 0 0,1-1 1 0 0,0 1-1 0 0,1-1 1 0 0,-1 0-1 0 0,1 1 1 0 0,-1-11-1 0 0,0-2-6 0 0,2 0-1 0 0,0 0 0 0 0,3-24 1 0 0,1 12-25 0 0,1 1-1 0 0,1 0 1 0 0,2 0 0 0 0,1 0 0 0 0,1 1 0 0 0,1 1 0 0 0,1 0 0 0 0,2 0-1 0 0,0 1 1 0 0,2 1 0 0 0,0 1 0 0 0,2 0 0 0 0,21-21 0 0 0,-30 36 14 0 0,1 0 1 0 0,0 1-1 0 0,0 0 1 0 0,0 1-1 0 0,1 0 1 0 0,0 0-1 0 0,18-6 0 0 0,-23 10-4 0 0,-1 1 0 0 0,1-1 0 0 0,0 1 0 0 0,0 0-1 0 0,0 1 1 0 0,0 0 0 0 0,10 0 0 0 0,-12 0 2 0 0,-1 1 1 0 0,0 0-1 0 0,1-1 1 0 0,-1 1-1 0 0,0 0 1 0 0,0 1 0 0 0,0-1-1 0 0,0 1 1 0 0,0-1-1 0 0,0 1 1 0 0,-1 0-1 0 0,1 0 1 0 0,0 0-1 0 0,3 4 1 0 0,-3-2 14 0 0,-1-1-1 0 0,1 1 1 0 0,-1 0 0 0 0,0 0 0 0 0,-1 0 0 0 0,1 0-1 0 0,-1 1 1 0 0,1-1 0 0 0,-1 0 0 0 0,-1 1-1 0 0,1-1 1 0 0,0 0 0 0 0,-1 1 0 0 0,0-1 0 0 0,0 1-1 0 0,-1-1 1 0 0,1 1 0 0 0,-1-1 0 0 0,0 0-1 0 0,0 1 1 0 0,-3 6 0 0 0,-1 5 34 0 0,-1-1-1 0 0,0 0 1 0 0,-2 0 0 0 0,-13 21-1 0 0,11-21 9 0 0,-1 1-1 0 0,-1-2 0 0 0,0 1 0 0 0,-1-1 0 0 0,0-1 0 0 0,-1-1 1 0 0,-29 20-1 0 0,40-30 0 0 0,-1 0 0 0 0,1 0 1 0 0,-1 0-1 0 0,0-1 0 0 0,1 0 0 0 0,-1 0 1 0 0,0 0-1 0 0,0 0 0 0 0,0 0 1 0 0,0-1-1 0 0,-5 0 0 0 0,9 0-42 0 0,-1 0 0 0 0,1 1 0 0 0,-1-1-1 0 0,1 0 1 0 0,0 0 0 0 0,-1-1 0 0 0,1 1 0 0 0,-1 0 0 0 0,1 0-1 0 0,-1 0 1 0 0,1 0 0 0 0,-1 0 0 0 0,1 0 0 0 0,-1-1 0 0 0,1 1-1 0 0,0 0 1 0 0,-1 0 0 0 0,1-1 0 0 0,-1 1 0 0 0,1 0 0 0 0,0 0 0 0 0,-1-1-1 0 0,1 1 1 0 0,0-1 0 0 0,-1 1 0 0 0,1 0 0 0 0,0-1 0 0 0,0 1-1 0 0,-1-1 1 0 0,1 1 0 0 0,0 0 0 0 0,0-1 0 0 0,0 1 0 0 0,0-1-1 0 0,-1 1 1 0 0,1-1 0 0 0,0 1 0 0 0,0-1 0 0 0,0 1 0 0 0,0-1-1 0 0,0 1 1 0 0,0-1 0 0 0,0 1 0 0 0,0-1 0 0 0,1 1 0 0 0,-1-1 0 0 0,0 0-5 0 0,0 0 0 0 0,1 0 0 0 0,-1 0 1 0 0,1 0-1 0 0,-1 0 0 0 0,1 0 1 0 0,-1 1-1 0 0,1-1 0 0 0,0 0 1 0 0,-1 0-1 0 0,1 1 0 0 0,0-1 0 0 0,0 0 1 0 0,0 1-1 0 0,-1-1 0 0 0,1 0 1 0 0,0 1-1 0 0,0-1 0 0 0,0 1 1 0 0,0 0-1 0 0,0-1 0 0 0,0 1 0 0 0,2-1 1 0 0,7 0-1 0 0,1 1 1 0 0,-1 0-1 0 0,1 0 0 0 0,-1 1 1 0 0,1 1-1 0 0,-1-1 1 0 0,1 2-1 0 0,-1-1 0 0 0,0 2 1 0 0,0-1-1 0 0,18 10 1 0 0,11 8-983 0 0,56 41 0 0 0,-59-38-702 0 0,56 41-3138 0 0,14 9-6106 0 0,-64-47 2394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0 168 0 0,'0'0'1076'0'0,"0"9"1480"0"0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1 300 0 0,'0'0'4552'0'0,"12"3"-2379"0"0,-2 1-3029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25 416 0 0,'3'-6'2856'0'0,"2"-3"-1940"0"0,-1-1-916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2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59 2144 0 0,'-14'2'13962'0'0,"-3"0"-10497"0"0,26-3-2801 0 0,32-6-901 0 0,254-39 358 0 0,-293 45-115 0 0,1 1-8 0 0,22-6-855 0 0,-23 6 236 0 0,9-2-1995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2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1112 0 0,'13'-44'11917'0'0,"-6"55"-10239"0"0,0 39-502 0 0,-3 1 1 0 0,-2-1-1 0 0,-7 84 0 0 0,0-1-699 0 0,4-105 521 0 0,1-15-3072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2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76 256 556 0 0,'32'-53'14797'0'0,"-32"51"-14559"0"0,0-1 1 0 0,0 1-1 0 0,0 0 1 0 0,0-1-1 0 0,-1 1 1 0 0,1 0 0 0 0,-1-1-1 0 0,-1-3 1 0 0,-7-5-87 0 0,1 0 0 0 0,-2 0 0 0 0,0 1 0 0 0,0 1 0 0 0,0 0 0 0 0,-14-9 0 0 0,7 5-101 0 0,16 11-60 0 0,-4 0-11 0 0,9-4 0 0 0,15-5-1 0 0,253-32 82 0 0,-262 42-33 0 0,-7 0-27 0 0,0 1-1 0 0,0-1 0 0 0,0 0 0 0 0,0 0 1 0 0,0 0-1 0 0,0-1 0 0 0,0 1 1 0 0,4-3-1 0 0,-7 4 5 0 0,15-7-36 0 0,-14 7 30 0 0,-1-1-1 0 0,0 1 1 0 0,0 0-1 0 0,1 0 1 0 0,-1 0-1 0 0,0 0 1 0 0,1 0-1 0 0,-1 0 1 0 0,0-1-1 0 0,1 1 1 0 0,-1 0-1 0 0,0 0 1 0 0,0 0-1 0 0,1 0 1 0 0,-1 0-1 0 0,0 0 1 0 0,1 0-1 0 0,-1 0 1 0 0,0 1-1 0 0,1-1 1 0 0,-1 0-1 0 0,0 0 0 0 0,0 0 1 0 0,1 0-1 0 0,-1 0 1 0 0,0 0-1 0 0,0 1 1 0 0,1-1-1 0 0,-1 0 1 0 0,0 0-1 0 0,0 0 1 0 0,1 0-1 0 0,-1 1 1 0 0,0-1-1 0 0,0 0 1 0 0,0 0-1 0 0,1 1 1 0 0,-1-1-1 0 0,0 0 1 0 0,0 1-1 0 0,0-1 1 0 0,0 0-1 0 0,0 0 1 0 0,0 1-1 0 0,0-1 1 0 0,1 0-1 0 0,-1 1 1 0 0,0-1-1 0 0,0 0 1 0 0,0 0-1 0 0,0 1 1 0 0,0-1-1 0 0,0 0 1 0 0,-1 1-1 0 0,1-1 0 0 0,0 0 1 0 0,0 1-1 0 0,0-1 1 0 0,0 1-1 0 0,-76 238 1804 0 0,11-42-1401 0 0,13-26-1384 0 0,49-163-86 0 0,0 1-1026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0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97 1320 0 0,'9'-15'3476'0'0,"-1"0"0"0"0,0-1 0 0 0,11-33 0 0 0,-19 47-2665 0 0,-19 11 294 0 0,0 14-768 0 0,0 1-1 0 0,1 0 0 0 0,2 2 1 0 0,0 0-1 0 0,2 0 0 0 0,-14 35 0 0 0,16-34-235 0 0,2 0 0 0 0,1 1-1 0 0,-12 57 1 0 0,20-77-75 0 0,0 1 0 0 0,1 0 0 0 0,0 0 0 0 0,0 0 0 0 0,1 0 0 0 0,0-1 0 0 0,4 15 0 0 0,-3-17-2 0 0,0-1-1 0 0,0 0 1 0 0,0 1-1 0 0,1-1 1 0 0,0 0 0 0 0,0 0-1 0 0,0-1 1 0 0,1 1-1 0 0,0-1 1 0 0,0 1 0 0 0,0-1-1 0 0,9 6 1 0 0,-10-7-6 0 0,0-1-1 0 0,0 0 1 0 0,1 0 0 0 0,-1 0-1 0 0,1-1 1 0 0,0 1 0 0 0,-1-1-1 0 0,1 0 1 0 0,0 1 0 0 0,0-2 0 0 0,0 1-1 0 0,0 0 1 0 0,0-1 0 0 0,0 0-1 0 0,6 0 1 0 0,-7-1-9 0 0,-1 0 0 0 0,1 1 0 0 0,-1-1 1 0 0,1 0-1 0 0,-1 0 0 0 0,1 0 0 0 0,-1-1 0 0 0,1 1 0 0 0,-1 0 0 0 0,0-1 1 0 0,0 0-1 0 0,0 0 0 0 0,0 1 0 0 0,0-1 0 0 0,0 0 0 0 0,0 0 0 0 0,-1-1 0 0 0,1 1 1 0 0,-1 0-1 0 0,1-1 0 0 0,-1 1 0 0 0,0 0 0 0 0,0-1 0 0 0,0 0 0 0 0,1-3 1 0 0,-1 2 1 0 0,0 1 1 0 0,-1 0 0 0 0,1 0 0 0 0,-1 0 0 0 0,1-1 0 0 0,-1 1 0 0 0,0 0 0 0 0,0-1 0 0 0,-1 1-1 0 0,1 0 1 0 0,-1 0 0 0 0,1-1 0 0 0,-1 1 0 0 0,0 0 0 0 0,0 0 0 0 0,0 0 0 0 0,-3-4 0 0 0,1 3-7 0 0,1 0 0 0 0,-1 0 1 0 0,0 1-1 0 0,-1-1 0 0 0,1 1 1 0 0,-1 0-1 0 0,1 0 0 0 0,-1 0 1 0 0,0 1-1 0 0,0-1 0 0 0,-6-2 1 0 0,1 1-20 0 0,-1 0 0 0 0,0 1 0 0 0,1 0-1 0 0,-2 1 1 0 0,1 0 0 0 0,0 0 0 0 0,0 1 0 0 0,-1 0 0 0 0,1 1 0 0 0,0 0 0 0 0,-15 2 0 0 0,-6 9-1105 0 0,28-10 674 0 0,0 0 0 0 0,1 1 1 0 0,-1-1-1 0 0,0 1 0 0 0,1 0 0 0 0,0 0 0 0 0,-1-1 1 0 0,1 2-1 0 0,0-1 0 0 0,-3 4 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1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8 369 1772 0 0,'-7'-33'10186'0'0,"8"28"-9989"0"0,1 1 0 0 0,-1 0 0 0 0,1 0 1 0 0,0 0-1 0 0,1 0 0 0 0,-1 0 0 0 0,1 0 0 0 0,0 1 1 0 0,0-1-1 0 0,0 1 0 0 0,0 0 0 0 0,5-4 1 0 0,7-5 38 0 0,29-16 1 0 0,6-6 39 0 0,-38 24-216 0 0,-2 3-28 0 0,0-1 1 0 0,-1 0-1 0 0,0-1 0 0 0,0 0 0 0 0,-1 0 0 0 0,0-1 0 0 0,-1 0 0 0 0,0 0 1 0 0,6-12-1 0 0,8-40 117 0 0,-21 61-149 0 0,0-1 0 0 0,1 1-1 0 0,-1-1 1 0 0,0 0 0 0 0,0 1-1 0 0,0-1 1 0 0,0 1 0 0 0,0-1-1 0 0,0 0 1 0 0,0 1 0 0 0,-1-1 0 0 0,1 1-1 0 0,-1-1 1 0 0,1 1 0 0 0,-1-1-1 0 0,0 1 1 0 0,1-1 0 0 0,-1 1-1 0 0,-2-3 1 0 0,2 3-30 0 0,-14 1-13 0 0,13 0 37 0 0,0 0 1 0 0,0 1 0 0 0,0-1-1 0 0,0 1 1 0 0,0 0-1 0 0,1 0 1 0 0,-1 0 0 0 0,0-1-1 0 0,1 2 1 0 0,-1-1-1 0 0,0 0 1 0 0,1 0-1 0 0,-1 0 1 0 0,1 1 0 0 0,0-1-1 0 0,-2 3 1 0 0,-18 25-11 0 0,19-27 12 0 0,-11 22-14 0 0,0 1-1 0 0,1 0 1 0 0,2 0-1 0 0,0 1 0 0 0,-7 39 1 0 0,3-2 627 0 0,-5 77 1 0 0,9 35 220 0 0,-12 84 560 0 0,21-246-329 0 0,-1-1 920 0 0,2-12-1962 0 0,0 0 0 0 0,0 0 0 0 0,0 0 0 0 0,-1 1 0 0 0,1-1 0 0 0,0 0 0 0 0,0 0 1 0 0,0 0-1 0 0,-1 0 0 0 0,1 0 0 0 0,0 0 0 0 0,0 0 0 0 0,-1 0 0 0 0,1 0 0 0 0,0 0 0 0 0,0 0 1 0 0,0 0-1 0 0,-1 0 0 0 0,1 0 0 0 0,0 0 0 0 0,0 0 0 0 0,0 0 0 0 0,-1 0 0 0 0,1 0 0 0 0,0 0 1 0 0,0 0-1 0 0,-1 0 0 0 0,1 0 0 0 0,0 0 0 0 0,0-1 0 0 0,0 1 0 0 0,0 0 0 0 0,-1 0 0 0 0,1 0 1 0 0,0 0-1 0 0,0 0 0 0 0,0-1 0 0 0,0 1 0 0 0,0 0 0 0 0,-1 0 0 0 0,1-1 0 0 0,-1-1 15 0 0,0-1 0 0 0,0 1-1 0 0,0-1 1 0 0,0 1 0 0 0,1-1-1 0 0,-1 0 1 0 0,1 1-1 0 0,0-1 1 0 0,0 0 0 0 0,0 1-1 0 0,0-1 1 0 0,0 0 0 0 0,1-3-1 0 0,-1-1 44 0 0,1-10-29 0 0,1-1-1 0 0,0 1 1 0 0,1 0-1 0 0,1-1 1 0 0,1 2-1 0 0,0-1 1 0 0,1 0-1 0 0,9-15 0 0 0,-2 5-64 0 0,2 1 0 0 0,1 1 0 0 0,36-44 0 0 0,-40 56-1 0 0,0 0 0 0 0,0 1 0 0 0,2 1 0 0 0,-1 0-1 0 0,1 1 1 0 0,1 0 0 0 0,0 1 0 0 0,0 1 0 0 0,1 0 0 0 0,0 1-1 0 0,0 1 1 0 0,27-7 0 0 0,-39 13 6 0 0,0-1 0 0 0,-1 0 0 0 0,1 1 0 0 0,0 0 1 0 0,0 0-1 0 0,0 0 0 0 0,-1 1 0 0 0,1-1 0 0 0,0 1 0 0 0,-1 0 0 0 0,1 0 0 0 0,0 0 0 0 0,-1 0 0 0 0,1 0 0 0 0,-1 1 0 0 0,6 3 1 0 0,-7-3 7 0 0,0-1 0 0 0,0 1 0 0 0,-1 0 0 0 0,1 0 1 0 0,-1-1-1 0 0,1 1 0 0 0,-1 0 0 0 0,0 0 0 0 0,0 0 1 0 0,0 0-1 0 0,0 1 0 0 0,0-1 0 0 0,0 0 1 0 0,-1 0-1 0 0,1 1 0 0 0,-1-1 0 0 0,1 0 0 0 0,-1 1 1 0 0,0-1-1 0 0,0 0 0 0 0,0 1 0 0 0,0-1 0 0 0,0 0 1 0 0,-1 1-1 0 0,1-1 0 0 0,-1 0 0 0 0,-1 4 0 0 0,-2 7-2 0 0,-2 0-1 0 0,1 0 0 0 0,-2-1 1 0 0,0 0-1 0 0,0 0 1 0 0,-1 0-1 0 0,-1-1 0 0 0,-19 20 1 0 0,8-12 2 0 0,0-1 1 0 0,-2 0-1 0 0,-38 23 1 0 0,56-38 16 0 0,-1 0 0 0 0,1 0 0 0 0,-1-1-1 0 0,0 0 1 0 0,0 1 0 0 0,0-1 0 0 0,0-1 0 0 0,0 1 0 0 0,-1-1-1 0 0,1 0 1 0 0,0 0 0 0 0,-1-1 0 0 0,1 1 0 0 0,-1-1 0 0 0,1 0-1 0 0,0-1 1 0 0,-1 1 0 0 0,1-1 0 0 0,-9-3 0 0 0,13 4-13 0 0,-18-8 13 0 0,18 7-17 0 0,0 1 0 0 0,0-1 1 0 0,0 0-1 0 0,0 1 0 0 0,0-1 1 0 0,0 1-1 0 0,1-1 0 0 0,-1 0 1 0 0,0 0-1 0 0,0 0 0 0 0,1 1 1 0 0,-1-1-1 0 0,1 0 1 0 0,-1 0-1 0 0,1 0 0 0 0,-1 0 1 0 0,1 0-1 0 0,-1 0 0 0 0,1 0 1 0 0,0 0-1 0 0,-1-2 0 0 0,2 3 0 0 0,-1-1-1 0 0,0 1 0 0 0,0-1 0 0 0,0 1 0 0 0,1-1 0 0 0,-1 1 1 0 0,0 0-1 0 0,1-1 0 0 0,-1 1 0 0 0,0-1 0 0 0,1 1 0 0 0,-1 0 1 0 0,0-1-1 0 0,1 1 0 0 0,-1 0 0 0 0,1-1 0 0 0,-1 1 0 0 0,1 0 0 0 0,-1 0 1 0 0,1-1-1 0 0,-1 1 0 0 0,1 0 0 0 0,-1 0 0 0 0,1 0 0 0 0,-1 0 1 0 0,2 0-1 0 0,16-1-53 0 0,-3 5 31 0 0,0 0-1 0 0,-1 2 0 0 0,0 0 0 0 0,0 0 0 0 0,16 11 0 0 0,67 49-74 0 0,-7-4 129 0 0,-77-54-8 0 0,-6-3 12 0 0,0 0 0 0 0,1-1-1 0 0,-1 0 1 0 0,1 0 0 0 0,0-1 0 0 0,0 0 0 0 0,1 0 0 0 0,-1-1 0 0 0,0 0 0 0 0,16 2 0 0 0,-21-4-38 0 0,0 0 1 0 0,0-1-1 0 0,0 1 0 0 0,0-1 0 0 0,0 0 1 0 0,0 1-1 0 0,-1-1 0 0 0,1 0 0 0 0,0-1 1 0 0,-1 1-1 0 0,1 0 0 0 0,-1-1 0 0 0,1 0 1 0 0,-1 1-1 0 0,4-4 0 0 0,-5 4-212 0 0,20-29-6513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83 196 1740 0 0,'3'-10'12926'0'0,"-10"1"-12428"0"0,0-1 0 0 0,-1 2-1 0 0,-9-10 1 0 0,9 10-479 0 0,0 0 0 0 0,1-1 0 0 0,-8-10 1 0 0,14 18-18 0 0,-4-7-23 0 0,2 3-16 0 0,14 0 9 0 0,20 0 12 0 0,1 2 0 0 0,35 0 0 0 0,-29 2 12 0 0,46-8 0 0 0,-20 0 41 0 0,-58 9-28 0 0,1-1-1 0 0,0 0 1 0 0,-1-1 0 0 0,1 1-1 0 0,-1-1 1 0 0,1-1 0 0 0,6-3 0 0 0,-6 3-13 0 0,-5 2 3 0 0,24-25 1920 0 0,-25 25-1694 0 0,0 2-219 0 0,-1 1 0 0 0,1-1 0 0 0,-1 1 1 0 0,0-1-1 0 0,1 1 0 0 0,-1 0 0 0 0,0-1 1 0 0,0 1-1 0 0,0-1 0 0 0,0 1 0 0 0,0-1 0 0 0,-1 1 1 0 0,1 1-1 0 0,0-3-6 0 0,-50 347 197 0 0,36-280-300 0 0,-3-1-1 0 0,-3 0 1 0 0,-30 68-1 0 0,25-81-2875 0 0,5-21-4203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6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25 208 1896 0 0,'-10'-7'9967'0'0,"-2"-2"-5546"0"0,11 8-4181 0 0,1-1 5 0 0,-1-39 648 0 0,1 40-890 0 0,0-1-1 0 0,-1 1 0 0 0,1-1 1 0 0,0 1-1 0 0,0 0 1 0 0,0-1-1 0 0,0 1 0 0 0,0-1 1 0 0,0 1-1 0 0,1-1 1 0 0,-1 1-1 0 0,0 0 0 0 0,1-1 1 0 0,-1 1-1 0 0,1 0 1 0 0,-1-1-1 0 0,1 1 0 0 0,0 0 1 0 0,-1 0-1 0 0,1-1 1 0 0,0 1-1 0 0,0 0 0 0 0,0 0 1 0 0,0 0-1 0 0,2-1 0 0 0,0 0-5 0 0,1 0-1 0 0,0 1 1 0 0,0 0-1 0 0,0-1 0 0 0,0 2 1 0 0,0-1-1 0 0,7 0 0 0 0,-2-1 4 0 0,112-8-4 0 0,13-3 3 0 0,-80 5 32 0 0,-48 7-24 0 0,0-1 0 0 0,-1 1 0 0 0,1-1-1 0 0,-1-1 1 0 0,1 1 0 0 0,-1-1 0 0 0,0 0 0 0 0,0 0 0 0 0,0 0 0 0 0,-1-1 0 0 0,1 1-1 0 0,-1-1 1 0 0,0-1 0 0 0,0 1 0 0 0,4-5 0 0 0,-7 7 16 0 0,7-14 191 0 0,-97 530 1486 0 0,65-341-5034 0 0,22-160 2316 0 0,-2 12-1607 0 0,1-6-2015 0 0,0-4-1107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6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55 1468 0 0,'-10'-12'5265'0'0,"-21"-19"3549"0"0,13 22-3948 0 0,29 13-3946 0 0,10 2-547 0 0,0-1-1 0 0,0 0 1 0 0,0-2 0 0 0,1 0-1 0 0,38-1 1 0 0,18 3-78 0 0,-72-4-462 0 0,1-1 1 0 0,-1 1 0 0 0,1-1 0 0 0,-1-1-1 0 0,1 1 1 0 0,-1-1 0 0 0,0 0 0 0 0,1-1 0 0 0,-1 1-1 0 0,0-1 1 0 0,0 0 0 0 0,0-1 0 0 0,7-3 0 0 0,-11 5-414 0 0,0-1 0 0 0,0 1 1 0 0,0-1-1 0 0,0 1 0 0 0,0-1 1 0 0,0 0-1 0 0,-1 0 0 0 0,4-4 1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37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 2424 0 0,'-20'-13'9704'0'0,"19"13"-9556"0"0,1 0 0 0 0,-1-1-1 0 0,1 1 1 0 0,0 0-1 0 0,-1 0 1 0 0,1 0-1 0 0,0 0 1 0 0,-1 0 0 0 0,1 0-1 0 0,-1 0 1 0 0,1 0-1 0 0,-1 0 1 0 0,1 0 0 0 0,0 0-1 0 0,-1 0 1 0 0,1 0-1 0 0,-1 0 1 0 0,1 0-1 0 0,-5 3 1919 0 0,5-2-1918 0 0,-7 17 1975 0 0,4 28-621 0 0,3-43-1137 0 0,-5 112 987 0 0,-28 156 0 0 0,9-96-8654 0 0,22-151 22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1248 0 0,'3'-12'3536'0'0,"7"-36"12763"0"0,-11 63-15611 0 0,2 0 0 0 0,0 0 0 0 0,0 0 0 0 0,6 25-1 0 0,3 17 629 0 0,-3 27-56 0 0,-4 0 1 0 0,-3 0-1 0 0,-13 92 0 0 0,9-116-526 0 0,4-47-5628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11 116 1008 0 0,'0'-12'1782'0'0,"1"-18"6249"0"0,-7-44 3239 0 0,5 78-10956 0 0,0-1-1 0 0,0 0 0 0 0,0 1 1 0 0,1-1-1 0 0,-1 1 0 0 0,1-1 0 0 0,0 1 1 0 0,0 4-1 0 0,9 254 5075 0 0,-5-155-4857 0 0,2 63-2015 0 0,-5-159 422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1 509 392 0 0,'6'-33'6714'0'0,"7"-26"3666"0"0,0 24-8017 0 0,-6 24-2206 0 0,0 1 0 0 0,1 0 0 0 0,0 0 0 0 0,1 1 0 0 0,0 0 1 0 0,15-12-1 0 0,20-21 5 0 0,-32 28-132 0 0,-1-1 0 0 0,0 1 0 0 0,-1-2 0 0 0,-1 1 0 0 0,10-23 0 0 0,-15 29-27 0 0,-1 0 1 0 0,0 0-1 0 0,0 0 0 0 0,-1 0 1 0 0,0-1-1 0 0,-1 1 0 0 0,0-1 1 0 0,0 0-1 0 0,-1 1 1 0 0,0-1-1 0 0,-3-14 0 0 0,3 23-5 0 0,0 0 0 0 0,0 0-1 0 0,0 1 1 0 0,0-1 0 0 0,0 0-1 0 0,0 0 1 0 0,0 1 0 0 0,0-1-1 0 0,0 0 1 0 0,-1 0-1 0 0,1 1 1 0 0,0-1 0 0 0,-1 0-1 0 0,1 1 1 0 0,0-1 0 0 0,-1 0-1 0 0,1 1 1 0 0,-1-1 0 0 0,1 0-1 0 0,-1 1 1 0 0,1-1 0 0 0,-1 1-1 0 0,1-1 1 0 0,-1 1 0 0 0,0-1-1 0 0,1 1 1 0 0,-1 0 0 0 0,0-1-1 0 0,1 1 1 0 0,-1 0 0 0 0,0-1-1 0 0,0 1 1 0 0,1 0 0 0 0,-1 0-1 0 0,0 0 1 0 0,0 0-1 0 0,1 0 1 0 0,-1 0 0 0 0,0 0-1 0 0,0 0 1 0 0,1 0 0 0 0,-1 0-1 0 0,0 0 1 0 0,0 0 0 0 0,1 0-1 0 0,-1 1 1 0 0,0-1 0 0 0,0 0-1 0 0,1 1 1 0 0,-1-1 0 0 0,0 0-1 0 0,0 1 1 0 0,-3 2-6 0 0,1 0 0 0 0,-1-1 0 0 0,1 1 0 0 0,0 0 0 0 0,0 1 0 0 0,0-1 0 0 0,-5 7 0 0 0,-4 11 3 0 0,1 1-1 0 0,1 0 1 0 0,1 1-1 0 0,1-1 1 0 0,-8 38-1 0 0,-13 122 33 0 0,0 150 326 0 0,23-264 450 0 0,6-65-630 0 0,0 0 0 0 0,0 0 0 0 0,-1 0 0 0 0,1 0 0 0 0,-1-1 0 0 0,0 1 0 0 0,0 0 1 0 0,0 0-1 0 0,0 0 0 0 0,-3 4 0 0 0,3-6 178 0 0,-5-1-243 0 0,5 0-103 0 0,1 0-1 0 0,-1 0 1 0 0,0 0-1 0 0,1 0 1 0 0,-1 0-1 0 0,0 0 1 0 0,1 0-1 0 0,-1 0 1 0 0,1 0-1 0 0,-1 0 1 0 0,0-1-1 0 0,1 1 1 0 0,-1 0 0 0 0,1 0-1 0 0,-1 0 1 0 0,0-1-1 0 0,1 1 1 0 0,-1-1-1 0 0,-1-2 11 0 0,-1 0 0 0 0,1 0 0 0 0,1 0 0 0 0,-1-1 0 0 0,0 1 0 0 0,1-1 0 0 0,0 0 0 0 0,-1 1 0 0 0,2-1 0 0 0,-1 0 0 0 0,0 1 0 0 0,0-8 0 0 0,1 3-19 0 0,1 1 1 0 0,0-1-1 0 0,0 0 0 0 0,0 1 1 0 0,5-15-1 0 0,1 3-38 0 0,1 0-1 0 0,1 1 1 0 0,21-34 0 0 0,-12 26 20 0 0,2 0 1 0 0,0 2 0 0 0,2 0 0 0 0,0 2 0 0 0,29-23 0 0 0,-34 31-15 0 0,1 1 0 0 0,1 1 0 0 0,0 0 1 0 0,1 2-1 0 0,0 0 0 0 0,0 1 0 0 0,1 1 1 0 0,24-6-1 0 0,-36 12 42 0 0,0 1 1 0 0,-1-1-1 0 0,1 2 1 0 0,10-1-1 0 0,-15 1-9 0 0,-1 1 0 0 0,0-1 0 0 0,0 0 0 0 0,0 1 0 0 0,0 0 0 0 0,1 0 0 0 0,-1 0 1 0 0,0 0-1 0 0,0 0 0 0 0,-1 0 0 0 0,1 1 0 0 0,0 0 0 0 0,0-1 0 0 0,4 5 0 0 0,-6-4 4 0 0,0 0 0 0 0,0 1-1 0 0,0-1 1 0 0,-1 0 0 0 0,1 1 0 0 0,0-1 0 0 0,-1 1 0 0 0,0-1-1 0 0,1 0 1 0 0,-1 1 0 0 0,0-1 0 0 0,-1 1 0 0 0,1-1-1 0 0,0 1 1 0 0,0-1 0 0 0,-1 0 0 0 0,0 1 0 0 0,1-1 0 0 0,-1 0-1 0 0,-2 5 1 0 0,-2 2 3 0 0,-1 0-1 0 0,0-1 1 0 0,0 1 0 0 0,-1-1-1 0 0,0-1 1 0 0,-13 12-1 0 0,3-5 49 0 0,0-1-1 0 0,-23 13 0 0 0,27-19-22 0 0,-1-1 1 0 0,0 0 0 0 0,0 0-1 0 0,-1-2 1 0 0,1 1-1 0 0,-1-2 1 0 0,0 0 0 0 0,0-1-1 0 0,0-1 1 0 0,-26 0-1 0 0,38-1-11 0 0,-14 0-26 0 0,14 0-28 0 0,2 0-28 0 0,0 0 67 0 0,1 0-1 0 0,-1 0 0 0 0,0 0 0 0 0,1 0 0 0 0,-1 0 1 0 0,1 0-1 0 0,-1 0 0 0 0,1 0 0 0 0,-1 0 0 0 0,1 0 1 0 0,-1 0-1 0 0,0 0 0 0 0,1 0 0 0 0,-1 0 0 0 0,1 1 1 0 0,-1-1-1 0 0,1 0 0 0 0,-1 0 0 0 0,0 1 0 0 0,2 3-4 0 0,1-1-1 0 0,0 0 1 0 0,0 0 0 0 0,-1 0-1 0 0,2-1 1 0 0,-1 1-1 0 0,0 0 1 0 0,1-1 0 0 0,-1 1-1 0 0,1-1 1 0 0,3 2 0 0 0,40 29 9 0 0,-27-20 2 0 0,77 52 52 0 0,2-4 0 0 0,142 64 0 0 0,-208-112 23 0 0,-19-8-10 0 0,0 1-1 0 0,14 8 1 0 0,-25-13-35 0 0,5 1 24 0 0,-7-1-59 0 0,1-1 0 0 0,-1 1 0 0 0,1-1 0 0 0,0 1 0 0 0,-1-1 0 0 0,1 0 0 0 0,0 1 0 0 0,-1-1 0 0 0,1 0 0 0 0,0 0 0 0 0,0 1 0 0 0,-1-1 0 0 0,1 0 0 0 0,0 0 0 0 0,0 0 0 0 0,-1 0 0 0 0,1 0 0 0 0,0 0 0 0 0,0 0 0 0 0,0 0 0 0 0,-1 0 0 0 0,1 0 0 0 0,0-1 0 0 0,-1 1 0 0 0,1 0 0 0 0,0 0 0 0 0,0-1 0 0 0,-1 1 0 0 0,1 0 0 0 0,0-1 0 0 0,-1 1 0 0 0,2-1 0 0 0,-1-2-482 0 0,0 0 0 0 0,0 1 0 0 0,0-1 0 0 0,-1 0 0 0 0,1 0 0 0 0,0 0 0 0 0,-1 0 0 0 0,0-5 0 0 0,3-9-4066 0 0,7-7-3737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94 240 0 0,'-9'-24'15379'0'0,"10"23"-15172"0"0,25-1 2256 0 0,-20 2-2657 0 0,92-2 180 0 0,188-29-1 0 0,-272 29-1005 0 0,31-8-1365 0 0,-16-3-5212 0 0,-17 4 2937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7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36 296 0 0,'-37'-35'15322'0'0,"36"35"-15267"0"0,1 0-1 0 0,0 0 1 0 0,0 0 0 0 0,-1 0-1 0 0,1 0 1 0 0,0 0-1 0 0,0 0 1 0 0,0 0 0 0 0,-1 0-1 0 0,1 0 1 0 0,0 0-1 0 0,0 0 1 0 0,0 1 0 0 0,-1-1-1 0 0,1 0 1 0 0,0 0-1 0 0,0 0 1 0 0,0 0 0 0 0,-1 1-1 0 0,1-1 1 0 0,0 0 0 0 0,0 0-1 0 0,0 0 1 0 0,0 0-1 0 0,0 1 1 0 0,0-1 0 0 0,-1 0-1 0 0,1 0 1 0 0,0 1-1 0 0,0-1 1 0 0,0 0 0 0 0,0 0-1 0 0,0 1 1 0 0,0-1 0 0 0,0 0-1 0 0,0 0 1 0 0,0 0-1 0 0,0 1 1 0 0,0-1 0 0 0,0 1-1 0 0,-3 13 885 0 0,3-12-820 0 0,2 42 1750 0 0,8 46 1 0 0,-1-21-1197 0 0,15 267 474 0 0,-24-327-1095 0 0,1 0 102 0 0,0-1 0 0 0,0 1 0 0 0,3 11 0 0 0,-3-19-76 0 0,19-26-8098 0 0,19-3-413 0 0,-22 17 2070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8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53 206 2164 0 0,'5'-37'6228'0'0,"-3"22"-4405"0"0,0 0 1 0 0,1 0-1 0 0,8-25 0 0 0,-9 36-1696 0 0,0-1 0 0 0,0 1-1 0 0,0-1 1 0 0,1 1-1 0 0,0 0 1 0 0,0 0 0 0 0,0 0-1 0 0,0 0 1 0 0,0 1 0 0 0,1-1-1 0 0,0 1 1 0 0,0 0 0 0 0,0 0-1 0 0,0 0 1 0 0,7-3 0 0 0,-1 2-84 0 0,-1 0 1 0 0,2 1-1 0 0,-1 0 1 0 0,0 1-1 0 0,0 0 1 0 0,1 1-1 0 0,-1 0 1 0 0,1 0-1 0 0,-1 1 1 0 0,1 0-1 0 0,-1 1 1 0 0,13 3-1 0 0,-18-3-33 0 0,0 0 1 0 0,0 0-1 0 0,0 1 0 0 0,-1 0 0 0 0,1 0 1 0 0,0 0-1 0 0,-1 1 0 0 0,0-1 0 0 0,0 1 0 0 0,1 0 1 0 0,6 7-1 0 0,-9-7 0 0 0,1 0 0 0 0,-1 0 0 0 0,0 0 0 0 0,0 1 1 0 0,-1-1-1 0 0,1 0 0 0 0,-1 1 0 0 0,1-1 0 0 0,-1 1 0 0 0,0 0 0 0 0,0-1 1 0 0,-1 1-1 0 0,1 0 0 0 0,-1-1 0 0 0,0 1 0 0 0,0 0 0 0 0,-1 7 0 0 0,-1 1 6 0 0,-1 1 0 0 0,0 0-1 0 0,-1 0 1 0 0,0-1-1 0 0,-1 0 1 0 0,0 0 0 0 0,-1 0-1 0 0,-1-1 1 0 0,0 1-1 0 0,-9 10 1 0 0,-12 13 63 0 0,-50 49-1 0 0,40-49 815 0 0,36-34-496 0 0,-1-2-281 0 0,3 1-112 0 0,1 0-1 0 0,-1 0 0 0 0,0-1 1 0 0,0 1-1 0 0,0 0 1 0 0,1 0-1 0 0,-1 0 1 0 0,0 0-1 0 0,0 0 1 0 0,0 0-1 0 0,0 0 1 0 0,0-1-1 0 0,1 1 1 0 0,-1 0-1 0 0,0 0 1 0 0,0 0-1 0 0,0 0 0 0 0,0-1 1 0 0,0 1-1 0 0,0 0 1 0 0,0 0-1 0 0,1 0 1 0 0,-1-1-1 0 0,0 1 1 0 0,0 0-1 0 0,0 0 1 0 0,0 0-1 0 0,0-1 1 0 0,0 1-1 0 0,0 0 1 0 0,0 0-1 0 0,0-1 0 0 0,0 1 1 0 0,0 0-1 0 0,0 0 1 0 0,0 0-1 0 0,-1-1 1 0 0,1 1-1 0 0,0 0 1 0 0,0 0-1 0 0,0 0 1 0 0,0-1-1 0 0,0 1 1 0 0,0 0-1 0 0,0 0 1 0 0,0 0-1 0 0,-1 0 0 0 0,1 0 1 0 0,0-1-1 0 0,0 1 1 0 0,0 0-1 0 0,0 0 1 0 0,-1 0-1 0 0,1 0 1 0 0,0 0-1 0 0,0 0 1 0 0,0 0-1 0 0,-1-1 1 0 0,1 1-1 0 0,0 0 1 0 0,2-1 3 0 0,0 0 1 0 0,0 0 0 0 0,0 0 0 0 0,1 0 0 0 0,-1 0 0 0 0,0 0-1 0 0,1 1 1 0 0,-1-1 0 0 0,1 1 0 0 0,-1 0 0 0 0,1 0 0 0 0,-1 0 0 0 0,1 0-1 0 0,-1 0 1 0 0,0 0 0 0 0,1 1 0 0 0,3 0 0 0 0,-1 1 40 0 0,0 0 0 0 0,-1 0 0 0 0,0 0 0 0 0,1 1 0 0 0,-1-1 0 0 0,0 1 0 0 0,0 0 0 0 0,5 5 0 0 0,2 4 167 0 0,-1 0-1 0 0,-1 0 1 0 0,1 0 0 0 0,12 25-1 0 0,-14-21 81 0 0,0 1-1 0 0,-1-1 0 0 0,0 1 1 0 0,-2 1-1 0 0,0-1 1 0 0,-1 1-1 0 0,3 29 0 0 0,-6-40-40 0 0,-1 0 0 0 0,0 0-1 0 0,-1 0 1 0 0,1 0-1 0 0,-2-1 1 0 0,1 1 0 0 0,-1 0-1 0 0,0 0 1 0 0,-5 12-1 0 0,5-15-79 0 0,-1 1 0 0 0,0-1 0 0 0,0 0 0 0 0,0 0 0 0 0,0 0 0 0 0,-1 0-1 0 0,0-1 1 0 0,0 1 0 0 0,0-1 0 0 0,0 0 0 0 0,0 0 0 0 0,0-1 0 0 0,-1 1-1 0 0,1-1 1 0 0,-6 2 0 0 0,2-1-30 0 0,0-1 1 0 0,0 1-1 0 0,0-2 0 0 0,-1 1 1 0 0,1-1-1 0 0,-1 0 0 0 0,1-1 1 0 0,-1 0-1 0 0,1 0 0 0 0,-17-4 1 0 0,0-2-98 0 0,0-1 0 0 0,-28-11 0 0 0,11 3-563 0 0,41 14 284 0 0,-1 1 0 0 0,1 0 0 0 0,0-1 0 0 0,0 1 0 0 0,-1-1 0 0 0,1 0 0 0 0,0 1 0 0 0,0-1 0 0 0,0 0 0 0 0,0 0 0 0 0,0 1 0 0 0,0-1 0 0 0,0 0 0 0 0,0 0 0 0 0,0 0 0 0 0,0 0 0 0 0,-1-2 0 0 0,2 2-2 0 0,0 0-1 0 0,0 1 0 0 0,0-1 1 0 0,0 0-1 0 0,-1 0 0 0 0,1 0 1 0 0,1 1-1 0 0,-1-1 1 0 0,0 0-1 0 0,0 0 0 0 0,0 1 1 0 0,0-1-1 0 0,0 0 1 0 0,1 0-1 0 0,-1 1 0 0 0,0-1 1 0 0,1 0-1 0 0,-1 0 0 0 0,1 1 1 0 0,-1-1-1 0 0,1 0 1 0 0,4-4-1540 0 0,0 0 1 0 0,0 0 0 0 0,1 0-1 0 0,-1 1 1 0 0,8-4 0 0 0,-8 4 222 0 0,16-9-5578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4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114 158 2356 0 0,'-11'-49'8869'0'0,"0"-5"-3064"0"0,11 53-5761 0 0,0-1 1 0 0,0 1-1 0 0,0-1 0 0 0,1 1 1 0 0,-1-1-1 0 0,0 1 0 0 0,1-1 0 0 0,-1 1 1 0 0,1 0-1 0 0,-1-1 0 0 0,1 1 0 0 0,0 0 1 0 0,0-1-1 0 0,0 1 0 0 0,0 0 0 0 0,0 0 1 0 0,0-1-1 0 0,0 1 0 0 0,0 0 0 0 0,0 0 1 0 0,0 0-1 0 0,0 1 0 0 0,1-1 0 0 0,-1 0 1 0 0,0 0-1 0 0,1 1 0 0 0,1-2 0 0 0,5-1 1 0 0,0 0-1 0 0,0 0 1 0 0,11-1 0 0 0,-18 3-37 0 0,11-1 6 0 0,1 0-1 0 0,-1 1 1 0 0,1 0-1 0 0,-1 1 1 0 0,1 0-1 0 0,17 3 1 0 0,-25-2-14 0 0,0 0 0 0 0,0 1 1 0 0,-1-1-1 0 0,1 1 0 0 0,0 0 0 0 0,-1 0 0 0 0,1 0 1 0 0,6 5-1 0 0,-9-6 6 0 0,0 1 1 0 0,0 0-1 0 0,0 0 1 0 0,0 0-1 0 0,-1 0 1 0 0,1 0-1 0 0,0 0 1 0 0,-1 1 0 0 0,0-1-1 0 0,1 0 1 0 0,-1 1-1 0 0,0-1 1 0 0,0 1-1 0 0,0 0 1 0 0,-1-1-1 0 0,2 6 1 0 0,-2-3 4 0 0,0 0 1 0 0,0 0-1 0 0,-1 0 0 0 0,0 0 1 0 0,1 0-1 0 0,-1 0 1 0 0,-1 0-1 0 0,1-1 0 0 0,-1 1 1 0 0,0 0-1 0 0,0-1 1 0 0,0 1-1 0 0,-6 7 0 0 0,-4 6 35 0 0,-29 30 0 0 0,28-34-27 0 0,-84 88 2437 0 0,98-101-2444 0 0,-1 0-1 0 0,0-1 1 0 0,0 1 0 0 0,1-1-1 0 0,-1 1 1 0 0,1-1 0 0 0,-1 1 0 0 0,0-1-1 0 0,1 1 1 0 0,-1-1 0 0 0,1 1-1 0 0,-1-1 1 0 0,1 0 0 0 0,0 1 0 0 0,-1-1-1 0 0,1 0 1 0 0,-1 1 0 0 0,1-1-1 0 0,-1 0 1 0 0,1 0 0 0 0,0 0-1 0 0,-1 1 1 0 0,1-1 0 0 0,0 0 0 0 0,-1 0-1 0 0,1 0 1 0 0,0 0 0 0 0,-1 0-1 0 0,1 0 1 0 0,0 0 0 0 0,-1-1-1 0 0,1 1 1 0 0,0 0 0 0 0,5 0 47 0 0,7 1 6 0 0,-1 1 0 0 0,1 0 0 0 0,-1 1 0 0 0,0 0-1 0 0,0 1 1 0 0,-1 1 0 0 0,1-1 0 0 0,-1 2-1 0 0,20 11 1 0 0,-25-12 110 0 0,1 0 0 0 0,-1 0 0 0 0,0 1 0 0 0,0 0 0 0 0,-1 0 1 0 0,0 0-1 0 0,0 1 0 0 0,0 0 0 0 0,-1 0 0 0 0,0 0 0 0 0,0 0 0 0 0,-1 0 0 0 0,0 1 0 0 0,0 0 0 0 0,-1 0 0 0 0,2 11 0 0 0,-3-13 7 0 0,-1 0-1 0 0,1-1 1 0 0,-1 1 0 0 0,-1 0-1 0 0,1-1 1 0 0,-1 1-1 0 0,0-1 1 0 0,-1 1 0 0 0,1-1-1 0 0,-1 1 1 0 0,0-1 0 0 0,0 0-1 0 0,-1 0 1 0 0,0 0-1 0 0,1 0 1 0 0,-2 0 0 0 0,1-1-1 0 0,0 1 1 0 0,-1-1 0 0 0,0 0-1 0 0,0 0 1 0 0,0 0-1 0 0,-8 4 1 0 0,3-1-22 0 0,-1 0 0 0 0,0-1 0 0 0,-1 0 0 0 0,1-1 0 0 0,-1 0-1 0 0,0-1 1 0 0,0 0 0 0 0,-1-1 0 0 0,1 0 0 0 0,-14 2 0 0 0,16-5-260 0 0,-1 0 1 0 0,1 0 0 0 0,-1-1-1 0 0,1 0 1 0 0,-1 0-1 0 0,1-1 1 0 0,0-1-1 0 0,-11-3 1 0 0,0-2-2998 0 0,0-1 0 0 0,-25-15 0 0 0,17 3-7662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53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1086 226 1512 0 0,'3'-4'673'0'0,"-1"0"1"0"0,1 1-1 0 0,-1-1 0 0 0,0 0 1 0 0,0 0-1 0 0,0 0 0 0 0,0 0 0 0 0,1-6 1 0 0,-3 6-482 0 0,1 0 0 0 0,-1 0 0 0 0,0 0 0 0 0,0-1 0 0 0,0 1 0 0 0,0 0 1 0 0,-1 0-1 0 0,1 0 0 0 0,-1 0 0 0 0,0 0 0 0 0,0 1 0 0 0,-1-1 0 0 0,1 0 0 0 0,-5-7 1 0 0,-68-105 2519 0 0,73 114-2609 0 0,26 12-65 0 0,20 6 45 0 0,89 19 0 0 0,-69-20-15 0 0,-53-12-95 0 0,0 0 0 0 0,-1 1 1 0 0,1 1-1 0 0,-1-1 0 0 0,0 2 1 0 0,0-1-1 0 0,-1 2 0 0 0,0-1 1 0 0,0 1-1 0 0,0 1 0 0 0,-1 0 1 0 0,16 18-1 0 0,-7-3-1 0 0,-1 0 0 0 0,-1 2 1 0 0,-1 0-1 0 0,-2 0 0 0 0,12 29 0 0 0,-11-17 59 0 0,-1 1-1 0 0,-2 1 1 0 0,7 43-1 0 0,-9-8 20 0 0,-3 0-1 0 0,-3 0 1 0 0,-9 111-1 0 0,-45 222 93 0 0,42-347-76 0 0,-46 390 880 0 0,44 3 944 0 0,30-144-1206 0 0,0 35-389 0 0,-23-1-133 0 0,-13-154 655 0 0,-55 250-1 0 0,45-308-581 0 0,-35 138 113 0 0,59-257-188 0 0,-1 0-1 0 0,-1 0 1 0 0,0 0 0 0 0,-1-1-1 0 0,-7 12 1 0 0,9-18-102 0 0,0 0 1 0 0,0 0-1 0 0,0 0 0 0 0,-1-1 1 0 0,1 1-1 0 0,-1-1 0 0 0,0 0 1 0 0,-1-1-1 0 0,1 1 0 0 0,-1-1 0 0 0,1 0 1 0 0,-8 3-1 0 0,-9 1-33 0 0,0-1 0 0 0,0-1 0 0 0,0 0 0 0 0,-25 0 0 0 0,-95 1-443 0 0,108-5 150 0 0,-144-1-1247 0 0,-96-7-1835 0 0,-28-6-3651 0 0,129 4 368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2004 0 0,'-20'0'3521'0'0,"-24"3"6592"0"0,30 0-6739 0 0,24-1-1879 0 0,24 0-1621 0 0,-1-2 1 0 0,37-5 0 0 0,2 0-1871 0 0,-6 6-1423 0 0,-23 3-2600 0 0,-22-2-274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1:5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22 2592 0 0,'-81'30'13413'0'0,"79"-30"-13030"0"0,-1 1 1 0 0,1 0-1 0 0,-1 0 1 0 0,0 0-1 0 0,1 0 1 0 0,0 0-1 0 0,-1 0 0 0 0,1 1 1 0 0,0-1-1 0 0,-4 4 1 0 0,6-5-372 0 0,0 0 1 0 0,0 0 0 0 0,0 0 0 0 0,0 0-1 0 0,0 0 1 0 0,0 1 0 0 0,0-1-1 0 0,0 0 1 0 0,0 0 0 0 0,0 0-1 0 0,0 0 1 0 0,0 0 0 0 0,0 1-1 0 0,0-1 1 0 0,0 0 0 0 0,0 0-1 0 0,0 0 1 0 0,0 0 0 0 0,0 0-1 0 0,0 0 1 0 0,0 1 0 0 0,1-1 0 0 0,-1 0-1 0 0,0 0 1 0 0,0 0 0 0 0,0 0-1 0 0,0 0 1 0 0,0 0 0 0 0,0 1-1 0 0,0-1 1 0 0,0 0 0 0 0,0 0-1 0 0,1 0 1 0 0,-1 0 0 0 0,0 0-1 0 0,0 0 1 0 0,0 0 0 0 0,0 0-1 0 0,0 0 1 0 0,1 0 0 0 0,-1 0 0 0 0,0 0-1 0 0,0 0 1 0 0,0 0 0 0 0,0 0-1 0 0,1 0 1 0 0,17 2 300 0 0,140-22-870 0 0,-73 8-589 0 0,132-13-4919 0 0,-163 19 2322 0 0,21-4-3474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46 1036 0 0,'4'-10'6419'0'0,"-3"5"-5500"0"0,-1 4-591 0 0,1 0-1 0 0,-1-1 0 0 0,0 1 0 0 0,1 0 0 0 0,-1 0 1 0 0,0 0-1 0 0,0-1 0 0 0,0 1 0 0 0,0 0 0 0 0,0 0 1 0 0,0-1-1 0 0,0 1 0 0 0,-1 0 0 0 0,1 0 0 0 0,0 0 1 0 0,-1-1-1 0 0,1 1 0 0 0,-1 0 0 0 0,1 0 0 0 0,-1 0 1 0 0,-1-2-1 0 0,1 2 19 0 0,-2 1-229 0 0,-3-1-91 0 0,-1 1 1 0 0,0 0-1 0 0,1 0 0 0 0,-1 1 1 0 0,0-1-1 0 0,1 2 0 0 0,-1-1 0 0 0,0 1 1 0 0,1 0-1 0 0,0 0 0 0 0,-1 0 1 0 0,1 1-1 0 0,0 0 0 0 0,-10 8 1 0 0,0-1-31 0 0,1 1 0 0 0,1 1 1 0 0,0 1-1 0 0,-17 18 1 0 0,16-12 102 0 0,1 0 0 0 0,1 1 1 0 0,0 0-1 0 0,2 1 0 0 0,0 0 0 0 0,2 0 1 0 0,0 2-1 0 0,1-1 0 0 0,2 1 0 0 0,0 0 1 0 0,1 0-1 0 0,-2 38 0 0 0,3 22 768 0 0,4 0-1 0 0,13 104 1 0 0,-6-98-839 0 0,45 483 1306 0 0,20 256 654 0 0,-45-311-1799 0 0,-24-388 1047 0 0,0 10-382 0 0,-3-135-833 0 0,1 1 0 0 0,-1-1 0 0 0,1 0-1 0 0,0 0 1 0 0,0 0 0 0 0,0 1-1 0 0,1-1 1 0 0,-1 0 0 0 0,1-1-1 0 0,0 1 1 0 0,2 4 0 0 0,-2-6-10 0 0,0 0 1 0 0,0 0-1 0 0,0 0 1 0 0,0-1-1 0 0,1 1 1 0 0,-1 0-1 0 0,0-1 0 0 0,1 1 1 0 0,-1-1-1 0 0,1 0 1 0 0,0 0-1 0 0,-1 0 1 0 0,1 0-1 0 0,0-1 1 0 0,-1 1-1 0 0,1-1 1 0 0,0 1-1 0 0,3-1 0 0 0,37 0-106 0 0,0-1 0 0 0,1-3-1 0 0,-1-1 1 0 0,46-13-1 0 0,-34 8-63 0 0,-45 8 45 0 0,170-36-2648 0 0,-148 30 684 0 0,0-2 1 0 0,-1-2-1 0 0,45-22 0 0 0,-46 16-2765 0 0,-4-3-2485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4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90 1680 0 0,'-12'-16'5923'0'0,"-27"-23"1"0"0,24 23-3735 0 0,14 15-1846 0 0,0 1-288 0 0,1 0 0 0 0,-1-1 0 0 0,1 1 0 0 0,-1-1 0 0 0,1 1 0 0 0,0-1 0 0 0,-1 1-1 0 0,1-1 1 0 0,0 1 0 0 0,-1-1 0 0 0,1 1 0 0 0,0-1 0 0 0,0 1 0 0 0,0-1-1 0 0,-1 1 1 0 0,1-2 0 0 0,2 1-32 0 0,0 0 0 0 0,0 0 1 0 0,-1 0-1 0 0,1 0 0 0 0,0 0 0 0 0,0 1 0 0 0,0-1 0 0 0,1 1 0 0 0,-1-1 1 0 0,0 1-1 0 0,0 0 0 0 0,0 0 0 0 0,0 0 0 0 0,0 0 0 0 0,0 0 0 0 0,0 1 1 0 0,0-1-1 0 0,0 0 0 0 0,1 1 0 0 0,-1 0 0 0 0,2 0 0 0 0,8 4 28 0 0,0-1 0 0 0,15 9 0 0 0,-20-9-30 0 0,1 1 0 0 0,-1-1-1 0 0,0 2 1 0 0,0-1-1 0 0,0 1 1 0 0,-1 0 0 0 0,0 0-1 0 0,0 0 1 0 0,-1 1 0 0 0,1 0-1 0 0,-1 0 1 0 0,-1 1 0 0 0,1-1-1 0 0,-2 1 1 0 0,1 0-1 0 0,-1 0 1 0 0,0 0 0 0 0,3 14-1 0 0,-4-9 0 0 0,0-1-1 0 0,-1 1 1 0 0,-1 0 0 0 0,0-1-1 0 0,-1 1 1 0 0,0 0-1 0 0,-1-1 1 0 0,0 1-1 0 0,-1-1 1 0 0,-1 0-1 0 0,0 0 1 0 0,-7 16-1 0 0,-44 79 537 0 0,54-105 110 0 0,3-6-639 0 0,-1 1 0 0 0,1-1-1 0 0,0 0 1 0 0,0 1 0 0 0,0-1-1 0 0,1 1 1 0 0,-1-1-1 0 0,1 1 1 0 0,0 0 0 0 0,5-5-1 0 0,-7 7-19 0 0,45-44 37 0 0,181-198 61 0 0,-218 230-103 0 0,0 0 0 0 0,-1 0 1 0 0,0-1-1 0 0,8-20 1 0 0,-16 34-6 0 0,0-1 1 0 0,0 1 0 0 0,0-1 0 0 0,0 0 0 0 0,0 1 0 0 0,0-1 0 0 0,0 1-1 0 0,0-1 1 0 0,0 0 0 0 0,0 1 0 0 0,-1-1 0 0 0,1 1 0 0 0,0-1 0 0 0,0 1-1 0 0,-1-1 1 0 0,1 1 0 0 0,0-1 0 0 0,-1 1 0 0 0,1-1 0 0 0,0 1 0 0 0,-1-1-1 0 0,1 1 1 0 0,-1 0 0 0 0,1-1 0 0 0,-1 1 0 0 0,1 0 0 0 0,-1-1 0 0 0,1 1-1 0 0,-1 0 1 0 0,1-1 0 0 0,-1 1 0 0 0,1 0 0 0 0,-1 0 0 0 0,1 0 0 0 0,-1 0 0 0 0,0 0-1 0 0,1 0 1 0 0,-1-1 0 0 0,1 1 0 0 0,-1 0 0 0 0,0 1 0 0 0,1-1 0 0 0,-1 0-1 0 0,1 0 1 0 0,-1 0 0 0 0,0 0 0 0 0,1 0 0 0 0,-1 1 0 0 0,1-1 0 0 0,-1 0-1 0 0,1 0 1 0 0,-1 1 0 0 0,-10 6 19 0 0,1-1-1 0 0,0 2 1 0 0,0 0-1 0 0,1 0 0 0 0,0 0 1 0 0,1 1-1 0 0,-14 18 1 0 0,4-3 188 0 0,2 1-1 0 0,-17 33 1 0 0,29-49-156 0 0,-1 0-1 0 0,2 1 1 0 0,-1-1-1 0 0,1 1 1 0 0,1 0-1 0 0,0-1 1 0 0,0 1 0 0 0,1 0-1 0 0,0 0 1 0 0,1 13-1 0 0,0-18-26 0 0,1 1-1 0 0,0-1 1 0 0,0 0-1 0 0,0 0 1 0 0,1 0 0 0 0,0 0-1 0 0,0 0 1 0 0,0 0-1 0 0,1 0 1 0 0,-1-1-1 0 0,1 1 1 0 0,0-1-1 0 0,0 0 1 0 0,1 0 0 0 0,-1 0-1 0 0,1 0 1 0 0,0-1-1 0 0,0 1 1 0 0,0-1-1 0 0,10 6 1 0 0,0-2 8 0 0,1 0-1 0 0,0 0 1 0 0,0-2 0 0 0,1 0-1 0 0,0 0 1 0 0,0-2 0 0 0,23 3-1 0 0,122 1 120 0 0,-147-7-128 0 0,1 0-40 0 0,56 1-3569 0 0,-69 0 3088 0 0,0 0 1 0 0,-1 0-1 0 0,1 0 1 0 0,-1 0-1 0 0,1 0 1 0 0,-1 1-1 0 0,0-1 1 0 0,1 0-1 0 0,-1 1 1 0 0,0-1-1 0 0,0 1 1 0 0,0-1 0 0 0,0 1-1 0 0,0 0 1 0 0,0-1-1 0 0,0 1 1 0 0,-1 0-1 0 0,1 0 1 0 0,-1 0-1 0 0,1 2 1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26 992 0 0,'-35'-25'13383'0'0,"35"25"-13335"0"0,-1 0 1 0 0,1 0 0 0 0,0 0 0 0 0,0 1 0 0 0,-1-1-1 0 0,1 0 1 0 0,0 0 0 0 0,0 1 0 0 0,0-1 0 0 0,-1 0-1 0 0,1 0 1 0 0,0 1 0 0 0,0-1 0 0 0,0 0 0 0 0,0 0-1 0 0,0 1 1 0 0,0-1 0 0 0,-1 0 0 0 0,1 1 0 0 0,0-1-1 0 0,0 0 1 0 0,0 0 0 0 0,0 1 0 0 0,0-1 0 0 0,0 0-1 0 0,0 1 1 0 0,0-1 0 0 0,0 0 0 0 0,1 1 0 0 0,-1-1-1 0 0,0 0 1 0 0,0 0 0 0 0,0 1 0 0 0,0-1 0 0 0,0 0-1 0 0,0 1 1 0 0,1-1 0 0 0,-1 0 0 0 0,0 0 0 0 0,0 1-1 0 0,0-1 1 0 0,1 0 0 0 0,7 16 766 0 0,-7-14-668 0 0,7 12 237 0 0,0 0 0 0 0,1-1 0 0 0,0 0 0 0 0,21 21 0 0 0,-25-28-351 0 0,1-1 0 0 0,0-1-1 0 0,0 1 1 0 0,1-1 0 0 0,-1 0 0 0 0,1 0 0 0 0,0-1 0 0 0,0 0-1 0 0,0 0 1 0 0,1-1 0 0 0,-1 0 0 0 0,10 2 0 0 0,-13-3-22 0 0,1 0 0 0 0,0-1 1 0 0,0 1-1 0 0,0-1 0 0 0,-1 0 0 0 0,1 0 1 0 0,0-1-1 0 0,0 1 0 0 0,0-1 0 0 0,-1 0 1 0 0,1 0-1 0 0,0-1 0 0 0,-1 1 0 0 0,1-1 1 0 0,-1 0-1 0 0,0 0 0 0 0,1-1 0 0 0,-1 1 1 0 0,0-1-1 0 0,-1 0 0 0 0,1 0 1 0 0,0 0-1 0 0,-1-1 0 0 0,0 1 0 0 0,1-1 1 0 0,2-4-1 0 0,0-3 3 0 0,0 0 0 0 0,0-1 1 0 0,-1 0-1 0 0,7-23 0 0 0,-4 11-6 0 0,-8 22 374 0 0,-6 21 304 0 0,0 17 430 0 0,1 1 1 0 0,0 57-1 0 0,10 76 574 0 0,-4-165-1668 0 0,9 122 559 0 0,-3-51 101 0 0,-5 143 0 0 0,-3-213-547 0 0,1 1 0 0 0,-1-1 1 0 0,0 0-1 0 0,-1 1 0 0 0,1-1 0 0 0,-1 0 1 0 0,-1 0-1 0 0,1 0 0 0 0,-4 5 1 0 0,4-8-103 0 0,1-1 0 0 0,-1 0 0 0 0,0 0 0 0 0,0 0-1 0 0,0 0 1 0 0,0-1 0 0 0,0 1 0 0 0,0 0 0 0 0,-1-1 0 0 0,1 1 0 0 0,0-1 0 0 0,-1 0 0 0 0,1 0 0 0 0,-1 0 0 0 0,0 0 0 0 0,1 0 0 0 0,-1-1 0 0 0,0 1 0 0 0,1-1 0 0 0,-1 0 0 0 0,0 1 0 0 0,0-1 0 0 0,-3-1 0 0 0,-4 0 11 0 0,0-1 0 0 0,0 0 1 0 0,1 0-1 0 0,-1-1 1 0 0,1 0-1 0 0,-1-1 0 0 0,1 0 1 0 0,-13-8-1 0 0,0-2 23 0 0,1 0 0 0 0,-23-21 1 0 0,37 29-160 0 0,0 0 1 0 0,1-1 0 0 0,0 0 0 0 0,0 0 0 0 0,1 0 0 0 0,-1 0-1 0 0,2-1 1 0 0,-1 0 0 0 0,-5-13 0 0 0,9 17-156 0 0,-1-1 0 0 0,1 1 1 0 0,0-1-1 0 0,0 1 0 0 0,1-1 0 0 0,0 0 0 0 0,-1 1 0 0 0,1-1 0 0 0,1 1 1 0 0,-1-1-1 0 0,1 0 0 0 0,0 1 0 0 0,0-1 0 0 0,0 1 0 0 0,0-1 1 0 0,1 1-1 0 0,0 0 0 0 0,0 0 0 0 0,0 0 0 0 0,4-6 0 0 0,9-9-1330 0 0,1 2 1 0 0,1-1-1 0 0,0 2 0 0 0,1 1 0 0 0,1 0 0 0 0,24-14 1 0 0,12-12-4164 0 0,-23 16 33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16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384 205 1644 0 0,'-18'-25'5951'0'0,"-33"-34"0"0"0,49 57-5702 0 0,0 1-38 0 0,0-1 0 0 0,0 0 1 0 0,0 0-1 0 0,0 0 1 0 0,0 0-1 0 0,1-1 0 0 0,-1 1 1 0 0,1 0-1 0 0,-1-1 1 0 0,1 1-1 0 0,0-1 0 0 0,-1-3 1 0 0,2 5-199 0 0,0 0 0 0 0,1 1 1 0 0,-1-1-1 0 0,1 0 0 0 0,-1 1 1 0 0,1-1-1 0 0,-1 1 0 0 0,1-1 1 0 0,-1 1-1 0 0,1-1 0 0 0,-1 1 1 0 0,1-1-1 0 0,0 1 0 0 0,-1-1 0 0 0,1 1 1 0 0,0 0-1 0 0,0-1 0 0 0,-1 1 1 0 0,1 0-1 0 0,1 0 0 0 0,19-6 75 0 0,-18 5-68 0 0,244-68 174 0 0,-245 68-226 0 0,-1 1 29 0 0,1 1 0 0 0,-1-1 1 0 0,0 0-1 0 0,1 0 1 0 0,-1 1-1 0 0,0-1 0 0 0,0 1 1 0 0,1-1-1 0 0,-1 1 0 0 0,0 0 1 0 0,0-1-1 0 0,0 1 1 0 0,0 0-1 0 0,0 0 0 0 0,0 0 1 0 0,0 0-1 0 0,0 0 1 0 0,0 0-1 0 0,0 0 0 0 0,0 0 1 0 0,-1 0-1 0 0,1 0 0 0 0,0 0 1 0 0,-1 1-1 0 0,1-1 1 0 0,-1 0-1 0 0,1 3 0 0 0,1 4 70 0 0,0 0 0 0 0,0 0-1 0 0,0 11 1 0 0,-1-11 92 0 0,14 196 1826 0 0,-1 3-453 0 0,155 833 1028 0 0,-28-210-67 0 0,-118-582-565 0 0,-22-217-1614 0 0,-2 0 0 0 0,-2-1 0 0 0,0 1 0 0 0,-2-1 0 0 0,-2 0-1 0 0,-9 30 1 0 0,12-49-298 0 0,0-1 0 0 0,0 1 0 0 0,-1-1-1 0 0,-1 0 1 0 0,1 0 0 0 0,-2 0 0 0 0,1-1-1 0 0,-1 0 1 0 0,-1-1 0 0 0,1 1 0 0 0,-1-1-1 0 0,-1-1 1 0 0,0 1 0 0 0,0-2 0 0 0,0 1-1 0 0,-1-1 1 0 0,0-1 0 0 0,0 1 0 0 0,0-2-1 0 0,-1 1 1 0 0,0-2 0 0 0,1 1 0 0 0,-1-1-1 0 0,-1-1 1 0 0,-17 2 0 0 0,-253 11-4196 0 0,88-9-972 0 0,88 2 1171 0 0,36-3-2431 0 0,12 0-2008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3:54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32 432 0 0,'0'0'1647'0'0,"1"-12"2569"0"0,-1 8-3635 0 0,0 4-645 0 0,0-1 0 0 0,0 1-1 0 0,0-1 1 0 0,0 0 0 0 0,0 1 0 0 0,0-1-1 0 0,0 1 1 0 0,0-1 0 0 0,0 1 0 0 0,0-1-1 0 0,1 1 1 0 0,-1-1 0 0 0,0 0 0 0 0,0 1-1 0 0,0-1 1 0 0,1 1 0 0 0,-1 0 0 0 0,0-1-1 0 0,1 1 1 0 0,-1-1 0 0 0,0 1 0 0 0,1-1-1 0 0,-1 1 1 0 0,1 0 0 0 0,-1-1 0 0 0,1 1 0 0 0,-1 0-1 0 0,1-1 1 0 0,-1 1 0 0 0,1 0 0 0 0,-1 0-1 0 0,1 0 1 0 0,-1-1 0 0 0,1 1 0 0 0,-1 0-1 0 0,1 0 1 0 0,-1 0 0 0 0,1 0 0 0 0,0 0-1 0 0,-1 0 1 0 0,1 0 0 0 0,0 0 0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1:3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56 580 0 0,'14'4'1700'0'0,"-11"-4"-1580"0"0,1-1 1 0 0,-1 1-1 0 0,1-1 0 0 0,-1 0 1 0 0,0 1-1 0 0,1-1 0 0 0,-1-1 0 0 0,0 1 1 0 0,5-3-1 0 0,-6 3-91 0 0,40-24 29 0 0,-8 8-1964 0 0,-25 11 1330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2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87 800 0 0,'-8'-8'3717'0'0,"-15"-14"-294"0"0,-26-19-1 0 0,30 27-2707 0 0,18 13-662 0 0,26 8-99 0 0,-11 2 59 0 0,-1 1 0 0 0,0 0 0 0 0,-1 1 0 0 0,0 0-1 0 0,-1 1 1 0 0,0 0 0 0 0,-1 1 0 0 0,0 0-1 0 0,-1 1 1 0 0,0 0 0 0 0,-1 0 0 0 0,-1 1 0 0 0,8 23-1 0 0,-9-21 34 0 0,-1 0 0 0 0,-1 1-1 0 0,0 0 1 0 0,-2 0 0 0 0,0 0-1 0 0,-1 1 1 0 0,0-1 0 0 0,-2 0-1 0 0,0 0 1 0 0,-1 0 0 0 0,-9 35-1 0 0,3-25-26 0 0,-2 0 0 0 0,0-1 0 0 0,-2 0 0 0 0,-2 0 0 0 0,0-2 0 0 0,-1 0 0 0 0,-2 0 0 0 0,0-2 0 0 0,-2 0 0 0 0,-38 37 1 0 0,31-44 71 0 0,25-16-90 0 0,1 1 1 0 0,-1-1-1 0 0,1 0 1 0 0,-1 0 0 0 0,1 1-1 0 0,-1-1 1 0 0,1 0-1 0 0,-1 0 1 0 0,1 0-1 0 0,-1 1 1 0 0,1-1-1 0 0,-1 0 1 0 0,1 0-1 0 0,-1 0 1 0 0,1 0-1 0 0,-1 0 1 0 0,1 0-1 0 0,-1 0 1 0 0,1 0-1 0 0,-1 0 1 0 0,1 0 0 0 0,-1 0-1 0 0,0-1 1 0 0,1 1-1 0 0,-1 0 1 0 0,1 0-1 0 0,0 0 1 0 0,-1-1-1 0 0,1 1 1 0 0,-1 0-1 0 0,1-1 1 0 0,-1 1-1 0 0,1 0 1 0 0,0-1-1 0 0,-1 1 1 0 0,1-1 0 0 0,0 1-1 0 0,-1 0 1 0 0,1-1-1 0 0,0 1 1 0 0,-1-1-1 0 0,1 1 1 0 0,0-1-1 0 0,0 1 1 0 0,0-1-1 0 0,-1 1 1 0 0,1-1-1 0 0,0 1 1 0 0,0-1-1 0 0,0 1 1 0 0,0-1-1 0 0,0 1 1 0 0,0-2 0 0 0,1-8 0 0 0,0-1 0 0 0,1 1 0 0 0,0-1 1 0 0,1 1-1 0 0,0 0 0 0 0,0 0 0 0 0,1 0 1 0 0,5-9-1 0 0,49-80-170 0 0,-37 64 146 0 0,184-250-341 0 0,-148 210 265 0 0,-52 70 73 0 0,6-9-51 0 0,17-30-1 0 0,-27 43 49 0 0,-3 1-17 0 0,1 0 50 0 0,-1 1 1 0 0,0-1-1 0 0,1 1 1 0 0,-1-1 0 0 0,1 1-1 0 0,-1 0 1 0 0,1-1-1 0 0,-1 1 1 0 0,1 0 0 0 0,0 0-1 0 0,-1 0 1 0 0,1 0-1 0 0,0 0 1 0 0,0 0-1 0 0,0 1 1 0 0,-2 1 0 0 0,-20 28 44 0 0,20-27-32 0 0,-21 31 41 0 0,2 1-1 0 0,2 1 0 0 0,1 0 0 0 0,-24 70 0 0 0,41-100-51 0 0,0-1 0 0 0,0 1 0 0 0,1-1 0 0 0,0 1 0 0 0,1 0 0 0 0,-1 0 0 0 0,1-1 0 0 0,1 1 0 0 0,-1 0 0 0 0,1 0 0 0 0,3 10 0 0 0,-3-13-2 0 0,0 0 0 0 0,1-1 0 0 0,0 1 0 0 0,-1-1 0 0 0,1 0 0 0 0,0 0 0 0 0,1 0 0 0 0,-1 0 0 0 0,0 0 0 0 0,1 0 0 0 0,0 0 0 0 0,0-1 0 0 0,-1 1 0 0 0,1-1 0 0 0,1 0 0 0 0,-1 0 0 0 0,0 0 0 0 0,1 0 0 0 0,-1-1 0 0 0,1 1 0 0 0,-1-1 0 0 0,5 1 1 0 0,4 1-165 0 0,0-1 0 0 0,1 0 0 0 0,-1-1 1 0 0,0 0-1 0 0,1-1 0 0 0,20-3 0 0 0,-14 0-2782 0 0,33-8-1 0 0,-27 4-626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2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10 128 1968 0 0,'-8'-21'10253'0'0,"6"14"-8620"0"0,4 5-1617 0 0,-1 0 1 0 0,1 1-1 0 0,-1-1 0 0 0,1 1 0 0 0,0 0 1 0 0,-1-1-1 0 0,1 1 0 0 0,0 0 1 0 0,0 0-1 0 0,0 0 0 0 0,4-1 0 0 0,31-11 2 0 0,-21 8 0 0 0,119-35-289 0 0,-89 29-2402 0 0,3 1-3510 0 0,-35 7 3629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0 1692 0 0,'-36'19'3439'0'0,"8"-5"561"0"0,-50 38 1121 0 0,78-52-5094 0 0,0 0 0 0 0,0 0 0 0 0,0 1-1 0 0,0-1 1 0 0,0 0 0 0 0,0 1 0 0 0,0-1 0 0 0,1 0-1 0 0,-1 0 1 0 0,0 1 0 0 0,0-1 0 0 0,0 0 0 0 0,1 0-1 0 0,-1 0 1 0 0,0 1 0 0 0,0-1 0 0 0,1 0 0 0 0,-1 0-1 0 0,0 0 1 0 0,0 0 0 0 0,1 1 0 0 0,-1-1 0 0 0,0 0-1 0 0,1 0 1 0 0,-1 0 0 0 0,0 0 0 0 0,0 0 0 0 0,1 0-1 0 0,-1 0 1 0 0,0 0 0 0 0,1 0 0 0 0,-1 0 0 0 0,41-3 308 0 0,0-1 1 0 0,61-15 0 0 0,4-1-224 0 0,-50 11-70 0 0,45-6-746 0 0,-90 18-103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5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50 1392 0 0,'12'-39'7440'0'0,"-12"37"-7000"0"0,3-3 87 0 0,0 2 430 0 0,-2 13-102 0 0,1 60 77 0 0,-4 1 1 0 0,-15 100-1 0 0,10-110-739 0 0,-10 56 399 0 0,1-4-4511 0 0,13-100-1102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67 572 0 0,'-22'11'4471'0'0,"2"2"0"0"0,-30 21 0 0 0,48-33-3881 0 0,2 0-558 0 0,0-1 1 0 0,1 0 0 0 0,-1 1 0 0 0,0-1 0 0 0,0 0 0 0 0,0 1-1 0 0,0-1 1 0 0,0 0 0 0 0,1 1 0 0 0,-1-1 0 0 0,0 0-1 0 0,0 0 1 0 0,1 1 0 0 0,-1-1 0 0 0,0 0 0 0 0,0 0-1 0 0,1 1 1 0 0,-1-1 0 0 0,0 0 0 0 0,1 0 0 0 0,-1 0 0 0 0,0 1-1 0 0,0-1 1 0 0,1 0 0 0 0,-1 0 0 0 0,1 0 0 0 0,-1 0-1 0 0,0 0 1 0 0,1 0 0 0 0,-1 0 0 0 0,0 0 0 0 0,1 0 0 0 0,-1 0-1 0 0,0 0 1 0 0,1 0 0 0 0,-1 0 0 0 0,67-8 804 0 0,117-29 0 0 0,-71 12-630 0 0,276-36-1847 0 0,-385 60 1248 0 0,0 0 1 0 0,1 1-1 0 0,-1 0 0 0 0,0 0 0 0 0,1 1 1 0 0,-1-1-1 0 0,0 1 0 0 0,1 0 1 0 0,-1 0-1 0 0,0 0 0 0 0,0 1 0 0 0,4 1 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0 772 0 0,'-41'19'12819'0'0,"40"-19"-12735"0"0,1 0-1 0 0,-1 0 0 0 0,0 0 0 0 0,1 0 1 0 0,-1 0-1 0 0,0 0 0 0 0,1 0 0 0 0,-1 1 1 0 0,0-1-1 0 0,1 0 0 0 0,-1 0 1 0 0,0 1-1 0 0,1-1 0 0 0,-1 0 0 0 0,1 1 1 0 0,-1-1-1 0 0,0 0 0 0 0,1 1 0 0 0,-1-1 1 0 0,1 1-1 0 0,-1-1 0 0 0,1 1 0 0 0,0-1 1 0 0,-1 1-1 0 0,1 0 0 0 0,-1-1 1 0 0,1 2-1 0 0,-1-1 67 0 0,0 1 1 0 0,0 0-1 0 0,0-1 0 0 0,0 1 1 0 0,0 0-1 0 0,0 0 0 0 0,1-1 1 0 0,-1 1-1 0 0,1 0 1 0 0,-1 3-1 0 0,8 218 3383 0 0,1 9-2728 0 0,-5-169-184 0 0,-1-24-1745 0 0,-2-14-2965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1904 0 0,'2'-10'7764'0'0,"5"-25"1788"0"0,12 4-8892 0 0,-14 26-660 0 0,0 1 0 0 0,1-1 0 0 0,0 1 0 0 0,0 0 0 0 0,0 1 0 0 0,0-1 0 0 0,1 1 0 0 0,-1 1 0 0 0,1-1 0 0 0,0 1 0 0 0,0 0 0 0 0,10-1 0 0 0,-13 2-3 0 0,0 1-1 0 0,0 0 0 0 0,0 0 0 0 0,0 0 1 0 0,0 0-1 0 0,0 0 0 0 0,0 1 0 0 0,0 0 1 0 0,0 0-1 0 0,0 0 0 0 0,0 0 0 0 0,0 1 1 0 0,-1-1-1 0 0,1 1 0 0 0,0 0 0 0 0,-1 0 1 0 0,0 0-1 0 0,1 1 0 0 0,-1-1 0 0 0,0 1 1 0 0,0 0-1 0 0,0 0 0 0 0,-1 0 0 0 0,4 5 0 0 0,-2-2 14 0 0,0 0-1 0 0,-1 0 0 0 0,0 1 1 0 0,0-1-1 0 0,-1 1 0 0 0,0 0 0 0 0,0 0 1 0 0,0 0-1 0 0,-1 0 0 0 0,0 0 0 0 0,0 11 1 0 0,-1-7 2 0 0,-1 1 0 0 0,-1 0 0 0 0,0 0 1 0 0,0-1-1 0 0,-1 1 0 0 0,-6 14 0 0 0,-6 8 60 0 0,-2 0-1 0 0,-1-1 1 0 0,-28 39-1 0 0,45-71-69 0 0,-39 61 376 0 0,39-61-347 0 0,-8 15 54 0 0,8-15-61 0 0,16-2-11 0 0,0-1-1 0 0,0 0 1 0 0,0-2-1 0 0,26-8 0 0 0,6-2-120 0 0,-5 3-1901 0 0,-8 2-3134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7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75 908 0 0,'1'-3'496'0'0,"0"-43"11241"0"0,-1 45-11373 0 0,1 0 1 0 0,-1 0-1 0 0,0 0 1 0 0,0 0-1 0 0,0-1 1 0 0,0 1-1 0 0,0 0 1 0 0,-1 0-1 0 0,1 0 1 0 0,0 0-1 0 0,0 0 0 0 0,-1 0 1 0 0,1 0-1 0 0,-7-10 4400 0 0,7 11-4737 0 0,0 0 0 0 0,-1 0-1 0 0,1 0 1 0 0,0 0 0 0 0,0 1-1 0 0,-1-1 1 0 0,1 0 0 0 0,0 0-1 0 0,0 0 1 0 0,0 0 0 0 0,-1 1-1 0 0,1-1 1 0 0,0 0 0 0 0,0 0-1 0 0,0 0 1 0 0,0 1 0 0 0,0-1-1 0 0,-1 0 1 0 0,1 0 0 0 0,0 0 0 0 0,0 1-1 0 0,0-1 1 0 0,0 0 0 0 0,0 0-1 0 0,0 1 1 0 0,0-1 0 0 0,0 0-1 0 0,0 0 1 0 0,0 1 0 0 0,0-1-1 0 0,0 0 1 0 0,0 0 0 0 0,0 1-1 0 0,0-1 1 0 0,0 1 0 0 0,-6 111 73 0 0,2-16-92 0 0,-16 173 372 0 0,11-120-87 0 0,7-132 957 0 0,-1-7-4364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8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 42 452 0 0,'18'-29'13068'0'0,"-18"29"-12987"0"0,0-1 1 0 0,0 1-1 0 0,0-1 0 0 0,0 1 1 0 0,0 0-1 0 0,0-1 0 0 0,0 1 0 0 0,0-1 1 0 0,0 1-1 0 0,0 0 0 0 0,0-1 1 0 0,0 1-1 0 0,0-1 0 0 0,0 1 1 0 0,0 0-1 0 0,-1-1 0 0 0,1 1 1 0 0,0 0-1 0 0,0-1 0 0 0,0 1 1 0 0,-1 0-1 0 0,1-1 0 0 0,0 1 1 0 0,0 0-1 0 0,-1-1 0 0 0,1 1 1 0 0,0 0-1 0 0,-1 0 0 0 0,1-1 1 0 0,0 1-1 0 0,-1 0 0 0 0,1 0 1 0 0,-17-2 554 0 0,-20 10-1124 0 0,34-7 702 0 0,-26 7-262 0 0,-19 5-166 0 0,-72 29 1 0 0,105-35 151 0 0,0 0 0 0 0,0 1 1 0 0,1 1-1 0 0,0 1 1 0 0,0 0-1 0 0,1 0 0 0 0,1 2 1 0 0,-17 18-1 0 0,19-17 33 0 0,0 0 0 0 0,2 1 0 0 0,-1-1 0 0 0,2 2-1 0 0,0-1 1 0 0,1 1 0 0 0,0 0 0 0 0,1 0 0 0 0,1 1 0 0 0,-4 22 0 0 0,2 13 470 0 0,1 99 1 0 0,4-81-73 0 0,-1 41-71 0 0,-16 392 1298 0 0,-106 794 2082 0 0,67-599-2671 0 0,55-453-849 0 0,2-242-137 0 0,0 1-1 0 0,0 0 1 0 0,0 0-1 0 0,1-1 1 0 0,-1 1-1 0 0,1 0 1 0 0,0-1-1 0 0,0 1 1 0 0,0-1-1 0 0,0 1 1 0 0,0-1-1 0 0,1 1 1 0 0,-1-1-1 0 0,4 4 1 0 0,-3-4-6 0 0,0-1 1 0 0,0 0 0 0 0,1 1-1 0 0,-1-1 1 0 0,0 0 0 0 0,0 0-1 0 0,1 0 1 0 0,-1-1-1 0 0,1 1 1 0 0,-1-1 0 0 0,1 1-1 0 0,-1-1 1 0 0,1 0 0 0 0,-1 0-1 0 0,1 0 1 0 0,-1 0 0 0 0,4-1-1 0 0,31-3-700 0 0,-1-2 1 0 0,71-20-1 0 0,64-40-6613 0 0,-117 38 2412 0 0,-2-4-2266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21 171 1464 0 0,'-1'-2'2260'0'0,"-11"-40"8971"0"0,7 32-7772 0 0,5 9-3382 0 0,0 1 1 0 0,-1 0-1 0 0,1-1 1 0 0,0 1-1 0 0,0-1 1 0 0,0 1-1 0 0,-1-1 0 0 0,1 1 1 0 0,0-1-1 0 0,0 1 1 0 0,0-1-1 0 0,0 1 1 0 0,0-1-1 0 0,0 1 1 0 0,0-1-1 0 0,0 1 1 0 0,0-1-1 0 0,0 1 1 0 0,0-1-1 0 0,0 1 1 0 0,0-1-1 0 0,1 1 1 0 0,-1-1-1 0 0,0 1 1 0 0,0-1-1 0 0,0 1 0 0 0,1-1 1 0 0,15-9 814 0 0,33-1-803 0 0,-31 8 149 0 0,328-71 148 0 0,-316 70-1824 0 0,-21 3-2211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3128 0 0,'1'-2'2521'0'0,"8"-43"12822"0"0,-7 48-15135 0 0,-1 0 0 0 0,0 0 0 0 0,0 0 1 0 0,-1 0-1 0 0,1 0 0 0 0,0 6 0 0 0,-1-7-28 0 0,8 65 1030 0 0,-3 111 1 0 0,-18 68-1967 0 0,12-218-1389 0 0,2-16-1549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09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105 263 1148 0 0,'1'-2'2524'0'0,"0"-1"-1489"0"0,0-1 0 0 0,0 0-1 0 0,0 1 1 0 0,0-1 0 0 0,-1 0 0 0 0,0 0 0 0 0,1 0 0 0 0,-1 1 0 0 0,-1-1 0 0 0,0-5 0 0 0,1 5-538 0 0,-2-1 0 0 0,1 1 0 0 0,0 0 0 0 0,-1-1 0 0 0,0 1 0 0 0,0 0 0 0 0,-4-6 0 0 0,-3-2-476 0 0,-1 1 0 0 0,0 0 0 0 0,-1 1 0 0 0,-14-12 1 0 0,15 14 456 0 0,7 6-495 0 0,1 0 0 0 0,0 0 1 0 0,1 1-1 0 0,-1-1 0 0 0,0-1 0 0 0,1 1 1 0 0,-3-4-1 0 0,3 5 14 0 0,1 1 0 0 0,0-1 0 0 0,0 1 0 0 0,0 0 1 0 0,0-1-1 0 0,0 1 0 0 0,0-1 0 0 0,0 1 0 0 0,0-1 1 0 0,0 1-1 0 0,0-1 0 0 0,0 1 0 0 0,0-1 0 0 0,0 1 0 0 0,0-1 1 0 0,1 1-1 0 0,-1-1 0 0 0,0 1 0 0 0,0-1 0 0 0,1 1 1 0 0,-1 0-1 0 0,0-1 0 0 0,0 1 0 0 0,1-1 0 0 0,-1 1 0 0 0,0 0 1 0 0,1-1-1 0 0,-1 1 0 0 0,1 0 0 0 0,-1 0 0 0 0,0-1 1 0 0,1 1-1 0 0,-1 0 0 0 0,1 0 0 0 0,-1 0 0 0 0,1-1 0 0 0,-1 1 1 0 0,1 0-1 0 0,-1 0 0 0 0,1 0 0 0 0,-1 0 0 0 0,1 0 1 0 0,0 0-1 0 0,62-14 31 0 0,83-7 0 0 0,-23 4 32 0 0,-40 7 126 0 0,-81 10-126 0 0,1 0 20 0 0,3-1-75 0 0,-3 0 35 0 0,0 1 1 0 0,1-1 0 0 0,-1 1-1 0 0,0 0 1 0 0,0 0-1 0 0,0 0 1 0 0,0 0 0 0 0,1 1-1 0 0,-1-1 1 0 0,0 1-1 0 0,0 0 1 0 0,0 0 0 0 0,5 2-1 0 0,-8-2-41 0 0,1 0 0 0 0,-1 1 0 0 0,0-1-1 0 0,0 0 1 0 0,1 0 0 0 0,-1 1 0 0 0,0-1-1 0 0,-1 0 1 0 0,1 0 0 0 0,0 1 0 0 0,0-1 0 0 0,0 0-1 0 0,-1 0 1 0 0,1 0 0 0 0,-1 1 0 0 0,0 0-1 0 0,0 3-1 0 0,-42 153 321 0 0,0 1-92 0 0,-10 76-792 0 0,47-200-2137 0 0,5-12-6097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241 179 1560 0 0,'16'-20'3555'0'0,"-1"-1"0"0"0,-1-1-1 0 0,-1 0 1 0 0,0-1 0 0 0,14-39 0 0 0,-27 61-3205 0 0,0 1-316 0 0,1-1-1 0 0,-1 1 1 0 0,0 0 0 0 0,0 0 0 0 0,0 0 0 0 0,0-1 0 0 0,0 1-1 0 0,1 0 1 0 0,-1 0 0 0 0,0 0 0 0 0,0-1 0 0 0,0 1 0 0 0,0 0 0 0 0,0 0-1 0 0,0-1 1 0 0,0 1 0 0 0,0 0 0 0 0,0 0 0 0 0,0-1 0 0 0,0 1-1 0 0,0 0 1 0 0,0 0 0 0 0,0-1 0 0 0,0 1 0 0 0,0 0 0 0 0,0 0-1 0 0,0 0 1 0 0,0-1 0 0 0,0 1 0 0 0,-1 0 0 0 0,1-1 0 0 0,-7 5-25 0 0,-1 1 1 0 0,1 0 0 0 0,0 0-1 0 0,0 0 1 0 0,1 1 0 0 0,-12 12 0 0 0,-35 47-137 0 0,42-50 102 0 0,-110 156-393 0 0,103-140 349 0 0,1 0 1 0 0,2 1-1 0 0,-22 64 0 0 0,35-89 67 0 0,0 0 0 0 0,1 0-1 0 0,0 0 1 0 0,0 0 0 0 0,0 0 0 0 0,1 0-1 0 0,1 0 1 0 0,-1 0 0 0 0,3 14-1 0 0,-2-18 9 0 0,0 0-1 0 0,0 0 0 0 0,0 0 1 0 0,0 0-1 0 0,0-1 0 0 0,1 1 1 0 0,-1 0-1 0 0,1-1 1 0 0,0 1-1 0 0,0-1 0 0 0,0 1 1 0 0,0-1-1 0 0,0 0 1 0 0,0 0-1 0 0,1 0 0 0 0,-1 0 1 0 0,1 0-1 0 0,-1 0 0 0 0,1-1 1 0 0,0 0-1 0 0,0 1 1 0 0,0-1-1 0 0,-1 0 0 0 0,1 0 1 0 0,6 1-1 0 0,-4-2 25 0 0,0 1-1 0 0,1-1 1 0 0,-1 0 0 0 0,1-1-1 0 0,-1 1 1 0 0,0-1 0 0 0,1 0-1 0 0,-1 0 1 0 0,0-1 0 0 0,0 1-1 0 0,0-1 1 0 0,0 0 0 0 0,0-1-1 0 0,0 1 1 0 0,-1-1 0 0 0,1 0-1 0 0,7-7 1 0 0,-7 6 139 0 0,0-1 0 0 0,1 0 1 0 0,-2 0-1 0 0,1-1 0 0 0,-1 1 0 0 0,0-1 1 0 0,0 0-1 0 0,0 0 0 0 0,-1-1 0 0 0,0 1 0 0 0,0-1 1 0 0,-1 0-1 0 0,3-8 0 0 0,-5 12-142 0 0,0 1 0 0 0,0 0 0 0 0,-1-1-1 0 0,1 1 1 0 0,0 0 0 0 0,-1 0 0 0 0,0 0 0 0 0,1-1 0 0 0,-1 1 0 0 0,0 0-1 0 0,0 0 1 0 0,0 0 0 0 0,0 0 0 0 0,-3-3 0 0 0,-21-24 75 0 0,16 22-498 0 0,-2 0 1 0 0,-17-10 0 0 0,9 7-2432 0 0,10 7-398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0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70 596 0 0,'-49'-61'17672'0'0,"40"54"-15575"0"0,9 6-2080 0 0,0 1 0 0 0,0 0 1 0 0,-1 0-1 0 0,1 0 0 0 0,0 0 1 0 0,0 0-1 0 0,-1 0 0 0 0,1 0 1 0 0,0-1-1 0 0,-1 1 0 0 0,1 0 1 0 0,0 0-1 0 0,-1 0 0 0 0,1 0 1 0 0,0 0-1 0 0,0 0 0 0 0,-1 0 1 0 0,1 0-1 0 0,0 1 1 0 0,-1-1-1 0 0,1 0 0 0 0,0 0 1 0 0,-1 0-1 0 0,1 0 0 0 0,0 0 1 0 0,0 0-1 0 0,-1 0 0 0 0,1 1 1 0 0,0-1-1 0 0,0 0 0 0 0,-1 0 1 0 0,1 0-1 0 0,0 1 0 0 0,0-1 1 0 0,0 0-1 0 0,-1 0 1 0 0,1 1-1 0 0,-6 16 427 0 0,2 24 156 0 0,4-40-571 0 0,-43 517 2959 0 0,32-403-2779 0 0,-6 9 1787 0 0,17-123-1509 0 0,-2 8 2256 0 0,0-11-2716 0 0,0-1-1 0 0,0 1 1 0 0,0-1 0 0 0,0 0-1 0 0,1 0 1 0 0,-1 1 0 0 0,1-1-1 0 0,0 0 1 0 0,0 0-1 0 0,0 0 1 0 0,0 0 0 0 0,1-1-1 0 0,-1 1 1 0 0,1 0 0 0 0,0 0-1 0 0,-1 0 1 0 0,2 0 0 0 0,-1-1-1 0 0,1-3 1 0 0,0-12 56 0 0,9-35 0 0 0,-2 23-137 0 0,2 1 1 0 0,1-1-1 0 0,1 2 0 0 0,2 0 1 0 0,0 0-1 0 0,2 1 1 0 0,21-27-1 0 0,-20 33-12 0 0,0 0-1 0 0,2 1 1 0 0,0 1 0 0 0,2 1-1 0 0,0 0 1 0 0,1 2-1 0 0,0 0 1 0 0,35-18 0 0 0,-4 12-321 0 0,-49 22 288 0 0,0-1 0 0 0,1 1 0 0 0,-1 0 0 0 0,1 1 0 0 0,0-1 0 0 0,-1 1 0 0 0,1 0 0 0 0,-1 0 1 0 0,8 1-1 0 0,-11-1 81 0 0,0 1 0 0 0,0-1 0 0 0,0 0 0 0 0,0 1 0 0 0,0-1 1 0 0,0 1-1 0 0,0-1 0 0 0,0 1 0 0 0,-1-1 0 0 0,1 1 0 0 0,0 0 1 0 0,0 0-1 0 0,0-1 0 0 0,-1 1 0 0 0,1 0 0 0 0,0 0 0 0 0,-1 0 1 0 0,1 0-1 0 0,0 0 0 0 0,-1 0 0 0 0,1 0 0 0 0,-1 0 0 0 0,0 0 1 0 0,1 0-1 0 0,-1 0 0 0 0,0 0 0 0 0,0 0 0 0 0,0 0 0 0 0,1 0 1 0 0,-1 0-1 0 0,0 0 0 0 0,0 0 0 0 0,-1 0 0 0 0,1 0 0 0 0,0 0 0 0 0,0 1 1 0 0,0-1-1 0 0,-1 0 0 0 0,0 1 0 0 0,0 4-38 0 0,-1-1-1 0 0,0 1 1 0 0,0-1-1 0 0,-1 1 0 0 0,-4 7 1 0 0,-3 0-26 0 0,0 0 1 0 0,-1 0 0 0 0,-1-1-1 0 0,1-1 1 0 0,-22 16-1 0 0,3-5-24 0 0,-47 25-1 0 0,57-35 136 0 0,0-2 0 0 0,-1 0-1 0 0,-36 11 1 0 0,54-21 15 0 0,-28 5 6 0 0,28-5-91 0 0,31 15-521 0 0,8 8 500 0 0,-2 2 0 0 0,-1 1 0 0 0,0 2-1 0 0,42 49 1 0 0,32 26 33 0 0,-92-90-16 0 0,12 11 47 0 0,0-2 1 0 0,40 25-1 0 0,-66-47-184 0 0,1 1 1 0 0,0-1-1 0 0,-1 1 1 0 0,1-1 0 0 0,0 0-1 0 0,0 1 1 0 0,-1-1-1 0 0,1 0 1 0 0,0 0-1 0 0,0 0 1 0 0,-1 0 0 0 0,1-1-1 0 0,0 1 1 0 0,0 0-1 0 0,-1-1 1 0 0,1 1-1 0 0,0-1 1 0 0,-1 0 0 0 0,1 0-1 0 0,0 1 1 0 0,-1-1-1 0 0,1 0 1 0 0,-1 0-1 0 0,0 0 1 0 0,1-1 0 0 0,-1 1-1 0 0,2-2 1 0 0,2-1-1598 0 0,-1-1 0 0 0,0 0 1 0 0,0 0-1 0 0,-1 0 1 0 0,1 0-1 0 0,3-7 0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1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60 1376 0 0,'-11'-4'18138'0'0,"28"-2"-17720"0"0,0 1-1 0 0,1 1 1 0 0,0 1-1 0 0,35-2 1 0 0,-6 0-211 0 0,64-4-69 0 0,-33 3-1569 0 0,-1-5-3555 0 0,-74 11 4318 0 0,2-1-56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29 1088 0 0,'-39'-26'12384'0'0,"32"25"-11010"0"0,-8-1 1423 0 0,15 3-2743 0 0,-1-1 0 0 0,1 0 0 0 0,0 0 0 0 0,-1 0 0 0 0,1 1 0 0 0,0-1 0 0 0,-1 0 0 0 0,1 1 0 0 0,0-1 0 0 0,-1 0 0 0 0,1 1 0 0 0,0-1 0 0 0,0 0 0 0 0,-1 1 0 0 0,1-1 0 0 0,0 0 0 0 0,0 1 0 0 0,0-1 0 0 0,-1 1 0 0 0,1-1 0 0 0,0 1 0 0 0,0-1 0 0 0,0 0 0 0 0,0 1 0 0 0,0-1 0 0 0,0 1 0 0 0,0-1 0 0 0,0 1 0 0 0,0-1 0 0 0,0 0 0 0 0,0 1 0 0 0,0-1 0 0 0,0 1 0 0 0,1-1 0 0 0,-1 1 0 0 0,0 0 0 0 0,23 102 3336 0 0,20 123-2916 0 0,-43-224-574 0 0,11 77-2487 0 0,-6-53-1029 0 0,2-2-3508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22 291 1220 0 0,'31'-36'10206'0'0,"-4"4"-3290"0"0,-26 31-6765 0 0,1-1 0 0 0,-1 0 0 0 0,0 0 0 0 0,0 1 0 0 0,0-1 0 0 0,-1 0 0 0 0,1 0-1 0 0,0 0 1 0 0,-1 0 0 0 0,1 0 0 0 0,-1 0 0 0 0,0 0 0 0 0,0 0 0 0 0,1 0 0 0 0,-1 0-1 0 0,0 0 1 0 0,-1 0 0 0 0,1 0 0 0 0,-1-3 0 0 0,0-1-60 0 0,-1 0 0 0 0,0 0-1 0 0,0 0 1 0 0,-5-10 0 0 0,-67-113 152 0 0,73 128-283 0 0,1 0 0 0 0,0 0 38 0 0,0 1-1 0 0,1-1 1 0 0,-1 1-1 0 0,0-1 0 0 0,0 1 1 0 0,0-1-1 0 0,1 1 0 0 0,-1-1 1 0 0,0 1-1 0 0,1 0 1 0 0,-1-1-1 0 0,0 1 0 0 0,1-1 1 0 0,-1 1-1 0 0,0 0 1 0 0,1-1-1 0 0,-1 1 0 0 0,1 0 1 0 0,-1-1-1 0 0,1 1 1 0 0,-1 0-1 0 0,1 0 0 0 0,0-1 1 0 0,31 1 19 0 0,53 5 0 0 0,-12 1-51 0 0,-7-2-99 0 0,-34-1 195 0 0,0-2 0 0 0,58-4-1 0 0,-88 3 36 0 0,1-1-14 0 0,1 0 1 0 0,0 0-1 0 0,0 0 1 0 0,-1 1-1 0 0,1 0 1 0 0,0 0-1 0 0,0 0 1 0 0,0 0-1 0 0,0 1 1 0 0,3 0-1 0 0,-6 3-86 0 0,-1 1-1 0 0,0 0 1 0 0,0-1 0 0 0,-1 1-1 0 0,-1 5 1 0 0,-7 34 70 0 0,-31 83-1 0 0,4-15 4 0 0,11-26-277 0 0,-8 35-954 0 0,24-81-3448 0 0,3 0-3729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44 294 1460 0 0,'34'-41'14402'0'0,"-17"18"-6823"0"0,-19 17-7494 0 0,0 1 0 0 0,0 0-1 0 0,-1 0 1 0 0,0 0-1 0 0,0 0 1 0 0,0 1-1 0 0,0-1 1 0 0,-1 1-1 0 0,1 0 1 0 0,-1 0-1 0 0,0 0 1 0 0,-1 0-1 0 0,-6-4 1 0 0,3 1-91 0 0,0 0 1 0 0,-13-15-1 0 0,20 21-85 0 0,-2-4-288 0 0,1 0-51 0 0,14 1 233 0 0,82-9-812 0 0,-58 9 860 0 0,0-1 0 0 0,0-2 0 0 0,48-15 0 0 0,-58 11 637 0 0,49-28 1 0 0,-74 38-359 0 0,22-7 458 0 0,-22 9-585 0 0,-1 0-1 0 0,1 0 0 0 0,-1 0 0 0 0,1 0 0 0 0,-1 0 0 0 0,1 0 0 0 0,-1 0 0 0 0,0 1 0 0 0,0-1 0 0 0,0 0 0 0 0,0 0 0 0 0,0 0 0 0 0,0 1 0 0 0,0-1 0 0 0,0 0 0 0 0,0 0 0 0 0,0 0 0 0 0,-1 1 0 0 0,1-1 0 0 0,0 0 0 0 0,-1 0 0 0 0,0 1 0 0 0,-1 3 5 0 0,-136 514 648 0 0,107-418-531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13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520 168 1508 0 0,'-58'-137'22306'0'0,"58"136"-22249"0"0,0 0 1 0 0,-1 0 0 0 0,1 0-1 0 0,0 1 1 0 0,-1-1 0 0 0,1 0-1 0 0,0 0 1 0 0,0 0 0 0 0,0 0 0 0 0,-1 1-1 0 0,1-1 1 0 0,0 0 0 0 0,0 0-1 0 0,0 0 1 0 0,1 0 0 0 0,-1 0-1 0 0,0 1 1 0 0,0-1 0 0 0,0 0 0 0 0,1 0-1 0 0,-1 0 1 0 0,0 0 0 0 0,1 1-1 0 0,-1-1 1 0 0,1 0 0 0 0,0-1-1 0 0,0 2-51 0 0,1-1-1 0 0,-1 0 0 0 0,1 1 0 0 0,0-1 0 0 0,-1 1 0 0 0,1-1 1 0 0,0 1-1 0 0,0 0 0 0 0,-1 0 0 0 0,4 0 0 0 0,-2-1 40 0 0,54 0 63 0 0,0 2 1 0 0,77 11-1 0 0,-70-6-42 0 0,55 8 229 0 0,-117-14-280 0 0,18 0 15 0 0,28 8 15 0 0,-46-8-36 0 0,-1 2-175 0 0,4 2 158 0 0,-4-3 5 0 0,-5 32-107 0 0,-34 326 154 0 0,27-229 79 0 0,-53 904-281 0 0,60-915 33 0 0,-14 219 186 0 0,-25 135 364 0 0,15-226 1747 0 0,27-246-2123 0 0,1 0 0 0 0,-1 1 0 0 0,1-1 0 0 0,-1 0 0 0 0,0 0 0 0 0,0 0 0 0 0,1 0 0 0 0,-1 0 0 0 0,0 0 0 0 0,0 0-1 0 0,0 0 1 0 0,0 0 0 0 0,0 0 0 0 0,0-1 0 0 0,0 1 0 0 0,0 0 0 0 0,0-1 0 0 0,-1 1 0 0 0,1-1 0 0 0,-2 2 0 0 0,-28 6 182 0 0,24-6-154 0 0,-47 9-100 0 0,-1-3-1 0 0,0-2 1 0 0,-62-2 0 0 0,-138-8-3940 0 0,170-3-799 0 0,1-3-4572 0 0,61 6 41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86 1040 0 0,'-7'-1'11053'0'0,"17"1"-9470"0"0,52-7-1659 0 0,92-36 46 0 0,-98 27-2166 0 0,0 0-3342 0 0,-45 14 2106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6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67 2104 0 0,'-19'11'2799'0'0,"10"-6"-168"0"0,-1 1-1 0 0,1 0 1 0 0,-11 10 701 0 0,22-16-3201 0 0,1 1 0 0 0,-1-1 1 0 0,1 0-1 0 0,-1 1 0 0 0,1-1 1 0 0,-1-1-1 0 0,1 1 0 0 0,-1 0 1 0 0,1-1-1 0 0,-1 1 0 0 0,1-1 1 0 0,2-1-1 0 0,-2 2-93 0 0,24-6 211 0 0,150-32 43 0 0,-1 2-4058 0 0,-84 19-2534 0 0,-48 7 357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50 2288 0 0,'1'-2'1912'0'0,"17"-45"11482"0"0,-17 48-13304 0 0,0 0 0 0 0,0 0 0 0 0,0 1 0 0 0,0-1 1 0 0,0 0-1 0 0,-1 1 0 0 0,1-1 0 0 0,0 1 0 0 0,-1-1 1 0 0,1 1-1 0 0,-1-1 0 0 0,1 1 0 0 0,-1 0 0 0 0,0-1 1 0 0,0 1-1 0 0,1-1 0 0 0,-1 3 0 0 0,0 2 175 0 0,6 28 251 0 0,-3 0 0 0 0,-1 0 0 0 0,-1 0 1 0 0,-6 57-1 0 0,1-36-288 0 0,-32 340-186 0 0,26-307-2625 0 0,9-79 331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20 0 0,'48'-95'17780'0'0,"-48"95"-17668"0"0,0 0-1 0 0,1 0 0 0 0,-1 0 0 0 0,1 0 1 0 0,-1 1-1 0 0,1-1 0 0 0,-1 0 0 0 0,1 0 1 0 0,-1 0-1 0 0,1 0 0 0 0,-1 0 1 0 0,0 1-1 0 0,1-1 0 0 0,-1 0 0 0 0,1 0 1 0 0,-1 1-1 0 0,0-1 0 0 0,1 0 0 0 0,-1 1 1 0 0,0-1-1 0 0,1 0 0 0 0,-1 1 1 0 0,0-1-1 0 0,0 1 0 0 0,1-1 0 0 0,-1 1 1 0 0,4 25 2135 0 0,-1 36 1 0 0,-7 76 194 0 0,-1-54-1867 0 0,0 36-925 0 0,-2 65-7326 0 0,4-137 2856 0 0,-4-18-1683 0 0,2-11-61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175 305 3644 0 0,'-174'58'17330'0'0,"191"-60"-15937"0"0,181-42 84 0 0,-91 17-1229 0 0,1184-191 492 0 0,-942 179-1813 0 0,-83 11-1083 0 0,-210 25 31 0 0,-56 3 2053 0 0,1 0 0 0 0,-1-1 0 0 0,0 1 0 0 0,1 0 0 0 0,-1 0 0 0 0,0 0 0 0 0,1 0 0 0 0,-1 0 0 0 0,0 0 0 0 0,1 0 0 0 0,-1 0 0 0 0,1 0 0 0 0,-1 0 0 0 0,0 0 0 0 0,1 0 0 0 0,-1 0 0 0 0,0 0 0 0 0,1 0 0 0 0,-1 1 0 0 0,0-1 0 0 0,1 0 0 0 0,-1 0 0 0 0,0 0 0 0 0,1 0 0 0 0,-1 1 0 0 0,0-1 0 0 0,0 0 0 0 0,1 0 0 0 0,-1 1 0 0 0,0-1 0 0 0,0 0 0 0 0,1 0 0 0 0,-1 1 0 0 0,0-1 0 0 0,0 0 0 0 0,0 1 0 0 0,0-1-1 0 0,1 0 1 0 0,-1 1 0 0 0,0-1 0 0 0,0 0 0 0 0,0 1 0 0 0,0-1 0 0 0,0 0 0 0 0,0 1 0 0 0,0-1 0 0 0,0 1 0 0 0,0-1 0 0 0,0 0 0 0 0,0 1 0 0 0,0-1 0 0 0,0 0 0 0 0,0 1 0 0 0,0-1 0 0 0,-1 0 0 0 0,1 1 0 0 0,0-1 0 0 0,0 0 0 0 0,0 1 0 0 0,0-1 0 0 0,-1 0 0 0 0,1 1 0 0 0,-17 16-3397 0 0,-3-6-286 0 0,-6 0-1558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8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55 2836 0 0,'-38'-44'17799'0'0,"29"38"-15862"0"0,9 6-1915 0 0,0-1-1 0 0,0 1 1 0 0,0 0 0 0 0,0 0-1 0 0,0 0 1 0 0,0-1-1 0 0,-1 1 1 0 0,1 0 0 0 0,0 0-1 0 0,0 0 1 0 0,0-1 0 0 0,0 1-1 0 0,-1 0 1 0 0,1 0 0 0 0,0 0-1 0 0,0 0 1 0 0,0-1-1 0 0,-1 1 1 0 0,1 0 0 0 0,0 0-1 0 0,0 0 1 0 0,-1 0 0 0 0,1 0-1 0 0,0 0 1 0 0,0 0 0 0 0,-1 0-1 0 0,1 0 1 0 0,0 0-1 0 0,0 0 1 0 0,-1 0 0 0 0,1 0-1 0 0,0 0 1 0 0,0 0 0 0 0,-1 0-1 0 0,1 0 1 0 0,0 0 0 0 0,0 0-1 0 0,-1 0 1 0 0,1 0-1 0 0,0 1 1 0 0,0-1 0 0 0,0 0-1 0 0,-1 0 1 0 0,1 0 0 0 0,0 0-1 0 0,0 0 1 0 0,0 1 0 0 0,0-1-1 0 0,-1 0 1 0 0,1 0-1 0 0,0 0 1 0 0,0 1 0 0 0,0-1-1 0 0,0 0 1 0 0,0 0 0 0 0,-1 0-1 0 0,1 1 1 0 0,0-1 0 0 0,0 0-1 0 0,0 0 1 0 0,0 1-1 0 0,0-1 1 0 0,0 0 0 0 0,0 0-1 0 0,0 1 1 0 0,0-1 0 0 0,0 0-1 0 0,0 1 1 0 0,-2 5 158 0 0,1 0 0 0 0,-1 0-1 0 0,1 0 1 0 0,0 0 0 0 0,0 0 0 0 0,1 0 0 0 0,0 11 0 0 0,-1 9 410 0 0,-31 390 1461 0 0,27-372-2569 0 0,0 2-2138 0 0,3-17-2495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83 116 2920 0 0,'1'-5'850'0'0,"16"-64"13503"0"0,-9 45-11731 0 0,-7 23-2566 0 0,0 0 1 0 0,0-1-1 0 0,0 1 0 0 0,0 0 0 0 0,0 0 1 0 0,0 0-1 0 0,0 0 0 0 0,0 0 0 0 0,1 0 0 0 0,-1 0 1 0 0,0 0-1 0 0,1 0 0 0 0,-1 1 0 0 0,0-1 0 0 0,1 1 1 0 0,-1-1-1 0 0,1 1 0 0 0,-1-1 0 0 0,1 1 0 0 0,-1 0 1 0 0,1 0-1 0 0,-1 0 0 0 0,4 0 0 0 0,0 0-34 0 0,0 0 1 0 0,1 0-1 0 0,-1 1 0 0 0,0 0 0 0 0,9 2 0 0 0,-7 0-7 0 0,0-1-1 0 0,0 1 1 0 0,0 0-1 0 0,-1 1 1 0 0,1-1-1 0 0,-1 1 1 0 0,0 1-1 0 0,0-1 1 0 0,-1 1-1 0 0,1 0 1 0 0,-1 0-1 0 0,0 1 1 0 0,0-1-1 0 0,-1 1 1 0 0,5 8-1 0 0,-6-8 8 0 0,0 0-1 0 0,-1 0 1 0 0,1 1-1 0 0,-1 0 1 0 0,-1-1 0 0 0,1 1-1 0 0,-1 0 1 0 0,-1 0-1 0 0,1-1 1 0 0,-1 1 0 0 0,0 0-1 0 0,0 0 1 0 0,-1 0-1 0 0,0 0 1 0 0,0 0 0 0 0,-4 9-1 0 0,-1 3 160 0 0,-2 0-1 0 0,0-1 1 0 0,0 0 0 0 0,-2-1-1 0 0,0 0 1 0 0,-19 24 0 0 0,-85 84 1999 0 0,22-26-838 0 0,92-99-1338 0 0,0 0 1 0 0,-1 1 0 0 0,1-1 0 0 0,0 0-1 0 0,-1 0 1 0 0,1 1 0 0 0,0-1 0 0 0,-1 0 0 0 0,1 1-1 0 0,0-1 1 0 0,-1 0 0 0 0,1 1 0 0 0,0-1-1 0 0,0 0 1 0 0,0 1 0 0 0,-1-1 0 0 0,1 0 0 0 0,0 1-1 0 0,0-1 1 0 0,0 1 0 0 0,0-1 0 0 0,0 0-1 0 0,0 1 1 0 0,0-1 0 0 0,0 1 0 0 0,0-1 0 0 0,0 1-1 0 0,0-1 1 0 0,0 0 0 0 0,0 1 0 0 0,0-1-1 0 0,0 1 1 0 0,0-1 0 0 0,0 0 0 0 0,0 1 0 0 0,1-1-1 0 0,-1 1 1 0 0,0-1 0 0 0,0 0 0 0 0,1 1-1 0 0,-1-1 1 0 0,0 0 0 0 0,0 1 0 0 0,1-1 0 0 0,-1 0-1 0 0,0 0 1 0 0,1 1 0 0 0,-1-1 0 0 0,0 0-1 0 0,1 0 1 0 0,-1 1 0 0 0,0-1 0 0 0,1 0 0 0 0,-1 0-1 0 0,1 0 1 0 0,-1 0 0 0 0,1 0 0 0 0,-1 0-1 0 0,0 1 1 0 0,1-1 0 0 0,31 0 96 0 0,-27 0-73 0 0,77-8 117 0 0,106-22 1 0 0,-85 11 63 0 0,-47 7-1539 0 0,-54 11 540 0 0,8 0-798 0 0,2-3-2907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28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3660 0 0,'5'-88'19801'0'0,"-5"86"-19136"0"0,0-6 1757 0 0,5 38-1063 0 0,-1 0 0 0 0,0 57-1 0 0,-2-36-861 0 0,-2 257 866 0 0,-3-127-4942 0 0,3-180 3515 0 0,2 56-2804 0 0,4-28-786 0 0,5-6-6060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49 1360 0 0,'15'-18'10272'0'0,"-3"9"-7159"0"0,-11 7-2642 0 0,0 1 1 0 0,1 0 0 0 0,-1 0 0 0 0,0 0 0 0 0,0-1-1 0 0,0 1 1 0 0,0 0 0 0 0,0-1 0 0 0,1-1-1 0 0,-3 2-451 0 0,-1 0 0 0 0,0 0-1 0 0,1 1 1 0 0,-1-1-1 0 0,0 0 1 0 0,1 1-1 0 0,-1-1 1 0 0,0 1-1 0 0,1 0 1 0 0,-1 0-1 0 0,0-1 1 0 0,0 1-1 0 0,0 0 1 0 0,-2 1-1 0 0,-36 3 41 0 0,21-1-33 0 0,-76 4 51 0 0,-104 13-156 0 0,188-18 9 0 0,1 1 0 0 0,-1-1 0 0 0,-18 9 0 0 0,26-9 61 0 0,-1-1 1 0 0,1 1-1 0 0,0 0 1 0 0,-1 1 0 0 0,1-1-1 0 0,0 1 1 0 0,0-1-1 0 0,1 1 1 0 0,-1 0-1 0 0,0 0 1 0 0,1 0-1 0 0,0 0 1 0 0,0 0-1 0 0,-3 5 1 0 0,-1 7 270 0 0,1 1-1 0 0,0-1 1 0 0,1 1 0 0 0,1 0-1 0 0,1 0 1 0 0,-2 16 0 0 0,4 101 204 0 0,0-109-380 0 0,13 319 525 0 0,3 221-110 0 0,-39 391 211 0 0,20-780-630 0 0,24 209 0 0 0,-11-227-21 0 0,5 38 270 0 0,-12-151 1897 0 0,-2-42-1507 0 0,-1 1-378 0 0,0-1-1 0 0,1 1 0 0 0,0-1 1 0 0,-1 1-1 0 0,1-1 1 0 0,0 0-1 0 0,0 1 1 0 0,2 2-1 0 0,2-6-423 0 0,115-37-3693 0 0,-62 12-1342 0 0,-3-6-4061 0 0,-30 13-552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93 488 0 0,'-25'-6'8216'0'0,"2"1"-4239"0"0,20 4-3300 0 0,-11-2 1885 0 0,27 2-1615 0 0,0 1 0 0 0,0-2-1 0 0,19-3 1 0 0,69-17-903 0 0,-45 9 248 0 0,47-7-8 0 0,-77 13-55 0 0,-9 2-4281 0 0,-10 3 2789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1264 0 0,'24'-80'24534'0'0,"-16"568"-21603"0"0,-8-452-3182 0 0,-1-13 276 0 0,1-7-3124 0 0,1-2-2788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1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189 121 2288 0 0,'39'-121'19605'0'0,"-52"132"-19102"0"0,-1 5-342 0 0,1 1-1 0 0,1 0 0 0 0,-16 30 1 0 0,15-26-106 0 0,-11 23-5 0 0,1 0 1 0 0,-21 56-1 0 0,35-73-48 0 0,0 1 0 0 0,2 0 1 0 0,1 0-1 0 0,1 1 0 0 0,-2 35 0 0 0,7-54 21 0 0,0 1 0 0 0,1-1 0 0 0,0 1 0 0 0,0-1 0 0 0,1 1 0 0 0,1-1 0 0 0,0 0 0 0 0,0 0 0 0 0,1 0 0 0 0,5 10 0 0 0,-7-16-1 0 0,1 1 0 0 0,0 0-1 0 0,0-1 1 0 0,1 1 0 0 0,-1-1-1 0 0,1 0 1 0 0,0 0 0 0 0,0-1 0 0 0,0 1-1 0 0,1-1 1 0 0,-1 0 0 0 0,1 0-1 0 0,0 0 1 0 0,-1-1 0 0 0,1 1 0 0 0,0-1-1 0 0,1 0 1 0 0,-1-1 0 0 0,0 1-1 0 0,8 0 1 0 0,-9-2-15 0 0,0 0 0 0 0,0 0 0 0 0,0 0 0 0 0,0 0 0 0 0,0-1 1 0 0,-1 1-1 0 0,1-1 0 0 0,0 0 0 0 0,0 0 0 0 0,-1-1 0 0 0,1 1 0 0 0,-1-1 0 0 0,1 0 0 0 0,-1 0 0 0 0,1 0 0 0 0,2-2 0 0 0,-1 0 24 0 0,-1 0 0 0 0,1-1 0 0 0,-1 1 0 0 0,0-1 0 0 0,0 0 0 0 0,-1 0 0 0 0,0 0 0 0 0,1 0 0 0 0,3-11 0 0 0,-5 11-12 0 0,0 0 0 0 0,0-1 0 0 0,-1 1 0 0 0,0 0 0 0 0,0-1 0 0 0,0 1 0 0 0,0 0 0 0 0,-1-1 0 0 0,0 1 0 0 0,-1-1 0 0 0,0-5 1 0 0,1 8-27 0 0,-1 0 1 0 0,0-1-1 0 0,0 1 1 0 0,0 0 0 0 0,-1 0-1 0 0,1 0 1 0 0,-1 0-1 0 0,1 0 1 0 0,-1 0 0 0 0,0 0-1 0 0,0 1 1 0 0,-1-1-1 0 0,1 1 1 0 0,0-1 0 0 0,-1 1-1 0 0,1 0 1 0 0,-1 0-1 0 0,-4-2 1 0 0,3 1-160 0 0,-1 0 0 0 0,-1 1 0 0 0,1 0 0 0 0,0 0 0 0 0,0 0 1 0 0,-1 1-1 0 0,1 0 0 0 0,-1 0 0 0 0,1 0 0 0 0,-1 1 0 0 0,0-1 0 0 0,-8 2 0 0 0,7 0-1099 0 0,0 0-1 0 0,0 0 0 0 0,0 1 1 0 0,0 0-1 0 0,-8 4 1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2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61 329 1436 0 0,'4'-41'9302'0'0,"4"-21"-1038"0"0,-7 56-8102 0 0,1 0 0 0 0,0 0-1 0 0,0 1 1 0 0,0-1-1 0 0,1 1 1 0 0,0-1-1 0 0,0 1 1 0 0,6-8 0 0 0,13-12 63 0 0,-8 9-147 0 0,-1 0 1 0 0,-1-1-1 0 0,0-1 1 0 0,-1 0-1 0 0,10-21 1 0 0,-13 21-265 0 0,-8 20-26 0 0,-13 31-73 0 0,8-22 295 0 0,-10 30 194 0 0,1 1-1 0 0,-11 65 1 0 0,-5 88 451 0 0,29-187-656 0 0,-18 237 366 0 0,5-38 517 0 0,-7-70 2506 0 0,20-134-2863 0 0,1-1-374 0 0,0 0 0 0 0,0 0 1 0 0,-1-1-1 0 0,1 1 0 0 0,0 0 0 0 0,-1 0 0 0 0,1-1 0 0 0,-1 1 1 0 0,0-1-1 0 0,1 1 0 0 0,-1 0 0 0 0,0-1 0 0 0,0 1 0 0 0,0-1 0 0 0,0 0 1 0 0,0 1-1 0 0,0-1 0 0 0,-1 0 0 0 0,1 1 0 0 0,0-1 0 0 0,-1 0 1 0 0,1 0-1 0 0,-4 1 0 0 0,4-2-131 0 0,0-1 0 0 0,-1 0-1 0 0,1 0 1 0 0,-1 0 0 0 0,1 0 0 0 0,0 0 0 0 0,0 0 0 0 0,0 0 0 0 0,0 0 0 0 0,-1-1 0 0 0,2 1 0 0 0,-1 0-1 0 0,0-1 1 0 0,0 1 0 0 0,0 0 0 0 0,0-1 0 0 0,1 1 0 0 0,-1-2 0 0 0,-2-8 14 0 0,0 1 0 0 0,1 0 1 0 0,0 0-1 0 0,1-1 0 0 0,0 1 0 0 0,1-1 1 0 0,0 0-1 0 0,1 1 0 0 0,2-16 0 0 0,1 10-60 0 0,0 0-1 0 0,1 1 0 0 0,0-1 1 0 0,1 1-1 0 0,14-24 0 0 0,-6 15-59 0 0,2 1-1 0 0,1 1 0 0 0,0 0 0 0 0,2 1 1 0 0,0 1-1 0 0,43-34 0 0 0,-49 43-46 0 0,1 2 1 0 0,0-1-1 0 0,1 2 0 0 0,0 0 1 0 0,0 1-1 0 0,0 0 0 0 0,1 1 1 0 0,0 1-1 0 0,28-6 0 0 0,-41 11 103 0 0,-1-1-1 0 0,0 1 0 0 0,1 0 0 0 0,-1 0 0 0 0,0 0 1 0 0,0 0-1 0 0,1 0 0 0 0,-1 0 0 0 0,0 1 0 0 0,1-1 0 0 0,-1 1 1 0 0,0 0-1 0 0,0-1 0 0 0,0 1 0 0 0,1 0 0 0 0,-1 0 1 0 0,0 1-1 0 0,0-1 0 0 0,-1 0 0 0 0,1 1 0 0 0,0-1 1 0 0,0 1-1 0 0,-1-1 0 0 0,3 4 0 0 0,-3-3 20 0 0,0 0-1 0 0,0 1 0 0 0,0-1 1 0 0,0 0-1 0 0,-1 1 0 0 0,1-1 0 0 0,-1 0 1 0 0,1 1-1 0 0,-1-1 0 0 0,0 0 1 0 0,0 1-1 0 0,0-1 0 0 0,0 1 1 0 0,-1-1-1 0 0,1 0 0 0 0,-1 1 1 0 0,1-1-1 0 0,-1 0 0 0 0,0 1 1 0 0,0-1-1 0 0,0 0 0 0 0,-2 3 1 0 0,-2 4 12 0 0,0-1 0 0 0,-1 1 0 0 0,0-1 0 0 0,0 0 0 0 0,-1 0 0 0 0,0-1 0 0 0,0 0 0 0 0,-1-1 0 0 0,0 1 0 0 0,0-1 0 0 0,-1-1 0 0 0,1 1 0 0 0,-1-2 0 0 0,0 1 0 0 0,-12 3 0 0 0,16-7 23 0 0,0 0 0 0 0,0-1 0 0 0,0 0-1 0 0,0 0 1 0 0,0 0 0 0 0,0-1 0 0 0,1 1 0 0 0,-1-1-1 0 0,-5-2 1 0 0,10 3 40 0 0,-17-4-328 0 0,13 5-77 0 0,12 6 194 0 0,168 112-26 0 0,61 38 420 0 0,-155-112 230 0 0,-80-44-415 0 0,22 10 249 0 0,-23-11-538 0 0,0 0 1 0 0,0 0 0 0 0,0-1-1 0 0,0 1 1 0 0,0 0-1 0 0,0 0 1 0 0,0-1 0 0 0,0 1-1 0 0,0 0 1 0 0,0-1 0 0 0,0 1-1 0 0,0-1 1 0 0,0 1 0 0 0,0-1-1 0 0,0 0 1 0 0,0 1 0 0 0,0-1-1 0 0,-1 0 1 0 0,1 0-1 0 0,0 1 1 0 0,-1-1 0 0 0,2-2-1 0 0,15-26-9465 0 0,-9 12 5344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90 110 2364 0 0,'-56'2'12319'0'0,"33"-2"-7435"0"0,12 0-1175 0 0,42-2-2680 0 0,-1-2 0 0 0,51-12 0 0 0,-10 1-676 0 0,-30 8-378 0 0,77-15 76 0 0,-44 2-3871 0 0,-71 20 2877 0 0,-1-1 0 0 0,1 0-1 0 0,0 0 1 0 0,-1-1 0 0 0,1 1 0 0 0,-1 0-1 0 0,1-1 1 0 0,-1 1 0 0 0,0-1 0 0 0,1 0-1 0 0,7-9-2829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36 2284 0 0,'-10'-9'6098'0'0,"-14"-14"4148"0"0,20 22-8906 0 0,4 1-1276 0 0,0-1 1 0 0,0 1 0 0 0,-1 0 0 0 0,1 0 0 0 0,0-1-1 0 0,-1 1 1 0 0,1 0 0 0 0,0 0 0 0 0,-1 0 0 0 0,1 0-1 0 0,0-1 1 0 0,-1 1 0 0 0,1 0 0 0 0,-1 0 0 0 0,1 0-1 0 0,0 0 1 0 0,-1 0 0 0 0,1 0 0 0 0,0 0-1 0 0,-1 0 1 0 0,1 0 0 0 0,-1 0 0 0 0,1 0 0 0 0,0 0-1 0 0,-1 0 1 0 0,1 1 0 0 0,0-1 0 0 0,-1 0 0 0 0,1 0-1 0 0,0 0 1 0 0,-1 0 0 0 0,1 1 0 0 0,0-1 0 0 0,-1 0-1 0 0,1 0 1 0 0,0 1 0 0 0,-1-1 0 0 0,1 0-1 0 0,0 0 1 0 0,0 1 0 0 0,0-1 0 0 0,-1 0 0 0 0,1 1-1 0 0,0-1 1 0 0,0 0 0 0 0,0 1 0 0 0,0-1 0 0 0,-1 1-1 0 0,1-1 1 0 0,0 0 0 0 0,0 1 0 0 0,0 0-1 0 0,3 44 2172 0 0,2 0 0 0 0,15 66-1 0 0,-2-14-1371 0 0,33 183 152 0 0,-33-194-378 0 0,-18-84-789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4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85 221 2408 0 0,'25'-17'25651'0'0,"-28"7"-25527"0"0,-1 0 0 0 0,0 1 0 0 0,-1 0 0 0 0,0 0 0 0 0,-8-12 0 0 0,-37-42-289 0 0,29 38-54 0 0,21 25 186 0 0,-1-1 0 0 0,1 1 0 0 0,0 0 0 0 0,-1-1 0 0 0,1 1 0 0 0,0 0 0 0 0,0-1 0 0 0,-1 1 0 0 0,1 0 0 0 0,0-1 0 0 0,0 1 0 0 0,-1-1 0 0 0,1 1 0 0 0,0 0 0 0 0,0-1 0 0 0,0 1 0 0 0,0-1 0 0 0,0 1 0 0 0,0-1 0 0 0,0 1 0 0 0,0-1 0 0 0,0 1 0 0 0,0 0 0 0 0,0-1 0 0 0,0 1 0 0 0,0-1 0 0 0,0 1 0 0 0,0-1 0 0 0,0 1 0 0 0,0 0 0 0 0,0-1 0 0 0,1 1 0 0 0,-1-1 0 0 0,0 1 0 0 0,0 0 0 0 0,0-1 0 0 0,1 1 0 0 0,-1-1 0 0 0,0 1 0 0 0,1 0 0 0 0,-1-1 0 0 0,0 1 0 0 0,1 0 0 0 0,-1 0 0 0 0,0-1 0 0 0,1 1 0 0 0,-1 0 0 0 0,1 0 0 0 0,-1 0 0 0 0,0-1 0 0 0,1 1 0 0 0,-1 0 0 0 0,1 0 0 0 0,-1 0 0 0 0,1 0 0 0 0,0 0 0 0 0,29-3-18 0 0,-24 3-54 0 0,184-10-671 0 0,35-3 488 0 0,-190 11 1296 0 0,-31 2-369 0 0,-1 0-256 0 0,23 0 1890 0 0,-23 0-1693 0 0,8 7-832 0 0,-10 3 293 0 0,0 1 1 0 0,-1 0-1 0 0,0 0 1 0 0,-1-1 0 0 0,0 1-1 0 0,-4 17 1 0 0,0 7 137 0 0,-76 510 1567 0 0,77-522-2146 0 0,-6 40 733 0 0,7-21-8373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62 181 2312 0 0,'-28'-80'16459'0'0,"16"50"-12301"0"0,11 28-3778 0 0,1 2-345 0 0,0-1 0 0 0,-1 1 0 0 0,1-1 0 0 0,0 1 1 0 0,0-1-1 0 0,0 1 0 0 0,0-1 0 0 0,0 1 0 0 0,0-1 0 0 0,0 1 0 0 0,0 0 1 0 0,0-1-1 0 0,0 1 0 0 0,0-1 0 0 0,0 1 0 0 0,0-1 0 0 0,0 1 1 0 0,0-1-1 0 0,0 1 0 0 0,0-1 0 0 0,1 1 0 0 0,-1-1 0 0 0,0 1 0 0 0,0-1 1 0 0,1 1-1 0 0,-1 0 0 0 0,0-1 0 0 0,1 1 0 0 0,-1-1 0 0 0,0 1 0 0 0,1 0 1 0 0,-1 0-1 0 0,0-1 0 0 0,1 1 0 0 0,0-1 0 0 0,33-3 138 0 0,0 2 0 0 0,35 2-1 0 0,17-2 95 0 0,258-38 2671 0 0,-334 38-2932 0 0,1 1 0 0 0,-1 0 0 0 0,1 1 0 0 0,10 0 0 0 0,-18 0-107 0 0,13 14-260 0 0,-11 2 329 0 0,-1 0 0 0 0,0 1 0 0 0,-1-1 0 0 0,1 27 0 0 0,-3 73 596 0 0,-1-70-403 0 0,-42 855 2553 0 0,5-250-1091 0 0,60 271-1623 0 0,-17-764 0 0 0,-5-143 0 0 0,-2-1 0 0 0,1-9 0 0 0,0 0 0 0 0,-1-1 0 0 0,0 1 0 0 0,0-1 0 0 0,0 1 0 0 0,-1-1 0 0 0,0 1 0 0 0,1-1 0 0 0,-1 0 0 0 0,-1 0 0 0 0,1 0 0 0 0,-1 0 0 0 0,1 0 0 0 0,-1-1 0 0 0,0 1 0 0 0,-1-1 0 0 0,1 1 0 0 0,0-1 0 0 0,-1 0 0 0 0,0-1 0 0 0,0 1 0 0 0,0-1 0 0 0,-4 3 0 0 0,5-3 0 0 0,-20 11-375 0 0,-1-1 0 0 0,0-1 0 0 0,0 0 0 0 0,-1-2 1 0 0,-32 7-1 0 0,-133 18-3480 0 0,50-18-7887 0 0,66-11-775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6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0 332 0 0,'-3'1'3378'0'0,"-37"0"4099"0"0,33-1-7705 0 0,4 0 1214 0 0,-15 3 644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1856 0 0,'0'0'5691'0'0,"0"-12"-987"0"0,0 10-4578 0 0,1 0 0 0 0,0 0 0 0 0,0 0-1 0 0,1 0 1 0 0,-1 1 0 0 0,0-1 0 0 0,0 0 0 0 0,1 1-1 0 0,-1-1 1 0 0,1 1 0 0 0,-1 0 0 0 0,1-1 0 0 0,0 1-1 0 0,0 0 1 0 0,0 0 0 0 0,-1 0 0 0 0,1 0 0 0 0,0 0-1 0 0,3 0 1 0 0,-1 0-32 0 0,1 0 0 0 0,-1 1 0 0 0,0-1 0 0 0,1 1 0 0 0,-1 0 0 0 0,1 1 0 0 0,-1-1 0 0 0,9 2 0 0 0,0 2-9 0 0,0 0 0 0 0,0 1 1 0 0,-1 0-1 0 0,1 1 0 0 0,13 9 0 0 0,-17-10-32 0 0,-1 1 0 0 0,-1 1 0 0 0,1-1 0 0 0,-1 1 0 0 0,0 1 0 0 0,-1-1 1 0 0,0 1-1 0 0,0 0 0 0 0,0 1 0 0 0,-1-1 0 0 0,0 1 0 0 0,-1 0 0 0 0,0 0 0 0 0,-1 1 0 0 0,1-1 0 0 0,-2 1 0 0 0,0 0 0 0 0,0-1 0 0 0,0 1 0 0 0,-1 0 0 0 0,-1 12 0 0 0,0-5 200 0 0,0 0 0 0 0,-2 0-1 0 0,0 0 1 0 0,-1 0 0 0 0,-1 0-1 0 0,0-1 1 0 0,-1 1 0 0 0,-1-1-1 0 0,-1-1 1 0 0,0 1 0 0 0,-16 25-1 0 0,23-41-226 0 0,-1 1 0 0 0,1-1 0 0 0,0 1-1 0 0,0-1 1 0 0,-1 1 0 0 0,1 0 0 0 0,0-1 0 0 0,-1 1 0 0 0,1-1-1 0 0,-1 1 1 0 0,1-1 0 0 0,0 0 0 0 0,-1 1 0 0 0,1-1 0 0 0,-1 1-1 0 0,1-1 1 0 0,-1 0 0 0 0,1 1 0 0 0,-1-1 0 0 0,0 0 0 0 0,1 0-1 0 0,-1 1 1 0 0,1-1 0 0 0,-1 0 0 0 0,0 0 0 0 0,1 0 0 0 0,-1 0-1 0 0,1 0 1 0 0,-1 0 0 0 0,0 0 0 0 0,1 0 0 0 0,-1 0 0 0 0,1 0-1 0 0,-1 0 1 0 0,-1 0 0 0 0,1-1-22 0 0,1 0-1 0 0,-1 0 1 0 0,1 0-1 0 0,-1 0 1 0 0,0 0-1 0 0,1 0 1 0 0,0 0-1 0 0,-1-1 1 0 0,1 1-1 0 0,0 0 1 0 0,-1 0-1 0 0,1 0 1 0 0,0 0 0 0 0,0 0-1 0 0,0-1 1 0 0,0 1-1 0 0,0 0 1 0 0,0 0-1 0 0,0 0 1 0 0,1-2-1 0 0,2-11-43 0 0,0-1-1 0 0,1 0 1 0 0,1 1-1 0 0,0 0 0 0 0,1 0 1 0 0,1 1-1 0 0,0-1 1 0 0,13-17-1 0 0,12-11-178 0 0,37-41-1 0 0,-49 60 145 0 0,122-126-577 0 0,-120 126 392 0 0,-21 22 207 0 0,-13 20-94 0 0,-15 23 37 0 0,-30 62 1 0 0,47-83 112 0 0,1 0 1 0 0,2 0-1 0 0,0 0 0 0 0,1 1 1 0 0,-4 32-1 0 0,9-48 9 0 0,0 0-1 0 0,1 0 1 0 0,0-1 0 0 0,0 1-1 0 0,1 0 1 0 0,-1 0 0 0 0,1 0-1 0 0,0-1 1 0 0,1 1 0 0 0,4 11-1 0 0,-5-14 3 0 0,1 0-1 0 0,0 0 1 0 0,0 0-1 0 0,1-1 0 0 0,-1 1 1 0 0,0 0-1 0 0,1-1 1 0 0,0 0-1 0 0,-1 1 1 0 0,1-1-1 0 0,0 0 0 0 0,0-1 1 0 0,0 1-1 0 0,0 0 1 0 0,1-1-1 0 0,-1 0 1 0 0,0 1-1 0 0,1-1 0 0 0,3 0 1 0 0,8 2-74 0 0,0-1 0 0 0,0-1 1 0 0,0 0-1 0 0,1-1 0 0 0,-1-1 0 0 0,21-4 1 0 0,-2-1-1579 0 0,57-18 1 0 0,4-10-4939 0 0,-49 13-285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49 512 0 0,'-12'-4'9616'0'0,"10"3"-9308"0"0,-26-10 11078 0 0,28 10-11304 0 0,16-3-1015 0 0,47-7 952 0 0,39-4-2397 0 0,-84 14-2948 0 0,35 1-1 0 0,-36 2-228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7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27 1772 0 0,'-80'59'16297'0'0,"79"-58"-15984"0"0,0 4 122 0 0,1 3 71 0 0,14-6-247 0 0,54-9-1199 0 0,77-17-1 0 0,69-30-8627 0 0,-154 37 3839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1412 0 0,'38'-97'23652'0'0,"-34"91"-22217"0"0,0 23-879 0 0,-1 1 0 0 0,0 0 0 0 0,-1-1-1 0 0,-1 1 1 0 0,-1 0 0 0 0,-2 24 0 0 0,0 6-166 0 0,-6 439-50 0 0,11-404-5360 0 0,-3-81 4603 0 0,0 0 0 0 0,0 0 0 0 0,0-1 1 0 0,-1 1-1 0 0,1 0 0 0 0,-1 0 0 0 0,1-1 1 0 0,-1 1-1 0 0,1 0 0 0 0,-1-1 0 0 0,0 1 1 0 0,0 0-1 0 0,0-1 0 0 0,0 1 0 0 0,0-1 0 0 0,0 1 1 0 0,-2 1-1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62 1648 0 0,'-32'13'3963'0'0,"-2"1"3518"0"0,-44 24 723 0 0,80-37-7482 0 0,9 1-424 0 0,0-1 1 0 0,0 0-1 0 0,0-1 0 0 0,0 0 1 0 0,0 0-1 0 0,0-1 0 0 0,22-5 0 0 0,-6 2-80 0 0,247-34 709 0 0,235-27-362 0 0,-460 61-574 0 0,66-10-2645 0 0,-101 15-3521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43 1884 0 0,'-2'-15'7155'0'0,"-9"-13"2925"0"0,15 40-8948 0 0,5 25 1040 0 0,8 51 0 0 0,0 110-550 0 0,-15-118-2065 0 0,-1-29-5931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8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3356 0 0,'28'-79'19231'0'0,"-23"72"-17350"0"0,-1 18-904 0 0,0 0 0 0 0,0 0 0 0 0,-1 1-1 0 0,-1-1 1 0 0,3 25 0 0 0,-2-11-278 0 0,25 185 1256 0 0,-14-70-4169 0 0,-10-121-657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9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386 189 2532 0 0,'6'-7'1753'0'0,"0"0"0"0"0,0 0 0 0 0,-1-1 0 0 0,1 1 0 0 0,-2-1-1 0 0,7-16 1 0 0,-8 19-1196 0 0,-1 0 0 0 0,0-1-1 0 0,-1 1 1 0 0,0-1 0 0 0,1 1-1 0 0,-2-1 1 0 0,1 0 0 0 0,-1 0 0 0 0,0 1-1 0 0,0-1 1 0 0,-1-8 0 0 0,0 11-525 0 0,0 1 0 0 0,0 0 1 0 0,0-1-1 0 0,0 1 0 0 0,0-1 1 0 0,0 1-1 0 0,-1 0 0 0 0,1 0 1 0 0,-1 0-1 0 0,1 0 1 0 0,-1 0-1 0 0,0 0 0 0 0,0 0 1 0 0,0 1-1 0 0,0-1 0 0 0,0 1 1 0 0,0-1-1 0 0,0 1 0 0 0,-1 0 1 0 0,1 0-1 0 0,0 0 0 0 0,-1 0 1 0 0,1 0-1 0 0,-1 0 1 0 0,1 1-1 0 0,-1-1 0 0 0,0 1 1 0 0,1 0-1 0 0,-3 0 0 0 0,-4-1-36 0 0,1 1 0 0 0,0 1-1 0 0,0-1 1 0 0,-1 1-1 0 0,1 1 1 0 0,0 0-1 0 0,-12 4 1 0 0,1 2-11 0 0,0 1 1 0 0,1 1-1 0 0,0 0 0 0 0,0 2 1 0 0,1 0-1 0 0,1 1 0 0 0,0 1 0 0 0,1 0 1 0 0,0 1-1 0 0,1 0 0 0 0,1 1 1 0 0,0 1-1 0 0,1 0 0 0 0,1 1 1 0 0,1 0-1 0 0,0 1 0 0 0,2 0 1 0 0,0 1-1 0 0,1-1 0 0 0,1 1 0 0 0,1 1 1 0 0,-5 32-1 0 0,7-9 1 0 0,1 1 1 0 0,2 0-1 0 0,7 49 0 0 0,28 133 145 0 0,-16-119-12 0 0,11 114 568 0 0,3 273 0 0 0,-57 225 2756 0 0,15-610-3115 0 0,-11 177 207 0 0,19-214-363 0 0,15 139 0 0 0,-13-199-134 0 0,1 0 0 0 0,1-1 0 0 0,0 1 0 0 0,1-1 0 0 0,1 0 0 0 0,6 13 0 0 0,-9-20-23 0 0,0-1 1 0 0,1 0-1 0 0,0 0 1 0 0,0 0-1 0 0,0-1 0 0 0,0 1 1 0 0,1-1-1 0 0,-1 1 0 0 0,1-1 1 0 0,0 0-1 0 0,0 0 0 0 0,0-1 1 0 0,0 1-1 0 0,1-1 0 0 0,-1 0 1 0 0,1 0-1 0 0,-1-1 0 0 0,1 1 1 0 0,6 1-1 0 0,12-1-255 0 0,-1 0 1 0 0,1-1-1 0 0,-1-1 1 0 0,1-1-1 0 0,-1-1 0 0 0,26-6 1 0 0,131-38-3629 0 0,-37-4-633 0 0,-49 9-2302 0 0,-15 3-2816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3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77 142 1812 0 0,'-54'-29'15492'0'0,"32"19"-11375"0"0,24 8-3667 0 0,3-1-318 0 0,1 0-1 0 0,0 0 1 0 0,0 0-1 0 0,0 1 0 0 0,0 0 1 0 0,0 0-1 0 0,0 1 0 0 0,1-1 1 0 0,-1 1-1 0 0,8 0 1 0 0,18-4 98 0 0,43-12 146 0 0,29-8-2101 0 0,-98 23 189 0 0,0-1 1 0 0,-1 1-1 0 0,1-1 1 0 0,-1 0-1 0 0,1-1 1 0 0,-1 0-1 0 0,6-5 0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1036 0 0,'14'-37'14412'0'0,"-14"37"-14203"0"0,0-1 0 0 0,0 0-1 0 0,2-7 3340 0 0,-1 8-3339 0 0,1 2-27 0 0,0 1-1 0 0,-1-1 1 0 0,1 1 0 0 0,-1 0-1 0 0,1 0 1 0 0,-1 0 0 0 0,0 0-1 0 0,0 0 1 0 0,0 0 0 0 0,0 5-1 0 0,5 38 1385 0 0,-4-31-1205 0 0,11 387 1951 0 0,-13-332-3226 0 0,0-63 335 0 0,2 47-2713 0 0,5-21-7635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103 148 996 0 0,'4'-17'2852'0'0,"25"-103"14253"0"0,-29 118-16829 0 0,-2-6 237 0 0,-16 34-398 0 0,1 1 1 0 0,1 1-1 0 0,2 0 0 0 0,1 1 1 0 0,1 1-1 0 0,1 0 0 0 0,-7 38 1 0 0,13-50-101 0 0,2 0-1 0 0,0 0 1 0 0,1 0 0 0 0,1 0 0 0 0,1 0-1 0 0,0 0 1 0 0,5 29 0 0 0,-4-39 2 0 0,1 0 0 0 0,0-1 0 0 0,0 1-1 0 0,0-1 1 0 0,1 0 0 0 0,0 0 0 0 0,1 0 0 0 0,0 0 0 0 0,0-1 0 0 0,0 1 0 0 0,0-1-1 0 0,1 0 1 0 0,0 0 0 0 0,1-1 0 0 0,-1 1 0 0 0,1-1 0 0 0,0 0 0 0 0,0-1 0 0 0,1 1 0 0 0,8 3-1 0 0,-7-4 12 0 0,-1-1-1 0 0,1 0 1 0 0,0 0-1 0 0,0-1 1 0 0,0 0-1 0 0,0 0 1 0 0,0-1-1 0 0,16 0 0 0 0,-21-1-17 0 0,-1 0-1 0 0,1 0 1 0 0,-1-1 0 0 0,1 1-1 0 0,-1-1 1 0 0,0 1-1 0 0,1-1 1 0 0,-1 0-1 0 0,0 0 1 0 0,1 0-1 0 0,-1 0 1 0 0,0-1-1 0 0,0 1 1 0 0,0-1-1 0 0,0 1 1 0 0,0-1-1 0 0,0 0 1 0 0,-1 1-1 0 0,1-1 1 0 0,-1 0-1 0 0,1 0 1 0 0,-1 0-1 0 0,1 0 1 0 0,-1 0-1 0 0,0-1 1 0 0,0 1 0 0 0,0 0-1 0 0,-1-1 1 0 0,1 1-1 0 0,0 0 1 0 0,-1-1-1 0 0,1 1 1 0 0,-1-3-1 0 0,0-1-8 0 0,0 1-1 0 0,0 0 0 0 0,0 0 1 0 0,-1 0-1 0 0,0 0 1 0 0,0 0-1 0 0,0-1 0 0 0,-1 2 1 0 0,0-1-1 0 0,1 0 1 0 0,-2 0-1 0 0,1 0 0 0 0,-1 1 1 0 0,1 0-1 0 0,-1-1 1 0 0,0 1-1 0 0,-1 0 0 0 0,1 0 1 0 0,-1 1-1 0 0,0-1 1 0 0,-6-4-1 0 0,-6-4-20 0 0,1 1 1 0 0,-1 1-1 0 0,-1 0 0 0 0,-26-11 1 0 0,29 16-727 0 0,0 0 1 0 0,-27-6 0 0 0,39 10-91 0 0,-1 1-134 0 0,-7 2-109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54 375 616 0 0,'-52'-61'18841'0'0,"52"60"-18759"0"0,0 0 0 0 0,-1 0 0 0 0,1 0 0 0 0,0 0 0 0 0,0 0 0 0 0,0 0 0 0 0,0 0 0 0 0,0 0 0 0 0,0 0 0 0 0,0 0-1 0 0,0 0 1 0 0,0 0 0 0 0,0 0 0 0 0,0 0 0 0 0,1 0 0 0 0,-1 0 0 0 0,1 0 0 0 0,-1 0 0 0 0,0 0 0 0 0,1 0 0 0 0,-1 0 0 0 0,1 0 0 0 0,0 0 0 0 0,-1 1 0 0 0,1-1 0 0 0,0 0 0 0 0,-1 0-1 0 0,1 1 1 0 0,0-1 0 0 0,0 1 0 0 0,1-2 0 0 0,27-17 210 0 0,28-8-116 0 0,-30 14 44 0 0,26-15-1 0 0,-44 22-184 0 0,0 0 0 0 0,-1 0 1 0 0,1-1-1 0 0,-2-1 0 0 0,1 1 1 0 0,10-14-1 0 0,-14 16-67 0 0,0-1 1 0 0,0 1 0 0 0,0-1-1 0 0,-1 0 1 0 0,0 0 0 0 0,0 0-1 0 0,-1-1 1 0 0,0 1 0 0 0,0-1-1 0 0,0 1 1 0 0,-1-1 0 0 0,0 0-1 0 0,0 1 1 0 0,-1-1 0 0 0,0 0-1 0 0,0 0 1 0 0,0 1 0 0 0,-1-1-1 0 0,-1-7 1 0 0,1 12-56 0 0,-1 3 19 0 0,-1-1 55 0 0,1 1 0 0 0,0 0 1 0 0,-1 0-1 0 0,1 0 0 0 0,0 1 1 0 0,0-1-1 0 0,-1 1 1 0 0,1-1-1 0 0,0 1 0 0 0,0 0 1 0 0,1-1-1 0 0,-1 1 0 0 0,0 0 1 0 0,1 0-1 0 0,-1 0 0 0 0,1 1 1 0 0,-1-1-1 0 0,1 0 0 0 0,-2 5 1 0 0,-4 9-36 0 0,-9 31 1 0 0,11-30 39 0 0,-6 24 279 0 0,1 1 0 0 0,2 1-1 0 0,-5 63 1 0 0,8 132 1107 0 0,5-189-1221 0 0,7 336 1002 0 0,-7-383-1090 0 0,0-1-1 0 0,0 0 0 0 0,0 1 0 0 0,0-1 1 0 0,0 0-1 0 0,-1 1 0 0 0,1-1 1 0 0,0 0-1 0 0,-1 0 0 0 0,1 1 0 0 0,-1-1 1 0 0,0 2-1 0 0,0-3-39 0 0,1 1 0 0 0,0-1-1 0 0,0 0 1 0 0,-1 0 0 0 0,1 1 0 0 0,0-1 0 0 0,-1 0 0 0 0,1 0-1 0 0,0 0 1 0 0,-1 1 0 0 0,1-1 0 0 0,0 0 0 0 0,-1 0 0 0 0,1 0-1 0 0,0 0 1 0 0,-1 0 0 0 0,1 0 0 0 0,0 0 0 0 0,-1 0-1 0 0,1 0 1 0 0,-1 0 0 0 0,1 0 0 0 0,0 0 0 0 0,-1 0 0 0 0,1 0-1 0 0,-1 0 1 0 0,0 0 0 0 0,0-1 4 0 0,-1 0 0 0 0,1 0-1 0 0,-1 0 1 0 0,1 0 0 0 0,-1-1 0 0 0,1 1 0 0 0,0 0-1 0 0,0-1 1 0 0,-1 1 0 0 0,1 0 0 0 0,0-1 0 0 0,0 0-1 0 0,0 1 1 0 0,1-1 0 0 0,-1 0 0 0 0,0 1-1 0 0,0-3 1 0 0,-3-12-21 0 0,0-1-1 0 0,1 1 1 0 0,1-1 0 0 0,0 0-1 0 0,1 0 1 0 0,1 1-1 0 0,1-1 1 0 0,0 0-1 0 0,1 0 1 0 0,1 1 0 0 0,9-30-1 0 0,-7 28-49 0 0,1 1-1 0 0,1-1 0 0 0,1 1 0 0 0,1 1 1 0 0,0 0-1 0 0,1 0 0 0 0,0 1 1 0 0,2 0-1 0 0,-1 0 0 0 0,21-18 1 0 0,-17 21 9 0 0,-1 1 0 0 0,2 0 0 0 0,-1 1 1 0 0,1 1-1 0 0,1 0 0 0 0,-1 1 1 0 0,30-9-1 0 0,-36 14 9 0 0,-1 0 1 0 0,1 1-1 0 0,0 0 1 0 0,0 1-1 0 0,0 0 1 0 0,0 0-1 0 0,0 1 0 0 0,1 0 1 0 0,-1 1-1 0 0,0 0 1 0 0,0 1-1 0 0,0 0 1 0 0,0 1-1 0 0,-1 0 0 0 0,14 6 1 0 0,-21-9 17 0 0,0 1-1 0 0,0 0 1 0 0,0 0 0 0 0,0 0-1 0 0,0 1 1 0 0,0-1-1 0 0,0 0 1 0 0,-1 1 0 0 0,1-1-1 0 0,0 1 1 0 0,-1 0 0 0 0,0-1-1 0 0,1 1 1 0 0,-1 0 0 0 0,0 0-1 0 0,0 0 1 0 0,0 0 0 0 0,0 0-1 0 0,0 0 1 0 0,0 0 0 0 0,0 3-1 0 0,-1-2 5 0 0,0 0-1 0 0,0-1 1 0 0,0 1 0 0 0,-1 0-1 0 0,1 0 1 0 0,-1-1-1 0 0,0 1 1 0 0,0-1-1 0 0,0 1 1 0 0,0-1-1 0 0,0 1 1 0 0,0-1-1 0 0,-1 1 1 0 0,-2 3-1 0 0,-4 3 1 0 0,-1 0-1 0 0,1 0 0 0 0,-1-1 1 0 0,-1 0-1 0 0,0 0 0 0 0,-14 8 0 0 0,0-2 15 0 0,-1-1-1 0 0,-1-1 1 0 0,0-1-1 0 0,-1-1 1 0 0,1-1-1 0 0,-31 5 1 0 0,10-8 72 0 0,44-5-110 0 0,0-1 46 0 0,-9 0-67 0 0,9 0 34 0 0,0 0-52 0 0,-7 0 42 0 0,7 0-63 0 0,13 7-373 0 0,172 144 145 0 0,-13-7 404 0 0,-154-134-111 0 0,29 21-75 0 0,-41-31-167 0 0,-1 0 0 0 0,1 0 1 0 0,0 0-1 0 0,-1 0 0 0 0,1 0 0 0 0,0-1 0 0 0,-1 1 1 0 0,1-1-1 0 0,-1 0 0 0 0,1 1 0 0 0,-1-1 0 0 0,1 0 1 0 0,-1-1-1 0 0,0 1 0 0 0,1 0 0 0 0,-1-1 0 0 0,3-2 1 0 0,58-48-12950 0 0,-48 40 6965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1212 0 0,'3'-11'18509'0'0,"18"7"-17496"0"0,0 1 1 0 0,25-1-1 0 0,6 0-604 0 0,82-19-87 0 0,-46-3-4418 0 0,-84 24 3445 0 0,0 0 0 0 0,-1 0 0 0 0,1 0 0 0 0,0 0 0 0 0,5-5 0 0 0,6-9-5691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1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14 2340 0 0,'-3'0'2568'0'0,"-19"-11"4034"0"0,21 10-6349 0 0,0 1 1 0 0,0-1-1 0 0,0 1 0 0 0,1 0 1 0 0,-1 0-1 0 0,0-1 1 0 0,0 1-1 0 0,0 0 0 0 0,1 0 1 0 0,-1 0-1 0 0,0 0 1 0 0,0 0-1 0 0,0 0 0 0 0,-1 1 1 0 0,-1 1 46 0 0,1 1 0 0 0,-1 0 0 0 0,1 0 0 0 0,0 0 0 0 0,0 0 0 0 0,0 1 0 0 0,0-1 0 0 0,1 0 0 0 0,-1 1 0 0 0,1-1 0 0 0,0 1 0 0 0,0 0 0 0 0,0-1 0 0 0,1 1 0 0 0,-1 0 0 0 0,1 6 0 0 0,-1 11 1048 0 0,3 35 0 0 0,-2-52-1228 0 0,36 317 2358 0 0,-22-209-7069 0 0,-13-106 3223 0 0,1 13-530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2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63 333 2292 0 0,'16'-47'10240'0'0,"-9"1"-4315"0"0,-7 38-5620 0 0,-1 1-1 0 0,1-1 1 0 0,-1 0 0 0 0,-1 0 0 0 0,1 1-1 0 0,-1-1 1 0 0,-1 1 0 0 0,1-1-1 0 0,-1 1 1 0 0,-5-9 0 0 0,-49-84 233 0 0,56 98-582 0 0,0-1-1 0 0,0 3 41 0 0,1 0 0 0 0,0-1 0 0 0,0 1 0 0 0,-1 0 0 0 0,1 0 0 0 0,0-1 0 0 0,0 1 0 0 0,0 0 0 0 0,0-1 0 0 0,-1 1 0 0 0,1 0 0 0 0,0-1 0 0 0,0 1 1 0 0,0 0-1 0 0,0-1 0 0 0,0 1 0 0 0,0 0 0 0 0,0-1 0 0 0,0 1 0 0 0,0 0 0 0 0,0-1 0 0 0,0 1 0 0 0,0 0 0 0 0,0-1 0 0 0,0 1 0 0 0,0 0 0 0 0,0-1 0 0 0,0 1 1 0 0,1 0-1 0 0,-1-1 0 0 0,0 1 0 0 0,0 0 0 0 0,0 0 0 0 0,0-1 0 0 0,1 1 0 0 0,-1 0 0 0 0,0 0 0 0 0,0-1 0 0 0,1 1 0 0 0,-1 0 0 0 0,0 0 0 0 0,1-1 1 0 0,-1 1-1 0 0,0 0 0 0 0,0 0 0 0 0,1 0 0 0 0,-1 0 0 0 0,0 0 0 0 0,1-1 0 0 0,-1 1 0 0 0,0 0 0 0 0,1 0 0 0 0,-1 0 0 0 0,1 0 0 0 0,31-2-151 0 0,40 1-1 0 0,28-1 61 0 0,41-16 1377 0 0,-139 18-836 0 0,0-1 23 0 0,-1 1-459 0 0,18-3 1230 0 0,-18 2-1225 0 0,0 1-1 0 0,0 0 0 0 0,0 0 0 0 0,-1 0 1 0 0,1-1-1 0 0,0 1 0 0 0,0 0 1 0 0,0 0-1 0 0,0 0 0 0 0,0 1 0 0 0,0-1 1 0 0,-1 0-1 0 0,1 0 0 0 0,0 0 0 0 0,0 1 1 0 0,0-1-1 0 0,0 0 0 0 0,-1 1 1 0 0,1-1-1 0 0,0 1 0 0 0,0 0 0 0 0,2 7 117 0 0,-1 1 0 0 0,0 1 0 0 0,0-1 0 0 0,-1 0 0 0 0,0 0-1 0 0,-1 14 1 0 0,-8 62 1903 0 0,4-48-1493 0 0,-17 133 1036 0 0,-1 10-1511 0 0,16-61-3654 0 0,6-117 3209 0 0,0 1 1 0 0,0-1-1 0 0,1 0 0 0 0,-1 1 1 0 0,0-1-1 0 0,1 0 1 0 0,-1 0-1 0 0,1 1 0 0 0,0-1 1 0 0,0 0-1 0 0,0 0 0 0 0,0 0 1 0 0,1 2-1 0 0,18 8-8111 0 0,-19-12 7923 0 0,1 0 1 0 0,-1 1 0 0 0,3-1 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416 146 1104 0 0,'-6'-8'2287'0'0,"-1"0"1"0"0,1-1-1 0 0,0 1 0 0 0,1-1 1 0 0,-5-10-1 0 0,2 7-287 0 0,7 11-1859 0 0,1 1-1 0 0,-1-1 0 0 0,0 0 0 0 0,0 0 0 0 0,0 0 1 0 0,1 0-1 0 0,-1 0 0 0 0,0 0 0 0 0,1 0 0 0 0,-1 0 0 0 0,1-1 1 0 0,-1 1-1 0 0,1 0 0 0 0,0 0 0 0 0,0 0 0 0 0,-1 0 1 0 0,1-3-1 0 0,2 2-58 0 0,0 0 1 0 0,0 0 0 0 0,0 0-1 0 0,1 0 1 0 0,-1 1 0 0 0,0-1-1 0 0,1 1 1 0 0,-1-1-1 0 0,1 1 1 0 0,-1 0 0 0 0,1 0-1 0 0,0 0 1 0 0,3-1 0 0 0,46-8 210 0 0,-32 7-203 0 0,36-5-47 0 0,0 2 0 0 0,0 3 0 0 0,67 5 0 0 0,-100-1-90 0 0,1 0-20 0 0,28 4 0 0 0,-49-4 131 0 0,1 0 0 0 0,-1 0 1 0 0,0 0-1 0 0,0 0 0 0 0,0 1 1 0 0,-1-1-1 0 0,1 1 0 0 0,0 0 1 0 0,-1 0-1 0 0,1 0 0 0 0,-1 0 1 0 0,1 0-1 0 0,-1 0 0 0 0,0 1 1 0 0,0-1-1 0 0,0 1 0 0 0,0 0 1 0 0,0-1-1 0 0,1 4 0 0 0,2 5 482 0 0,0 1 0 0 0,-1 0 0 0 0,5 17 0 0 0,-5-13-21 0 0,5 25 674 0 0,-1-1 0 0 0,-3 1 0 0 0,1 66 0 0 0,-3-41-346 0 0,19 425 1185 0 0,-18-373-1836 0 0,1 30-202 0 0,8 575 0 0 0,-35-401 0 0 0,3-68 0 0 0,19-244 0 0 0,-1 15 0 0 0,-1 1 0 0 0,-1 0 0 0 0,-11 39 0 0 0,12-59 0 0 0,0-1 0 0 0,-1 1 0 0 0,1-1 0 0 0,-1 0 0 0 0,0 0 0 0 0,-1-1 0 0 0,1 1 0 0 0,-1-1 0 0 0,0 1 0 0 0,0-1 0 0 0,-1 0 0 0 0,1-1 0 0 0,-1 1 0 0 0,0-1 0 0 0,0 0 0 0 0,0 0 0 0 0,0 0 0 0 0,-8 2 0 0 0,-9 4 0 0 0,0-1 0 0 0,-1-1 0 0 0,-25 4 0 0 0,-202 22-4411 0 0,-5-20-4736 0 0,110-7 4125 0 0,42-1-6761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13 145 1808 0 0,'39'-107'14811'0'0,"-39"105"-14290"0"0,7-28 4123 0 0,-8 25-4581 0 0,-1 12-204 0 0,0 19-3 0 0,13 22 136 0 0,2-1 1 0 0,34 83-1 0 0,-44-123 30 0 0,0-1-1 0 0,0 1 0 0 0,1-1 0 0 0,0 0 0 0 0,0 0 1 0 0,0 0-1 0 0,1 0 0 0 0,-1-1 0 0 0,1 0 1 0 0,1 0-1 0 0,-1 0 0 0 0,1-1 0 0 0,0 1 1 0 0,0-1-1 0 0,0-1 0 0 0,1 1 0 0 0,-1-1 1 0 0,1 0-1 0 0,-1-1 0 0 0,1 1 0 0 0,0-1 0 0 0,0-1 1 0 0,0 1-1 0 0,1-1 0 0 0,-1-1 0 0 0,7 1 1 0 0,-5-1 90 0 0,-1 0 1 0 0,0-1 0 0 0,0 1-1 0 0,0-2 1 0 0,0 1 0 0 0,0-1 0 0 0,0 0-1 0 0,0-1 1 0 0,0 0 0 0 0,9-5-1 0 0,-13 5-16 0 0,0 0 0 0 0,0 0-1 0 0,0 0 1 0 0,0-1 0 0 0,-1 1-1 0 0,1-1 1 0 0,-1 0 0 0 0,0 0-1 0 0,0 0 1 0 0,-1 0 0 0 0,1-1-1 0 0,-1 1 1 0 0,0-1 0 0 0,0 0-1 0 0,0 1 1 0 0,-1-1 0 0 0,2-9-1 0 0,1-8 144 0 0,-1-1 0 0 0,1-37-1 0 0,-4 58-326 0 0,-1 2-186 0 0,0 1 266 0 0,0-1 1 0 0,0 1-1 0 0,0-1 1 0 0,0 1 0 0 0,0 0-1 0 0,0-1 1 0 0,1 1-1 0 0,-1 0 1 0 0,0 0-1 0 0,0 0 1 0 0,1 0 0 0 0,-1 0-1 0 0,1 0 1 0 0,-1 0-1 0 0,1 0 1 0 0,-1 0 0 0 0,1 0-1 0 0,0 0 1 0 0,-1 0-1 0 0,1 0 1 0 0,0 1-1 0 0,-7 26-70 0 0,-10 101 208 0 0,-1 216 0 0 0,15-215-34 0 0,1-14 161 0 0,-9 152-467 0 0,5-213 877 0 0,-2 0 1 0 0,-28 100-1 0 0,33-144-355 0 0,-1-1 1 0 0,0 1-1 0 0,0-1 0 0 0,-2 0 1 0 0,1 0-1 0 0,-1 0 0 0 0,0-1 1 0 0,-13 14-1 0 0,16-20-243 0 0,0 0 1 0 0,0 0-1 0 0,0-1 0 0 0,-1 1 1 0 0,1-1-1 0 0,-1 1 0 0 0,0-1 1 0 0,1 0-1 0 0,-1-1 0 0 0,0 1 1 0 0,0-1-1 0 0,0 1 0 0 0,-1-1 1 0 0,1-1-1 0 0,0 1 0 0 0,0 0 1 0 0,-1-1-1 0 0,1 0 0 0 0,0 0 1 0 0,0 0-1 0 0,-1-1 1 0 0,1 1-1 0 0,0-1 0 0 0,0 0 1 0 0,-7-3-1 0 0,2 0-45 0 0,0 0-1 0 0,0 0 1 0 0,1-1 0 0 0,-1-1-1 0 0,1 1 1 0 0,1-1 0 0 0,-1-1-1 0 0,1 1 1 0 0,0-1 0 0 0,0 0-1 0 0,1-1 1 0 0,0 0 0 0 0,1 0-1 0 0,-1 0 1 0 0,1-1 0 0 0,1 1-1 0 0,0-1 1 0 0,0 0 0 0 0,-2-10-1 0 0,0 1-93 0 0,2 0 0 0 0,0 0-1 0 0,1 0 1 0 0,0-1 0 0 0,2 1 0 0 0,0-1-1 0 0,1 1 1 0 0,1-1 0 0 0,4-22 0 0 0,1 16-75 0 0,0-1 1 0 0,2 1 0 0 0,1 1 0 0 0,1 0 0 0 0,0 0 0 0 0,2 0 0 0 0,15-21-1 0 0,-7 16-988 0 0,1 1-1 0 0,1 1 0 0 0,1 1 0 0 0,47-41 0 0 0,-62 61 63 0 0,-1 1 0 0 0,1-1 0 0 0,0 1 0 0 0,0 1 0 0 0,1-1 0 0 0,16-5 0 0 0,30-3-8459 0 0,-37 9 3808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1 154 940 0 0,'1'-5'2183'0'0,"0"0"-1"0"0,-1 0 1 0 0,1-1 0 0 0,-1 1-1 0 0,0 0 1 0 0,-2-10 1273 0 0,4 5-452 0 0,-2 9-2898 0 0,0 0 0 0 0,-1 0 0 0 0,1 0 1 0 0,0-1-1 0 0,0 1 0 0 0,1 0 0 0 0,-1 0 1 0 0,0 0-1 0 0,0 0 0 0 0,0 0 0 0 0,1 0 0 0 0,-1 0 1 0 0,1 0-1 0 0,-1 0 0 0 0,1 0 0 0 0,0-1 0 0 0,47-15-384 0 0,0 2 0 0 0,65-12 0 0 0,-26 8-7883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5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53 932 0 0,'-122'75'18502'0'0,"121"-73"-18114"0"0,-1 0 314 0 0,2-2-674 0 0,0 0 1 0 0,0 0-1 0 0,0 0 1 0 0,0 0-1 0 0,-1 0 0 0 0,1 0 1 0 0,0 0-1 0 0,0 1 1 0 0,0-1-1 0 0,0 0 1 0 0,0 0-1 0 0,0 0 1 0 0,0 0-1 0 0,0 0 1 0 0,-1 0-1 0 0,1 1 0 0 0,0-1 1 0 0,0 0-1 0 0,0 0 1 0 0,0 0-1 0 0,0 0 1 0 0,0 1-1 0 0,0-1 1 0 0,0 0-1 0 0,0 0 1 0 0,0 0-1 0 0,0 0 0 0 0,0 1 1 0 0,0-1-1 0 0,0 0 1 0 0,0 0-1 0 0,0 0 1 0 0,0 0-1 0 0,0 1 1 0 0,0-1-1 0 0,0 0 1 0 0,0 0-1 0 0,1 0 1 0 0,-1 0-1 0 0,0 0 0 0 0,0 1 1 0 0,0-1-1 0 0,0 0 1 0 0,0 0-1 0 0,1 0 1 0 0,16 0 189 0 0,0-2 0 0 0,1 0-1 0 0,-1-1 1 0 0,0 0 0 0 0,22-9 0 0 0,-12 5-111 0 0,142-37-1035 0 0,-56 16-2839 0 0,8-2-6778 0 0,-95 24 4942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8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114 113 1524 0 0,'8'-21'3705'0'0,"-1"-1"-1"0"0,0 1 1 0 0,3-27 2044 0 0,-62 263-706 0 0,-24 236-3191 0 0,73-416-2679 0 0,-2 16-2490 0 0,-5-22-2434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52 3068 0 0,'-68'32'14149'0'0,"41"-19"-10837"0"0,26-12-2942 0 0,1-1-330 0 0,0 1 0 0 0,0-1-1 0 0,0 0 1 0 0,0 1 0 0 0,0-1 0 0 0,0 0-1 0 0,1 1 1 0 0,-1-1 0 0 0,0 0-1 0 0,0 1 1 0 0,0-1 0 0 0,1 0-1 0 0,-1 1 1 0 0,0-1 0 0 0,0 0 0 0 0,1 0-1 0 0,-1 0 1 0 0,0 1 0 0 0,1-1-1 0 0,-1 0 1 0 0,0 0 0 0 0,1 0 0 0 0,-1 0-1 0 0,0 1 1 0 0,1-1 0 0 0,-1 0-1 0 0,0 0 1 0 0,1 0 0 0 0,-1 0 0 0 0,0 0-1 0 0,1 0 1 0 0,-1 0 0 0 0,1 0-1 0 0,81-4 725 0 0,93-17-1 0 0,-35 3-520 0 0,323-24 66 0 0,-150 24-3696 0 0,-272 17 627 0 0,-41 1 2637 0 0,1 0 0 0 0,-1 0-1 0 0,1 0 1 0 0,-1 0 0 0 0,0 0 0 0 0,1 0-1 0 0,-1 0 1 0 0,1 0 0 0 0,-1 0 0 0 0,1 0 0 0 0,-1 0-1 0 0,1 0 1 0 0,-1 0 0 0 0,1 1 0 0 0,-1-1-1 0 0,0 0 1 0 0,1 0 0 0 0,-1 0 0 0 0,1 1 0 0 0,-1-1-1 0 0,0 0 1 0 0,1 0 0 0 0,-1 1 0 0 0,0-1-1 0 0,1 0 1 0 0,-1 1 0 0 0,0-1 0 0 0,1 0 0 0 0,-1 2-1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49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0 640 0 0,'-4'1'3293'0'0,"-4"1"-1651"0"0,-28 5 6233 0 0,35-6-7632 0 0,-1-1 1 0 0,1 1-1 0 0,-1-1 0 0 0,1 1 1 0 0,-1-1-1 0 0,1 1 1 0 0,0 0-1 0 0,-1 0 1 0 0,1 0-1 0 0,0 0 0 0 0,-1 0 1 0 0,1 0-1 0 0,0 0 1 0 0,0 0-1 0 0,0 0 1 0 0,0 1-1 0 0,0-1 0 0 0,0 0 1 0 0,1 0-1 0 0,-2 3 1 0 0,-2 23 995 0 0,0 0 1 0 0,2 0 0 0 0,1 1 0 0 0,3 31-1 0 0,0 28-171 0 0,-18 241-279 0 0,13-269-5626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5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103 100 976 0 0,'-3'1'3646'0'0,"-44"2"4264"0"0,44-3-7113 0 0,-16-4 1765 0 0,-1 0-545 0 0,18 3-1681 0 0,-6-6 542 0 0,7 6-863 0 0,1-1 0 0 0,0 1 0 0 0,0-1 0 0 0,0 1-1 0 0,1-1 1 0 0,-1 1 0 0 0,0-1 0 0 0,1 1-1 0 0,-1-1 1 0 0,1 1 0 0 0,-1-1 0 0 0,1 1-1 0 0,-1-1 1 0 0,1 1 0 0 0,0 0 0 0 0,0-1 0 0 0,0 1-1 0 0,1-2 1 0 0,1 0-8 0 0,1-1 0 0 0,0 1 0 0 0,-1 0 0 0 0,1 0 0 0 0,8-4 0 0 0,0 0-27 0 0,1 1 0 0 0,-1 1 0 0 0,22-6-1 0 0,-25 9 9 0 0,-1 0-1 0 0,1 1 0 0 0,1 0 0 0 0,-1 0 0 0 0,0 1 0 0 0,0 0 1 0 0,0 1-1 0 0,0 0 0 0 0,0 0 0 0 0,0 1 0 0 0,0 0 0 0 0,-1 1 0 0 0,11 4 1 0 0,-15-6 9 0 0,0 1 0 0 0,0 1 1 0 0,0-1-1 0 0,0 1 1 0 0,0 0-1 0 0,0-1 0 0 0,-1 2 1 0 0,1-1-1 0 0,-1 0 1 0 0,0 1-1 0 0,0-1 0 0 0,0 1 1 0 0,0 0-1 0 0,-1 0 1 0 0,0 0-1 0 0,0 0 0 0 0,0 1 1 0 0,0-1-1 0 0,0 0 1 0 0,-1 1-1 0 0,0 0 0 0 0,0-1 1 0 0,0 1-1 0 0,-1-1 1 0 0,1 1-1 0 0,-2 8 0 0 0,0 6 3 0 0,-2-1 0 0 0,0 0 0 0 0,-1 0-1 0 0,-1 0 1 0 0,-1 0 0 0 0,0-1 0 0 0,-12 21-1 0 0,-70 114-13 0 0,65-116-7 0 0,-11 16-21 0 0,15-25 322 0 0,-17 34 0 0 0,34-56-272 0 0,1-4 2 0 0,0 1-1 0 0,0-1 0 0 0,0 1 1 0 0,0-1-1 0 0,1 1 0 0 0,-1 0 1 0 0,1-1-1 0 0,-1 1 1 0 0,1 0-1 0 0,-1 2 0 0 0,2-3-5 0 0,-1 0 0 0 0,1-1 0 0 0,-1 1 1 0 0,1-1-1 0 0,-1 1 0 0 0,1 0 0 0 0,-1-1 0 0 0,1 1 0 0 0,-1-1 0 0 0,1 0 0 0 0,0 1 0 0 0,-1-1 0 0 0,1 1 0 0 0,0-1 0 0 0,-1 0 0 0 0,1 1 0 0 0,0-1 1 0 0,0 0-1 0 0,-1 0 0 0 0,1 0 0 0 0,0 0 0 0 0,0 0 0 0 0,-1 0 0 0 0,1 0 0 0 0,0 0 0 0 0,0 0 0 0 0,-1 0 0 0 0,1 0 0 0 0,0 0 0 0 0,0 0 0 0 0,51-4 60 0 0,0-2-1 0 0,80-19 0 0 0,-50 8 58 0 0,-22 5 532 0 0,-58 11-512 0 0,0 1-17 0 0,46-9-1287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5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4 116 2200 0 0,'5'-18'4197'0'0,"-1"-1"-1"0"0,-1 1 0 0 0,2-31 1 0 0,-5 48-3685 0 0,2-8 392 0 0,-2 7-435 0 0,-2 11-244 0 0,-13 207 556 0 0,12-141-645 0 0,2-54-185 0 0,0 386-1106 0 0,2-385-651 0 0,9 37 1 0 0,-8-52 228 0 0,0 1 0 0 0,1-1 0 0 0,0 0 0 0 0,7 14 0 0 0,3-5-5332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4:59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94 1648 0 0,'18'-21'9668'0'0,"-15"15"-8114"0"0,-1 0-1 0 0,0 0 1 0 0,0-1 0 0 0,2-11 0 0 0,-4 16-983 0 0,0 1-528 0 0,0 1-1 0 0,1-1 0 0 0,-1 0 1 0 0,1 1-1 0 0,-1-1 1 0 0,0 0-1 0 0,0 1 0 0 0,1-1 1 0 0,-1 0-1 0 0,0 1 0 0 0,0-1 1 0 0,0 0-1 0 0,0 0 0 0 0,0 1 1 0 0,0-1-1 0 0,0 0 0 0 0,0 1 1 0 0,0-1-1 0 0,0 0 0 0 0,0 0 1 0 0,0 1-1 0 0,-1-1 0 0 0,1 0 1 0 0,0 1-1 0 0,-1-1 0 0 0,1 0 1 0 0,0 1-1 0 0,-1-1 0 0 0,1 1 1 0 0,0-1-1 0 0,-1 0 0 0 0,1 1 1 0 0,-1-1-1 0 0,1 1 0 0 0,-1-1 1 0 0,0 1-1 0 0,1 0 0 0 0,-1-1 1 0 0,1 1-1 0 0,-1-1 0 0 0,0 1 1 0 0,1 0-1 0 0,-1 0 0 0 0,0-1 1 0 0,0 1-1 0 0,1 0 0 0 0,-1 0 1 0 0,0 0-1 0 0,1 0 0 0 0,-1 0 1 0 0,0 0-1 0 0,0 0 0 0 0,0 0 1 0 0,-4 0-34 0 0,0 0 1 0 0,0 0-1 0 0,1 0 0 0 0,-1 1 1 0 0,-8 1-1 0 0,1 3-13 0 0,1 0-1 0 0,-1 1 1 0 0,1 0-1 0 0,0 0 0 0 0,1 2 1 0 0,-1-1-1 0 0,-16 18 1 0 0,5-3-47 0 0,-37 49 0 0 0,37-39 44 0 0,1 0 0 0 0,2 1 1 0 0,2 0-1 0 0,0 2 0 0 0,3 0 0 0 0,-15 50 1 0 0,17-36-24 0 0,2 1 0 0 0,2-1 1 0 0,2 1-1 0 0,1 68 0 0 0,8-4-20 0 0,23 141 0 0 0,38 111 281 0 0,-58-335-170 0 0,-2-8 57 0 0,0 0 0 0 0,13 35 0 0 0,-16-55-103 0 0,1-1-1 0 0,-1 0 0 0 0,1 1 0 0 0,-1-1 0 0 0,1 0 0 0 0,0 0 0 0 0,0 0 1 0 0,0 0-1 0 0,0 0 0 0 0,0 0 0 0 0,1-1 0 0 0,-1 1 0 0 0,0-1 1 0 0,1 0-1 0 0,-1 1 0 0 0,1-1 0 0 0,-1 0 0 0 0,1 0 0 0 0,0-1 0 0 0,-1 1 1 0 0,1 0-1 0 0,0-1 0 0 0,0 0 0 0 0,-1 0 0 0 0,1 0 0 0 0,5 0 1 0 0,6-1-418 0 0,0 0 0 0 0,0-1 1 0 0,26-8-1 0 0,64-25-4405 0 0,-37 4-1502 0 0,-17 6-1151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45 1844 0 0,'-1'-2'2865'0'0,"-17"-40"11874"0"0,18 42-14666 0 0,-1 1 1 0 0,1-1-1 0 0,0 0 1 0 0,-1 1-1 0 0,1-1 1 0 0,-1 1-1 0 0,1-1 1 0 0,0 1-1 0 0,-1-1 1 0 0,1 1-1 0 0,0 0 1 0 0,0-1-1 0 0,-1 1 1 0 0,1-1-1 0 0,0 1 1 0 0,0-1-1 0 0,0 1 1 0 0,0 0-1 0 0,0-1 1 0 0,0 1-1 0 0,0-1 1 0 0,0 1-1 0 0,0 0 1 0 0,0-1-1 0 0,0 1 1 0 0,0 0-1 0 0,2 20 898 0 0,3 29 390 0 0,-3-1 0 0 0,-5 77 0 0 0,-21 99-736 0 0,22-212-578 0 0,-2 18-587 0 0,-15 110 811 0 0,11-96-4304 0 0,-1-1-4806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2504 0 0,'56'-170'20939'0'0,"-53"177"-20728"0"0,-1 0 0 0 0,1 0 0 0 0,-1 0 1 0 0,-1 0-1 0 0,0 1 0 0 0,0-1 0 0 0,1 9 1 0 0,-4 57 36 0 0,1-44-57 0 0,-22 366 135 0 0,23-395-347 0 0,-4 73-3393 0 0,7-27-4944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66 601 1304 0 0,'19'-49'11944'0'0,"-1"2"-6699"0"0,-14 38-4946 0 0,0 1 0 0 0,0-1 0 0 0,1 1 0 0 0,1 0 0 0 0,-1 0 0 0 0,8-7 0 0 0,10-9-40 0 0,19-20 172 0 0,63-86-1 0 0,-94 115-419 0 0,-1-1 0 0 0,-1 0 0 0 0,0-1 0 0 0,-2 0 0 0 0,0-1 0 0 0,0 1 0 0 0,-2-1 0 0 0,0 0 0 0 0,-1-1 0 0 0,1-20 0 0 0,-4 37-28 0 0,-1 0 1 0 0,0 0-1 0 0,0 1 0 0 0,0-1 0 0 0,0 0 0 0 0,0 1 0 0 0,0-1 0 0 0,0 0 0 0 0,-1 0 0 0 0,1 1 1 0 0,0-1-1 0 0,-1 0 0 0 0,0 1 0 0 0,1-1 0 0 0,-3-2 0 0 0,3 4 13 0 0,0-1 1 0 0,0 1-1 0 0,-1 0 1 0 0,1 0-1 0 0,0 0 0 0 0,-1 0 1 0 0,1 0-1 0 0,0 0 0 0 0,-1 0 1 0 0,1 0-1 0 0,0 0 1 0 0,0 0-1 0 0,-1 0 0 0 0,1 0 1 0 0,0 0-1 0 0,-1 0 0 0 0,1 0 1 0 0,0 0-1 0 0,-1 0 1 0 0,1 0-1 0 0,0 0 0 0 0,0 1 1 0 0,-1-1-1 0 0,1 0 0 0 0,0 0 1 0 0,0 0-1 0 0,-1 1 1 0 0,1-1-1 0 0,0 0 0 0 0,-14 16-53 0 0,-2 12-6 0 0,1 0 1 0 0,-19 47-1 0 0,-15 67-15 0 0,31-85 69 0 0,-43 153 65 0 0,-9 25 106 0 0,68-229-114 0 0,0 0 0 0 0,0 0 0 0 0,-1 0 0 0 0,0 0 0 0 0,0 0 1 0 0,0-1-1 0 0,-1 1 0 0 0,0-1 0 0 0,0 0 0 0 0,0 0 0 0 0,-1-1 0 0 0,-7 7 0 0 0,11-11-42 0 0,0 1-1 0 0,0-1 1 0 0,0 0-1 0 0,0 1 1 0 0,0-1-1 0 0,0 0 1 0 0,0 0-1 0 0,0 0 0 0 0,0 0 1 0 0,0 0-1 0 0,0 0 1 0 0,0 0-1 0 0,0 0 1 0 0,0-1-1 0 0,0 1 1 0 0,0 0-1 0 0,0-1 1 0 0,0 1-1 0 0,0 0 0 0 0,1-1 1 0 0,-1 1-1 0 0,0-1 1 0 0,0 1-1 0 0,0-1 1 0 0,1 0-1 0 0,-1 1 1 0 0,0-1-1 0 0,-1-1 1 0 0,0-1 6 0 0,0 1 0 0 0,0 0 0 0 0,0-1 0 0 0,0 0 0 0 0,0 1 0 0 0,0-1 1 0 0,-1-3-1 0 0,1-2-8 0 0,1-1 0 0 0,-1 1 1 0 0,1 0-1 0 0,1-1 0 0 0,-1 1 1 0 0,1-1-1 0 0,1 1 0 0 0,0 0 0 0 0,0-1 1 0 0,0 1-1 0 0,1 0 0 0 0,1 0 1 0 0,-1 0-1 0 0,1 0 0 0 0,0 0 1 0 0,1 1-1 0 0,6-10 0 0 0,2-4-43 0 0,2 0 0 0 0,0 2 0 0 0,2-1 0 0 0,29-28 0 0 0,-21 26 3 0 0,0 1 1 0 0,1 1-1 0 0,33-19 0 0 0,-41 29-3 0 0,1 0 0 0 0,0 2 0 0 0,0 0 0 0 0,1 1 0 0 0,0 1 0 0 0,24-5 0 0 0,-37 10 21 0 0,0 1 0 0 0,0-1 0 0 0,-1 1 0 0 0,1 0 0 0 0,0 1 0 0 0,0-1-1 0 0,0 1 1 0 0,0 0 0 0 0,9 3 0 0 0,-13-3 18 0 0,-1-1 0 0 0,1 1 0 0 0,-1 0 0 0 0,1-1-1 0 0,-1 1 1 0 0,0 0 0 0 0,1 0 0 0 0,-1 0-1 0 0,0 0 1 0 0,0 0 0 0 0,1 0 0 0 0,-1 0 0 0 0,0 0-1 0 0,0 1 1 0 0,0-1 0 0 0,0 0 0 0 0,0 1 0 0 0,-1-1-1 0 0,1 0 1 0 0,0 1 0 0 0,-1-1 0 0 0,1 1-1 0 0,-1 0 1 0 0,1-1 0 0 0,-1 1 0 0 0,0-1 0 0 0,0 1-1 0 0,0 0 1 0 0,1-1 0 0 0,-2 1 0 0 0,1-1-1 0 0,0 1 1 0 0,0 0 0 0 0,0-1 0 0 0,-1 1 0 0 0,1-1-1 0 0,-1 1 1 0 0,0 1 0 0 0,-4 8 14 0 0,0-1 1 0 0,0 0-1 0 0,-1 0 0 0 0,0-1 1 0 0,-1 0-1 0 0,0 0 0 0 0,-1-1 1 0 0,-9 9-1 0 0,2-3 64 0 0,-1 0 0 0 0,0-1 0 0 0,-29 16 0 0 0,41-27-42 0 0,-1 1 0 0 0,0 0-1 0 0,-1-1 1 0 0,1 0 0 0 0,0 0 0 0 0,-1 0-1 0 0,1-1 1 0 0,-1 0 0 0 0,1 0-1 0 0,-9 0 1 0 0,13-1-52 0 0,0 0 0 0 0,0-1-1 0 0,-1 1 1 0 0,1 0 0 0 0,0-1 0 0 0,0 1 0 0 0,0-1 0 0 0,1 0-1 0 0,-1 1 1 0 0,0-1 0 0 0,0 0 0 0 0,0 0 0 0 0,0 1-1 0 0,1-1 1 0 0,-1 0 0 0 0,0 0 0 0 0,1 0 0 0 0,-1 0-1 0 0,0 0 1 0 0,1 0 0 0 0,-1 0 0 0 0,1 0 0 0 0,0 0 0 0 0,-1-2-1 0 0,5 4 11 0 0,0 0-1 0 0,1 0 0 0 0,-1 1 0 0 0,0-1 0 0 0,0 1 1 0 0,0 0-1 0 0,-1 0 0 0 0,1 0 0 0 0,0 0 0 0 0,-1 1 1 0 0,1-1-1 0 0,3 5 0 0 0,42 45 22 0 0,-20-19 6 0 0,-2-7-409 0 0,1-2 0 0 0,49 35 0 0 0,-55-45-1261 0 0,31 14 0 0 0,-34-19-772 0 0,0-2-1 0 0,23 7 1 0 0,0-6-5318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1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7 149 2824 0 0,'-7'-25'16525'0'0,"8"22"-15977"0"0,-1 2-381 0 0,0 1 1 0 0,0-1-1 0 0,1 0 1 0 0,-1 0-1 0 0,0 1 1 0 0,1-1-1 0 0,-1 0 1 0 0,1 1 0 0 0,-1-1-1 0 0,1 1 1 0 0,-1-1-1 0 0,1 0 1 0 0,-1 1-1 0 0,1-1 1 0 0,0 1-1 0 0,0-1 1 0 0,4-1-203 0 0,-1 0 1 0 0,1 1 0 0 0,-1-1 0 0 0,1 1-1 0 0,9-1 1 0 0,2-1 798 0 0,70-14-166 0 0,48-12-2052 0 0,-114 23-582 0 0,0-1 0 0 0,24-12-1 0 0,-14 0-5296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 1228 0 0,'-3'0'3166'0'0,"-34"-4"6693"0"0,31 3-9465 0 0,3 1 485 0 0,-10 7 1750 0 0,11-1-2237 0 0,0-1-1 0 0,0 0 1 0 0,0 1 0 0 0,0-1-1 0 0,1 1 1 0 0,0 0 0 0 0,1-1 0 0 0,-1 9-1 0 0,2 52 989 0 0,1-42-1024 0 0,-1 8-167 0 0,3 212-102 0 0,-5-219-1136 0 0,-1 25-2521 0 0,-4-19-5334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1836 0 0,'2'-15'2247'0'0,"1"0"1"0"0,1 0-1 0 0,1 1 0 0 0,0-1 0 0 0,8-17 1 0 0,-10 28-2049 0 0,0-1 0 0 0,0 0 0 0 0,0 1 0 0 0,0 0 0 0 0,0 0 0 0 0,1 0 0 0 0,0 0 0 0 0,0 0 0 0 0,0 1 0 0 0,0 0 0 0 0,1 0 0 0 0,-1 0 0 0 0,1 0 0 0 0,0 1 0 0 0,0 0 0 0 0,0-1 0 0 0,0 2 0 0 0,8-3 0 0 0,-2 2-126 0 0,0 1 0 0 0,0 0 0 0 0,1 1-1 0 0,-1 0 1 0 0,0 1 0 0 0,1 0 0 0 0,-1 1 0 0 0,0 0-1 0 0,0 1 1 0 0,20 7 0 0 0,-26-7-64 0 0,1-1 0 0 0,-1 1 0 0 0,0 0 0 0 0,1 0 0 0 0,-1 1 0 0 0,-1 0 1 0 0,1-1-1 0 0,0 2 0 0 0,6 7 0 0 0,-9-9 2 0 0,0 0 0 0 0,0 0 0 0 0,0 1 0 0 0,0-1 0 0 0,0 1 0 0 0,-1-1 0 0 0,0 1 0 0 0,0 0 0 0 0,0-1 0 0 0,0 1 0 0 0,0 0 0 0 0,-1 0 0 0 0,0 0 0 0 0,1 0 0 0 0,-2-1 0 0 0,1 6 1 0 0,-1-3-3 0 0,-1 0 1 0 0,1 0-1 0 0,-1 0 1 0 0,0-1-1 0 0,0 1 1 0 0,-1-1 0 0 0,1 1-1 0 0,-1-1 1 0 0,-1 0-1 0 0,1 0 1 0 0,-1-1 0 0 0,1 1-1 0 0,-1 0 1 0 0,-1-1-1 0 0,-7 6 1 0 0,-6 4 277 0 0,-1-2-1 0 0,-36 20 1 0 0,23-15 1162 0 0,26-14-1072 0 0,3-1-26 0 0,5-3-97 0 0,23-2-182 0 0,-14 5-90 0 0,0 0 1 0 0,0 1 0 0 0,0 0-1 0 0,-1 1 1 0 0,0 0 0 0 0,0 1-1 0 0,0 0 1 0 0,0 0 0 0 0,-1 1-1 0 0,1 0 1 0 0,-2 1 0 0 0,1 0-1 0 0,-1 0 1 0 0,0 1 0 0 0,0 0-1 0 0,-1 1 1 0 0,6 8 0 0 0,-11-14 58 0 0,0 0 0 0 0,-1 0 0 0 0,0 0 0 0 0,1-1 0 0 0,-1 1 0 0 0,0 0-1 0 0,-1 1 1 0 0,1-1 0 0 0,0 0 0 0 0,-1 0 0 0 0,0 0 0 0 0,0 0 0 0 0,0 1 0 0 0,0-1 0 0 0,0 0 0 0 0,-2 5 0 0 0,1-2 95 0 0,-1-1 0 0 0,0 0-1 0 0,0 0 1 0 0,-1 1 0 0 0,1-2 0 0 0,-1 1 0 0 0,0 0 0 0 0,-8 8 0 0 0,3-4 128 0 0,-1 0 1 0 0,0-1-1 0 0,0 0 1 0 0,-1-1 0 0 0,0 0-1 0 0,-1 0 1 0 0,1-1 0 0 0,-15 6-1 0 0,9-6 24 0 0,0 0 0 0 0,0-1 0 0 0,0 0 0 0 0,-23 2 0 0 0,33-6-356 0 0,0-1 0 0 0,0 0 1 0 0,0 0-1 0 0,0-1 0 0 0,0 0 1 0 0,-11-2-1 0 0,13 2-271 0 0,0-1 0 0 0,0 1 0 0 0,0-1 0 0 0,1 0 0 0 0,-1 0 0 0 0,1 0 0 0 0,-1-1 0 0 0,1 1 0 0 0,0-1 0 0 0,0 0 1 0 0,-3-3-1 0 0,5 5-1 0 0,0-1 1 0 0,0 1 0 0 0,0 0-1 0 0,0-1 1 0 0,0 1-1 0 0,1-1 1 0 0,-1 1 0 0 0,1-1-1 0 0,-1 1 1 0 0,1-1 0 0 0,-1 1-1 0 0,1-1 1 0 0,0 1 0 0 0,0-1-1 0 0,0 0 1 0 0,0 1 0 0 0,0-1-1 0 0,0 1 1 0 0,1-3 0 0 0,11-28-8385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1184 0 0,'20'-57'14935'0'0,"-7"18"-9398"0"0,-11 36-5443 0 0,0 0 1 0 0,-1 0-1 0 0,1 0 1 0 0,1 0 0 0 0,-1 0-1 0 0,0 1 1 0 0,1-1-1 0 0,-1 1 1 0 0,1-1-1 0 0,0 1 1 0 0,0 0-1 0 0,0 0 1 0 0,0 0-1 0 0,0 0 1 0 0,6-1-1 0 0,5-3-29 0 0,0 1 0 0 0,18-4 0 0 0,-30 9-41 0 0,25-7 26 0 0,-1 2-1 0 0,37-2 0 0 0,-53 6-61 0 0,-1 1 0 0 0,1 0-1 0 0,0 0 1 0 0,-1 1 0 0 0,1 1 0 0 0,-1 0 0 0 0,1 0-1 0 0,-1 0 1 0 0,0 2 0 0 0,11 3 0 0 0,-17-5 11 0 0,1 0 0 0 0,-1 0 0 0 0,1 0 0 0 0,-1 1 0 0 0,0-1 0 0 0,0 1 0 0 0,0 0 0 0 0,0 0 0 0 0,-1 0 0 0 0,1 0 0 0 0,-1 0 1 0 0,0 0-1 0 0,0 1 0 0 0,0-1 0 0 0,0 1 0 0 0,1 4 0 0 0,-1-4 3 0 0,-1 1 1 0 0,0 0 0 0 0,-1 0-1 0 0,1 0 1 0 0,-1 0 0 0 0,0 0-1 0 0,-1 0 1 0 0,1 0-1 0 0,-1 0 1 0 0,0 0 0 0 0,-2 6-1 0 0,-4 10 3 0 0,-2-1 0 0 0,0 0 0 0 0,-2 0 0 0 0,-21 31 0 0 0,19-32-28 0 0,7-9 34 0 0,-25 35 687 0 0,29-44-477 0 0,2 3 65 0 0,1 1 187 0 0,11-8-370 0 0,-4 0-116 0 0,1 1 1 0 0,0-1-1 0 0,0 2 0 0 0,0-1 0 0 0,0 1 0 0 0,0 1 1 0 0,0-1-1 0 0,1 2 0 0 0,-1-1 0 0 0,0 1 0 0 0,0 1 1 0 0,0-1-1 0 0,10 5 0 0 0,-7-3-15 0 0,-1 1-1 0 0,0 0 1 0 0,-1 1-1 0 0,1 0 1 0 0,-1 1-1 0 0,0 0 1 0 0,0 0-1 0 0,0 1 1 0 0,-1 1-1 0 0,9 9 1 0 0,-13-13 34 0 0,-1 1 0 0 0,0 0 0 0 0,0 0 0 0 0,-1 1 0 0 0,0-1 0 0 0,0 1 0 0 0,0 0 0 0 0,0-1 0 0 0,-1 1 0 0 0,0 1 0 0 0,0-1 0 0 0,0 6 0 0 0,-1-7 87 0 0,-1 0 0 0 0,0 0 0 0 0,0 0 0 0 0,0 0-1 0 0,-1 0 1 0 0,1 0 0 0 0,-1 0 0 0 0,-1 0 0 0 0,1-1 0 0 0,-1 1 0 0 0,1 0 0 0 0,-1-1 0 0 0,-1 1-1 0 0,1-1 1 0 0,-1 0 0 0 0,-3 5 0 0 0,-1 1 87 0 0,-2 0 0 0 0,1-1 0 0 0,-1 1 0 0 0,-1-2 0 0 0,0 1 0 0 0,0-1 0 0 0,-1-1 0 0 0,1 0 0 0 0,-2 0 0 0 0,1-1 0 0 0,-1-1 0 0 0,0 0 0 0 0,0 0 0 0 0,0-2 0 0 0,0 1 0 0 0,-1-1 0 0 0,0-1 0 0 0,-18 1 0 0 0,28-2-407 0 0,1-1 0 0 0,-1 0 0 0 0,0 0 0 0 0,0 0 0 0 0,0-1 0 0 0,1 1 0 0 0,-1-1 0 0 0,0 1 0 0 0,1-1 0 0 0,-1 0 1 0 0,0 0-1 0 0,1 0 0 0 0,-1 0 0 0 0,1-1 0 0 0,-1 1 0 0 0,1 0 0 0 0,0-1 0 0 0,0 0 0 0 0,0 0 0 0 0,0 0 0 0 0,0 0 0 0 0,0 0 0 0 0,0 0 0 0 0,-2-3 0 0 0,2 1-666 0 0,1 0-1 0 0,-1 1 1 0 0,1-1-1 0 0,0 0 1 0 0,0 1-1 0 0,0-1 0 0 0,0 0 1 0 0,1 0-1 0 0,-1 0 1 0 0,1 0-1 0 0,0 0 1 0 0,0 0-1 0 0,1 0 0 0 0,-1 0 1 0 0,2-6-1 0 0,5-11-6526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107 219 3652 0 0,'-4'-14'4395'0'0,"1"0"-1"0"0,1-1 1 0 0,0 0-1 0 0,1-20 1 0 0,1 34-4319 0 0,1 0 0 0 0,-1-1 0 0 0,1 1 0 0 0,-1 0 0 0 0,1 0 0 0 0,-1 0 0 0 0,1 0 0 0 0,0-1 1 0 0,-1 1-1 0 0,1 0 0 0 0,0 0 0 0 0,0 0 0 0 0,0 1 0 0 0,0-1 0 0 0,0 0 0 0 0,0 0 0 0 0,0 0 0 0 0,0 1 0 0 0,0-1 0 0 0,0 0 0 0 0,2 0 0 0 0,28-11 266 0 0,-28 11-263 0 0,50-13 91 0 0,1 2 1 0 0,-1 2-1 0 0,57-2 1 0 0,51-8-18 0 0,-30 1 132 0 0,-129 19-239 0 0,1-1-68 0 0,1 0 1 0 0,-1 0 0 0 0,1 1-1 0 0,-1-1 1 0 0,1 1 0 0 0,-1 0-1 0 0,1 0 1 0 0,-1 0 0 0 0,1 1-1 0 0,-1-1 1 0 0,0 1 0 0 0,1 0-1 0 0,-1-1 1 0 0,5 3 0 0 0,-7-1 13 0 0,0 0 1 0 0,0 0 0 0 0,0 1 0 0 0,0-1 0 0 0,-1 0-1 0 0,1 0 1 0 0,-1 0 0 0 0,1 0 0 0 0,-1 1 0 0 0,0-1-1 0 0,0 0 1 0 0,0 0 0 0 0,0 5 0 0 0,0 3 14 0 0,3 25-26 0 0,-1 0 0 0 0,-3 36 0 0 0,0-18 111 0 0,27 735 519 0 0,-23-719-237 0 0,-2 1 0 0 0,-3 0 0 0 0,-22 131 0 0 0,13-136-195 0 0,8-38-72 0 0,-2 0 0 0 0,-8 27 1 0 0,-1 18 295 0 0,14-71-424 0 0,-4 12-39 0 0,2-10 70 0 0,0 0-1 0 0,0 0 1 0 0,-1 0-1 0 0,1 0 1 0 0,-1 0-1 0 0,1-1 0 0 0,-1 1 1 0 0,0-1-1 0 0,0 0 1 0 0,0 1-1 0 0,0-1 1 0 0,0-1-1 0 0,-1 1 1 0 0,-4 2-1 0 0,-5 0-2 0 0,0 0 0 0 0,-20 3 0 0 0,21-4-78 0 0,-76 13-2953 0 0,-146 8 0 0 0,19-19-9507 0 0,137-6 1986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92 268 0 0,'-17'-9'11514'0'0,"14"6"-10554"0"0,20 0 1951 0 0,12 1-2993 0 0,133-32-2042 0 0,-57 7-3924 0 0,-61 14 1053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4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1524 0 0,'-38'26'7448'0'0,"27"-18"-5580"0"0,0-1-1 0 0,0 1 0 0 0,1 1 1 0 0,-13 13-1 0 0,23-22-1849 0 0,-1 1 0 0 0,1-1 0 0 0,0 1 1 0 0,0 0-1 0 0,-1-1 0 0 0,1 1 0 0 0,0-1 0 0 0,0 1 0 0 0,0-1 1 0 0,0 1-1 0 0,0 0 0 0 0,0-1 0 0 0,0 1 0 0 0,0-1 0 0 0,0 1 1 0 0,0 0-1 0 0,0-1 0 0 0,0 1 0 0 0,0-1 0 0 0,1 1 0 0 0,-1-1 1 0 0,0 1-1 0 0,0 0 0 0 0,1-1 0 0 0,-1 1 0 0 0,0-1 0 0 0,1 1 0 0 0,-1-1 1 0 0,0 0-1 0 0,1 1 0 0 0,-1-1 0 0 0,1 1 0 0 0,-1-1 0 0 0,1 0 1 0 0,-1 1-1 0 0,1-1 0 0 0,-1 0 0 0 0,1 1 0 0 0,-1-1 0 0 0,1 0 1 0 0,-1 0-1 0 0,2 1 0 0 0,23 8 249 0 0,0-5-342 0 0,1-2 0 0 0,0 0 0 0 0,-1-2-1 0 0,27-3 1 0 0,104-19-3761 0 0,-127 17 2697 0 0,34-6-3455 0 0,-2-5-2414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4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10 2752 0 0,'-2'-1'2876'0'0,"-23"-6"7251"0"0,9 5-5190 0 0,5 4-4649 0 0,9-2-94 0 0,-6 13 261 0 0,1 19-75 0 0,1 1 1 0 0,-3 45 0 0 0,0 6-188 0 0,-82 371-57 0 0,76-390-821 0 0,10-42-469 0 0,-4 21-2553 0 0,1-18-4850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5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1656 0 0,'54'-170'20109'0'0,"-54"168"-19567"0"0,2 4-409 0 0,0 2-21 0 0,-1 0 0 0 0,1-1 1 0 0,-1 1-1 0 0,1 0 0 0 0,-1 0 0 0 0,0 0 0 0 0,-1 0 1 0 0,1 0-1 0 0,0 6 0 0 0,-1 46 717 0 0,0-37-666 0 0,-12 239 980 0 0,2-85-1460 0 0,10-152-1599 0 0,3 42 0 0 0,2-35-2191 0 0,3-2-3432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5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191 317 1792 0 0,'-177'20'20900'0'0,"175"-20"-20419"0"0,-10 0 1878 0 0,88-26-1172 0 0,99-22 1 0 0,86-3-944 0 0,-210 42-104 0 0,648-90 266 0 0,-474 71-459 0 0,-121 15-87 0 0,267-40-776 0 0,-330 43-2067 0 0,-65 23-3287 0 0,-16 7-1753 0 0,13-8 115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1956 0 0,'-60'13'9734'0'0,"-18"7"-891"0"0,76-19-8697 0 0,0 0 0 0 0,1-1-1 0 0,-1 1 1 0 0,1 0 0 0 0,-1 1-1 0 0,1-1 1 0 0,-1 0 0 0 0,1 0 0 0 0,0 1-1 0 0,-1-1 1 0 0,1 1 0 0 0,0-1-1 0 0,0 1 1 0 0,0-1 0 0 0,0 1 0 0 0,-1 2-1 0 0,-9 31 1677 0 0,8-25-1168 0 0,-21 90 1744 0 0,-23 201 1 0 0,44-280-2292 0 0,-8 62 71 0 0,-4 30 133 0 0,11-41-3513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6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50 133 1668 0 0,'12'-18'4446'0'0,"1"0"0"0"0,23-26 0 0 0,-30 39-4144 0 0,-1 0 1 0 0,1 0 0 0 0,0 1-1 0 0,0 0 1 0 0,0 0 0 0 0,1 0-1 0 0,-1 1 1 0 0,1 0 0 0 0,0 0-1 0 0,0 0 1 0 0,11-1 0 0 0,-9 2-184 0 0,0 0 0 0 0,0 1 0 0 0,0 1 0 0 0,0-1 0 0 0,1 1 0 0 0,-1 1 0 0 0,0 0 1 0 0,12 3-1 0 0,-18-4-8 0 0,0 1 0 0 0,0 0 0 0 0,0 0 0 0 0,-1 0 0 0 0,1 0 0 0 0,-1 1 0 0 0,1-1 0 0 0,-1 1 0 0 0,1-1 1 0 0,-1 1-1 0 0,0 0 0 0 0,0 0 0 0 0,0 0 0 0 0,0 0 0 0 0,0 0 0 0 0,0 1 0 0 0,0-1 0 0 0,-1 0 0 0 0,1 1 0 0 0,-1-1 1 0 0,0 1-1 0 0,0 0 0 0 0,0-1 0 0 0,0 1 0 0 0,0 0 0 0 0,0 0 0 0 0,-1 0 0 0 0,1 0 0 0 0,-1-1 0 0 0,0 6 0 0 0,-1 1 150 0 0,0-1-1 0 0,0 0 1 0 0,-1 1-1 0 0,0-1 1 0 0,0 0-1 0 0,-1 0 1 0 0,0 0 0 0 0,-1 0-1 0 0,-5 8 1 0 0,-5 7 475 0 0,-27 35-1 0 0,-104 100 2077 0 0,44-52-1136 0 0,95-100-1569 0 0,-4 6 155 0 0,10-11-252 0 0,0-1 0 0 0,0 1 0 0 0,0-1 0 0 0,0 1 0 0 0,0-1 0 0 0,0 1 0 0 0,0-1 0 0 0,0 1 0 0 0,0-1 0 0 0,0 1 0 0 0,0-1 0 0 0,0 0-1 0 0,0 1 1 0 0,0-1 0 0 0,0 1 0 0 0,0-1 0 0 0,1 1 0 0 0,-1-1 0 0 0,0 1 0 0 0,0-1 0 0 0,1 0 0 0 0,-1 1 0 0 0,0-1 0 0 0,0 1 0 0 0,1-1 0 0 0,-1 0 0 0 0,1 1 0 0 0,4 0 56 0 0,35-5-252 0 0,0-1 0 0 0,51-15-1 0 0,24-19-3163 0 0,-25-4-2880 0 0,-62 28 963 0 0,27-22 0 0 0,-28 16-4088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99 3172 0 0,'29'-94'25724'0'0,"-29"90"-24925"0"0,0 13 511 0 0,-2 19 452 0 0,-20 122-1762 0 0,4-18 0 0 0,-23 155-4642 0 0,42-268 1817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7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610 177 1392 0 0,'7'-22'7329'0'0,"5"-29"0"0"0,-7 4-1938 0 0,-5 45-5329 0 0,-1 0 0 0 0,1 1 0 0 0,0-1 0 0 0,0 1 0 0 0,-1-1 0 0 0,1 1 0 0 0,-1-1 0 0 0,1 1 0 0 0,-1-1 0 0 0,0 1 0 0 0,0 0 0 0 0,1-1 0 0 0,-1 1 0 0 0,0 0 0 0 0,0 0 0 0 0,0 0 0 0 0,-1-1-1 0 0,1 1 1 0 0,-2-1 0 0 0,-24-13 147 0 0,25 14-179 0 0,-3-1-37 0 0,1 0 0 0 0,-1 0-1 0 0,0 1 1 0 0,1 0 0 0 0,-1 0-1 0 0,0 0 1 0 0,0 0 0 0 0,0 1-1 0 0,0 0 1 0 0,0 0 0 0 0,1 0-1 0 0,-1 0 1 0 0,0 1 0 0 0,0 0-1 0 0,-7 2 1 0 0,5 0-7 0 0,0 0-1 0 0,0 0 1 0 0,1 1 0 0 0,-1 0 0 0 0,1 0-1 0 0,0 1 1 0 0,0 0 0 0 0,1 0 0 0 0,-8 8-1 0 0,0 2 8 0 0,0 1 0 0 0,1 0-1 0 0,1 1 1 0 0,0 0-1 0 0,1 1 1 0 0,1 0 0 0 0,-10 29-1 0 0,9-17 5 0 0,2 1 0 0 0,1 0-1 0 0,2 0 1 0 0,-2 34 0 0 0,-65 424 561 0 0,-41-8 771 0 0,78-342-1154 0 0,19-76-127 0 0,-33 152 94 0 0,43-177-96 0 0,1 1 0 0 0,2 0 0 0 0,2 60 0 0 0,1-92-31 0 0,1 0-1 0 0,0 0 0 0 0,0-1 1 0 0,0 1-1 0 0,1 0 1 0 0,0-1-1 0 0,0 1 0 0 0,0-1 1 0 0,1 0-1 0 0,0 1 1 0 0,0-1-1 0 0,1-1 0 0 0,0 1 1 0 0,0 0-1 0 0,0-1 0 0 0,1 0 1 0 0,-1 0-1 0 0,1 0 1 0 0,0-1-1 0 0,1 0 0 0 0,-1 0 1 0 0,1 0-1 0 0,0 0 1 0 0,0-1-1 0 0,0 0 0 0 0,0 0 1 0 0,1-1-1 0 0,-1 0 1 0 0,1 0-1 0 0,7 1 0 0 0,9 1-798 0 0,0-1 0 0 0,0-2 0 0 0,46-2-1 0 0,-24-4-2527 0 0,48-11 0 0 0,-32-1-2029 0 0,0-4-2619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8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139 465 820 0 0,'-3'-36'12398'0'0,"-1"3"-5360"0"0,4 30-6558 0 0,-1-7 839 0 0,1 8-1272 0 0,1 0-1 0 0,0-1 0 0 0,0 1 0 0 0,0 0 0 0 0,0 0 1 0 0,0 0-1 0 0,1 0 0 0 0,-1 0 0 0 0,1 0 0 0 0,-1 0 1 0 0,1 0-1 0 0,-1 1 0 0 0,5-4 0 0 0,31-20 15 0 0,-14 10 23 0 0,-1-2-18 0 0,0 0-1 0 0,-2-1 1 0 0,35-40 0 0 0,-45 45-60 0 0,0 0 0 0 0,-1-1-1 0 0,-1 0 1 0 0,0-1 0 0 0,0 0 0 0 0,-2 0 0 0 0,9-28 0 0 0,-15 40-22 0 0,1 0 0 0 0,0 0 0 0 0,-1 0 0 0 0,1 0 0 0 0,-1 0 0 0 0,0 0 0 0 0,0 0-1 0 0,0 0 1 0 0,0 0 0 0 0,-1 0 0 0 0,1 0 0 0 0,-1 0 0 0 0,0 0 0 0 0,0 0 0 0 0,0 1 0 0 0,0-1 0 0 0,-3-5 0 0 0,3 6-55 0 0,-2 3 59 0 0,0-1 0 0 0,0 1-1 0 0,0 0 1 0 0,0 0-1 0 0,0 0 1 0 0,0 0-1 0 0,0 0 1 0 0,0 1-1 0 0,1-1 1 0 0,-1 1 0 0 0,1 0-1 0 0,-1 0 1 0 0,1 0-1 0 0,0 0 1 0 0,-3 3-1 0 0,-3 4 13 0 0,0 0-1 0 0,-10 15 1 0 0,-1 8-24 0 0,0 1 1 0 0,3 1 0 0 0,1 0 0 0 0,1 1 0 0 0,-16 65-1 0 0,13-22 107 0 0,-11 134 0 0 0,22 5 28 0 0,6-139 249 0 0,-18 151-1 0 0,17-224-290 0 0,1 0 0 0 0,-1-1 0 0 0,-1 1 0 0 0,1-1-1 0 0,-1 0 1 0 0,0 1 0 0 0,0-1 0 0 0,0 0-1 0 0,0 0 1 0 0,-1 0 0 0 0,1 0 0 0 0,-1 0 0 0 0,0-1-1 0 0,0 1 1 0 0,-1-1 0 0 0,1 0 0 0 0,-1 0 0 0 0,-6 4-1 0 0,8-6-50 0 0,1 0-1 0 0,-1-1 0 0 0,0 0 0 0 0,1 1 0 0 0,-1-1 1 0 0,0 0-1 0 0,1 0 0 0 0,-1 0 0 0 0,0 0 1 0 0,1 0-1 0 0,-1 0 0 0 0,0 0 0 0 0,1 0 1 0 0,-1-1-1 0 0,0 1 0 0 0,1-1 0 0 0,-4-1 1 0 0,2 1-3 0 0,-1-1 1 0 0,1 0 0 0 0,0 0-1 0 0,-1-1 1 0 0,1 1 0 0 0,-4-4-1 0 0,5 3-18 0 0,-1 0 0 0 0,1 0 0 0 0,0 0-1 0 0,0 0 1 0 0,0 0 0 0 0,0 0-1 0 0,0-1 1 0 0,1 1 0 0 0,0-1 0 0 0,-1 1-1 0 0,1-1 1 0 0,0 0 0 0 0,0-6 0 0 0,0 2-9 0 0,1 1 0 0 0,0 0 1 0 0,1 0-1 0 0,0 0 1 0 0,0-1-1 0 0,4-11 0 0 0,1 2-6 0 0,0 0-1 0 0,1 0 0 0 0,1 1 0 0 0,20-30 1 0 0,-6 15-2 0 0,1 2 0 0 0,1 0 0 0 0,1 1 0 0 0,1 2 0 0 0,2 0 0 0 0,1 2 0 0 0,1 1 0 0 0,0 2 0 0 0,2 1 0 0 0,0 1 0 0 0,65-27 0 0 0,-92 44-9 0 0,0 0 1 0 0,1 0-1 0 0,-1 1 1 0 0,1 0 0 0 0,-1 0-1 0 0,1 0 1 0 0,0 0 0 0 0,-1 1-1 0 0,1 0 1 0 0,0 0-1 0 0,0 0 1 0 0,-1 1 0 0 0,7 1-1 0 0,-11-1 27 0 0,0-1 0 0 0,0 1 0 0 0,0-1 0 0 0,0 1 1 0 0,0-1-1 0 0,0 1 0 0 0,0-1 0 0 0,0 1 0 0 0,0 0 0 0 0,0 0 0 0 0,0 0 0 0 0,0-1 0 0 0,0 1 0 0 0,0 0 0 0 0,-1 0 0 0 0,1 0 0 0 0,-1 0 0 0 0,1 0 0 0 0,0 1 0 0 0,-1-1 0 0 0,1 0 0 0 0,-1 0 1 0 0,0 0-1 0 0,0 0 0 0 0,1 1 0 0 0,-1-1 0 0 0,0 0 0 0 0,0 0 0 0 0,0 0 0 0 0,0 1 0 0 0,0-1 0 0 0,0 0 0 0 0,0 0 0 0 0,-1 0 0 0 0,1 1 0 0 0,0-1 0 0 0,-1 0 0 0 0,1 0 0 0 0,-2 2 1 0 0,0 3 12 0 0,-1 0 0 0 0,0 0 0 0 0,0 0 0 0 0,0-1 0 0 0,-7 9 1 0 0,-1-3 17 0 0,0 1 0 0 0,-1-1 1 0 0,-1-1-1 0 0,0 0 1 0 0,0-1-1 0 0,-1-1 0 0 0,0 0 1 0 0,0-1-1 0 0,-1 0 1 0 0,-21 6-1 0 0,-21 6-126 0 0,55-18 34 0 0,-8 5-162 0 0,15-1 190 0 0,-1 1 1 0 0,1-1 0 0 0,0 0 0 0 0,1 0 0 0 0,-1-1 0 0 0,1 0 0 0 0,10 6 0 0 0,7 6 36 0 0,137 130 277 0 0,-72-62-96 0 0,-74-72-823 0 0,0-1 1 0 0,1 0-1 0 0,0-1 1 0 0,1 0-1 0 0,0-2 0 0 0,24 10 1 0 0,-28-13-1151 0 0,1-1 0 0 0,-1-1 0 0 0,1 0 1 0 0,0 0-1 0 0,22 0 0 0 0,-8-4-5031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8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5 214 1288 0 0,'-2'-39'10747'0'0,"0"-4"-1452"0"0,4 17-6517 0 0,-1 25-2689 0 0,-1 0 0 0 0,1 0 0 0 0,0 0 0 0 0,0 0 0 0 0,0 0 0 0 0,0 0 0 0 0,0 0-1 0 0,0 0 1 0 0,0 1 0 0 0,0-1 0 0 0,0 0 0 0 0,0 1 0 0 0,1-1 0 0 0,-1 1 0 0 0,0-1 0 0 0,0 1 0 0 0,1 0 0 0 0,-1-1-1 0 0,2 1 1 0 0,-1 0-81 0 0,34-9 817 0 0,68-5 0 0 0,-45 7-576 0 0,-33 3-385 0 0,6 1-506 0 0,33-10 0 0 0,-20-3-2588 0 0,-40 13 2145 0 0,0 0-1 0 0,0 0 1 0 0,0 0 0 0 0,0 0 0 0 0,6-7 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45 728 0 0,'-48'-39'14659'0'0,"48"38"-14582"0"0,0 1 0 0 0,-1 0 1 0 0,1-1-1 0 0,0 1 0 0 0,-1 0 1 0 0,1-1-1 0 0,0 1 0 0 0,-1 0 1 0 0,1-1-1 0 0,-1 1 0 0 0,1 0 1 0 0,0 0-1 0 0,-1 0 0 0 0,1-1 0 0 0,-1 1 1 0 0,1 0-1 0 0,-1 0 0 0 0,1 0 1 0 0,-1 0-1 0 0,1 0 0 0 0,-1 0 1 0 0,1 0-1 0 0,-1 0 0 0 0,1 0 1 0 0,-1 0-1 0 0,1 0 0 0 0,-1 0 1 0 0,1 0-1 0 0,-1 1 0 0 0,1-1 0 0 0,-1 0 1 0 0,1 0-1 0 0,0 0 0 0 0,-1 1 1 0 0,1-1-1 0 0,-1 0 0 0 0,1 0 1 0 0,0 1-1 0 0,-1-1 0 0 0,1 0 1 0 0,0 1-1 0 0,-1-1 0 0 0,1 1 1 0 0,0-1-1 0 0,0 0 0 0 0,-1 1 0 0 0,1-1 1 0 0,0 1-1 0 0,0-1 0 0 0,0 1 1 0 0,-1-1-1 0 0,1 1 0 0 0,0-1 1 0 0,0 1-1 0 0,0-1 0 0 0,0 1 1 0 0,0-1-1 0 0,0 0 0 0 0,0 2 1 0 0,-1 28 1583 0 0,21 175 3286 0 0,1 19-6705 0 0,-20-214 845 0 0,3 39-3170 0 0,4-19-5569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1608 0 0,'4'-21'3363'0'0,"1"-4"-875"0"0,0 2 0 0 0,2-1 0 0 0,0 1 0 0 0,12-24 0 0 0,-16 41-2328 0 0,0 0 0 0 0,0 0 0 0 0,1 1 0 0 0,-1 0 1 0 0,1 0-1 0 0,1 0 0 0 0,-1 0 0 0 0,1 0 0 0 0,0 1 0 0 0,0 0 0 0 0,0 0 1 0 0,0 0-1 0 0,1 1 0 0 0,-1 0 0 0 0,1 0 0 0 0,0 0 0 0 0,0 1 0 0 0,0-1 1 0 0,0 2-1 0 0,9-3 0 0 0,-12 4-147 0 0,1-1-1 0 0,-1 1 1 0 0,1 0 0 0 0,-1 0 0 0 0,1 0 0 0 0,-1 0-1 0 0,0 0 1 0 0,1 1 0 0 0,-1 0 0 0 0,0-1-1 0 0,1 1 1 0 0,-1 0 0 0 0,0 1 0 0 0,0-1 0 0 0,0 1-1 0 0,0-1 1 0 0,0 1 0 0 0,0 0 0 0 0,0 0-1 0 0,0 0 1 0 0,-1 1 0 0 0,1-1 0 0 0,-1 0 0 0 0,0 1-1 0 0,4 4 1 0 0,-4-3-4 0 0,0 0 1 0 0,0 0-1 0 0,-1 0 0 0 0,1 0 1 0 0,-1 0-1 0 0,1 0 0 0 0,-1 0 0 0 0,-1 0 1 0 0,1 0-1 0 0,-1 1 0 0 0,1-1 1 0 0,-1 0-1 0 0,0 1 0 0 0,-1-1 1 0 0,1 0-1 0 0,-1 0 0 0 0,0 1 0 0 0,0-1 1 0 0,0 0-1 0 0,-2 5 0 0 0,-6 8 28 0 0,-1-1 0 0 0,0 0 0 0 0,-1-1 0 0 0,0 0-1 0 0,-1-1 1 0 0,-1 0 0 0 0,-15 12 0 0 0,12-10-14 0 0,-14 15 51 0 0,29-30-90 0 0,2 0 11 0 0,-1 0 5 0 0,1 0 0 0 0,-1 0 1 0 0,1 1-1 0 0,0-1 0 0 0,-1 0 1 0 0,1 0-1 0 0,0 0 0 0 0,0 0 1 0 0,0 0-1 0 0,0-1 0 0 0,0 1 1 0 0,0 0-1 0 0,0 0 0 0 0,0-1 1 0 0,0 1-1 0 0,0 0 0 0 0,0-1 1 0 0,0 1-1 0 0,0-1 0 0 0,1 1 1 0 0,0-1-1 0 0,41 14 41 0 0,-18-7 3 0 0,-2 2-55 0 0,-1 2-1 0 0,23 13 1 0 0,-39-20 138 0 0,0 0 1 0 0,0 0-1 0 0,-1 0 1 0 0,1 1-1 0 0,-1 0 1 0 0,0 0-1 0 0,-1 0 1 0 0,1 1-1 0 0,-1 0 1 0 0,0 0 0 0 0,6 12-1 0 0,-9-15 66 0 0,0-1-1 0 0,0 1 0 0 0,0 0 1 0 0,0 0-1 0 0,-1 0 1 0 0,1 0-1 0 0,-1 0 1 0 0,0 0-1 0 0,0 0 0 0 0,0 0 1 0 0,0 0-1 0 0,-1 0 1 0 0,1 0-1 0 0,-1 0 0 0 0,1 0 1 0 0,-1 0-1 0 0,-2 3 1 0 0,1-2-1 0 0,0 1 0 0 0,-1-1-1 0 0,0 0 1 0 0,0 0 0 0 0,0 0 0 0 0,0-1 0 0 0,-1 1 0 0 0,1-1 0 0 0,-8 6 0 0 0,0-2 4 0 0,0 0 0 0 0,-1-1 0 0 0,0 0 0 0 0,0-1 0 0 0,0 0 0 0 0,-25 6 0 0 0,29-9-465 0 0,-1-1-1 0 0,1 1 0 0 0,-1-2 0 0 0,0 1 0 0 0,1-1 0 0 0,-1-1 1 0 0,1 1-1 0 0,-1-1 0 0 0,1-1 0 0 0,-15-4 0 0 0,19 5-286 0 0,1-1 0 0 0,-1 1 0 0 0,0-1 0 0 0,1 0 0 0 0,0-1 0 0 0,-1 1 0 0 0,1 0-1 0 0,0-1 1 0 0,0 0 0 0 0,-4-4 0 0 0,5 3-261 0 0,0 1 0 0 0,0 0-1 0 0,0 0 1 0 0,0-1 0 0 0,1 1 0 0 0,-1-1-1 0 0,1 0 1 0 0,0 1 0 0 0,0-1-1 0 0,0 0 1 0 0,1 0 0 0 0,-1-6 0 0 0,2-12-7085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0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289 176 3436 0 0,'-2'-42'8244'0'0,"1"28"-5136"0"0,1 0-1 0 0,0 0 1 0 0,1-14 0 0 0,0 26-3048 0 0,0 1-1 0 0,0-1 1 0 0,-1 0 0 0 0,1 1-1 0 0,0-1 1 0 0,0 1 0 0 0,0-1-1 0 0,1 1 1 0 0,-1-1 0 0 0,0 1-1 0 0,0 0 1 0 0,1 0 0 0 0,-1 0-1 0 0,1-1 1 0 0,-1 1 0 0 0,1 1-1 0 0,0-1 1 0 0,2-1 0 0 0,33-13 283 0 0,-33 14-277 0 0,20-5-58 0 0,-1 1 0 0 0,1 1 0 0 0,0 1 0 0 0,1 1 0 0 0,-1 1-1 0 0,0 1 1 0 0,1 1 0 0 0,29 6 0 0 0,-50-6-18 0 0,0 0-1 0 0,-1 0 1 0 0,1 0-1 0 0,-1 0 1 0 0,1 1-1 0 0,-1 0 1 0 0,1-1-1 0 0,-1 1 1 0 0,0 0-1 0 0,0 1 1 0 0,0-1-1 0 0,0 1 1 0 0,-1-1-1 0 0,1 1 1 0 0,-1 0-1 0 0,1 0 1 0 0,-1 0-1 0 0,0 0 1 0 0,0 0-1 0 0,0 0 1 0 0,0 1-1 0 0,-1-1 1 0 0,0 1-1 0 0,1-1 1 0 0,-1 1-1 0 0,1 6 1 0 0,1 7-25 0 0,-1 1 1 0 0,-1-1-1 0 0,0 1 1 0 0,-2 22 0 0 0,0-29 11 0 0,-28 260 918 0 0,12-154-586 0 0,-35 340 171 0 0,29 3-119 0 0,35-81-162 0 0,-8-285-45 0 0,-3-83-100 0 0,0 0 449 0 0,-1 0 0 0 0,0 0 0 0 0,-3 19 0 0 0,2-27-388 0 0,1 0 1 0 0,-1 1-1 0 0,0-1 0 0 0,-1 0 0 0 0,1 0 1 0 0,0 0-1 0 0,-1 0 0 0 0,0 0 0 0 0,0 0 1 0 0,0 0-1 0 0,0-1 0 0 0,0 1 0 0 0,0-1 1 0 0,-1 1-1 0 0,1-1 0 0 0,-6 4 0 0 0,-6 2 3 0 0,-1 0 0 0 0,0 0 0 0 0,-1-2 0 0 0,0 0-1 0 0,0-1 1 0 0,0 0 0 0 0,-19 2 0 0 0,-121 11-1739 0 0,126-16 872 0 0,-75 2-3695 0 0,52-8-449 0 0,3-9-4803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64 1248 0 0,'-74'-24'18903'0'0,"72"23"-18379"0"0,-5-5 975 0 0,11 3-1478 0 0,1 0 0 0 0,-1 1 0 0 0,1 0 0 0 0,0 0 0 0 0,-1 1 0 0 0,1-1 0 0 0,0 1 0 0 0,7-1 0 0 0,48-5-1806 0 0,-52 6 1206 0 0,15-2-1139 0 0,7 0-962 0 0,-6 2-4300 0 0,-1 1 763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2100 0 0,'-74'51'13945'0'0,"74"-51"-13918"0"0,-1 0 1 0 0,1 1-1 0 0,0-1 0 0 0,0 0 0 0 0,-1 0 0 0 0,1 1 0 0 0,0-1 0 0 0,0 0 0 0 0,0 0 0 0 0,-1 1 0 0 0,1-1 0 0 0,0 0 0 0 0,0 1 0 0 0,0-1 0 0 0,0 0 0 0 0,0 1 0 0 0,0-1 0 0 0,0 0 0 0 0,0 1 0 0 0,0-1 0 0 0,-1 0 0 0 0,1 1 0 0 0,1-1 0 0 0,-1 0 0 0 0,0 1 0 0 0,0-1 0 0 0,0 0 0 0 0,0 1 0 0 0,0-1 0 0 0,0 0 0 0 0,0 1 0 0 0,0-1 0 0 0,0 0 0 0 0,1 0 0 0 0,-1 1 0 0 0,0-1 0 0 0,0 0 0 0 0,0 1 0 0 0,1-1 0 0 0,-1 0 0 0 0,0 0 0 0 0,0 0 0 0 0,1 1 0 0 0,-1-1 0 0 0,0 0 0 0 0,1 0 0 0 0,-1 0 0 0 0,0 1 0 0 0,0-1 1 0 0,1 0-1 0 0,-1 0 0 0 0,0 0 0 0 0,1 0 0 0 0,0 0 0 0 0,18 8 413 0 0,3-5-293 0 0,0 0 0 0 0,0-2-1 0 0,31-1 1 0 0,70-11-1152 0 0,-65 5-29 0 0,178-24-7425 0 0,-149 15 2802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65 3332 0 0,'-2'-5'862'0'0,"-15"-38"10945"0"0,7 26-8086 0 0,5 50-1947 0 0,-13 339 1300 0 0,-14-95-3239 0 0,19-159-4833 0 0,4-79 370 0 0,-2-15-1253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0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0 1348 0 0,'-204'51'20341'0'0,"207"-51"-19293"0"0,22 1 80 0 0,0-1 0 0 0,45-7 1 0 0,-17 1-603 0 0,1125-23 1283 0 0,-1086 30-1991 0 0,-61-2-2043 0 0,-1 2-3774 0 0,-66 9-3890 0 0,15-5 2131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1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0 2028 0 0,'-30'10'8212'0'0,"20"-7"-4546"0"0,1 0 0 0 0,-1 1 0 0 0,-17 9 856 0 0,18-7-3067 0 0,8-6-1352 0 0,-1 1 0 0 0,1 0 0 0 0,0-1 1 0 0,-1 1-1 0 0,1 0 0 0 0,0 0 0 0 0,0 0 0 0 0,0 0 1 0 0,-1 0-1 0 0,1 0 0 0 0,0 0 0 0 0,0 0 0 0 0,1 1 0 0 0,-3 1 1 0 0,1 14 567 0 0,1 0 0 0 0,0 1 1 0 0,1-1-1 0 0,4 23 0 0 0,-1 5-72 0 0,-7 226-550 0 0,4-259-431 0 0,-1 1-1678 0 0,0 0 0 0 0,1 0 0 0 0,1 0 0 0 0,3 20 0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2 153 2360 0 0,'51'-153'24261'0'0,"-45"169"-21960"0"0,-3 20-1535 0 0,-2 1-1 0 0,-1-1 1 0 0,-2 1 0 0 0,-12 59-1 0 0,13-86-748 0 0,-18 95-1421 0 0,8-49-538 0 0,-5 62 0 0 0,18-100-1118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90 48 0 0,'5'-89'18810'0'0,"-16"93"-18462"0"0,8 0-261 0 0,0 0-1 0 0,0 0 1 0 0,1 0-1 0 0,-1 0 1 0 0,1 0-1 0 0,0 0 1 0 0,-2 5-1 0 0,-5 10 204 0 0,-124 272 2195 0 0,22 11-904 0 0,57-140-922 0 0,6 2-1 0 0,-36 245 0 0 0,65-199-293 0 0,18-180-397 0 0,2 1-1 0 0,1-1 0 0 0,2 0 1 0 0,14 57-1 0 0,-16-78-253 0 0,2 0-1 0 0,-1-1 1 0 0,1 1 0 0 0,0-1-1 0 0,1 0 1 0 0,0 0 0 0 0,0 0-1 0 0,1-1 1 0 0,0 1-1 0 0,0-2 1 0 0,10 10 0 0 0,-10-12-287 0 0,0 1 1 0 0,0-1-1 0 0,0 0 1 0 0,0-1-1 0 0,1 1 1 0 0,0-1-1 0 0,0 0 1 0 0,0-1-1 0 0,0 0 1 0 0,0 0-1 0 0,0-1 1 0 0,0 0-1 0 0,1 0 1 0 0,13 0-1 0 0,12-4-4246 0 0,1-2-2365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27 467 2552 0 0,'-7'-16'3806'0'0,"4"9"-1467"0"0,0 0 0 0 0,1 0 0 0 0,-1-1 0 0 0,-1-12 0 0 0,4 18-1934 0 0,0-1-1 0 0,0 1 1 0 0,0 0-1 0 0,0 0 0 0 0,0 0 1 0 0,1-1-1 0 0,-1 1 1 0 0,2-4-1 0 0,-1 5-385 0 0,-1-1 0 0 0,1 0-1 0 0,0 0 1 0 0,1 1 0 0 0,-1-1-1 0 0,0 0 1 0 0,0 1 0 0 0,1-1-1 0 0,-1 1 1 0 0,4-3 0 0 0,52-35 622 0 0,-33 23-404 0 0,25-20 1 0 0,-41 29-212 0 0,0-1 0 0 0,0 0 0 0 0,-1 0 1 0 0,0 0-1 0 0,0-1 0 0 0,7-14 0 0 0,0-7-11 0 0,-2 0 0 0 0,-1 0 0 0 0,13-59 0 0 0,-21 78-61 0 0,-2 5-530 0 0,-7 20 437 0 0,-5 22 169 0 0,-27 129 483 0 0,-68 282-244 0 0,45-241 1438 0 0,61-204-1600 0 0,-1 0 1 0 0,0-1-1 0 0,1 1 0 0 0,-1-1 0 0 0,0 1 0 0 0,1-1 0 0 0,-1 0 1 0 0,0 1-1 0 0,0-1 0 0 0,0 0 0 0 0,0 0 0 0 0,-1 1 0 0 0,1-1 1 0 0,0 0-1 0 0,0 0 0 0 0,-1 0 0 0 0,1 0 0 0 0,-3 1 0 0 0,2-2 103 0 0,-10-8 117 0 0,10 6-305 0 0,1 0 0 0 0,-1 0 1 0 0,1 0-1 0 0,-1-1 0 0 0,1 1 1 0 0,0 0-1 0 0,0 0 0 0 0,0-1 1 0 0,0 1-1 0 0,0-1 1 0 0,0 1-1 0 0,0-5 0 0 0,-2-34 139 0 0,2 24-113 0 0,0-4-46 0 0,1 1 0 0 0,1-1 0 0 0,1 0 0 0 0,1 1 0 0 0,1 0 0 0 0,0 0 0 0 0,1 0 0 0 0,2 0 1 0 0,0 1-1 0 0,17-33 0 0 0,-18 41-26 0 0,0 0-1 0 0,1 0 1 0 0,0 0 0 0 0,1 1 0 0 0,0 0 0 0 0,1 0-1 0 0,0 1 1 0 0,1 1 0 0 0,0-1 0 0 0,0 1 0 0 0,0 1-1 0 0,1 0 1 0 0,0 1 0 0 0,1 0 0 0 0,0 0 0 0 0,-1 1 0 0 0,2 1-1 0 0,15-4 1 0 0,-20 7-1 0 0,0 0 0 0 0,-1 1 1 0 0,1 0-1 0 0,0 0 0 0 0,0 1 0 0 0,0 0 0 0 0,0 0 0 0 0,-1 1 0 0 0,1 0 0 0 0,-1 0 0 0 0,1 1 1 0 0,-1 0-1 0 0,0 0 0 0 0,0 1 0 0 0,9 5 0 0 0,-13-7 23 0 0,-1 0 0 0 0,1 0 0 0 0,0 0 0 0 0,-1 0 0 0 0,1 0 0 0 0,-1 1 0 0 0,0-1 0 0 0,0 1 0 0 0,0 0 0 0 0,0-1 0 0 0,0 1 0 0 0,-1 0 0 0 0,1 0 0 0 0,-1 0 0 0 0,0 0 0 0 0,0 1 0 0 0,0-1-1 0 0,0 0 1 0 0,0 0 0 0 0,-1 1 0 0 0,1-1 0 0 0,-1 0 0 0 0,0 1 0 0 0,0-1 0 0 0,0 0 0 0 0,-1 1 0 0 0,1-1 0 0 0,-1 0 0 0 0,0 1 0 0 0,0-1 0 0 0,0 0 0 0 0,0 0 0 0 0,0 0 0 0 0,-1 0 0 0 0,1 0 0 0 0,-1 0 0 0 0,-3 4 0 0 0,-6 7 5 0 0,0-1 0 0 0,0 0 0 0 0,-1-1 1 0 0,-1 0-1 0 0,0-1 0 0 0,-1 0 0 0 0,-26 16 0 0 0,-6-2 86 0 0,-62 26 0 0 0,45-29 75 0 0,61-22-190 0 0,-2 2-44 0 0,4-2 61 0 0,-1 0-1 0 0,1 0 1 0 0,0 0-1 0 0,0 0 1 0 0,-1 0 0 0 0,1 0-1 0 0,0 0 1 0 0,-1 0-1 0 0,1 0 1 0 0,0 1 0 0 0,0-1-1 0 0,-1 0 1 0 0,1 0-1 0 0,0 0 1 0 0,0 0 0 0 0,-1 0-1 0 0,1 1 1 0 0,0-1-1 0 0,0 0 1 0 0,0 0 0 0 0,-1 0-1 0 0,1 1 1 0 0,0-1 0 0 0,0 0-1 0 0,0 0 1 0 0,0 1-1 0 0,0-1 1 0 0,-1 0 0 0 0,1 1-1 0 0,4 3-11 0 0,0 1-1 0 0,0-1 0 0 0,0 0 1 0 0,1 0-1 0 0,-1-1 0 0 0,1 1 1 0 0,0-1-1 0 0,8 4 1 0 0,13 9-56 0 0,83 78 63 0 0,6 5-1469 0 0,-94-84-132 0 0,0-2 0 0 0,23 13 0 0 0,10-3-2776 0 0,-14-11-2432 0 0,-17-7-111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51 229 720 0 0,'-34'-83'18525'0'0,"17"50"-14223"0"0,17 33-4280 0 0,0-1 0 0 0,1 0 0 0 0,-1 0 0 0 0,0 0 1 0 0,0 1-1 0 0,0-1 0 0 0,1 0 0 0 0,-1 0 0 0 0,0 1 0 0 0,1-1 1 0 0,-1 0-1 0 0,0 1 0 0 0,1-1 0 0 0,-1 0 0 0 0,1 1 0 0 0,-1-1 0 0 0,1 1 1 0 0,0-1-1 0 0,-1 1 0 0 0,1-1 0 0 0,0 1 0 0 0,-1-1 0 0 0,1 1 1 0 0,0-1-1 0 0,-1 1 0 0 0,1 0 0 0 0,0-1 0 0 0,0 1 0 0 0,-1 0 0 0 0,1 0 1 0 0,0 0-1 0 0,0 0 0 0 0,0 0 0 0 0,0 0 0 0 0,98-15 418 0 0,13-3-1906 0 0,-98 15 172 0 0,0-1-1 0 0,-1-1 0 0 0,16-7 1 0 0,-26 10 593 0 0,0 0 0 0 0,0 0 0 0 0,0 0 0 0 0,0 0 0 0 0,0 0 0 0 0,-1 0 0 0 0,1-1 0 0 0,-1 1 0 0 0,0-1-1 0 0,0 0 1 0 0,0 0 0 0 0,0 0 0 0 0,2-5 0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52 256 0 0,'-36'-50'15503'0'0,"35"49"-15119"0"0,0 1-299 0 0,1 0 0 0 0,-1 0-1 0 0,1 1 1 0 0,-1-1 0 0 0,1 0-1 0 0,-1 1 1 0 0,1-1-1 0 0,0 0 1 0 0,-1 1 0 0 0,1-1-1 0 0,-1 1 1 0 0,1-1 0 0 0,0 0-1 0 0,-1 1 1 0 0,1-1-1 0 0,0 1 1 0 0,0-1 0 0 0,-1 1-1 0 0,1-1 1 0 0,0 1 0 0 0,0-1-1 0 0,0 1 1 0 0,0-1-1 0 0,0 1 1 0 0,0 0 0 0 0,0 0-1 0 0,-3 18 1270 0 0,3-16-1182 0 0,-12 194 6681 0 0,5-71-5849 0 0,6-110-1111 0 0,-5 113-732 0 0,6-87-2488 0 0,3-1-3279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1444 0 0,'5'-32'4804'0'0,"-4"18"-3006"0"0,1-1 1 0 0,1 1 0 0 0,1 0-1 0 0,4-15 1 0 0,-6 26-1638 0 0,-1-1 0 0 0,1 0-1 0 0,0 1 1 0 0,0 0 0 0 0,0-1 0 0 0,0 1 0 0 0,1 0 0 0 0,0 0 0 0 0,-1 0 0 0 0,1 1-1 0 0,0-1 1 0 0,0 1 0 0 0,0-1 0 0 0,0 1 0 0 0,1 0 0 0 0,-1 0 0 0 0,1 1 0 0 0,-1-1-1 0 0,8-2 1 0 0,-1 2-85 0 0,0 1 0 0 0,0 0 0 0 0,0 0 0 0 0,0 1 0 0 0,0 0-1 0 0,0 0 1 0 0,0 2 0 0 0,0-1 0 0 0,-1 1 0 0 0,12 4 0 0 0,-15-5-65 0 0,0 1 1 0 0,-1 1-1 0 0,1-1 1 0 0,-1 1-1 0 0,1 0 1 0 0,-1 0-1 0 0,0 1 1 0 0,5 4 0 0 0,-8-5 1 0 0,1-1 1 0 0,-1 0 0 0 0,0 1 0 0 0,0 0 0 0 0,0 0 0 0 0,0-1 0 0 0,-1 1 0 0 0,1 0-1 0 0,-1 0 1 0 0,0 1 0 0 0,0-1 0 0 0,0 0 0 0 0,0 0 0 0 0,0 1 0 0 0,0 4-1 0 0,-1-5 2 0 0,0 1-1 0 0,-1 0 0 0 0,1 0 0 0 0,-1 0 0 0 0,0-1 0 0 0,1 1 1 0 0,-2 0-1 0 0,1-1 0 0 0,0 1 0 0 0,-1-1 0 0 0,0 1 0 0 0,1-1 0 0 0,-5 5 1 0 0,-3 4 47 0 0,0-1 0 0 0,-14 13 0 0 0,-3 3 110 0 0,-18 19 1812 0 0,43-45-1856 0 0,1-1-127 0 0,0 0 0 0 0,0 0 0 0 0,0 0 0 0 0,-1 0 0 0 0,1 0 0 0 0,0 0 0 0 0,0 0 0 0 0,0 0 0 0 0,0 0 0 0 0,0 0 1 0 0,0 0-1 0 0,-1 0 0 0 0,1 0 0 0 0,0 0 0 0 0,0 0 0 0 0,0 0 0 0 0,0 0 0 0 0,0 0 0 0 0,0 0 0 0 0,-1 0 0 0 0,1 1 0 0 0,0-1 0 0 0,0 0 0 0 0,0 0 1 0 0,0 0-1 0 0,0 0 0 0 0,0 0 0 0 0,0 0 0 0 0,0 0 0 0 0,0 0 0 0 0,-1 0 0 0 0,1 0 0 0 0,0 1 0 0 0,0-1 0 0 0,0 0 0 0 0,0 0 0 0 0,0 0 1 0 0,0 0-1 0 0,0 0 0 0 0,0 0 0 0 0,0 0 0 0 0,0 1 0 0 0,0-1 0 0 0,0 0 0 0 0,0 0 0 0 0,0 0 0 0 0,0 0 0 0 0,0 0 0 0 0,0 0 0 0 0,0 1 0 0 0,0-1 1 0 0,0 0-1 0 0,0 0 0 0 0,0 0 0 0 0,0 0 0 0 0,0 0 0 0 0,0 0 0 0 0,0 0 0 0 0,0 1 0 0 0,0-1 0 0 0,1 0 0 0 0,-1 0 0 0 0,0 0 0 0 0,0 0 1 0 0,0 0-1 0 0,0 0 0 0 0,0 0 0 0 0,7 7 31 0 0,-6-6-31 0 0,16 6 80 0 0,-1 1 1 0 0,0 1-1 0 0,0 0 0 0 0,-1 1 1 0 0,22 18-1 0 0,-31-22 141 0 0,1 1 0 0 0,-1-1 0 0 0,-1 1 0 0 0,1 0-1 0 0,-1 0 1 0 0,0 0 0 0 0,-1 1 0 0 0,0 0 0 0 0,0 0 0 0 0,0 0 0 0 0,-1 0-1 0 0,-1 1 1 0 0,3 9 0 0 0,-4-14-150 0 0,-1 0 0 0 0,1 0 0 0 0,-1 0 0 0 0,0 0 0 0 0,0 0 0 0 0,0 0 0 0 0,-1 0 0 0 0,1 0 0 0 0,-1 0 0 0 0,0 0 0 0 0,0 0 0 0 0,-1-1 0 0 0,1 1 0 0 0,-1 0 0 0 0,1-1 0 0 0,-1 1 0 0 0,-3 3 0 0 0,1-2 138 0 0,0-1-1 0 0,0 1 1 0 0,-1-1-1 0 0,0 0 1 0 0,0 0-1 0 0,0 0 1 0 0,0 0-1 0 0,0-1 1 0 0,-1 0-1 0 0,-6 2 1 0 0,0 0 107 0 0,0 0 1 0 0,-1-1 0 0 0,0-1 0 0 0,0 0 0 0 0,0-1 0 0 0,0-1 0 0 0,-1 1 0 0 0,1-2 0 0 0,-23-2 0 0 0,31 2-805 0 0,0-1-1 0 0,0 0 1 0 0,1 0-1 0 0,-1 0 1 0 0,0-1 0 0 0,1 0-1 0 0,-1 0 1 0 0,1 0-1 0 0,-1 0 1 0 0,1-1 0 0 0,0 0-1 0 0,0 1 1 0 0,0-1-1 0 0,1-1 1 0 0,-6-4-1 0 0,7 4-55 0 0,-1 1-1 0 0,1-1 0 0 0,0 0 0 0 0,0 0 1 0 0,0 0-1 0 0,1 0 0 0 0,0 0 0 0 0,-1 0 1 0 0,1-1-1 0 0,1 1 0 0 0,-1 0 0 0 0,0-1 1 0 0,1 1-1 0 0,0 0 0 0 0,0-1 0 0 0,1 1 0 0 0,0-7 1 0 0,4-12-4590 0 0,3-3-2511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4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271 109 3152 0 0,'1'-4'633'0'0,"4"-29"6051"0"0,1-38 900 0 0,-4 71-7416 0 0,-1 1 0 0 0,1-1 1 0 0,0 1-1 0 0,-1-1 0 0 0,1 1 0 0 0,-1 0 1 0 0,0-1-1 0 0,1 1 0 0 0,-1 0 0 0 0,0 0 1 0 0,1 0-1 0 0,-1 0 0 0 0,0 0 0 0 0,0 0 1 0 0,0 1-1 0 0,2 1 0 0 0,18 27 913 0 0,-14-19-581 0 0,26 36 694 0 0,-3 2-1 0 0,-1 2 1 0 0,-3 0 0 0 0,-2 2-1 0 0,19 61 1 0 0,-29-68-873 0 0,-3 0 0 0 0,-1 0 0 0 0,-3 1 0 0 0,-1 0 0 0 0,-3 0 0 0 0,-4 83 0 0 0,-7-59-276 0 0,-4 1 0 0 0,-2-2 0 0 0,-3 0 0 0 0,-4-1 0 0 0,-53 122 0 0 0,-192 311-7513 0 0,204-398 2955 0 0,19-35-1712 0 0,-11 13-5338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75 804 0 0,'19'-68'13516'0'0,"-19"66"-13007"0"0,0 2-487 0 0,0 0 1 0 0,0 0-1 0 0,0 0 0 0 0,0 0 1 0 0,-1 0-1 0 0,1 0 1 0 0,0 0-1 0 0,0-1 1 0 0,0 1-1 0 0,0 0 1 0 0,0 0-1 0 0,0 0 0 0 0,0 0 1 0 0,0 0-1 0 0,0 0 1 0 0,0-1-1 0 0,0 1 1 0 0,0 0-1 0 0,0 0 1 0 0,0 0-1 0 0,0 0 0 0 0,0 0 1 0 0,0 0-1 0 0,0 0 1 0 0,0-1-1 0 0,0 1 1 0 0,0 0-1 0 0,0 0 0 0 0,0 0 1 0 0,0 0-1 0 0,0 0 1 0 0,0 0-1 0 0,0 0 1 0 0,1-1-1 0 0,-1 1 1 0 0,0 0-1 0 0,0 0 0 0 0,0 0 1 0 0,0 0-1 0 0,0 0 1 0 0,0 0-1 0 0,0 0 1 0 0,0 0-1 0 0,0 0 1 0 0,1 0-1 0 0,-1 0 0 0 0,0 0 1 0 0,0 0-1 0 0,0-1 1 0 0,0 1-1 0 0,0 0 1 0 0,0 0-1 0 0,0 0 0 0 0,1 0 1 0 0,-1 0-1 0 0,0 0 1 0 0,0 0-1 0 0,0 0 1 0 0,0 0-1 0 0,0 0 1 0 0,0 0-1 0 0,1 1 0 0 0,5 11 667 0 0,3 63 71 0 0,-3-1 0 0 0,-6 99 0 0 0,0-88-651 0 0,-2-29 21 0 0,-10 58 1 0 0,2-43-2471 0 0,8-55 858 0 0,-3 13-2087 0 0,1-10-2096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2532 0 0,'-16'-4'5103'0'0,"-50"-7"3569"0"0,63 11-7986 0 0,-9-4 1890 0 0,214-10-1790 0 0,-172 11-1138 0 0,-10 4-1054 0 0,9 1-4172 0 0,-14-1 590 0 0,3 0-639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9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183 100 904 0 0,'63'-83'17248'0'0,"-62"82"-17109"0"0,0 1 1 0 0,0-1-1 0 0,-1 0 1 0 0,1 1 0 0 0,0-1-1 0 0,-1 0 1 0 0,1 0-1 0 0,-1 0 1 0 0,1 0 0 0 0,-1 0-1 0 0,1 0 1 0 0,-1 0-1 0 0,0 0 1 0 0,1 0 0 0 0,-1 0-1 0 0,0-1 1 0 0,-11 4 630 0 0,-21 19-780 0 0,10 1 15 0 0,2 1 0 0 0,0 1 0 0 0,1 1 0 0 0,2 0 0 0 0,0 2 0 0 0,2 0 0 0 0,1 0 0 0 0,1 1 1 0 0,2 1-1 0 0,1 0 0 0 0,1 1 0 0 0,-9 51 0 0 0,15-62 14 0 0,1 0 1 0 0,1 1 0 0 0,2 28-1 0 0,-1-40 5 0 0,1 0-1 0 0,0 0 0 0 0,0 0 1 0 0,1 0-1 0 0,0-1 1 0 0,1 1-1 0 0,0-1 0 0 0,0 1 1 0 0,0-1-1 0 0,1 0 1 0 0,5 7-1 0 0,-7-11-9 0 0,1 0 0 0 0,-1 0 0 0 0,1-1 0 0 0,0 1 0 0 0,-1-1 1 0 0,1 0-1 0 0,0 1 0 0 0,0-2 0 0 0,1 1 0 0 0,-1 0 0 0 0,0 0 0 0 0,1-1 0 0 0,-1 0 0 0 0,1 0 0 0 0,-1 0 0 0 0,1 0 1 0 0,-1 0-1 0 0,1-1 0 0 0,0 0 0 0 0,-1 0 0 0 0,1 0 0 0 0,0 0 0 0 0,-1 0 0 0 0,1-1 0 0 0,0 1 0 0 0,-1-1 0 0 0,1 0 0 0 0,-1 0 1 0 0,1 0-1 0 0,3-3 0 0 0,-1 2-1 0 0,0-1 0 0 0,-1-1 1 0 0,1 1-1 0 0,-1-1 0 0 0,0 0 1 0 0,0 0-1 0 0,0 0 0 0 0,-1-1 1 0 0,0 1-1 0 0,1-1 0 0 0,-1 0 1 0 0,-1-1-1 0 0,1 1 0 0 0,-1-1 1 0 0,0 1-1 0 0,3-9 0 0 0,-5 12-10 0 0,0-1 0 0 0,-1 0 0 0 0,1 1 0 0 0,0-1 0 0 0,-1 0 0 0 0,0 0 0 0 0,1 1 0 0 0,-1-1 0 0 0,0 0 0 0 0,-1 0 0 0 0,1 1 0 0 0,0-1 0 0 0,-1 0 0 0 0,1 0 0 0 0,-1 1 0 0 0,0-1 0 0 0,0 0 0 0 0,0 1 0 0 0,0-1-1 0 0,-1 1 1 0 0,1 0 0 0 0,-1-1 0 0 0,1 1 0 0 0,-1 0 0 0 0,0 0 0 0 0,0 0 0 0 0,0 0 0 0 0,0 0 0 0 0,0 0 0 0 0,0 1 0 0 0,-1-1 0 0 0,1 1 0 0 0,0-1 0 0 0,-1 1 0 0 0,-3-1 0 0 0,-2-2-286 0 0,-1 1 0 0 0,1 0 0 0 0,-1 1 0 0 0,0 0 0 0 0,0 1 1 0 0,0 0-1 0 0,0 0 0 0 0,0 1 0 0 0,-12 0 0 0 0,19 1-315 0 0,0-1 0 0 0,0 1 0 0 0,-1-1-1 0 0,1 1 1 0 0,0 0 0 0 0,0-1 0 0 0,0 1 0 0 0,0 0-1 0 0,1 0 1 0 0,-1 1 0 0 0,0-1 0 0 0,0 0 0 0 0,0 1-1 0 0,1-1 1 0 0,-1 1 0 0 0,1-1 0 0 0,-1 1 0 0 0,0 2-1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0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1 509 1608 0 0,'6'-49'15605'0'0,"-6"45"-14167"0"0,0 3-1243 0 0,0-1 0 0 0,0 1 1 0 0,0 0-1 0 0,0-1 0 0 0,0 1 0 0 0,0-1 1 0 0,0 1-1 0 0,1 0 0 0 0,-1-1 1 0 0,1 1-1 0 0,-1 0 0 0 0,1-2 0 0 0,17-12 119 0 0,-1 0-1 0 0,2 2 1 0 0,33-20-1 0 0,-34 24-275 0 0,-1-2 0 0 0,0 0 0 0 0,0-1 0 0 0,-1-1 0 0 0,24-25 0 0 0,-31 26-18 0 0,0 0-1 0 0,-1-1 0 0 0,-1 0 0 0 0,0 0 0 0 0,-1-1 0 0 0,0 1 0 0 0,6-23 0 0 0,-3-2-175 0 0,8-62-1 0 0,-17 98 86 0 0,-2 3-48 0 0,-1 2 107 0 0,-1 0 0 0 0,1 0 1 0 0,1 0-1 0 0,-1 0 0 0 0,0 1 0 0 0,1-1 1 0 0,0 1-1 0 0,-1 0 0 0 0,1 0 0 0 0,1 0 1 0 0,-3 6-1 0 0,-16 56-63 0 0,15-47 62 0 0,-83 379-118 0 0,44-177 158 0 0,12-64 203 0 0,24-136 24 0 0,7-20-252 0 0,1-1 1 0 0,0 0-1 0 0,0 1 0 0 0,-1-1 0 0 0,1 0 0 0 0,0 1 0 0 0,0-1 0 0 0,-1 0 0 0 0,1 0 1 0 0,0 1-1 0 0,-1-1 0 0 0,1 0 0 0 0,-1 0 0 0 0,1 0 0 0 0,0 1 0 0 0,-1-1 1 0 0,1 0-1 0 0,0 0 0 0 0,-1 0 0 0 0,1 0 0 0 0,-1 0 0 0 0,1 0 0 0 0,0 0 0 0 0,-1 0 1 0 0,1 0-1 0 0,-1 0 0 0 0,1 0 0 0 0,0 0 0 0 0,-1 0 0 0 0,1 0 0 0 0,-1 0 1 0 0,1 0-1 0 0,0-1 0 0 0,-1 1 0 0 0,1 0 0 0 0,-1 0 0 0 0,1 0 0 0 0,0-1 1 0 0,-1 1-1 0 0,1 0 0 0 0,0 0 0 0 0,0-1 0 0 0,-1 1 0 0 0,1 0 0 0 0,0-1 0 0 0,-1 1 1 0 0,1 0-1 0 0,0-1 0 0 0,0 1 0 0 0,0 0 0 0 0,0-1 0 0 0,-1 1 0 0 0,1 0 1 0 0,0-1-1 0 0,0 1 0 0 0,0-1 0 0 0,0 0 0 0 0,-5-8 1 0 0,1-1 0 0 0,0 1-1 0 0,0-1 1 0 0,1 0 0 0 0,1 0 0 0 0,0 0-1 0 0,0-1 1 0 0,1 1 0 0 0,0 0 0 0 0,1-15-1 0 0,1 9-9 0 0,1 1 0 0 0,0-1 0 0 0,1 1-1 0 0,1 0 1 0 0,1 0 0 0 0,9-22-1 0 0,-5 17-9 0 0,1 0-1 0 0,1 1 0 0 0,1 1 0 0 0,1 0 0 0 0,0 0 1 0 0,1 1-1 0 0,1 1 0 0 0,1 0 0 0 0,0 2 0 0 0,21-16 0 0 0,-26 23-3 0 0,-1 1-1 0 0,2-1 1 0 0,-1 2 0 0 0,0 0-1 0 0,1 0 1 0 0,18-4-1 0 0,-26 8 11 0 0,1 0 0 0 0,0 0 0 0 0,-1 0 0 0 0,1 1 0 0 0,0-1 0 0 0,-1 1 0 0 0,1 0 0 0 0,0 1 0 0 0,0-1 0 0 0,-1 1 1 0 0,1 0-1 0 0,-1 0 0 0 0,1 0 0 0 0,-1 1 0 0 0,1 0 0 0 0,-1 0 0 0 0,0 0 0 0 0,0 0 0 0 0,0 0 0 0 0,5 4 0 0 0,-7-4 9 0 0,-1-1 1 0 0,1 1 0 0 0,-1 0 0 0 0,1 0-1 0 0,-1 0 1 0 0,0-1 0 0 0,0 1 0 0 0,1 0 0 0 0,-1 0-1 0 0,-1 1 1 0 0,1-1 0 0 0,0 0 0 0 0,0 0-1 0 0,-1 0 1 0 0,0 1 0 0 0,1-1 0 0 0,-1 4-1 0 0,0-2 4 0 0,0 1 0 0 0,-1-1 0 0 0,0 0 0 0 0,0 0 0 0 0,0 1 0 0 0,0-1 0 0 0,-1 0-1 0 0,-3 7 1 0 0,-2 1 11 0 0,-1 1-1 0 0,-1-1 0 0 0,0 0 0 0 0,-14 14 1 0 0,11-13 31 0 0,0-1 1 0 0,-1 0-1 0 0,-1-1 1 0 0,0 0-1 0 0,0-1 1 0 0,-25 13-1 0 0,12-19 18 0 0,26-3-66 0 0,1-1-1 0 0,-1 0 1 0 0,0 0-1 0 0,1 0 1 0 0,-1 0-1 0 0,0 0 1 0 0,1 0-1 0 0,-1 0 1 0 0,0 0-1 0 0,1 0 1 0 0,-1-1-1 0 0,0 1 1 0 0,1 0-1 0 0,-1 0 1 0 0,0-1-1 0 0,1 1 1 0 0,-1 0-1 0 0,1-1 1 0 0,-1 1-1 0 0,0 0 1 0 0,1-1-1 0 0,-1 1 1 0 0,1-1-1 0 0,-1 1 1 0 0,1-1-1 0 0,0 1 1 0 0,-1-1-1 0 0,1 1 1 0 0,-1-1-1 0 0,1 0 1 0 0,0 1-1 0 0,0-1 1 0 0,-1 0-1 0 0,1 1 1 0 0,0-2-1 0 0,0 2 1 0 0,0 0-1 0 0,0-1 1 0 0,0 1-1 0 0,0 0 1 0 0,0-1-1 0 0,0 1 1 0 0,0-1 0 0 0,0 1-1 0 0,0 0 1 0 0,0 0-1 0 0,0-1 1 0 0,0 1-1 0 0,1 0 1 0 0,-1-1 0 0 0,0 1-1 0 0,0 0 1 0 0,0-1-1 0 0,1 1 1 0 0,-1 0-1 0 0,0 0 1 0 0,0-1 0 0 0,1 1-1 0 0,-1 0 1 0 0,0 0-1 0 0,0 0 1 0 0,1-1-1 0 0,-1 1 1 0 0,0 0 0 0 0,1 0-1 0 0,-1 0 1 0 0,0 0-1 0 0,1 0 1 0 0,14 1-61 0 0,15 11 29 0 0,-28-11 24 0 0,26 14 15 0 0,0 1 0 0 0,43 32 0 0 0,0 1-576 0 0,31 8-4280 0 0,-80-47 654 0 0,28 10-1 0 0,-24-12-1587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0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13 146 1036 0 0,'-13'-49'15462'0'0,"13"48"-15378"0"0,0 0 1 0 0,0 1-1 0 0,0-1 1 0 0,0 0-1 0 0,0 1 1 0 0,1-1-1 0 0,-1 0 1 0 0,0 0-1 0 0,0 1 1 0 0,0-1-1 0 0,1 0 1 0 0,-1 1-1 0 0,0-1 1 0 0,1 1-1 0 0,-1-1 1 0 0,0 0-1 0 0,1 1 1 0 0,-1-1-1 0 0,1 1 1 0 0,-1-1-1 0 0,1 1 1 0 0,-1-1-1 0 0,1 1 1 0 0,0 0-1 0 0,-1-1 1 0 0,1 1-1 0 0,0-1 1 0 0,-1 1-1 0 0,2 0 1 0 0,18-9 568 0 0,18-1 49 0 0,1 2 1 0 0,59-4-1 0 0,-6 0-317 0 0,-32 6-348 0 0,12-3-1867 0 0,-26-5-3676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 2900 0 0,'-31'-11'14172'0'0,"31"12"-14087"0"0,3 14 2366 0 0,15 27-369 0 0,-14-34-1397 0 0,6 18 24 0 0,-1 0-1 0 0,-1 0 1 0 0,8 46 0 0 0,2 85-995 0 0,-13-106-1064 0 0,-4-44 579 0 0,5 37-2237 0 0,0-24-514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108 483 2592 0 0,'3'-7'2110'0'0,"0"1"0"0"0,-1-1 0 0 0,1 0-1 0 0,-1 0 1 0 0,2-13 0 0 0,-3 14-1809 0 0,-1 1 0 0 0,0 0 1 0 0,0-1-1 0 0,0 1 0 0 0,-1 0 0 0 0,0-1 1 0 0,0 1-1 0 0,0 0 0 0 0,-1 0 0 0 0,1 0 1 0 0,-1 0-1 0 0,-1 0 0 0 0,-4-8 0 0 0,-77-119 1912 0 0,77 123-2083 0 0,6 7-123 0 0,-1 1 1 0 0,1-1-1 0 0,0 0 0 0 0,-1 1 0 0 0,1-1 1 0 0,0 0-1 0 0,0 0 0 0 0,0 0 0 0 0,0 0 0 0 0,0 0 1 0 0,1 0-1 0 0,-1 0 0 0 0,1 0 0 0 0,-1 0 1 0 0,1 0-1 0 0,-1-4 0 0 0,2 5-8 0 0,-1 0 0 0 0,1 0 0 0 0,-1 1 0 0 0,1-1 0 0 0,-1 0-1 0 0,1 1 1 0 0,0-1 0 0 0,-1 0 0 0 0,1 1 0 0 0,0-1 0 0 0,-1 1 0 0 0,1-1 0 0 0,0 1 0 0 0,0-1-1 0 0,-1 1 1 0 0,1-1 0 0 0,0 1 0 0 0,0 0 0 0 0,0-1 0 0 0,1 1 0 0 0,21-5-11 0 0,-20 5 5 0 0,103-13-10 0 0,-63 9 21 0 0,0-2 0 0 0,0-1 0 0 0,63-21 0 0 0,-98 25 4 0 0,0 0 0 0 0,0-1 0 0 0,0 0 0 0 0,-1-1 0 0 0,0 0 0 0 0,0 0 0 0 0,0 0 0 0 0,0-1 0 0 0,-1 0 0 0 0,0 0 0 0 0,0-1 0 0 0,5-8 0 0 0,4-7-98 0 0,-26 42 76 0 0,-7 21 830 0 0,1 0 1 0 0,2 2-1 0 0,-11 53 0 0 0,-19 138 825 0 0,36-180-1547 0 0,-25 193 28 0 0,17-80-4955 0 0,8-109 1074 0 0,0-18-3157 0 0,0-11-2185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71 4892 0 0,'-27'6'3157'0'0,"-129"30"9218"0"0,147-31-9241 0 0,19-4-2268 0 0,23-1-332 0 0,602-45 2259 0 0,852 0-2007 0 0,-764 46-764 0 0,724-12-2458 0 0,-1341 2 1100 0 0,-38 0-2743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56 2048 0 0,'-32'-54'13541'0'0,"31"52"-12825"0"0,1 3-670 0 0,0-1-1 0 0,0 0 1 0 0,0 0-1 0 0,0 1 1 0 0,0-1-1 0 0,0 0 1 0 0,0 1-1 0 0,0-1 1 0 0,0 0-1 0 0,0 0 1 0 0,0 1-1 0 0,0-1 1 0 0,-1 0-1 0 0,1 0 1 0 0,0 1-1 0 0,0-1 1 0 0,0 0-1 0 0,-1 0 1 0 0,1 0-1 0 0,0 1 1 0 0,0-1-1 0 0,0 0 1 0 0,-1 0-1 0 0,1 0 1 0 0,0 0-1 0 0,0 1 1 0 0,-1-1-1 0 0,1 0 1 0 0,0 0-1 0 0,-1 0 1 0 0,1 0-1 0 0,0 0 1 0 0,0 0-1 0 0,-1 0 1 0 0,1 0-1 0 0,0 0 1 0 0,-1 0-1 0 0,1 0 0 0 0,0 0 1 0 0,0 0-1 0 0,-1 0 1 0 0,1 0-1 0 0,0 0 1 0 0,-1 0-1 0 0,1 0 1 0 0,0-1-1 0 0,0 1 1 0 0,-1 0-1 0 0,1 0 1 0 0,0 0-1 0 0,0 0 1 0 0,-1 0-1 0 0,1-1 1 0 0,0 1-1 0 0,0 0 1 0 0,0 0-1 0 0,-1-1 1 0 0,1 1-1 0 0,0 0 1 0 0,0 0-1 0 0,0-1 1 0 0,0 1-1 0 0,0 0 1 0 0,-1 0-1 0 0,1-1 1 0 0,0 1-1 0 0,13 127 3451 0 0,11 159-464 0 0,-23-235-2939 0 0,-2-24-1727 0 0,7 44 0 0 0,-2-55-258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2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1072 0 0,'27'-87'23416'0'0,"-23"104"-21954"0"0,0 1 0 0 0,-2-1 0 0 0,0 0 0 0 0,0 24 1 0 0,0 15-557 0 0,15 218-1007 0 0,-13-199-983 0 0,-3-44-1558 0 0,0 9-2962 0 0,2-15-5052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10 2520 0 0,'-27'-10'7579'0'0,"25"10"-6636"0"0,0 0-770 0 0,0 0-1 0 0,0 0 0 0 0,0 1 0 0 0,1-1 1 0 0,-1 0-1 0 0,0 1 0 0 0,0-1 0 0 0,1 1 1 0 0,-1 0-1 0 0,0 0 0 0 0,1-1 0 0 0,-1 1 1 0 0,1 0-1 0 0,-1 0 0 0 0,1 1 0 0 0,-1-1 1 0 0,1 0-1 0 0,0 0 0 0 0,-3 3 0 0 0,-130 167 2109 0 0,105-131-2064 0 0,-52 86-1247 0 0,32-40-4079 0 0,34-59 2050 0 0,1 0-2324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99 32 0 0,'9'-23'6313'0'0,"0"1"0"0"0,18-30 0 0 0,-26 51-5705 0 0,-2 52-251 0 0,0-24-272 0 0,1 0 0 0 0,1 0 0 0 0,5 29 0 0 0,-4-47-65 0 0,0-1-1 0 0,0 1 0 0 0,1-1 1 0 0,0 0-1 0 0,0 0 0 0 0,1 0 1 0 0,1 0-1 0 0,-1-1 0 0 0,1 1 1 0 0,0-1-1 0 0,1 0 1 0 0,-1-1-1 0 0,12 11 0 0 0,-12-13-5 0 0,0-1 0 0 0,0 1-1 0 0,1-1 1 0 0,-1-1 0 0 0,0 1-1 0 0,1-1 1 0 0,0 0-1 0 0,-1 0 1 0 0,1 0 0 0 0,0-1-1 0 0,0 0 1 0 0,0 0 0 0 0,0-1-1 0 0,0 1 1 0 0,0-1 0 0 0,0-1-1 0 0,0 1 1 0 0,0-1 0 0 0,0 0-1 0 0,0 0 1 0 0,0-1 0 0 0,0 0-1 0 0,0 0 1 0 0,-1 0 0 0 0,1-1-1 0 0,-1 1 1 0 0,0-1 0 0 0,0-1-1 0 0,0 1 1 0 0,0-1 0 0 0,0 0-1 0 0,-1 0 1 0 0,0 0 0 0 0,1-1-1 0 0,-2 1 1 0 0,7-10 0 0 0,0-1 122 0 0,-1 0 1 0 0,0 0-1 0 0,-1-1 1 0 0,-1-1-1 0 0,0 1 1 0 0,6-26-1 0 0,-9 32-183 0 0,1 12-46 0 0,-5-1 93 0 0,1 0-1 0 0,0 0 1 0 0,0 1-1 0 0,-1-1 0 0 0,1 0 1 0 0,-1 1-1 0 0,1-1 1 0 0,-1 1-1 0 0,0-1 0 0 0,1 1 1 0 0,-1 1-1 0 0,1 126 2363 0 0,-22 180 0 0 0,14-236-1837 0 0,-15 125 348 0 0,-8-1 0 0 0,-59 197 0 0 0,82-367-820 0 0,-4 14 127 0 0,-20 49 1 0 0,27-80-126 0 0,0 0 1 0 0,-1 0-1 0 0,-1 0 1 0 0,0-1-1 0 0,0 0 1 0 0,-1 0-1 0 0,0 0 1 0 0,0-1-1 0 0,-17 14 0 0 0,19-19-14 0 0,0 0 0 0 0,0 0 0 0 0,0-1 0 0 0,0 1-1 0 0,-1-1 1 0 0,1-1 0 0 0,-1 1 0 0 0,1-1 0 0 0,-1 0-1 0 0,0 0 1 0 0,1-1 0 0 0,-1 1 0 0 0,0-1-1 0 0,1-1 1 0 0,-1 1 0 0 0,0-1 0 0 0,1 0 0 0 0,-1 0-1 0 0,0-1 1 0 0,1 1 0 0 0,0-1 0 0 0,-1 0 0 0 0,-8-6-1 0 0,4 3 7 0 0,1 0-1 0 0,-1-1 0 0 0,1 0 1 0 0,1-1-1 0 0,-1 0 0 0 0,1 0 1 0 0,0-1-1 0 0,1 0 0 0 0,-1-1 1 0 0,2 1-1 0 0,-10-16 0 0 0,11 14-36 0 0,0-1 0 0 0,1 1 0 0 0,0-1-1 0 0,1 0 1 0 0,0 0 0 0 0,0-1 0 0 0,1 1-1 0 0,1 0 1 0 0,0-1 0 0 0,1 1 0 0 0,0-15-1 0 0,2 10-7 0 0,1-1 0 0 0,0 1 0 0 0,2-1 1 0 0,-1 1-1 0 0,2 0 0 0 0,0 1 0 0 0,8-16 0 0 0,5 0-42 0 0,0 0 1 0 0,2 1 0 0 0,1 1-1 0 0,2 1 1 0 0,0 1 0 0 0,40-34-1 0 0,-33 36-244 0 0,0 2 1 0 0,2 1-1 0 0,0 1 0 0 0,50-23 0 0 0,32-5-2489 0 0,2 5-4422 0 0,-22 9-3324 0 0,-66 25 2739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9 132 268 0 0,'-7'-24'11807'0'0,"7"23"-11372"0"0,-1-1 0 0 0,1 1 0 0 0,0-1 0 0 0,0 1 0 0 0,0-1 0 0 0,0 1 1 0 0,0-1-1 0 0,0 1 0 0 0,0-1 0 0 0,0 1 0 0 0,1-1 0 0 0,-1 1 0 0 0,1-1 0 0 0,-1 1 0 0 0,2-2 0 0 0,-1 1-364 0 0,0 1-1 0 0,1 0 1 0 0,-1-1-1 0 0,1 1 1 0 0,-1 0-1 0 0,1 0 1 0 0,-1 0-1 0 0,1 0 1 0 0,0 0-1 0 0,0 0 1 0 0,-1 1-1 0 0,1-1 1 0 0,3 0-1 0 0,65-17-71 0 0,0 4 0 0 0,106-8-1 0 0,-153 20-445 0 0,27-3-1466 0 0,-17 1-828 0 0,-2 1-3632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1080 0 0,'-100'61'19249'0'0,"128"-56"-17754"0"0,324-29-291 0 0,-209 20-2177 0 0,60-2-3366 0 0,-69-7-3976 0 0,-85 6 1318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6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429 420 1508 0 0,'-19'9'17086'0'0,"29"-17"-16905"0"0,0 0 0 0 0,1 0 1 0 0,19-11-1 0 0,-16 11-126 0 0,0 0 0 0 0,19-17 0 0 0,-21 13-41 0 0,0 0 0 0 0,-1-1 0 0 0,-1 0 1 0 0,-1-1-1 0 0,1 0 0 0 0,-2 0 0 0 0,0-1 1 0 0,8-21-1 0 0,-8 13-30 0 0,0 1 0 0 0,-2-2 0 0 0,-1 1 0 0 0,0-1 0 0 0,1-30 0 0 0,-6 53 3 0 0,0 0 1 0 0,1-1-1 0 0,-1 1 1 0 0,0-1-1 0 0,0 1 1 0 0,0-1-1 0 0,0 1 1 0 0,0-1-1 0 0,-1 1 1 0 0,1 0-1 0 0,0-1 1 0 0,-1 1-1 0 0,1-1 1 0 0,-1 1-1 0 0,1 0 1 0 0,-1-1-1 0 0,0 1 1 0 0,1 0-1 0 0,-1 0 0 0 0,0-1 1 0 0,-1 0-1 0 0,1 2 8 0 0,1 0 0 0 0,-1-1-1 0 0,1 1 1 0 0,-1 0 0 0 0,1 0-1 0 0,-1 0 1 0 0,1 0 0 0 0,-1 0-1 0 0,1 0 1 0 0,-1 0 0 0 0,1 0-1 0 0,-1 0 1 0 0,1 1-1 0 0,-1-1 1 0 0,1 0 0 0 0,-1 0-1 0 0,1 0 1 0 0,-1 0 0 0 0,1 1-1 0 0,-1-1 1 0 0,0 1 0 0 0,-15 14-4 0 0,4 1-17 0 0,1 0 0 0 0,1 1 0 0 0,1 0 0 0 0,-9 20 0 0 0,-25 77-45 0 0,33-84 57 0 0,-135 455-78 0 0,-22 60 87 0 0,161-530-10 0 0,4-7 183 0 0,0-1 0 0 0,-1 1 0 0 0,0-1 0 0 0,0 0 1 0 0,-1 0-1 0 0,0 0 0 0 0,0-1 0 0 0,0 1 1 0 0,-1-1-1 0 0,0 0 0 0 0,-7 7 0 0 0,10-12-146 0 0,1-1 1 0 0,-1 1-1 0 0,0-1 0 0 0,1 1 0 0 0,-1-1 1 0 0,0 0-1 0 0,1 1 0 0 0,-1-1 0 0 0,0 0 0 0 0,1 0 1 0 0,-1 0-1 0 0,0 0 0 0 0,1 0 0 0 0,-1-1 1 0 0,0 1-1 0 0,1 0 0 0 0,-1-1 0 0 0,1 0 0 0 0,-1 1 1 0 0,0-1-1 0 0,1 0 0 0 0,0 1 0 0 0,-1-1 0 0 0,1 0 1 0 0,-1 0-1 0 0,-1-2 0 0 0,-2-1 12 0 0,-1-1 0 0 0,1 1 1 0 0,1-1-1 0 0,-9-11 0 0 0,3 2-14 0 0,1 0 0 0 0,1-1-1 0 0,1 0 1 0 0,0-1 0 0 0,1 0 0 0 0,1 0 0 0 0,0 0 0 0 0,1 0-1 0 0,1-1 1 0 0,0 0 0 0 0,1 1 0 0 0,1-1 0 0 0,2-30-1 0 0,0 31-29 0 0,1 1 0 0 0,1 0 0 0 0,0-1 0 0 0,1 1 0 0 0,1 0-1 0 0,0 0 1 0 0,1 1 0 0 0,1 0 0 0 0,0 0 0 0 0,1 0 0 0 0,0 1-1 0 0,1 0 1 0 0,1 1 0 0 0,0 0 0 0 0,12-11 0 0 0,-6 9-3 0 0,1 0 1 0 0,0 2-1 0 0,1-1 1 0 0,0 2 0 0 0,1 1-1 0 0,1 0 1 0 0,-1 1-1 0 0,26-7 1 0 0,-29 11-8 0 0,0 1 0 0 0,1 0 0 0 0,-1 2 0 0 0,1-1 0 0 0,0 2 0 0 0,0 0 0 0 0,0 1 0 0 0,-1 1 0 0 0,1 1 0 0 0,0 0 0 0 0,17 5 0 0 0,-29-6 15 0 0,0 1 1 0 0,0 0 0 0 0,0 0 0 0 0,0 0 0 0 0,0 1 0 0 0,0-1-1 0 0,-1 1 1 0 0,1 1 0 0 0,-1-1 0 0 0,0 0 0 0 0,1 1 0 0 0,-2 0-1 0 0,1 0 1 0 0,0 0 0 0 0,3 6 0 0 0,-5-6 1 0 0,-1-1 1 0 0,1 0-1 0 0,-1 1 0 0 0,0-1 1 0 0,0 1-1 0 0,0-1 0 0 0,0 1 0 0 0,0 0 1 0 0,-1-1-1 0 0,0 1 0 0 0,0 0 1 0 0,0-1-1 0 0,0 1 0 0 0,0-1 1 0 0,-1 1-1 0 0,0 0 0 0 0,0-1 0 0 0,0 1 1 0 0,0-1-1 0 0,0 1 0 0 0,-1-1 1 0 0,1 0-1 0 0,-3 5 0 0 0,-3 1 8 0 0,1 0 0 0 0,-1 0 0 0 0,0-1 0 0 0,-1 0 0 0 0,0 0 0 0 0,0-1 0 0 0,-1 0 0 0 0,0 0 0 0 0,0-1 0 0 0,-1 0 0 0 0,1-1 0 0 0,-1 0 0 0 0,0 0 0 0 0,-12 2 0 0 0,12-3 10 0 0,1-1-1 0 0,-1-1 0 0 0,-1 1 0 0 0,1-2 1 0 0,0 0-1 0 0,0 0 0 0 0,0 0 0 0 0,-1-2 0 0 0,1 1 1 0 0,0-1-1 0 0,0-1 0 0 0,-1 1 0 0 0,1-2 1 0 0,1 0-1 0 0,-13-4 0 0 0,6 0-1 0 0,10 4-35 0 0,0 1 1 0 0,1-1 0 0 0,-1 0 0 0 0,1 0-1 0 0,-1 0 1 0 0,-6-6 0 0 0,11 8-31 0 0,1 0 48 0 0,0 1 1 0 0,1 0-1 0 0,-1-1 1 0 0,0 1-1 0 0,0 0 1 0 0,0 0-1 0 0,0-1 1 0 0,1 1-1 0 0,-1 0 1 0 0,0 0-1 0 0,0 0 1 0 0,0-1-1 0 0,1 1 1 0 0,-1 0-1 0 0,0 0 1 0 0,1 0-1 0 0,-1 0 1 0 0,0-1-1 0 0,0 1 1 0 0,1 0-1 0 0,-1 0 1 0 0,0 0 0 0 0,1 0-1 0 0,-1 0 1 0 0,0 0-1 0 0,0 0 1 0 0,1 0-1 0 0,-1 0 1 0 0,0 0-1 0 0,1 0 1 0 0,-1 0-1 0 0,0 0 1 0 0,1 0-1 0 0,-1 0 1 0 0,1 1-1 0 0,15 2-68 0 0,-3 2 48 0 0,0 1 1 0 0,0 1-1 0 0,-1 0 1 0 0,1 1-1 0 0,-1 0 1 0 0,-1 0-1 0 0,19 19 1 0 0,70 82-17 0 0,-67-70-51 0 0,-21-25-309 0 0,59 61-3982 0 0,-61-65 1755 0 0,1-2 0 0 0,23 15-1 0 0,-9-10-3109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6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19 157 3900 0 0,'-11'-43'10275'0'0,"4"17"-6731"0"0,7 24-3049 0 0,2-2 60 0 0,-2 3-539 0 0,0 1 1 0 0,0-1-1 0 0,0 1 0 0 0,0-1 0 0 0,0 1 0 0 0,0-1 0 0 0,0 1 0 0 0,0-1 1 0 0,0 1-1 0 0,1 0 0 0 0,-1-1 0 0 0,0 1 0 0 0,0-1 0 0 0,0 1 1 0 0,1 0-1 0 0,-1-1 0 0 0,0 1 0 0 0,1 0 0 0 0,-1-1 0 0 0,0 1 0 0 0,1 0 1 0 0,-1-1-1 0 0,0 1 0 0 0,1-1 0 0 0,20-6 127 0 0,0 1 0 0 0,1 1 0 0 0,-1 1 1 0 0,1 1-1 0 0,25-1 0 0 0,17-3-33 0 0,51-5 120 0 0,-16 2-2004 0 0,-34 0-3664 0 0,-54 7 1161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7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37 3484 0 0,'-44'-34'12444'0'0,"43"34"-12358"0"0,1-1-1 0 0,-1 1 1 0 0,0 0 0 0 0,1 0-1 0 0,-1-1 1 0 0,0 1-1 0 0,1 0 1 0 0,-1 0 0 0 0,0 0-1 0 0,1 0 1 0 0,-1 0-1 0 0,0 0 1 0 0,1 0 0 0 0,-1 0-1 0 0,0 0 1 0 0,0 0-1 0 0,1 0 1 0 0,-1 1 0 0 0,0-1-1 0 0,1 0 1 0 0,-1 0 0 0 0,1 1-1 0 0,-1-1 1 0 0,0 0-1 0 0,1 1 1 0 0,-1-1 0 0 0,1 0-1 0 0,-1 1 1 0 0,1-1-1 0 0,-1 1 1 0 0,1-1 0 0 0,-1 1-1 0 0,1 0 1 0 0,-1 0-1 0 0,-2 5 180 0 0,0 1-1 0 0,0-1 1 0 0,1 1-1 0 0,-1 0 1 0 0,2 0-1 0 0,-1 0 1 0 0,-1 10-1 0 0,-1 58 507 0 0,2-42-577 0 0,-2 37-71 0 0,-5 232-1095 0 0,9-292 250 0 0,4 34-1810 0 0,-4-41 1731 0 0,1 1 0 0 0,-1-1-1 0 0,1 0 1 0 0,0 0 0 0 0,0 0 0 0 0,1 0 0 0 0,-1 0-1 0 0,0 0 1 0 0,1 0 0 0 0,2 4 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7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233 218 2432 0 0,'22'-42'5188'0'0,"-12"21"-3188"0"0,1 0 0 0 0,1 1 1 0 0,15-19-1 0 0,-21 33-1821 0 0,0-1 1 0 0,0 1-1 0 0,0 1 0 0 0,0-1 0 0 0,1 1 0 0 0,0 0 1 0 0,0 0-1 0 0,1 1 0 0 0,-1 0 0 0 0,1 1 1 0 0,0-1-1 0 0,10-2 0 0 0,-7 4-120 0 0,0-1-1 0 0,1 2 1 0 0,0-1-1 0 0,-1 1 1 0 0,1 1-1 0 0,0 0 1 0 0,21 4 0 0 0,-27-3-53 0 0,-1-1 0 0 0,0 1 0 0 0,0 1 0 0 0,0-1 0 0 0,0 1-1 0 0,0 0 1 0 0,0 0 0 0 0,0 0 0 0 0,0 1 0 0 0,-1 0 0 0 0,0 0 0 0 0,1 0 0 0 0,-1 0 0 0 0,0 1 0 0 0,0-1 0 0 0,-1 1 0 0 0,1 0 0 0 0,-1 0 0 0 0,4 7 0 0 0,-5-7 1 0 0,-1-1 0 0 0,0 1 0 0 0,0 0-1 0 0,-1 0 1 0 0,1 0 0 0 0,-1 0 0 0 0,0 0 0 0 0,0 0 0 0 0,0 0 0 0 0,0 0 0 0 0,-1 0-1 0 0,0 0 1 0 0,0 0 0 0 0,0 0 0 0 0,0 0 0 0 0,0 0 0 0 0,-1-1 0 0 0,0 1-1 0 0,1 0 1 0 0,-1-1 0 0 0,-4 5 0 0 0,-4 7 6 0 0,-1-1 0 0 0,0 0-1 0 0,-18 16 1 0 0,12-14 15 0 0,-25 18 0 0 0,23-20 438 0 0,-20 20 0 0 0,38-33-361 0 0,-3 4 48 0 0,11 1-104 0 0,21 4-101 0 0,-10-4 33 0 0,-4 2-15 0 0,1-1 1 0 0,-1 2-1 0 0,-1 0 0 0 0,0 1 1 0 0,0 0-1 0 0,15 16 0 0 0,-23-20 143 0 0,1-1-1 0 0,-1 1 0 0 0,-1 1 0 0 0,1-1 0 0 0,-1 1 0 0 0,0-1 0 0 0,0 1 1 0 0,-1 0-1 0 0,0 1 0 0 0,0-1 0 0 0,-1 0 0 0 0,0 1 0 0 0,0 0 1 0 0,0-1-1 0 0,0 11 0 0 0,-3-12-4 0 0,0 0-1 0 0,0 0 1 0 0,0 0-1 0 0,-1 0 1 0 0,1 0-1 0 0,-2 0 1 0 0,1-1 0 0 0,0 1-1 0 0,-1-1 1 0 0,0 1-1 0 0,-1-1 1 0 0,1 0 0 0 0,-1 0-1 0 0,0-1 1 0 0,0 1-1 0 0,0-1 1 0 0,-1 0-1 0 0,1 0 1 0 0,-1 0 0 0 0,0 0-1 0 0,-6 2 1 0 0,-7 5 9 0 0,-1-1 1 0 0,0-1-1 0 0,0 0 0 0 0,-37 10 1 0 0,29-12-322 0 0,0-2 1 0 0,-51 5 0 0 0,-60-6-3846 0 0,79-3 1046 0 0,-15 1-4319 0 0,37 0 432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2692 0 0,'-183'52'15946'0'0,"175"-49"-15130"0"0,10 1-150 0 0,10-1-129 0 0,18-2-107 0 0,0-1 0 0 0,32-4 1 0 0,-5 1-250 0 0,1642-19 795 0 0,-1216 35-905 0 0,283 4-1126 0 0,-733-17 250 0 0,1-1 0 0 0,59-11 0 0 0,-80 7-1821 0 0,-21 2-729 0 0,-22 1-2323 0 0,4 3 35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84 1528 0 0,'-2'-22'6826'0'0,"-8"-39"2197"0"0,9 69-8667 0 0,0 1-1 0 0,1-1 1 0 0,0 0-1 0 0,0 1 1 0 0,3 15 0 0 0,1 9 96 0 0,-6 351 2228 0 0,-1-337-2637 0 0,0 28-716 0 0,7-27-3946 0 0,1-34 1441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8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52 0 0,'16'-61'13749'0'0,"-16"63"-13613"0"0,1-1 1 0 0,0 1-1 0 0,-1-1 1 0 0,1 1-1 0 0,-1 0 1 0 0,1-1-1 0 0,-1 1 1 0 0,0-1-1 0 0,0 1 1 0 0,0 1-1 0 0,0 124 1930 0 0,-3-47-1700 0 0,3-31-537 0 0,4 141-167 0 0,11-65-8736 0 0,-10-103 3327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2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72 2720 0 0,'3'-13'3247'0'0,"-1"0"1"0"0,0 1-1 0 0,-1-20 0 0 0,-1 30-2856 0 0,-5 13-161 0 0,-65 139 225 0 0,-27 59-2838 0 0,36-69-5068 0 0,47-104 2904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137 272 932 0 0,'-14'-10'3144'0'0,"0"0"0"0"0,0-1-1 0 0,1-1 1 0 0,1 0 0 0 0,-15-18-1 0 0,-5-11 262 0 0,31 40-3267 0 0,-4-7-52 0 0,5 8-88 0 0,0 0-1 0 0,0-1 0 0 0,-1 1 1 0 0,1 0-1 0 0,0 0 1 0 0,-1-1-1 0 0,1 1 0 0 0,0 0 1 0 0,0-1-1 0 0,-1 1 0 0 0,1 0 1 0 0,0-1-1 0 0,0 1 1 0 0,0 0-1 0 0,-1-1 0 0 0,1 1 1 0 0,0 0-1 0 0,0-1 1 0 0,0 1-1 0 0,0-1 0 0 0,0 1 1 0 0,0 0-1 0 0,0-1 0 0 0,0 1 1 0 0,0-1-1 0 0,0 1 1 0 0,0 0-1 0 0,0-1 0 0 0,0 1 1 0 0,0 0-1 0 0,0-1 0 0 0,0 1 1 0 0,1-1-1 0 0,-1 1 1 0 0,0 0-1 0 0,0-1 0 0 0,0 1 1 0 0,1 0-1 0 0,-1-1 0 0 0,0 1 1 0 0,0 0-1 0 0,1 0 1 0 0,-1-1-1 0 0,0 1 0 0 0,0 0 1 0 0,1 0-1 0 0,-1-1 1 0 0,0 1-1 0 0,1 0 0 0 0,-1 0 1 0 0,0 0-1 0 0,1 0 0 0 0,-1-1 1 0 0,1 1-1 0 0,-1 0 1 0 0,0 0-1 0 0,1 0 0 0 0,-1 0 1 0 0,1 0-1 0 0,0 0 0 0 0,42-11-454 0 0,1 1-1 0 0,58-5 0 0 0,-14 3-183 0 0,-9 0 45 0 0,-21 4 167 0 0,-1-2 1 0 0,96-31-1 0 0,-151 41 362 0 0,-2 0 4 0 0,1 0 59 0 0,-1 0 1 0 0,0 0 0 0 0,0 0 0 0 0,1 1-1 0 0,-1-1 1 0 0,0 0 0 0 0,0 0 0 0 0,1 0 0 0 0,-1 1-1 0 0,0-1 1 0 0,0 0 0 0 0,0 1 0 0 0,0-1 0 0 0,1 0-1 0 0,-1 0 1 0 0,0 1 0 0 0,0-1 0 0 0,0 0-1 0 0,0 1 1 0 0,0-1 0 0 0,0 0 0 0 0,0 1 0 0 0,0-1-1 0 0,0 0 1 0 0,0 1 0 0 0,0-1 0 0 0,0 0 0 0 0,0 0-1 0 0,0 1 1 0 0,0-1 0 0 0,0 0 0 0 0,0 1-1 0 0,0-1 1 0 0,0 0 0 0 0,0 1 0 0 0,-1-1 0 0 0,1 0-1 0 0,0 0 1 0 0,0 1 0 0 0,0-1 0 0 0,-1 0 0 0 0,1 1-1 0 0,-8 15-51 0 0,-69 91-2 0 0,-4-2-1 0 0,-4-5 1 0 0,-184 167 0 0 0,206-210 403 0 0,61-55-263 0 0,1-2-80 0 0,1 0 0 0 0,-1 0 0 0 0,0 0 0 0 0,1 0 0 0 0,-1-1 0 0 0,0 1 0 0 0,1 0 0 0 0,-1 0 0 0 0,1 0 0 0 0,-1-1 0 0 0,0 1 0 0 0,1 0 0 0 0,-1-1 0 0 0,1 1 0 0 0,-1 0 0 0 0,1-1 0 0 0,-1 1-1 0 0,1-1 1 0 0,-1 0 0 0 0,1-2-12 0 0,0 0-1 0 0,1 0 1 0 0,-1 0-1 0 0,1 0 0 0 0,-1 0 1 0 0,1 0-1 0 0,0 1 1 0 0,0-1-1 0 0,1 0 0 0 0,-1 0 1 0 0,3-4-1 0 0,-2 6-29 0 0,8 0-28 0 0,-9 1 56 0 0,1 0 1 0 0,-1 0-1 0 0,1 0 1 0 0,-1 0-1 0 0,1 0 0 0 0,-1 0 1 0 0,1 0-1 0 0,-1 0 0 0 0,1 1 1 0 0,-1-1-1 0 0,0 0 1 0 0,1 1-1 0 0,-1 0 0 0 0,0-1 1 0 0,1 1-1 0 0,1 1 0 0 0,15 11-23 0 0,27 26 0 0 0,-31-26 94 0 0,1 0 1 0 0,18 11-1 0 0,-27-20-139 0 0,1 0 1 0 0,-1-1 0 0 0,1 0-1 0 0,0 0 1 0 0,0-1 0 0 0,0 0-1 0 0,0 0 1 0 0,1 0-1 0 0,8 0 1 0 0,-3-1-676 0 0,0-1 0 0 0,1 0-1 0 0,-1-1 1 0 0,21-4 0 0 0,22-11-5350 0 0,-28 5 154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1296 0 0,'13'-32'14069'0'0,"7"14"-9624"0"0,-15 15-4159 0 0,1 0 0 0 0,0 0 0 0 0,0 0 0 0 0,10-2 1 0 0,244-65 1621 0 0,-85 39-8189 0 0,-166 29 3273 0 0,-4 1 1903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0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92 2060 0 0,'-21'11'7747'0'0,"-24"17"860"0"0,45-27-8561 0 0,1-1 0 0 0,0 1 0 0 0,0-1 1 0 0,0 1-1 0 0,0-1 0 0 0,0 1 0 0 0,0-1 0 0 0,-1 1 0 0 0,1-1 0 0 0,0 0 0 0 0,0 1 0 0 0,0-1 0 0 0,0 0 0 0 0,0 0 0 0 0,0 0 0 0 0,2 0 0 0 0,235-28 4 0 0,2-26-5077 0 0,-132 19-1252 0 0,-57 15 742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1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12 664 2328 0 0,'4'-11'2164'0'0,"0"0"-1"0"0,1 0 0 0 0,11-17 1 0 0,-7 15-868 0 0,1 0 0 0 0,12-13-1 0 0,10-5-1002 0 0,38-29-1 0 0,1-1 595 0 0,-43 34-751 0 0,-1-1 1 0 0,-2-1-1 0 0,22-33 1 0 0,-35 44-103 0 0,-1 0 0 0 0,0-1 0 0 0,-2 0 0 0 0,0 0 0 0 0,-1-1 0 0 0,-1-1 0 0 0,4-20 1 0 0,-6-1-51 0 0,-5 39 3 0 0,0 1 0 0 0,0 0 0 0 0,-1 0 0 0 0,1 0 0 0 0,-1-1 0 0 0,1 1 0 0 0,-1 0 0 0 0,0 0 0 0 0,1 0 0 0 0,-1 0 0 0 0,0 0 0 0 0,0 0 0 0 0,-1 0 0 0 0,1 0 0 0 0,-2-1 0 0 0,2 3 7 0 0,0 0 0 0 0,0 0 0 0 0,-1 0 0 0 0,1 0 0 0 0,0 0 0 0 0,0 1 0 0 0,0-1 0 0 0,0 1 0 0 0,0-1 0 0 0,0 0 0 0 0,-1 1 0 0 0,1 0 0 0 0,0-1 0 0 0,1 1 0 0 0,-3 1 0 0 0,3-2 2 0 0,-6 4-19 0 0,0 1 1 0 0,1-1-1 0 0,-1 1 1 0 0,1 1-1 0 0,0-1 1 0 0,0 1 0 0 0,-8 11-1 0 0,-23 49-32 0 0,27-48 64 0 0,-20 44 289 0 0,3 2 1 0 0,2 1-1 0 0,4 0 1 0 0,-17 93-1 0 0,-23 278 527 0 0,53-374-864 0 0,0 19 105 0 0,3-26 81 0 0,-3 0 1 0 0,-20 80 0 0 0,26-132-74 0 0,0 0-1 0 0,0 0 1 0 0,0 0 0 0 0,0 0-1 0 0,-1 0 1 0 0,1 0-1 0 0,-1-1 1 0 0,0 1 0 0 0,0 0-1 0 0,0-1 1 0 0,0 0-1 0 0,-1 1 1 0 0,-3 2 0 0 0,6-5-47 0 0,-1 1 0 0 0,0-1 1 0 0,0 0-1 0 0,0 1 0 0 0,0-1 1 0 0,0 0-1 0 0,1 1 0 0 0,-1-1 1 0 0,0 0-1 0 0,0 0 0 0 0,0 0 1 0 0,0 0-1 0 0,0 0 0 0 0,0 0 1 0 0,0 0-1 0 0,0 0 0 0 0,0 0 1 0 0,0 0-1 0 0,-1-1 0 0 0,1 0-19 0 0,-1 1 0 0 0,0-1 0 0 0,1 0 0 0 0,0 0 0 0 0,-1 0 0 0 0,1-1 0 0 0,0 1 0 0 0,-1 0 0 0 0,1 0 0 0 0,0-1 0 0 0,0 1-1 0 0,0-1 1 0 0,0 1 0 0 0,-1-2 0 0 0,-2-6 12 0 0,0-1-1 0 0,1 1 1 0 0,0-1 0 0 0,1 1-1 0 0,-1-1 1 0 0,2 0-1 0 0,-1 0 1 0 0,2 0-1 0 0,-1 0 1 0 0,1 0 0 0 0,1 0-1 0 0,0 0 1 0 0,0 0-1 0 0,1 0 1 0 0,3-10-1 0 0,3-8-11 0 0,1 0-1 0 0,1 1 0 0 0,26-49 0 0 0,-19 45-6 0 0,2 1 1 0 0,1 1-1 0 0,1 1 0 0 0,1 1 0 0 0,40-38 1 0 0,-42 47-24 0 0,1 1 0 0 0,0 1 1 0 0,1 1-1 0 0,1 0 0 0 0,0 2 1 0 0,1 1-1 0 0,47-18 0 0 0,-56 26-6 0 0,-1 0-1 0 0,1 1 1 0 0,0 0-1 0 0,0 1 1 0 0,28 0-1 0 0,-37 3 18 0 0,-1-1 1 0 0,1 1-1 0 0,-1 0 1 0 0,1 0-1 0 0,-1 0 0 0 0,0 1 1 0 0,0 0-1 0 0,8 4 0 0 0,-10-5 8 0 0,-1 1 0 0 0,1 0 0 0 0,-1 0 0 0 0,1 0-1 0 0,-1 0 1 0 0,0 0 0 0 0,0 0 0 0 0,0 0 0 0 0,0 1-1 0 0,0-1 1 0 0,-1 1 0 0 0,1 0 0 0 0,-1-1 0 0 0,1 1-1 0 0,-1 0 1 0 0,1 4 0 0 0,-1-2 4 0 0,-1-1 0 0 0,1 1 1 0 0,-1 0-1 0 0,0-1 0 0 0,-1 1 1 0 0,1 0-1 0 0,-1 0 0 0 0,0-1 0 0 0,0 1 1 0 0,0-1-1 0 0,-1 1 0 0 0,1-1 1 0 0,-1 1-1 0 0,0-1 0 0 0,-1 0 0 0 0,1 0 1 0 0,-1 0-1 0 0,-4 5 0 0 0,-3 4 6 0 0,-1 0 1 0 0,0-1-1 0 0,-26 21 0 0 0,24-23 15 0 0,-1 0 1 0 0,0-1-1 0 0,-28 13 0 0 0,34-18 4 0 0,-1-1 0 0 0,1 0 0 0 0,-1 0 0 0 0,0-1 0 0 0,0 0 0 0 0,0 0 1 0 0,0-1-1 0 0,-13 0 0 0 0,18-1-17 0 0,1-1 1 0 0,-1 1 0 0 0,1-1-1 0 0,-1 0 1 0 0,1 0 0 0 0,0 0-1 0 0,0-1 1 0 0,-1 1 0 0 0,1-1-1 0 0,0 1 1 0 0,0-1 0 0 0,0 0-1 0 0,1 0 1 0 0,-6-5 0 0 0,7 6-13 0 0,-1-1 0 0 0,1 1 0 0 0,0-1 1 0 0,0 0-1 0 0,0 1 0 0 0,0-1 0 0 0,0 0 1 0 0,0 1-1 0 0,0-1 0 0 0,0 0 0 0 0,1 0 1 0 0,-1 0-1 0 0,1 0 0 0 0,-1 0 0 0 0,1 0 1 0 0,0 0-1 0 0,-1 0 0 0 0,1 0 0 0 0,1 0 0 0 0,-1 0 1 0 0,0 0-1 0 0,0 0 0 0 0,1 0 0 0 0,-1 0 1 0 0,2-3-1 0 0,-2 4-3 0 0,1 0-1 0 0,-1 0 1 0 0,1 0 0 0 0,-1 0-1 0 0,1 0 1 0 0,-1 0 0 0 0,1 1-1 0 0,0-1 1 0 0,0 0 0 0 0,-1 0-1 0 0,1 1 1 0 0,0-1-1 0 0,0 0 1 0 0,0 1 0 0 0,0-1-1 0 0,-1 1 1 0 0,1-1 0 0 0,0 1-1 0 0,0 0 1 0 0,0-1 0 0 0,0 1-1 0 0,2-1 1 0 0,-1 1-4 0 0,1 0 1 0 0,-1 0-1 0 0,1 0 0 0 0,-1 1 1 0 0,1-1-1 0 0,-1 0 1 0 0,1 1-1 0 0,-1 0 0 0 0,4 1 1 0 0,0 1-11 0 0,1 0 1 0 0,0 1-1 0 0,0 0 1 0 0,-1 0 0 0 0,7 6-1 0 0,-3-1 3 0 0,-2 0 0 0 0,1 1 0 0 0,-1 0 0 0 0,-1 0 0 0 0,1 1 0 0 0,6 14 0 0 0,30 74-7 0 0,-21-43 13 0 0,-5-15 91 0 0,-10-19 215 0 0,1-1 0 0 0,2 0-1 0 0,0-1 1 0 0,14 21 0 0 0,-23-40-220 0 0,0 0 1 0 0,0 0-1 0 0,-1 0 1 0 0,1 0-1 0 0,0 0 1 0 0,0 0 0 0 0,0-1-1 0 0,0 1 1 0 0,0-1-1 0 0,0 1 1 0 0,0-1-1 0 0,0 0 1 0 0,0 0-1 0 0,0 0 1 0 0,0 0 0 0 0,0 0-1 0 0,0 0 1 0 0,0-1-1 0 0,0 1 1 0 0,0-1-1 0 0,3 0 1 0 0,5-3 41 0 0,0-1-1 0 0,0 0 1 0 0,0 0 0 0 0,-1-1 0 0 0,17-12-1 0 0,40-42 236 0 0,-45 40-281 0 0,10-13 135 0 0,2-2-1684 0 0,-10 17-5786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3420 0 0,'0'0'3441'0'0,"14"-5"1447"0"0,-4 0-1168 0 0,-2 0-1107 0 0,1-2-837 0 0,-1 1-2092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38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126 536 80 0 0,'-35'-13'3497'0'0,"33"13"-3102"0"0,-25-3 2046 0 0,25 2-1645 0 0,-17 5-138 0 0,15-4-538 0 0,0 0 1 0 0,-1 1-1 0 0,1 0 1 0 0,0 0-1 0 0,0 0 1 0 0,1 1-1 0 0,-8 3 1 0 0,10-4-104 0 0,14 18 76 0 0,-7-14-67 0 0,1-1-1 0 0,0-1 0 0 0,-1 1 0 0 0,1-1 0 0 0,1 0 1 0 0,-1-1-1 0 0,0 0 0 0 0,1 0 0 0 0,-1-1 0 0 0,1 1 1 0 0,0-2-1 0 0,-1 1 0 0 0,1-1 0 0 0,11-1 0 0 0,16-2 166 0 0,66-16 0 0 0,-57 9-126 0 0,356-81 258 0 0,-141 29-121 0 0,39 4-57 0 0,-242 51-141 0 0,1 2 1 0 0,-1 2 0 0 0,77 7-1 0 0,-36 9-30 0 0,-1 3 1 0 0,-1 5-1 0 0,164 58 0 0 0,114 38 93 0 0,-261-90-25 0 0,160 17 0 0 0,-81-29 17 0 0,199-11 0 0 0,190-45-10 0 0,15-47 264 0 0,-3-34-152 0 0,512-53-44 0 0,-427 127-29 0 0,-289 24-58 0 0,773-5 100 0 0,-583 40 53 0 0,80 3 202 0 0,-546-8-347 0 0,0 5 0 0 0,162 38 0 0 0,129 27 27 0 0,114-36 523 0 0,1-39-96 0 0,140-30-310 0 0,-472 19-148 0 0,375-31 48 0 0,-176 11-58 0 0,404-9 57 0 0,-139 9-55 0 0,-159 9 23 0 0,-171 9-28 0 0,581-26-4 0 0,535-25 137 0 0,-136 29-64 0 0,476 81 9 0 0,-399-15-8 0 0,-1116-30-74 0 0,-140-1-25 0 0,571 9-22 0 0,-120-12 0 0 0,-201-2 1 0 0,410 6 89 0 0,-779-2 9 0 0,1 0 115 0 0,10 0 75 0 0,-10 0 6 0 0,0 0-35 0 0,8 0-34 0 0,-8 0 99 0 0,-1-1-209 0 0,8 0 4 0 0,-7 1 212 0 0,-1 0-267 0 0,9 0-6 0 0,-9 0-7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6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93 1884 0 0,'-65'-50'14478'0'0,"63"49"-14047"0"0,1 1-323 0 0,-1-1-1 0 0,1 1 1 0 0,0-1 0 0 0,-1 0 0 0 0,1 1 0 0 0,0-1-1 0 0,-1 0 1 0 0,1 0 0 0 0,0 0 0 0 0,0 0-1 0 0,-1 0 1 0 0,1 0 0 0 0,-1-3 0 0 0,-1 1 175 0 0,2 2-110 0 0,3 0-150 0 0,-1 0 0 0 0,1 1 0 0 0,0-1 0 0 0,0 1 0 0 0,0-1-1 0 0,0 1 1 0 0,0 0 0 0 0,0 0 0 0 0,0 0 0 0 0,4 0 0 0 0,2 0 47 0 0,122-10-979 0 0,-84 6-2396 0 0,-2 0-3594 0 0,-28 2 1336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5:1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0 820 0 0,'-35'28'6530'0'0,"25"-21"-4093"0"0,-1 2 0 0 0,1-1 0 0 0,-13 15 0 0 0,22-21-1970 0 0,1-2-440 0 0,0 0 1 0 0,0 1-1 0 0,0-1 1 0 0,1 0 0 0 0,-1 1-1 0 0,0-1 1 0 0,0 0-1 0 0,0 1 1 0 0,1-1-1 0 0,-1 0 1 0 0,0 0-1 0 0,0 1 1 0 0,1-1-1 0 0,-1 0 1 0 0,0 0-1 0 0,0 1 1 0 0,1-1-1 0 0,-1 0 1 0 0,0 0-1 0 0,1 0 1 0 0,-1 0-1 0 0,0 1 1 0 0,1-1-1 0 0,-1 0 1 0 0,0 0-1 0 0,1 0 1 0 0,-1 0-1 0 0,1 0 1 0 0,-1 0-1 0 0,0 0 1 0 0,1 0-1 0 0,0 0 1 0 0,13-1 183 0 0,-13 1-196 0 0,170-18-279 0 0,-57 6-3671 0 0,-27 3-2222 0 0,-40 4 218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61 92 0 0,'2'-12'5030'0'0,"7"-22"92"0"0,-8 33-4817 0 0,6-8 545 0 0,-6 8-820 0 0,0 0 1 0 0,1 1-1 0 0,-1-1 0 0 0,1 1 1 0 0,-1-1-1 0 0,1 1 0 0 0,-1 0 1 0 0,1 0-1 0 0,0-1 0 0 0,-1 1 1 0 0,1 0-1 0 0,-1 1 0 0 0,1-1 1 0 0,-1 0-1 0 0,1 0 0 0 0,-1 1 1 0 0,1-1-1 0 0,-1 1 1 0 0,3 0-1 0 0,-1 1-6 0 0,0 0-1 0 0,0 0 1 0 0,0 0 0 0 0,0 0 0 0 0,-1 0-1 0 0,1 1 1 0 0,-1-1 0 0 0,4 6 0 0 0,-1-1 0 0 0,0 0 0 0 0,-1 1 0 0 0,0-1 0 0 0,0 1 0 0 0,-1 0 0 0 0,4 16 0 0 0,-3-4-31 0 0,-1 1-1 0 0,-1-1 1 0 0,-1 1 0 0 0,-1 0-1 0 0,-1 0 1 0 0,-1 0 0 0 0,0-1-1 0 0,-7 23 1 0 0,0-8 173 0 0,-1-1-1 0 0,-2 0 1 0 0,-31 60 0 0 0,30-69 455 0 0,-1 0 0 0 0,-2-2 0 0 0,0 0 1 0 0,-29 31-1 0 0,43-52-282 0 0,-4-3-175 0 0,5 1-159 0 0,1 0 0 0 0,-1 0 0 0 0,1 0 0 0 0,-1 0 0 0 0,1 0 0 0 0,-1 0 0 0 0,1 1 0 0 0,-1-2 0 0 0,1 1-1 0 0,0 0 1 0 0,-1 0 0 0 0,1 0 0 0 0,-1 0 0 0 0,1 0 0 0 0,-1 0 0 0 0,1 0 0 0 0,-1-1 0 0 0,1 1 0 0 0,-1 0 0 0 0,1 0-1 0 0,0-1 1 0 0,-1 1 0 0 0,0-1 0 0 0,0-2 10 0 0,0-1 0 0 0,0 0 1 0 0,0 1-1 0 0,1-1 0 0 0,0 0 0 0 0,-1 0 0 0 0,1 0 0 0 0,1 1 0 0 0,-1-1 0 0 0,0 0 0 0 0,1 0 1 0 0,0 0-1 0 0,0 1 0 0 0,0-1 0 0 0,3-6 0 0 0,2-5-2 0 0,1 0 0 0 0,13-19 1 0 0,5-5 3 0 0,3 1 1 0 0,37-40-1 0 0,71-62 53 0 0,-89 94-63 0 0,30-36 132 0 0,-61 64-233 0 0,-14 14-78 0 0,-9 12 54 0 0,-20 25 48 0 0,2 2-1 0 0,1 1 0 0 0,2 0 1 0 0,1 2-1 0 0,2 0 0 0 0,-22 64 1 0 0,39-94 67 0 0,-1-1 1 0 0,2 1-1 0 0,-1-1 1 0 0,1 1 0 0 0,0 0-1 0 0,1 0 1 0 0,0-1 0 0 0,0 1-1 0 0,0 0 1 0 0,1 0-1 0 0,2 8 1 0 0,-2-12 9 0 0,0 0-1 0 0,1-1 1 0 0,-1 1-1 0 0,1 0 1 0 0,0-1-1 0 0,0 1 1 0 0,0-1-1 0 0,0 0 1 0 0,1 0 0 0 0,-1 0-1 0 0,1 0 1 0 0,0 0-1 0 0,0-1 1 0 0,0 1-1 0 0,0-1 1 0 0,0 1-1 0 0,0-1 1 0 0,1 0-1 0 0,-1 0 1 0 0,1-1 0 0 0,0 1-1 0 0,-1-1 1 0 0,7 2-1 0 0,6 0 29 0 0,-1-1-1 0 0,1 0 0 0 0,0-1 1 0 0,0-1-1 0 0,30-3 1 0 0,82-19 193 0 0,-95 15-143 0 0,-19 4-25 0 0,-1 0-66 0 0,0 1-1 0 0,23-2 0 0 0,-34 4-359 0 0,8 0-1929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 60 0 0,'-10'-6'3450'0'0,"8"6"-3383"0"0,1-1 0 0 0,0 1 0 0 0,0-1 0 0 0,0 1 0 0 0,0-1 0 0 0,0 1 0 0 0,0-1 0 0 0,0 1 0 0 0,-1 0 0 0 0,1 0 0 0 0,0 0 0 0 0,0 0 0 0 0,0 0 0 0 0,-1 0 0 0 0,1 0 0 0 0,0 0 0 0 0,0 0 0 0 0,0 0 0 0 0,-1 1 0 0 0,1-1 0 0 0,-2 1 0 0 0,2 0-344 0 0,-1 8-1760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56 416 164 0 0,'-3'1'2074'0'0,"-23"3"2731"0"0,23-3-3963 0 0,-16 5 1291 0 0,14-1-507 0 0,18-1-1053 0 0,31-2-302 0 0,-1-2 0 0 0,1-2 0 0 0,59-10-1 0 0,-50 6-229 0 0,-35 4-31 0 0,235-32-32 0 0,-203 24-205 0 0,-1-1 0 0 0,-1-3-1 0 0,49-21 1 0 0,-85 30 163 0 0,-1 0-1 0 0,0-1 1 0 0,0-1 0 0 0,-1 0-1 0 0,0 0 1 0 0,0-1 0 0 0,-1 0 0 0 0,0-1-1 0 0,0 0 1 0 0,11-17 0 0 0,-16 20 51 0 0,0 0-1 0 0,0 0 1 0 0,0-1 0 0 0,-1 1 0 0 0,0-1 0 0 0,-1 0 0 0 0,0 0-1 0 0,0 0 1 0 0,0 0 0 0 0,-1 0 0 0 0,0-1 0 0 0,0 1 0 0 0,-1 0 0 0 0,0-1-1 0 0,0 1 1 0 0,0-1 0 0 0,-1 1 0 0 0,-1 0 0 0 0,-2-10 0 0 0,-14-47 277 0 0,17 62-216 0 0,-4 17 56 0 0,10 20 88 0 0,8 37 1 0 0,-8-53-111 0 0,0 0 1 0 0,-2 1 0 0 0,0 0 0 0 0,-2 0 0 0 0,0 0 0 0 0,-1 0 0 0 0,-4 32 0 0 0,-1-34-36 0 0,0 0 1 0 0,-1 0-1 0 0,-1-1 1 0 0,-1 0 0 0 0,0 0-1 0 0,-1-1 1 0 0,-15 21-1 0 0,-89 100-1369 0 0,70-87-394 0 0,15-20-2505 0 0,17-21 590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2504 0 0,'85'-46'8042'0'0,"-65"36"-6510"0"0,-18 9-1491 0 0,-1 0 0 0 0,0 1-1 0 0,0-1 1 0 0,1 1 0 0 0,-1 0-1 0 0,0-1 1 0 0,1 1-1 0 0,-1 0 1 0 0,0 0 0 0 0,1 0-1 0 0,-1 0 1 0 0,1 0-1 0 0,-1 0 1 0 0,0 0 0 0 0,1 0-1 0 0,-1 0 1 0 0,0 1 0 0 0,1-1-1 0 0,-1 1 1 0 0,0-1-1 0 0,0 1 1 0 0,1-1 0 0 0,-1 1-1 0 0,0 0 1 0 0,0 0 0 0 0,0-1-1 0 0,0 1 1 0 0,0 0-1 0 0,0 0 1 0 0,0 0 0 0 0,0 0-1 0 0,0 0 1 0 0,0 0 0 0 0,-1 1-1 0 0,1-1 1 0 0,0 0-1 0 0,0 2 1 0 0,3 5 27 0 0,-1 0 1 0 0,0 1-1 0 0,0-1 0 0 0,2 13 1 0 0,-4-16-16 0 0,5 28 107 0 0,-1 0-1 0 0,-1 42 1 0 0,-2-41-93 0 0,0 0 1 0 0,10 40-1 0 0,-12-70-104 0 0,7 21-969 0 0,-6-24 857 0 0,-1 0 1 0 0,0 0-1 0 0,1-1 1 0 0,-1 1-1 0 0,0 0 0 0 0,1-1 1 0 0,-1 1-1 0 0,1 0 1 0 0,-1-1-1 0 0,1 1 0 0 0,-1 0 1 0 0,1-1-1 0 0,-1 1 1 0 0,1-1-1 0 0,0 1 0 0 0,-1-1 1 0 0,1 1-1 0 0,0-1 1 0 0,0 1-1 0 0,-1-1 0 0 0,1 0 1 0 0,0 0-1 0 0,0 1 1 0 0,-1-1-1 0 0,1 0 0 0 0,0 0 1 0 0,1 0-1 0 0,12-2-2893 0 0,-1-4-1006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72 1144 0 0,'-5'-13'1816'0'0,"-1"-1"-552"0"0,1 6-204 0 0,-1-1-355 0 0,1 1 455 0 0,-1-4-424 0 0,-3 5-216 0 0,-4 12-752 0 0,6 4-908 0 0,2-1 304 0 0,3 1-1109 0 0,-3-1 97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1 288 0 0,'2'2'2413'0'0,"4"7"-828"0"0,0 1 0 0 0,-1 0 1 0 0,7 17-1 0 0,9 38 473 0 0,2 69-1326 0 0,-20-101-11 0 0,-2 54-1 0 0,-2-44 461 0 0,1-42-1115 0 0,1 0 1 0 0,-1 0-1 0 0,0 1 0 0 0,0-1 0 0 0,0 0 1 0 0,0 0-1 0 0,0 0 0 0 0,-1 0 0 0 0,1 0 1 0 0,0 0-1 0 0,0 0 0 0 0,-1 0 0 0 0,1 0 1 0 0,-1 0-1 0 0,1 0 0 0 0,-1 0 0 0 0,1 0 1 0 0,-1 0-1 0 0,0 0 0 0 0,1 0 1 0 0,-1 0-1 0 0,0 0 0 0 0,0-1 0 0 0,1 1 1 0 0,-1 0-1 0 0,0-1 0 0 0,0 1 0 0 0,-2 0 1 0 0,2 0-51 0 0,0-2 0 0 0,0 1 0 0 0,0 0 0 0 0,0 0 0 0 0,0 0 0 0 0,0 0 1 0 0,1-1-1 0 0,-1 1 0 0 0,0 0 0 0 0,0-1 0 0 0,0 1 0 0 0,0 0 0 0 0,0-1 1 0 0,0 0-1 0 0,1 1 0 0 0,-1-1 0 0 0,0 1 0 0 0,0-1 0 0 0,1 0 0 0 0,-1 1 0 0 0,1-1 1 0 0,-1 0-1 0 0,0 0 0 0 0,1 0 0 0 0,-1 0 0 0 0,1 1 0 0 0,0-1 0 0 0,-1-2 1 0 0,-2-4-7 0 0,1 0 0 0 0,0 0 1 0 0,0 0-1 0 0,1 0 0 0 0,0-1 1 0 0,0 1-1 0 0,0-1 0 0 0,1 1 1 0 0,1 0-1 0 0,-1-1 0 0 0,1 1 1 0 0,2-8-1 0 0,-1 3-23 0 0,1-1 0 0 0,1 1 0 0 0,0 0 0 0 0,1 1-1 0 0,1-1 1 0 0,7-12 0 0 0,-6 14-3 0 0,0 1-1 0 0,1 0 0 0 0,0 0 1 0 0,0 1-1 0 0,1 0 1 0 0,0 0-1 0 0,1 1 0 0 0,0 0 1 0 0,0 1-1 0 0,0 0 1 0 0,1 1-1 0 0,0 0 1 0 0,0 1-1 0 0,0 0 0 0 0,0 0 1 0 0,20-2-1 0 0,-22 4 7 0 0,0 0-1 0 0,0 1 1 0 0,0 0-1 0 0,0 1 1 0 0,0 0-1 0 0,1 1 1 0 0,-1-1-1 0 0,0 2 1 0 0,0-1-1 0 0,0 2 1 0 0,0-1-1 0 0,-1 1 1 0 0,1 0-1 0 0,-1 1 1 0 0,1 0-1 0 0,-1 0 1 0 0,0 1-1 0 0,-1 0 1 0 0,1 0-1 0 0,-1 1 1 0 0,0 0-1 0 0,7 7 1 0 0,-11-8 23 0 0,1 0 0 0 0,-1 0 1 0 0,0 0-1 0 0,0 1 0 0 0,-1-1 1 0 0,0 1-1 0 0,0-1 0 0 0,0 1 1 0 0,0 0-1 0 0,-1 0 0 0 0,0 0 0 0 0,0 0 1 0 0,-1 0-1 0 0,0 10 0 0 0,-1 8-445 0 0,-1-1-1 0 0,-9 34 1 0 0,3-10-2743 0 0,7-46 2915 0 0,1 1-1 0 0,0-1 1 0 0,0 0 0 0 0,0 1 0 0 0,0-1-1 0 0,1 1 1 0 0,-1-1 0 0 0,0 0 0 0 0,0 1 0 0 0,1-1-1 0 0,-1 0 1 0 0,1 1 0 0 0,-1-1 0 0 0,1 0-1 0 0,0 0 1 0 0,0 1 0 0 0,-1-1 0 0 0,1 0 0 0 0,0 0-1 0 0,0 0 1 0 0,0 0 0 0 0,0 0 0 0 0,0 0-1 0 0,0 0 1 0 0,0-1 0 0 0,2 2 0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310 265 24 0 0,'11'-22'1366'0'0,"-1"-1"0"0"0,-1 0 0 0 0,-1 0 0 0 0,-1-1 0 0 0,-1 1-1 0 0,-1-2 1 0 0,-1 1 0 0 0,1-35 0 0 0,-5 58-1348 0 0,0 0 0 0 0,0 1 0 0 0,0-1 1 0 0,0 1-1 0 0,0-1 0 0 0,0 0 0 0 0,0 1 0 0 0,0-1 0 0 0,0 0 0 0 0,0 1 0 0 0,0-1 0 0 0,0 1 0 0 0,-1-1 1 0 0,1 0-1 0 0,0 1 0 0 0,0-1 0 0 0,-1 1 0 0 0,1-1 0 0 0,0 1 0 0 0,-1-1 0 0 0,1 1 0 0 0,0-1 0 0 0,-1 1 1 0 0,1-1-1 0 0,-1 1 0 0 0,1-1 0 0 0,-1 1 0 0 0,1 0 0 0 0,-1-1 0 0 0,1 1 0 0 0,-1 0 0 0 0,0 0 1 0 0,1-1-1 0 0,-1 1 0 0 0,1 0 0 0 0,-1 0 0 0 0,0 0 0 0 0,1 0 0 0 0,-1-1 0 0 0,0 1 0 0 0,1 0 0 0 0,-1 0 1 0 0,1 0-1 0 0,-1 1 0 0 0,0-1 0 0 0,1 0 0 0 0,-1 0 0 0 0,0 0 0 0 0,1 0 0 0 0,-1 1 0 0 0,1-1 0 0 0,-1 0 1 0 0,1 0-1 0 0,-1 1 0 0 0,0-1 0 0 0,-3 2 40 0 0,0 0 0 0 0,0 1 0 0 0,0-1 0 0 0,0 1 0 0 0,-5 5 0 0 0,-7 9 146 0 0,2 0 0 0 0,0 2-1 0 0,1-1 1 0 0,1 2-1 0 0,1-1 1 0 0,0 2 0 0 0,-8 22-1 0 0,-45 157 1324 0 0,56-169-1202 0 0,-19 82 967 0 0,-22 212-1 0 0,38 139-639 0 0,13-295-75 0 0,-2-169-629 0 0,0 1 0 0 0,1-1 0 0 0,-1 1 0 0 0,0 0 1 0 0,0-1-1 0 0,0 1 0 0 0,0 0 0 0 0,0-1 0 0 0,0 1 0 0 0,0-1 0 0 0,-1 1 0 0 0,1 0 1 0 0,0-1-1 0 0,0 1 0 0 0,0-1 0 0 0,-1 1 0 0 0,1-1 0 0 0,0 1 0 0 0,0 0 0 0 0,-1-1 0 0 0,1 1 1 0 0,-1-1-1 0 0,1 1 0 0 0,-1 0 0 0 0,-9-9-1530 0 0,-6-25-2133 0 0,-2-25-3610 0 0,10 35 2676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6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0 226 744 0 0,'2'-7'651'0'0,"1"0"0"0"0,0 0 0 0 0,0 0 0 0 0,0 1 0 0 0,1-1 0 0 0,0 1 0 0 0,0 0 0 0 0,1 0 0 0 0,8-8 0 0 0,-5 6-249 0 0,0 1-1 0 0,1 1 1 0 0,0 0 0 0 0,0 0-1 0 0,19-9 1 0 0,3 3-351 0 0,1 2 0 0 0,1 0 0 0 0,42-5 0 0 0,-43 8 229 0 0,35-5-905 0 0,-26 5-1827 0 0,47-15 0 0 0,-61 12 237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39 740 0 0,'4'-35'8029'0'0,"-4"35"-7983"0"0,1 0 1 0 0,-1 0-1 0 0,0 0 0 0 0,0 0 1 0 0,0 0-1 0 0,0 0 0 0 0,0-1 1 0 0,0 1-1 0 0,-2-2 1205 0 0,2 1-1205 0 0,0 1 0 0 0,0 0 1 0 0,0 0-1 0 0,0 0 0 0 0,0 0 1 0 0,0 0-1 0 0,-1 0 0 0 0,1 0 1 0 0,0 0-1 0 0,0 0 0 0 0,0 0 0 0 0,0 0 1 0 0,0 0-1 0 0,0 0 0 0 0,-1 0 1 0 0,1 0-1 0 0,0 0 0 0 0,0 0 1 0 0,0 0-1 0 0,0 0 0 0 0,0 0 1 0 0,-11 17 465 0 0,3-1-149 0 0,1 1 0 0 0,1 0 0 0 0,1 1 0 0 0,0-1 0 0 0,-2 25 0 0 0,5-30-310 0 0,1 1 0 0 0,0-1 0 0 0,1 0 0 0 0,0 1 0 0 0,1-1 0 0 0,1 0 0 0 0,0 0 0 0 0,6 20 0 0 0,-7-29-91 0 0,0 0 0 0 0,0 0 0 0 0,0-1 0 0 0,1 1 0 0 0,-1-1 0 0 0,1 1 0 0 0,0-1 0 0 0,0 0 0 0 0,0 0 0 0 0,0 0 0 0 0,0 0 0 0 0,0 0 0 0 0,0 0 0 0 0,1 0 0 0 0,-1-1 0 0 0,1 1 0 0 0,-1-1 0 0 0,1 1 0 0 0,-1-1 0 0 0,1 0 0 0 0,0 0 0 0 0,0-1 0 0 0,0 1 0 0 0,-1 0 0 0 0,1-1 0 0 0,6 1 0 0 0,-2-1-650 0 0,0-1 1 0 0,0 0-1 0 0,0 1 0 0 0,0-2 0 0 0,-1 1 0 0 0,1-1 0 0 0,0 0 0 0 0,-1-1 0 0 0,1 1 0 0 0,6-5 1 0 0,9-8-2940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80 932 0 0,'-12'-15'1868'0'0,"2"3"-460"0"0,1 2-192 0 0,-1-2-187 0 0,3 5-205 0 0,-1-1-188 0 0,1-1 296 0 0,-5 2-192 0 0,0 9-728 0 0,6 8-728 0 0,2 7-1080 0 0,4-7-417 0 0,0 0-255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2292 0 0,'4'14'5495'0'0,"-1"4"-3991"0"0,1 0 0 0 0,7 18-1 0 0,5 21-614 0 0,-14-46-446 0 0,1 0-1 0 0,-2 1 0 0 0,1-1 1 0 0,-2 1-1 0 0,1-1 0 0 0,-4 24 0 0 0,3-34-111 0 0,-10 5 563 0 0,8-6-875 0 0,1-1 1 0 0,0 1-1 0 0,0-1 1 0 0,-1 1-1 0 0,1-1 1 0 0,0 0 0 0 0,0 0-1 0 0,0 0 1 0 0,0 0-1 0 0,0 0 1 0 0,0 0-1 0 0,0 0 1 0 0,0 0-1 0 0,0 0 1 0 0,0 0 0 0 0,0 0-1 0 0,1 0 1 0 0,-1-1-1 0 0,1 1 1 0 0,-2-2-1 0 0,1-1-5 0 0,0 0-1 0 0,0 0 0 0 0,1 0 1 0 0,-1 0-1 0 0,1 0 0 0 0,0-1 0 0 0,0-3 1 0 0,1-2-22 0 0,0 1 0 0 0,1 0 0 0 0,0 0 0 0 0,0 1 0 0 0,1-1 1 0 0,4-10-1 0 0,0 8-10 0 0,-1 1 1 0 0,1 0 0 0 0,1 0-1 0 0,-1 1 1 0 0,2 0 0 0 0,-1 1-1 0 0,1 0 1 0 0,1 0 0 0 0,-1 1-1 0 0,1 0 1 0 0,1 0 0 0 0,19-9 0 0 0,-20 12-10 0 0,0-1 0 0 0,0 2 0 0 0,0-1 1 0 0,1 1-1 0 0,-1 1 0 0 0,1 0 0 0 0,-1 0 1 0 0,1 1-1 0 0,0 0 0 0 0,0 1 1 0 0,0 0-1 0 0,0 1 0 0 0,-1 0 0 0 0,18 5 1 0 0,-24-5 24 0 0,0 1 1 0 0,0-1 0 0 0,0 1 0 0 0,0 0 0 0 0,0 0-1 0 0,-1 0 1 0 0,1 0 0 0 0,-1 1 0 0 0,1 0 0 0 0,-1 0 0 0 0,0 0-1 0 0,0 0 1 0 0,-1 0 0 0 0,1 0 0 0 0,0 1 0 0 0,-1-1-1 0 0,0 1 1 0 0,0 0 0 0 0,0-1 0 0 0,0 1 0 0 0,-1 0 0 0 0,0 0-1 0 0,1 0 1 0 0,-1 1 0 0 0,-1-1 0 0 0,1 0 0 0 0,-1 0-1 0 0,0 8 1 0 0,0 10-34 0 0,-2-1 0 0 0,-1 0 0 0 0,-1 0 0 0 0,-10 33 0 0 0,4-12-458 0 0,9-38-115 0 0,-3 23-739 0 0,4-27 1151 0 0,0 1 1 0 0,0-1 0 0 0,0 1-1 0 0,0 0 1 0 0,0-1 0 0 0,0 1-1 0 0,0-1 1 0 0,0 1 0 0 0,0 0-1 0 0,1-1 1 0 0,-1 1 0 0 0,0-1-1 0 0,0 1 1 0 0,1-1 0 0 0,-1 1-1 0 0,0-1 1 0 0,1 1 0 0 0,-1-1-1 0 0,0 1 1 0 0,3 1-782 0 0,-3-2 782 0 0,1 0-1 0 0,-1 1 1 0 0,1-1 0 0 0,-1 0-1 0 0,1 0 1 0 0,0 0 0 0 0,-1 1-1 0 0,1-1 1 0 0,-1 0 0 0 0,1 0-1 0 0,-1 0 1 0 0,1 0 0 0 0,0 0-1 0 0,-1 0 1 0 0,1 0 0 0 0,0 0-1 0 0,15-2-3881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2216 0 0,'48'-95'13448'0'0,"-47"93"-12948"0"0,0 3-467 0 0,-1 0 0 0 0,1 0 0 0 0,0 0 0 0 0,-1-1 0 0 0,1 1-1 0 0,-1 0 1 0 0,1 0 0 0 0,-1 0 0 0 0,1 0 0 0 0,-1 0 0 0 0,1 0 0 0 0,-1 0-1 0 0,0 0 1 0 0,0 0 0 0 0,0 0 0 0 0,1 0 0 0 0,-1 0 0 0 0,0 0 0 0 0,0 0 0 0 0,0 0-1 0 0,-1 2 1 0 0,0 26 366 0 0,0 0-145 0 0,1 1 0 0 0,3 34 0 0 0,-1-49-422 0 0,1 1 0 0 0,0-1 0 0 0,1 0-1 0 0,0 0 1 0 0,13 28 0 0 0,-16-41-128 0 0,0 0-1 0 0,1 0 1 0 0,-1-1 0 0 0,0 1 0 0 0,1 0-1 0 0,-1-1 1 0 0,1 1 0 0 0,2 2 0 0 0,6 0-3760 0 0,-9-3 3605 0 0,0-1 1 0 0,0 0-1 0 0,0 0 1 0 0,0 0-1 0 0,2 0 0 0 0,13-1-4758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94 114 496 0 0,'-78'-102'10577'0'0,"62"91"-10229"0"0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8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2640 0 0,'0'0'2051'0'0,"15"-1"2057"0"0,-12 3-3771 0 0,-1 1-1 0 0,0-1 0 0 0,0 0 1 0 0,0 1-1 0 0,0-1 0 0 0,-1 1 1 0 0,1-1-1 0 0,-1 1 0 0 0,1 0 1 0 0,-1 0-1 0 0,0 0 0 0 0,1 5 0 0 0,10 45 1353 0 0,-8-30-832 0 0,4 28-3 0 0,-2 0 0 0 0,-2 0 0 0 0,-5 77 1 0 0,1 16-390 0 0,1-136-427 0 0,-1 0 1 0 0,1 0-1 0 0,0 0 0 0 0,1 0 1 0 0,0 0-1 0 0,5 13 0 0 0,-5-18-25 0 0,-1-1 0 0 0,1 1 0 0 0,-1 0 0 0 0,1 0 0 0 0,0-1 0 0 0,0 1 0 0 0,0-1 0 0 0,0 0 0 0 0,1 1 0 0 0,-1-1 0 0 0,1 0 0 0 0,-1 0 0 0 0,1-1 0 0 0,0 1 0 0 0,0-1 0 0 0,-1 1 0 0 0,1-1 0 0 0,0 0 0 0 0,5 1 0 0 0,5 1 9 0 0,0-1 0 0 0,0-1 1 0 0,1-1-1 0 0,-1 0 0 0 0,0 0 0 0 0,0-1 0 0 0,0-1 0 0 0,0 0 0 0 0,0-1 0 0 0,24-8 1 0 0,-8 0 67 0 0,0-2 1 0 0,-1 0 0 0 0,40-26 0 0 0,-43 22-34 0 0,0-1 0 0 0,45-42 0 0 0,-62 53-66 0 0,-1-1 0 0 0,1-1 0 0 0,-1 0 0 0 0,0 0 0 0 0,-1 0 0 0 0,0-1 0 0 0,-1 0 0 0 0,0 0 0 0 0,0 0 0 0 0,-1-1 0 0 0,4-16 0 0 0,-8 26-4 0 0,1 0 0 0 0,-1 0 0 0 0,0-1 0 0 0,0 1 0 0 0,0 0 0 0 0,0-1 0 0 0,0 1 0 0 0,0 0-1 0 0,0-1 1 0 0,0 1 0 0 0,0 0 0 0 0,0-1 0 0 0,-1 1 0 0 0,1 0 0 0 0,-1 0 0 0 0,1-1 0 0 0,-1 1 0 0 0,0-2 0 0 0,0 3 10 0 0,1 0 0 0 0,-1-1 0 0 0,0 1 0 0 0,1-1 1 0 0,-1 1-1 0 0,0 0 0 0 0,0-1 0 0 0,1 1 0 0 0,-1 0 0 0 0,0 0 0 0 0,1 0 0 0 0,-1-1 0 0 0,0 1 0 0 0,0 0 0 0 0,0 0 0 0 0,1 0 0 0 0,-1 0 0 0 0,0 0 0 0 0,0 1 0 0 0,1-1 0 0 0,-1 0 0 0 0,-1 0 0 0 0,-3 2 32 0 0,-1 1 0 0 0,1-1 0 0 0,0 1 0 0 0,0-1 0 0 0,0 2 0 0 0,-7 4 0 0 0,-4 6 123 0 0,0 0 1 0 0,1 0-1 0 0,1 2 1 0 0,1-1-1 0 0,-22 34 1 0 0,27-37 38 0 0,1 1 1 0 0,1 0-1 0 0,0 0 0 0 0,1 0 1 0 0,0 1-1 0 0,1 0 1 0 0,0-1-1 0 0,2 1 0 0 0,-3 21 1 0 0,5-32-142 0 0,0 0-1 0 0,0 0 1 0 0,0 0 0 0 0,0 0 0 0 0,1 0 0 0 0,-1 0-1 0 0,1 0 1 0 0,0 0 0 0 0,0 0 0 0 0,0-1 0 0 0,0 1-1 0 0,0 0 1 0 0,1 0 0 0 0,-1-1 0 0 0,1 1 0 0 0,-1-1-1 0 0,1 0 1 0 0,3 4 0 0 0,-1-3-11 0 0,-1 0 1 0 0,1-1-1 0 0,0 1 0 0 0,0-1 0 0 0,1 0 1 0 0,-1 0-1 0 0,0 0 0 0 0,1 0 1 0 0,-1-1-1 0 0,8 2 0 0 0,6 0-286 0 0,1-1 0 0 0,-1-1 1 0 0,1-1-1 0 0,32-4 0 0 0,-25 1-929 0 0,-1-1 0 0 0,0-1 0 0 0,0-1 0 0 0,42-17 0 0 0,-50 16-663 0 0,-1-1 0 0 0,0-1 0 0 0,0 0 0 0 0,18-15-1 0 0,-8 0-4337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15 1976 0 0,'-43'-4'3101'0'0,"-102"-7"9012"0"0,247 14-11049 0 0,-45 0-875 0 0,263 20-1810 0 0,-139-8-7086 0 0,-135-11 2996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3:59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159 120 380 0 0,'22'-26'4657'0'0,"-1"-1"0"0"0,19-33 0 0 0,-40 58-4501 0 0,0 2-141 0 0,0-1-1 0 0,-1 1 1 0 0,1 0-1 0 0,-1-1 1 0 0,1 1-1 0 0,-1 0 1 0 0,1-1-1 0 0,-1 1 1 0 0,1 0-1 0 0,-1 0 0 0 0,1-1 1 0 0,-1 1-1 0 0,0 0 1 0 0,1 0-1 0 0,-1 0 1 0 0,1 0-1 0 0,-1 0 1 0 0,1 0-1 0 0,-2 0 1 0 0,-16 6-13 0 0,0 1 0 0 0,0 1 0 0 0,1 0 0 0 0,0 2 0 0 0,1 0 0 0 0,0 0 0 0 0,0 2 1 0 0,1 0-1 0 0,1 0 0 0 0,0 2 0 0 0,-24 28 0 0 0,36-39 1 0 0,0 0 0 0 0,1 0 0 0 0,-1 0 0 0 0,1 0 0 0 0,0 0 0 0 0,0 1 0 0 0,0-1 0 0 0,0 0 0 0 0,0 1 0 0 0,1-1 0 0 0,-1 0 0 0 0,1 1 0 0 0,0-1 0 0 0,0 1 0 0 0,0-1 0 0 0,1 0 1 0 0,-1 1-1 0 0,1-1 0 0 0,0 0 0 0 0,0 1 0 0 0,0-1 0 0 0,0 0 0 0 0,1 0 0 0 0,-1 0 0 0 0,1 0 0 0 0,0 0 0 0 0,-1 0 0 0 0,2 0 0 0 0,-1-1 0 0 0,0 1 0 0 0,3 2 0 0 0,9 8 3 0 0,0 0 0 0 0,0-2 0 0 0,1 1 0 0 0,24 12 0 0 0,-24-15-6 0 0,140 94-193 0 0,-152-100 179 0 0,-1-2 20 0 0,0 1 0 0 0,0 0 0 0 0,0 0 0 0 0,0 0-1 0 0,0 0 1 0 0,-1 0 0 0 0,1 0 0 0 0,-1 0 0 0 0,1 0 0 0 0,-1 1 0 0 0,1 2 0 0 0,0-1 20 0 0,-2-3-20 0 0,0 0 1 0 0,0 1 0 0 0,0-1 0 0 0,0 0-1 0 0,0 0 1 0 0,0 0 0 0 0,0 0 0 0 0,-1 0-1 0 0,1-1 1 0 0,0 1 0 0 0,-1 0-1 0 0,1 0 1 0 0,0 0 0 0 0,-1 0 0 0 0,1 0-1 0 0,-1 0 1 0 0,0 0 0 0 0,1-1 0 0 0,-1 1-1 0 0,1 0 1 0 0,-1 0 0 0 0,0-1 0 0 0,0 1-1 0 0,0 0 1 0 0,1-1 0 0 0,-1 1-1 0 0,0-1 1 0 0,0 1 0 0 0,0-1 0 0 0,-1 1-1 0 0,-9 3 28 0 0,-1 0-1 0 0,1-1 1 0 0,-1 0-1 0 0,0-1 1 0 0,0-1-1 0 0,-19 1 0 0 0,-71-5 171 0 0,100 3-292 0 0,-32-6-1357 0 0,33 6 1236 0 0,0 0-1 0 0,1-1 0 0 0,-1 1 1 0 0,0 0-1 0 0,0 0 0 0 0,1-1 1 0 0,-1 1-1 0 0,0 0 1 0 0,1-1-1 0 0,-1 1 0 0 0,0-1 1 0 0,1 1-1 0 0,-1-1 0 0 0,1 1 1 0 0,-1-1-1 0 0,0 1 1 0 0,1-1-1 0 0,0 1 0 0 0,-1-1 1 0 0,1 0-1 0 0,-1 1 0 0 0,1-1 1 0 0,0 0-1 0 0,-1 1 1 0 0,1-1-1 0 0,0 0 0 0 0,0 0 1 0 0,-1 1-1 0 0,1-1 0 0 0,0 0 1 0 0,0 0-1 0 0,0 1 1 0 0,0-1-1 0 0,0 0 0 0 0,0 0 1 0 0,0 0-1 0 0,0 1 0 0 0,1-1 1 0 0,-1-1-1 0 0,4-9-2953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4:0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60 445 1244 0 0,'0'0'121'0'0,"1"0"0"0"0,-1 0 0 0 0,1 0 0 0 0,-1 0 0 0 0,1 0 1 0 0,-1 0-1 0 0,1 0 0 0 0,-1 1 0 0 0,1-1 0 0 0,-1 0 0 0 0,0 0 0 0 0,1 0 0 0 0,-1 1 0 0 0,1-1 0 0 0,-1 0 0 0 0,0 0 0 0 0,1 1 0 0 0,-1-1 0 0 0,0 0 1 0 0,1 1-1 0 0,-1-1 0 0 0,0 1 0 0 0,1-1 0 0 0,-1 0 0 0 0,0 1 0 0 0,0-1 0 0 0,1 1 0 0 0,-8 17 2946 0 0,6-17-3077 0 0,-42 97 2846 0 0,39-87-2694 0 0,0 1 0 0 0,1-1 1 0 0,0 1-1 0 0,1-1 0 0 0,1 1 0 0 0,-1 0 0 0 0,2 15 0 0 0,0-24-79 0 0,0-1-1 0 0,0 1 1 0 0,1 0-1 0 0,-1 0 0 0 0,1-1 1 0 0,0 1-1 0 0,0-1 0 0 0,0 1 1 0 0,0-1-1 0 0,0 1 1 0 0,0-1-1 0 0,1 1 0 0 0,-1-1 1 0 0,1 0-1 0 0,0 0 1 0 0,0 0-1 0 0,0 0 0 0 0,0 0 1 0 0,2 2-1 0 0,-1-2-18 0 0,1 0 0 0 0,-1-1 0 0 0,0 1 0 0 0,1-1 0 0 0,-1 0 0 0 0,1 0 0 0 0,0 0 0 0 0,-1 0 0 0 0,1-1 0 0 0,0 1 0 0 0,0-1 0 0 0,5 0 0 0 0,1-1-16 0 0,1-1 1 0 0,-1 1 0 0 0,0-2 0 0 0,0 1-1 0 0,0-1 1 0 0,0-1 0 0 0,-1 0-1 0 0,1 0 1 0 0,11-8 0 0 0,-6 2-29 0 0,-1-1 0 0 0,0-1 0 0 0,0 0 0 0 0,-1-1 0 0 0,0-1 0 0 0,-2 0 0 0 0,12-16 0 0 0,-17 22-5 0 0,-1-1 0 0 0,0 1 0 0 0,-1-1 1 0 0,0 0-1 0 0,0 0 0 0 0,-1 0 1 0 0,0 0-1 0 0,0-1 0 0 0,-1 1 0 0 0,0-1 1 0 0,-1 0-1 0 0,0 1 0 0 0,-1-1 1 0 0,-1-18-1 0 0,0 22 1 0 0,-1 1-1 0 0,1-1 1 0 0,-1 1 0 0 0,0 0 0 0 0,-1 0 0 0 0,1 0-1 0 0,-1 0 1 0 0,0 0 0 0 0,0 0 0 0 0,0 1-1 0 0,-1-1 1 0 0,0 1 0 0 0,0 0 0 0 0,0 0 0 0 0,0 1-1 0 0,0-1 1 0 0,-1 1 0 0 0,0 0 0 0 0,0 0-1 0 0,0 0 1 0 0,0 1 0 0 0,0 0 0 0 0,0 0 0 0 0,0 0-1 0 0,-6-1 1 0 0,2 1-17 0 0,0 0 0 0 0,0 0 0 0 0,0 1 0 0 0,-1 0-1 0 0,1 1 1 0 0,0 0 0 0 0,0 0 0 0 0,0 1 0 0 0,0 1 0 0 0,0-1 0 0 0,0 1 0 0 0,0 1-1 0 0,0-1 1 0 0,-13 7 0 0 0,16-5-24 0 0,0 0 0 0 0,0 0 0 0 0,0 0 1 0 0,0 1-1 0 0,1 0 0 0 0,0 0 0 0 0,0 0 0 0 0,0 1 0 0 0,-7 10 0 0 0,11-15 35 0 0,0 1 0 0 0,1 0 0 0 0,-1-1 0 0 0,0 1 0 0 0,0 0 0 0 0,1 0 1 0 0,-1-1-1 0 0,1 1 0 0 0,0 0 0 0 0,-1 0 0 0 0,1 0 0 0 0,0 0 0 0 0,0 0 0 0 0,0-1 0 0 0,0 1 0 0 0,1 0 0 0 0,0 2 0 0 0,-1-2 4 0 0,1 0 0 0 0,1 0-1 0 0,-1-1 1 0 0,0 1 0 0 0,0 0-1 0 0,1-1 1 0 0,-1 1 0 0 0,1-1-1 0 0,-1 1 1 0 0,1-1 0 0 0,-1 0-1 0 0,1 1 1 0 0,0-1 0 0 0,0 0-1 0 0,0 0 1 0 0,0 0 0 0 0,-1-1-1 0 0,1 1 1 0 0,3 0-1 0 0,6 3-33 0 0,1-1 0 0 0,1-1 0 0 0,-1 0 0 0 0,0-1 0 0 0,0 0-1 0 0,22-1 1 0 0,75-14-405 0 0,-88 11 354 0 0,15-3-141 0 0,1-2 0 0 0,-1-2 0 0 0,-1-1 0 0 0,1-2 0 0 0,-2-1 0 0 0,0-2 0 0 0,44-28 0 0 0,-54 28 350 0 0,0-1 0 0 0,-1-1-1 0 0,0-1 1 0 0,-2-1 0 0 0,0-1 0 0 0,-2 0 0 0 0,0-2 0 0 0,-1 0 0 0 0,28-51 0 0 0,-31 47 447 0 0,-8 16-316 0 0,-1 0-1 0 0,8-20 0 0 0,-14 30-207 0 0,-1 1-29 0 0,0 1-1 0 0,-1 0 0 0 0,1 0 1 0 0,0-1-1 0 0,-1 1 0 0 0,1 0 1 0 0,0 0-1 0 0,0 0 1 0 0,0 0-1 0 0,0 1 0 0 0,0-1 1 0 0,0 0-1 0 0,0 0 0 0 0,-1 3 1 0 0,-22 44 207 0 0,3 0 1 0 0,2 1 0 0 0,2 1-1 0 0,2 0 1 0 0,-16 101-1 0 0,24-105-147 0 0,-2 47 0 0 0,9-77-24 0 0,0-1 1 0 0,1 1 0 0 0,0 0-1 0 0,2-1 1 0 0,-1 0 0 0 0,11 29-1 0 0,-12-40-37 0 0,0-1 0 0 0,0 0 0 0 0,1 0 0 0 0,-1 1 0 0 0,1-1 0 0 0,0 0 0 0 0,0-1 0 0 0,0 1 0 0 0,0 0 0 0 0,0-1 0 0 0,1 1 0 0 0,-1-1 0 0 0,1 1 0 0 0,0-1 0 0 0,-1 0 0 0 0,1 0 0 0 0,0-1 0 0 0,0 1 0 0 0,0 0 0 0 0,1-1 0 0 0,-1 0 0 0 0,0 0-1 0 0,1 0 1 0 0,-1 0 0 0 0,0 0 0 0 0,1-1 0 0 0,-1 1 0 0 0,1-1 0 0 0,-1 0 0 0 0,1 0 0 0 0,6-2 0 0 0,-1 1-35 0 0,0-2 0 0 0,0 1 0 0 0,0-1 1 0 0,-1-1-1 0 0,1 0 0 0 0,-1 0 0 0 0,0 0 0 0 0,0-1 0 0 0,0-1 0 0 0,11-9 0 0 0,-1-2-53 0 0,0-1-1 0 0,-2-1 0 0 0,25-34 0 0 0,33-69 1041 0 0,-53 87-1009 0 0,-20 34 8 0 0,-1 2-37 0 0,1-1 70 0 0,-1 1 1 0 0,1-1-1 0 0,-1 1 1 0 0,1-1 0 0 0,-1 1-1 0 0,0 0 1 0 0,1-1-1 0 0,-1 1 1 0 0,0-1 0 0 0,1 1-1 0 0,-1 0 1 0 0,0-1-1 0 0,0 1 1 0 0,0 0 0 0 0,0 0-1 0 0,0-1 1 0 0,1 1 0 0 0,-1 0-1 0 0,0-1 1 0 0,-1 1-1 0 0,1 0 1 0 0,0-1 0 0 0,0 2-1 0 0,-2 23-28 0 0,2-23 33 0 0,-2 15 10 0 0,2 0 1 0 0,-1 0 0 0 0,2 0 0 0 0,0-1 0 0 0,1 1-1 0 0,9 31 1 0 0,-9-41 9 0 0,0 0 0 0 0,1-1 0 0 0,0 1 0 0 0,0-1 0 0 0,1 0 0 0 0,0 0 0 0 0,0 0 0 0 0,0-1 0 0 0,1 1-1 0 0,-1-1 1 0 0,1 0 0 0 0,1 0 0 0 0,-1-1 0 0 0,1 0 0 0 0,-1 1 0 0 0,1-2 0 0 0,0 1 0 0 0,13 5 0 0 0,-14-7-28 0 0,0-1-1 0 0,0 1 1 0 0,0-1 0 0 0,0 0 0 0 0,0 0 0 0 0,0 0 0 0 0,1-1 0 0 0,-1 0-1 0 0,0 0 1 0 0,0 0 0 0 0,0-1 0 0 0,0 0 0 0 0,0 0 0 0 0,10-3 0 0 0,-8 1-42 0 0,1 0 0 0 0,-1-1 0 0 0,0 0 0 0 0,0 0 1 0 0,0-1-1 0 0,-1 0 0 0 0,0 0 0 0 0,10-11 1 0 0,-1-1 54 0 0,-1-2 0 0 0,0 0 1 0 0,-2 0-1 0 0,0-1 0 0 0,15-38 1 0 0,21-67 2439 0 0,-48 123-2457 0 0,-2 4-17 0 0,-5 7 51 0 0,0 0 1 0 0,0 0-1 0 0,1 0 1 0 0,0 1-1 0 0,1 0 1 0 0,0 0-1 0 0,1 1 1 0 0,-4 12-1 0 0,1-3-36 0 0,2 1-1 0 0,0 0 0 0 0,-2 32 1 0 0,7-50 26 0 0,0-1 0 0 0,0 0 0 0 0,0 1 0 0 0,0-1 0 0 0,0 0 0 0 0,0 0 0 0 0,1 1 0 0 0,-1-1 0 0 0,1 0 0 0 0,0 0 1 0 0,0 0-1 0 0,-1 0 0 0 0,1 0 0 0 0,1 0 0 0 0,-1 0 0 0 0,0 0 0 0 0,0 0 0 0 0,1 0 0 0 0,2 2 0 0 0,-1-2 0 0 0,0 1 0 0 0,0-1 0 0 0,1 0 0 0 0,-1 0 0 0 0,1 0 0 0 0,-1-1-1 0 0,1 1 1 0 0,0-1 0 0 0,-1 0 0 0 0,7 1 0 0 0,5 0-191 0 0,-1-1 1 0 0,1 0-1 0 0,0-1 0 0 0,0-1 1 0 0,15-3-1 0 0,-11 1-455 0 0,-1-1 1 0 0,1 0-1 0 0,-1-2 1 0 0,0 0-1 0 0,0-2 0 0 0,-1 1 1 0 0,0-2-1 0 0,0 0 1 0 0,-1-2-1 0 0,0 1 1 0 0,-1-2-1 0 0,0 0 0 0 0,-1-1 1 0 0,0 0-1 0 0,-1-1 1 0 0,0-1-1 0 0,17-26 0 0 0,-4-2-2110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4:0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130 624 3640 0 0,'28'-163'2378'0'0,"-24"122"-1702"0"0,-1-19 419 0 0,-3-29 704 0 0,-17-134 3682 0 0,11 175-4823 0 0,-3 55-651 0 0,6-2-12 0 0,0 0 0 0 0,1 0 0 0 0,0 0 0 0 0,0 0 0 0 0,1 1 0 0 0,0-1 0 0 0,-1 1 1 0 0,1 7-1 0 0,-2 6 59 0 0,-43 213 640 0 0,-17 265-1 0 0,60-454-650 0 0,2 0 1 0 0,2 0-1 0 0,1 0 1 0 0,10 47-1 0 0,-9-75-329 0 0,0 0 0 0 0,1 0 1 0 0,1 0-1 0 0,0 0 0 0 0,1 0 0 0 0,1-1 0 0 0,0 0 0 0 0,1-1 0 0 0,0 1 0 0 0,1-2 0 0 0,0 1 1 0 0,2-1-1 0 0,-1-1 0 0 0,20 17 0 0 0,-24-23-300 0 0,-1-1 0 0 0,2 0 0 0 0,-1 0-1 0 0,0 0 1 0 0,1-1 0 0 0,-1 0 0 0 0,1 0 0 0 0,0-1 0 0 0,0 0 0 0 0,0 0 0 0 0,11 1 0 0 0,1-4-3037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4:01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24 336 976 0 0,'4'-62'5555'0'0,"-5"-89"0"0"0,-2 44-1888 0 0,-7 134-3344 0 0,3 42-121 0 0,1 73 0 0 0,7-108-176 0 0,1 1 0 0 0,2-1 0 0 0,2 1 1 0 0,10 35-1 0 0,-14-61-170 0 0,1 0 1 0 0,1 0-1 0 0,-1-1 1 0 0,2 1-1 0 0,-1-1 0 0 0,1 0 1 0 0,0 0-1 0 0,1 0 1 0 0,0-1-1 0 0,10 11 1 0 0,-13-15-12 0 0,1 0 1 0 0,0 0 0 0 0,-1-1-1 0 0,1 1 1 0 0,0-1-1 0 0,0 0 1 0 0,0 0 0 0 0,1 0-1 0 0,-1-1 1 0 0,0 1 0 0 0,1-1-1 0 0,-1 0 1 0 0,1 0 0 0 0,-1-1-1 0 0,1 1 1 0 0,-1-1 0 0 0,1 0-1 0 0,-1 0 1 0 0,1-1-1 0 0,0 1 1 0 0,-1-1 0 0 0,1 0-1 0 0,5-2 1 0 0,2-2-5 0 0,0 0-1 0 0,-1-1 1 0 0,1 0 0 0 0,-2-1-1 0 0,1 0 1 0 0,-1-1 0 0 0,0 0 0 0 0,0-1-1 0 0,13-14 1 0 0,6-11 1097 0 0,33-52-1 0 0,-44 59 58 0 0,63-100 3941 0 0,-80 125-4808 0 0,-1 25-144 0 0,-8 4 33 0 0,-3 14 20 0 0,-9 53 1 0 0,18-81-6 0 0,1-1 0 0 0,0 1 1 0 0,1 0-1 0 0,1-1 0 0 0,0 1 1 0 0,0-1-1 0 0,1 1 1 0 0,7 21-1 0 0,-8-30-19 0 0,0-1 0 0 0,1 1 0 0 0,-1-1 0 0 0,1 0 0 0 0,0 1-1 0 0,-1-1 1 0 0,1 0 0 0 0,1 0 0 0 0,-1 0 0 0 0,0-1 0 0 0,1 1 0 0 0,-1 0 0 0 0,1-1 0 0 0,0 0 0 0 0,0 0-1 0 0,0 0 1 0 0,0 0 0 0 0,0 0 0 0 0,1 0 0 0 0,-1-1 0 0 0,0 1 0 0 0,1-1 0 0 0,-1 0 0 0 0,1 0 0 0 0,0-1-1 0 0,-1 1 1 0 0,1-1 0 0 0,0 1 0 0 0,-1-1 0 0 0,1 0 0 0 0,4-1 0 0 0,-1 0 1 0 0,0-1-1 0 0,0 0 1 0 0,0 0 0 0 0,0 0 0 0 0,0-1 0 0 0,0 0-1 0 0,0 0 1 0 0,-1-1 0 0 0,0 0 0 0 0,0 0-1 0 0,0 0 1 0 0,0-1 0 0 0,-1 0 0 0 0,10-10-1 0 0,2-7-6 0 0,0-1-1 0 0,-1-1 1 0 0,-2 0-1 0 0,0-1 1 0 0,13-36-1 0 0,-19 40-7 0 0,-1 0 1 0 0,-1-1-1 0 0,0 0 0 0 0,-2-1 0 0 0,-1 1 0 0 0,0-1 0 0 0,-2-27 0 0 0,-1 41-14 0 0,-1 0 0 0 0,0 0-1 0 0,0 0 1 0 0,-1 0-1 0 0,0 1 1 0 0,0-1-1 0 0,-1 1 1 0 0,-1-1 0 0 0,1 1-1 0 0,-1 0 1 0 0,-1 0-1 0 0,-5-7 1 0 0,7 11 2 0 0,-1 0-1 0 0,1 0 1 0 0,-1 0 0 0 0,0 1-1 0 0,0-1 1 0 0,0 1 0 0 0,-1 0-1 0 0,1 1 1 0 0,-1-1 0 0 0,1 1-1 0 0,-1 0 1 0 0,0 0 0 0 0,0 0-1 0 0,0 1 1 0 0,0-1 0 0 0,-1 1 0 0 0,1 1-1 0 0,0-1 1 0 0,0 1 0 0 0,0 0-1 0 0,-9 0 1 0 0,0 2 3 0 0,0 1 0 0 0,0 0 0 0 0,1 1 0 0 0,-1 1 0 0 0,1 0-1 0 0,0 0 1 0 0,0 1 0 0 0,1 1 0 0 0,0 0 0 0 0,0 1 0 0 0,0 1 0 0 0,-11 10 0 0 0,5-3-6 0 0,1 1 0 0 0,0 0 0 0 0,2 1 0 0 0,0 1 0 0 0,1 1 0 0 0,-16 29 0 0 0,24-39 26 0 0,1 0 0 0 0,1 0 1 0 0,0 1-1 0 0,0 0 0 0 0,1 0 1 0 0,1 0-1 0 0,0 0 0 0 0,0 0 1 0 0,1 0-1 0 0,0 1 0 0 0,2 12 0 0 0,-1-17-3 0 0,1-1 0 0 0,0 1-1 0 0,1-1 1 0 0,0 0-1 0 0,0 1 1 0 0,0-1-1 0 0,1 0 1 0 0,0 0-1 0 0,0 0 1 0 0,0-1-1 0 0,1 1 1 0 0,0-1-1 0 0,0 0 1 0 0,0 0-1 0 0,1 0 1 0 0,-1 0-1 0 0,1-1 1 0 0,0 0-1 0 0,1 0 1 0 0,7 4-1 0 0,-5-3 2 0 0,1 0 0 0 0,0-1 0 0 0,1 0 0 0 0,-1 0 0 0 0,1-1-1 0 0,0 0 1 0 0,0-1 0 0 0,0 0 0 0 0,0-1 0 0 0,0 0 0 0 0,0 0-1 0 0,13-2 1 0 0,-9 0-48 0 0,0-2 0 0 0,0 1 0 0 0,-1-2 0 0 0,1 0 0 0 0,-1 0 0 0 0,0-2 0 0 0,25-12 0 0 0,-9 0-81 0 0,-1-2 0 0 0,-1 0 0 0 0,-1-2 0 0 0,-1-1 1 0 0,-1-1-1 0 0,32-41 0 0 0,49-81 381 0 0,-28 36 445 0 0,-77 110-704 0 0,0-1 0 0 0,1 1-1 0 0,-1-1 1 0 0,0 1 0 0 0,0 0 0 0 0,0-1 0 0 0,1 1 0 0 0,-1-1-1 0 0,0 1 1 0 0,0 0 0 0 0,1-1 0 0 0,-1 1 0 0 0,0 0 0 0 0,1 0-1 0 0,-1-1 1 0 0,0 1 0 0 0,1 0 0 0 0,-1 0 0 0 0,0-1 0 0 0,1 1-1 0 0,-1 0 1 0 0,1 0 0 0 0,-1 0 0 0 0,0 0 0 0 0,1 0 0 0 0,-1 0-1 0 0,1-1 1 0 0,-1 1 0 0 0,1 0 0 0 0,-1 0 0 0 0,0 0-1 0 0,1 1 1 0 0,-1-1 0 0 0,1 0 0 0 0,-1 0 0 0 0,1 0 0 0 0,4 16 52 0 0,-5 24 17 0 0,-10 27-86 0 0,-2-1 1 0 0,-27 84-1 0 0,15-61-96 0 0,-9 38 774 0 0,32-125-504 0 0,12-22-19 0 0,4-15-102 0 0,1 1-1 0 0,2 0 1 0 0,1 1-1 0 0,2 1 1 0 0,1 1-1 0 0,2 1 1 0 0,1 2-1 0 0,30-29 1 0 0,-36 40-79 0 0,1 1 0 0 0,40-26-1 0 0,-49 35-8 0 0,0 1 0 0 0,1 1 0 0 0,-1-1-1 0 0,1 2 1 0 0,0 0 0 0 0,1 1-1 0 0,18-4 1 0 0,-28 7 38 0 0,0-1 1 0 0,0 1-1 0 0,0 0 1 0 0,0 0-1 0 0,0 1 0 0 0,0-1 1 0 0,0 0-1 0 0,0 1 1 0 0,0 0-1 0 0,-1 0 0 0 0,1 0 1 0 0,0 0-1 0 0,0 0 1 0 0,-1 0-1 0 0,1 1 0 0 0,-1-1 1 0 0,4 3-1 0 0,-3-1 22 0 0,0 0-1 0 0,-1 0 1 0 0,1 1 0 0 0,-1-1-1 0 0,1 0 1 0 0,-1 1 0 0 0,0-1-1 0 0,-1 1 1 0 0,1 0-1 0 0,2 8 1 0 0,-1 1 87 0 0,0 1 0 0 0,-1 0 0 0 0,-1 0 0 0 0,0 0 0 0 0,-2 26-1 0 0,-31 199 2313 0 0,31-238-2313 0 0,1 0 1 0 0,0 0-1 0 0,0 0 1 0 0,0-1-1 0 0,0 1 1 0 0,0 0-1 0 0,0 0 1 0 0,0 0-1 0 0,0-1 1 0 0,0 1 0 0 0,0 0-1 0 0,0 0 1 0 0,0-1-1 0 0,0 1 1 0 0,1 0-1 0 0,-1 0 1 0 0,0 0-1 0 0,1-1 1 0 0,-1 1-1 0 0,1 0 1 0 0,-1-1-1 0 0,0 1 1 0 0,1 0-1 0 0,0-1 1 0 0,-1 1-1 0 0,2 0 0 0 0,-1 0-21 0 0,1-1-1 0 0,-1 1 0 0 0,1-1 0 0 0,-1 1 1 0 0,0-1-1 0 0,1 0 0 0 0,-1 0 0 0 0,1 0 0 0 0,-1 0 1 0 0,1 0-1 0 0,-1 0 0 0 0,1 0 0 0 0,1-1 0 0 0,6-1 56 0 0,-1 0 0 0 0,0-1 0 0 0,15-6-1 0 0,1-4-404 0 0,0 0-1 0 0,0-2 0 0 0,-1-1 0 0 0,-1 0 1 0 0,37-38-1 0 0,-46 40-583 0 0,0 0 0 0 0,-1-1 1 0 0,0 0-1 0 0,-1-1 0 0 0,-1 0 0 0 0,-1-1 0 0 0,0 0 1 0 0,-1 0-1 0 0,7-26 0 0 0,-13 36-123 0 0,0 0 0 0 0,-1 0 0 0 0,0 0 0 0 0,0 0-1 0 0,-1 0 1 0 0,0-13 0 0 0,-7-17-5299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4:01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35 2356 0 0,'-76'-15'6673'0'0,"-36"-4"712"0"0,90 22-6464 0 0,-8 11-6182 0 0,15-7 945 0 0,1-2-1038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44:0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4888 0 0,'-1'0'175'0'0,"-74"1"12218"0"0,59 1-6878 0 0,53 1-4804 0 0,122 4-230 0 0,69 5-2810 0 0,0 5-3329 0 0,-139-9 255 0 0,-9-2-2966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426 350 1856 0 0,'0'0'2618'0'0,"-10"8"1232"0"0,-2 3-2412 0 0,11-10-1018 0 0,1 0-395 0 0,0-1-1 0 0,0 1 0 0 0,0-1 1 0 0,0 1-1 0 0,1-1 1 0 0,-1 1-1 0 0,0-1 0 0 0,0 1 1 0 0,1-1-1 0 0,-1 1 1 0 0,0-1-1 0 0,1 0 0 0 0,-1 1 1 0 0,1-1-1 0 0,-1 0 1 0 0,0 1-1 0 0,1-1 0 0 0,-1 0 1 0 0,1 1-1 0 0,-1-1 1 0 0,1 0-1 0 0,6 0 19 0 0,0-1 0 0 0,0 0 0 0 0,-1 0 0 0 0,1 0 0 0 0,-1-1 0 0 0,1 0 0 0 0,-1 0 0 0 0,0-1 0 0 0,0 0 0 0 0,0 0 0 0 0,0 0 0 0 0,9-8 0 0 0,13-9-7 0 0,28-26-1 0 0,-53 43-24 0 0,20-18 68 0 0,0 0 0 0 0,-1-2 0 0 0,-2 0 0 0 0,0-2 0 0 0,21-35 0 0 0,-37 53-68 0 0,0 0 0 0 0,-1-1 1 0 0,0 1-1 0 0,4-12 0 0 0,-7 17-12 0 0,1-1 0 0 0,-1 1 0 0 0,1 0 0 0 0,-1-1 0 0 0,0 1 0 0 0,0-1 0 0 0,0 1 0 0 0,0 0-1 0 0,-1-1 1 0 0,1 1 0 0 0,-1-1 0 0 0,1 1 0 0 0,-1 0 0 0 0,0 0 0 0 0,0-1 0 0 0,0 1 0 0 0,0 0 0 0 0,-2-2 0 0 0,3 3-1 0 0,-1 0-1 0 0,0 0 1 0 0,0 0 0 0 0,-1 0 0 0 0,1 1 0 0 0,0-1 0 0 0,0 0-1 0 0,0 1 1 0 0,0-1 0 0 0,-1 1 0 0 0,1-1 0 0 0,0 1 0 0 0,0 0-1 0 0,-1 0 1 0 0,1-1 0 0 0,0 1 0 0 0,-1 0 0 0 0,1 0 0 0 0,0 0 0 0 0,-1 0-1 0 0,0 1 1 0 0,-28 6-34 0 0,12 3 7 0 0,0 0 0 0 0,0 2 1 0 0,1-1-1 0 0,1 2 0 0 0,0 0 0 0 0,-14 16 1 0 0,9-7-15 0 0,2 2 0 0 0,0 0-1 0 0,-23 38 1 0 0,38-54 44 0 0,-1 0-1 0 0,1 1 1 0 0,1-1-1 0 0,-1 1 1 0 0,1 0-1 0 0,1 0 1 0 0,0 0-1 0 0,0 0 0 0 0,1 0 1 0 0,0 1-1 0 0,0-1 1 0 0,2 13-1 0 0,0-9 33 0 0,2 0 1 0 0,-1 0-1 0 0,2 0 0 0 0,0 0 0 0 0,0 0 0 0 0,1-1 1 0 0,13 23-1 0 0,28 40 25 0 0,-31-54 46 0 0,-1 1 0 0 0,-1 1 1 0 0,-1 0-1 0 0,-1 0 0 0 0,10 36 0 0 0,-19-54 29 0 0,-1 1 1 0 0,0-1-1 0 0,0 1 0 0 0,-1 0 1 0 0,1 0-1 0 0,-1-1 0 0 0,-1 1 0 0 0,1 0 1 0 0,-1 0-1 0 0,0-1 0 0 0,0 1 1 0 0,-1-1-1 0 0,1 1 0 0 0,-1-1 0 0 0,-1 1 1 0 0,1-1-1 0 0,-1 0 0 0 0,1 0 1 0 0,-2 0-1 0 0,1 0 0 0 0,0-1 0 0 0,-1 1 1 0 0,0-1-1 0 0,0 0 0 0 0,0 0 1 0 0,-1 0-1 0 0,1-1 0 0 0,-1 0 1 0 0,0 0-1 0 0,-6 3 0 0 0,-4 2 114 0 0,0-1-1 0 0,0-1 1 0 0,0-1-1 0 0,-1 0 1 0 0,0-1-1 0 0,0-1 1 0 0,-1 0-1 0 0,1-1 1 0 0,-24 0-1 0 0,16-3-115 0 0,0-1-1 0 0,0-1 1 0 0,0-1-1 0 0,0-1 1 0 0,-33-11-1 0 0,40 10-95 0 0,1-1-1 0 0,-1 0 1 0 0,1-1-1 0 0,1-1 1 0 0,0 0-1 0 0,0-1 1 0 0,1-1-1 0 0,-15-13 1 0 0,27 22-101 0 0,0 0 1 0 0,1 0-1 0 0,-1 0 0 0 0,0 0 1 0 0,1-1-1 0 0,-1 1 0 0 0,1-1 1 0 0,-1 1-1 0 0,1-1 0 0 0,0 1 1 0 0,0-1-1 0 0,1 1 0 0 0,-1-1 1 0 0,0 0-1 0 0,0-3 0 0 0,2 5-79 0 0,-1-1 1 0 0,0 0-1 0 0,0 1 0 0 0,0-1 0 0 0,1 1 0 0 0,-1 0 1 0 0,1-1-1 0 0,-1 1 0 0 0,1-1 0 0 0,0 1 0 0 0,0 0 1 0 0,-1-1-1 0 0,1 1 0 0 0,0 0 0 0 0,0 0 0 0 0,0 0 1 0 0,0 0-1 0 0,0 0 0 0 0,1 0 0 0 0,-1 0 0 0 0,0 0 1 0 0,0 0-1 0 0,1 0 0 0 0,-1 0 0 0 0,0 1 0 0 0,1-1 1 0 0,-1 1-1 0 0,3-1 0 0 0,8-3-2477 0 0,0 0-1 0 0,22-3 1 0 0,-16 5-1915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3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140 479 136 0 0,'2'-2'1672'0'0,"-1"1"-1101"0"0,1 1 0 0 0,0-1 0 0 0,-1-1 0 0 0,1 1 1 0 0,-1 0-1 0 0,0 0 0 0 0,1 0 0 0 0,-1-1 0 0 0,0 1 0 0 0,0-1 0 0 0,0 1 0 0 0,0-1 0 0 0,0 1 1 0 0,0-1-1 0 0,0 0 0 0 0,0 1 0 0 0,-1-1 0 0 0,1 0 0 0 0,-1 0 0 0 0,1-2 0 0 0,-1 4-504 0 0,0-1 0 0 0,0 1 0 0 0,0 0 0 0 0,1 0 0 0 0,-1-1 0 0 0,0 1 0 0 0,0 0 0 0 0,0 0 0 0 0,0 0 0 0 0,0-1 0 0 0,-1 1 0 0 0,1 0 0 0 0,0 0 0 0 0,0-1 0 0 0,0 1 0 0 0,0 0 0 0 0,0 0 0 0 0,0 0 0 0 0,0-1 0 0 0,0 1 0 0 0,0 0 0 0 0,-1 0 0 0 0,1 0 0 0 0,0-1 0 0 0,0 1 0 0 0,0 0 0 0 0,0 0 0 0 0,-1 0 0 0 0,1 0 0 0 0,0-1 0 0 0,0 1 0 0 0,0 0 0 0 0,-1 0 0 0 0,1 0 0 0 0,0 0 0 0 0,0 0 0 0 0,0 0 0 0 0,-1 0 0 0 0,-9 5 542 0 0,-6 12-412 0 0,3 3-37 0 0,1 0 0 0 0,2 1 0 0 0,0 0 0 0 0,-9 28 0 0 0,15-40-138 0 0,2 1-1 0 0,-1 0 0 0 0,1 0 0 0 0,0 0 1 0 0,1 0-1 0 0,0 0 0 0 0,1 1 1 0 0,0-1-1 0 0,1 0 0 0 0,0 0 0 0 0,0 0 1 0 0,4 11-1 0 0,-3-16-14 0 0,-1-1 0 0 0,1 1-1 0 0,0-1 1 0 0,1 0 0 0 0,-1 0 0 0 0,1 0-1 0 0,-1 0 1 0 0,1-1 0 0 0,1 1 0 0 0,-1-1-1 0 0,0 1 1 0 0,1-1 0 0 0,-1 0 0 0 0,1 0 0 0 0,7 3-1 0 0,-5-3 2 0 0,1 0 1 0 0,0 0-1 0 0,0-1 0 0 0,0 0 0 0 0,0 0 0 0 0,0-1 0 0 0,0 0 1 0 0,1 0-1 0 0,10-1 0 0 0,-6 0-1 0 0,0-1 0 0 0,0 0 1 0 0,0-1-1 0 0,-1-1 0 0 0,1 0 1 0 0,0 0-1 0 0,-1-1 0 0 0,0-1 1 0 0,0 0-1 0 0,0 0 0 0 0,-1-1 0 0 0,11-7 1 0 0,-11 4-8 0 0,0-1 1 0 0,-1 0-1 0 0,0 0 1 0 0,-1-1 0 0 0,0 0-1 0 0,0 0 1 0 0,-1-1-1 0 0,-1 0 1 0 0,0 0-1 0 0,-1-1 1 0 0,0 0 0 0 0,-1 0-1 0 0,0 0 1 0 0,3-24-1 0 0,-5 27-2 0 0,-1 0 0 0 0,0 0-1 0 0,-1 0 1 0 0,0 0 0 0 0,0 0-1 0 0,-1 0 1 0 0,0 0 0 0 0,-1 0-1 0 0,0 0 1 0 0,-1 1-1 0 0,0-1 1 0 0,-1 1 0 0 0,1-1-1 0 0,-2 1 1 0 0,1 0 0 0 0,-1 0-1 0 0,-1 1 1 0 0,0 0 0 0 0,0 0-1 0 0,-10-11 1 0 0,11 15-2 0 0,0 0 1 0 0,-1 0-1 0 0,1 1 0 0 0,-1-1 1 0 0,1 1-1 0 0,-1 0 0 0 0,0 1 0 0 0,0-1 1 0 0,0 1-1 0 0,0 1 0 0 0,-1-1 1 0 0,1 1-1 0 0,-7-1 0 0 0,2 2 2 0 0,1 0 0 0 0,0 0 0 0 0,0 1-1 0 0,0 0 1 0 0,0 1 0 0 0,0 0 0 0 0,-17 7-1 0 0,11-3 7 0 0,0 1 0 0 0,1 0 0 0 0,0 2 0 0 0,0 0 0 0 0,1 0 0 0 0,0 1 0 0 0,1 1 0 0 0,0 0 0 0 0,-19 23 0 0 0,26-27 3 0 0,0 1 1 0 0,1 0-1 0 0,0 0 1 0 0,0 0-1 0 0,1 1 0 0 0,0 0 1 0 0,0 0-1 0 0,-3 12 1 0 0,7-19-36 0 0,-1 1 0 0 0,0 0 1 0 0,1 0-1 0 0,0 0 0 0 0,0 0 1 0 0,0-1-1 0 0,0 1 1 0 0,0 0-1 0 0,0 0 0 0 0,1 0 1 0 0,-1 0-1 0 0,1-1 0 0 0,0 1 1 0 0,0 0-1 0 0,0-1 1 0 0,0 1-1 0 0,1 0 0 0 0,-1-1 1 0 0,0 0-1 0 0,1 1 0 0 0,0-1 1 0 0,0 0-1 0 0,0 0 1 0 0,0 0-1 0 0,0 0 0 0 0,0 0 1 0 0,0 0-1 0 0,0 0 1 0 0,1-1-1 0 0,-1 1 0 0 0,4 1 1 0 0,5 1-175 0 0,0 0 0 0 0,1 0 0 0 0,-1-1 0 0 0,1-1 0 0 0,-1 0 1 0 0,1 0-1 0 0,0-1 0 0 0,0 0 0 0 0,-1-1 0 0 0,14-2 0 0 0,6-1-381 0 0,1-2 0 0 0,47-14 0 0 0,-46 9 332 0 0,-1-2 1 0 0,-1-1-1 0 0,0-1 0 0 0,-1-2 1 0 0,0-1-1 0 0,-2-1 0 0 0,0-2 1 0 0,-1-1-1 0 0,26-25 0 0 0,-27 21 392 0 0,-1-2-1 0 0,-2-1 0 0 0,-1 0 0 0 0,0-2 0 0 0,-3-1 0 0 0,0 0 0 0 0,-2-1 0 0 0,18-48 0 0 0,-4-26 2662 0 0,-31 105-2295 0 0,-8 8-5 0 0,4 2-334 0 0,-1-1-1 0 0,2 1 0 0 0,-1 0 1 0 0,1 0-1 0 0,1 0 0 0 0,-3 12 1 0 0,0 1 5 0 0,1-7 0 0 0,-54 220 1445 0 0,49-190-1490 0 0,3 1 1 0 0,1 0-1 0 0,2 57 0 0 0,4-83-84 0 0,0-1-1 0 0,6 23 0 0 0,-6-36-92 0 0,1 0 1 0 0,-1 0-1 0 0,1 0 0 0 0,0 0 0 0 0,1-1 1 0 0,0 1-1 0 0,0-1 0 0 0,0 1 1 0 0,0-1-1 0 0,8 8 0 0 0,-10-12 23 0 0,0 0 1 0 0,0-1-1 0 0,0 1 0 0 0,0-1 0 0 0,1 1 0 0 0,-1-1 0 0 0,0 0 0 0 0,0 1 0 0 0,0-1 0 0 0,0 0 0 0 0,0 0 0 0 0,1 0 0 0 0,-1 0 0 0 0,0 0 0 0 0,0 0 0 0 0,0 0 0 0 0,0 0 0 0 0,1 0 0 0 0,-1 0 0 0 0,0-1 0 0 0,0 1 0 0 0,0-1 0 0 0,2 0 0 0 0,24-14-335 0 0,-15 5 239 0 0,-1 0 0 0 0,0-1 0 0 0,0-1 0 0 0,-1 0 0 0 0,10-15 0 0 0,39-71-224 0 0,-26 40 214 0 0,-14 25 427 0 0,-10 17 60 0 0,18-27-1 0 0,-26 42-346 0 0,-1 1-1 0 0,0-1 0 0 0,1 0 1 0 0,-1 1-1 0 0,1-1 1 0 0,-1 1-1 0 0,1-1 0 0 0,-1 1 1 0 0,1-1-1 0 0,-1 1 1 0 0,1-1-1 0 0,0 1 0 0 0,-1-1 1 0 0,1 1-1 0 0,0-1 0 0 0,-1 1 1 0 0,1 0-1 0 0,0 0 1 0 0,0-1-1 0 0,-1 1 0 0 0,1 0 1 0 0,0 0-1 0 0,0 0 0 0 0,-1 0 1 0 0,1 0-1 0 0,0 0 1 0 0,0 0-1 0 0,-1 0 0 0 0,1 0 1 0 0,0 0-1 0 0,0 0 0 0 0,-1 0 1 0 0,1 1-1 0 0,0-1 1 0 0,0 0-1 0 0,-1 1 0 0 0,1-1 1 0 0,0 0-1 0 0,-1 1 0 0 0,1-1 1 0 0,0 1-1 0 0,-1-1 1 0 0,1 1-1 0 0,-1-1 0 0 0,1 1 1 0 0,-1-1-1 0 0,1 1 1 0 0,-1 0-1 0 0,1-1 0 0 0,-1 1 1 0 0,0 0-1 0 0,1-1 0 0 0,-1 1 1 0 0,0 0-1 0 0,0-1 1 0 0,1 2-1 0 0,2 4 43 0 0,-1 0 1 0 0,0 0-1 0 0,0 0 1 0 0,-1 0-1 0 0,2 10 1 0 0,0 7 56 0 0,0 20 10 0 0,2-1 1 0 0,2-1-1 0 0,2 1 0 0 0,18 52 1 0 0,-27-93-115 0 0,1 0 1 0 0,-1 0 0 0 0,1 0 0 0 0,0-1-1 0 0,-1 1 1 0 0,1 0 0 0 0,0 0-1 0 0,0 0 1 0 0,-1-1 0 0 0,1 1-1 0 0,0 0 1 0 0,0-1 0 0 0,0 1-1 0 0,0-1 1 0 0,0 1 0 0 0,0-1-1 0 0,0 1 1 0 0,0-1 0 0 0,0 0-1 0 0,0 1 1 0 0,0-1 0 0 0,0 0-1 0 0,0 0 1 0 0,0 0 0 0 0,0 0-1 0 0,0 0 1 0 0,1 0 0 0 0,-1 0-1 0 0,0 0 1 0 0,0 0 0 0 0,0 0-1 0 0,0-1 1 0 0,0 1 0 0 0,0 0 0 0 0,0-1-1 0 0,0 1 1 0 0,0-1 0 0 0,1 0-1 0 0,4-2 7 0 0,0 0 0 0 0,-1 0-1 0 0,1-1 1 0 0,7-6 0 0 0,9-10-8 0 0,-2-2 0 0 0,0 0 0 0 0,-1-2 1 0 0,20-34-1 0 0,19-22-137 0 0,-56 78 125 0 0,2-4-14 0 0,0 1 0 0 0,0 0 0 0 0,0 0 0 0 0,1 1 0 0 0,0-1 0 0 0,0 1 0 0 0,6-4 0 0 0,-9 8 23 0 0,0-1 1 0 0,0 0 0 0 0,0 0 0 0 0,0 1 0 0 0,1-1-1 0 0,-1 1 1 0 0,0 0 0 0 0,1 0 0 0 0,-1 0 0 0 0,0 0-1 0 0,0 0 1 0 0,1 0 0 0 0,-1 1 0 0 0,0-1-1 0 0,0 1 1 0 0,0-1 0 0 0,1 1 0 0 0,-1 0 0 0 0,0 0-1 0 0,0 0 1 0 0,0 0 0 0 0,0 0 0 0 0,3 3-1 0 0,47 34 33 0 0,-40-29-17 0 0,1 1-1 0 0,-1-1 1 0 0,1-1 0 0 0,1 0 0 0 0,0-1 0 0 0,0-1 0 0 0,16 6-1 0 0,-16-8 14 0 0,-1-1-1 0 0,1 0 0 0 0,-1-1 1 0 0,1-1-1 0 0,0 0 0 0 0,15-1 0 0 0,-25 0-19 0 0,0 0-1 0 0,-1-1 0 0 0,1 0 0 0 0,0 0 1 0 0,0 0-1 0 0,0 0 0 0 0,-1 0 0 0 0,1-1 0 0 0,-1 0 1 0 0,1 0-1 0 0,-1 0 0 0 0,0 0 0 0 0,1 0 1 0 0,-1-1-1 0 0,0 1 0 0 0,-1-1 0 0 0,1 0 0 0 0,0 0 1 0 0,-1 0-1 0 0,1 0 0 0 0,-1 0 0 0 0,0 0 1 0 0,0-1-1 0 0,-1 1 0 0 0,1-1 0 0 0,1-5 1 0 0,0 2-16 0 0,-1-1 1 0 0,-1 1 0 0 0,1 0-1 0 0,-1 0 1 0 0,0-1 0 0 0,-1 1 0 0 0,0-1-1 0 0,0 1 1 0 0,-2-15 0 0 0,1 21 2 0 0,1 0 1 0 0,0 0-1 0 0,-1 1 1 0 0,1-1-1 0 0,-1 0 1 0 0,1 0-1 0 0,-1 1 1 0 0,1-1-1 0 0,-1 0 1 0 0,1 0-1 0 0,-1 1 1 0 0,0-1-1 0 0,1 1 1 0 0,-1-1 0 0 0,0 1-1 0 0,0-1 1 0 0,1 1-1 0 0,-1-1 1 0 0,0 1-1 0 0,0-1 1 0 0,0 1-1 0 0,1 0 1 0 0,-1 0-1 0 0,0-1 1 0 0,0 1-1 0 0,0 0 1 0 0,0 0-1 0 0,0 0 1 0 0,0 0-1 0 0,0 0 1 0 0,-1 0-1 0 0,-26 5-27 0 0,19-1 134 0 0,0 1-1 0 0,-1 0 0 0 0,1 1 0 0 0,1-1 1 0 0,-1 2-1 0 0,1-1 0 0 0,0 1 0 0 0,1 0 0 0 0,-1 1 1 0 0,-7 10-1 0 0,2 0 156 0 0,0 1 1 0 0,1 1-1 0 0,-15 32 0 0 0,23-44-148 0 0,0 1-1 0 0,1-1 1 0 0,1 1-1 0 0,-1 0 1 0 0,2 0 0 0 0,-1 0-1 0 0,1 0 1 0 0,0 0-1 0 0,1 1 1 0 0,0-1-1 0 0,3 16 1 0 0,-3-20-42 0 0,1-1 0 0 0,1 0 0 0 0,-1 1 1 0 0,0-1-1 0 0,1 0 0 0 0,0 0 0 0 0,0 0 0 0 0,1 0 1 0 0,-1 0-1 0 0,1-1 0 0 0,-1 1 0 0 0,1-1 0 0 0,0 1 1 0 0,1-1-1 0 0,-1 0 0 0 0,0 0 0 0 0,1-1 0 0 0,0 1 1 0 0,-1-1-1 0 0,1 1 0 0 0,0-1 0 0 0,0-1 0 0 0,1 1 1 0 0,-1 0-1 0 0,0-1 0 0 0,5 1 0 0 0,0 0-291 0 0,1-1 1 0 0,-1 0-1 0 0,1-1 0 0 0,-1 0 0 0 0,1 0 0 0 0,-1-1 0 0 0,0 0 0 0 0,1-1 0 0 0,-1 0 1 0 0,10-4-1 0 0,17-8-4026 0 0,-4-5-4022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46 664 1556 0 0,'-2'1'502'0'0,"-1"0"-1"0"0,0 0 1 0 0,1 0-1 0 0,-1 1 1 0 0,1-1-1 0 0,-1 1 1 0 0,1 0-1 0 0,0-1 1 0 0,-1 1-1 0 0,1 0 1 0 0,0 0-1 0 0,0 1 1 0 0,1-1-1 0 0,-1 0 1 0 0,0 1-1 0 0,1-1 1 0 0,-1 1-1 0 0,1-1 1 0 0,0 1-1 0 0,0 0 1 0 0,0-1-1 0 0,-1 7 1 0 0,2-6-299 0 0,-1 0 1 0 0,1 0-1 0 0,0 0 0 0 0,1 1 1 0 0,-1-1-1 0 0,1 0 0 0 0,-1 0 1 0 0,1 0-1 0 0,0 0 0 0 0,0 0 1 0 0,0 0-1 0 0,0 0 0 0 0,1-1 1 0 0,-1 1-1 0 0,1 0 0 0 0,0-1 1 0 0,0 1-1 0 0,0-1 0 0 0,0 1 1 0 0,4 3-1 0 0,-4-5-155 0 0,1 1 0 0 0,-1 0 1 0 0,1-1-1 0 0,0 0 0 0 0,0 1 0 0 0,-1-1 1 0 0,1 0-1 0 0,0-1 0 0 0,0 1 0 0 0,0 0 1 0 0,0-1-1 0 0,0 0 0 0 0,0 1 0 0 0,0-1 0 0 0,4-1 1 0 0,0 1-9 0 0,1-1 1 0 0,-1 0 0 0 0,0-1 0 0 0,0 1-1 0 0,10-5 1 0 0,4-3-51 0 0,-1-2 0 0 0,0 0 0 0 0,0-1 0 0 0,-1-1 0 0 0,-1 0 0 0 0,-1-2 1 0 0,1 0-1 0 0,-2-1 0 0 0,0-1 0 0 0,-2 0 0 0 0,1-1 0 0 0,22-39 0 0 0,-7 3-253 0 0,-3-1 1 0 0,-2-1-1 0 0,27-94 1 0 0,-29 74-104 0 0,13-88 0 0 0,-36 162 264 0 0,-10 15-74 0 0,0 0 157 0 0,1 1-1 0 0,0 0 0 0 0,1 0 0 0 0,1 1 0 0 0,0 0 1 0 0,-5 20-1 0 0,-4 5 41 0 0,-79 199 205 0 0,74-175-106 0 0,-24 119-1 0 0,42-169-100 0 0,1 0 1 0 0,1 0-1 0 0,0 0 0 0 0,1 0 0 0 0,3 27 1 0 0,-3-37-12 0 0,1 0 0 0 0,0-1-1 0 0,0 1 1 0 0,0 0 0 0 0,0-1 0 0 0,1 1 0 0 0,0-1 0 0 0,-1 1 0 0 0,1-1 0 0 0,0 0 0 0 0,1 0 0 0 0,-1 0 0 0 0,0 0 0 0 0,1 0 0 0 0,0-1 0 0 0,0 1 0 0 0,-1-1 0 0 0,1 1 0 0 0,1-1 0 0 0,-1 0 0 0 0,0 0-1 0 0,1 0 1 0 0,-1-1 0 0 0,1 1 0 0 0,-1-1 0 0 0,7 1 0 0 0,3 0-60 0 0,0 0-1 0 0,0-1 1 0 0,0-1 0 0 0,0 0-1 0 0,1-1 1 0 0,-1 0-1 0 0,0-1 1 0 0,0 0-1 0 0,0-1 1 0 0,12-5-1 0 0,3-2-430 0 0,-1-1-1 0 0,0-1 1 0 0,35-23-1 0 0,-32 16 91 0 0,-1-2-1 0 0,-2-1 1 0 0,0-1-1 0 0,-1-2 1 0 0,-2 0-1 0 0,0-2 1 0 0,-2 0-1 0 0,31-50 1 0 0,-25 28 664 0 0,-1-1 0 0 0,-3-1-1 0 0,-3-2 1 0 0,26-90 0 0 0,-23 28 1900 0 0,-24 114-2162 0 0,0 1 0 0 0,1-1 1 0 0,-1 0-1 0 0,0 1 0 0 0,0-1 1 0 0,0 0-1 0 0,0 0 0 0 0,1 1 1 0 0,-1-1-1 0 0,0 0 0 0 0,0 1 1 0 0,0-1-1 0 0,0 0 0 0 0,-1 1 1 0 0,1-1-1 0 0,0 0 0 0 0,0 0 1 0 0,0 1-1 0 0,-1-2 0 0 0,-7 8 96 0 0,-11 20-55 0 0,-5 28 142 0 0,-23 80-1 0 0,-6 62 690 0 0,42-153-775 0 0,-47 259 607 0 0,59-284 224 0 0,-1-18-916 0 0,0 0 0 0 0,1 0 0 0 0,-1 0 0 0 0,0 0-1 0 0,1 0 1 0 0,-1 0 0 0 0,0 0 0 0 0,0 0 0 0 0,1 0 0 0 0,-1 0 0 0 0,0 0 0 0 0,1 0 0 0 0,-1-1 0 0 0,0 1 0 0 0,1 0 0 0 0,-1 0 0 0 0,0 0 0 0 0,0 0 0 0 0,1-1 0 0 0,-1 1-1 0 0,0 0 1 0 0,0 0 0 0 0,0 0 0 0 0,1-1 0 0 0,-1 1 0 0 0,0 0 0 0 0,0-1 0 0 0,0 1 0 0 0,0 0 0 0 0,1-1 0 0 0,20-34 443 0 0,-17 29-510 0 0,16-29 67 0 0,47-59 0 0 0,-56 79-56 0 0,1 2 0 0 0,1 0 0 0 0,0 0 0 0 0,1 1 0 0 0,1 1 0 0 0,23-15 0 0 0,-34 24 18 0 0,0 0 1 0 0,1 0 0 0 0,-1 0 0 0 0,0 0-1 0 0,1 1 1 0 0,-1 0 0 0 0,1 0-1 0 0,-1 0 1 0 0,1 0 0 0 0,-1 1 0 0 0,1 0-1 0 0,0 0 1 0 0,-1 0 0 0 0,1 0-1 0 0,7 2 1 0 0,-8-1 11 0 0,0 1 0 0 0,-1-1 0 0 0,1 1-1 0 0,0 0 1 0 0,-1 0 0 0 0,1 0 0 0 0,-1 0 0 0 0,0 1 0 0 0,0-1 0 0 0,0 1-1 0 0,0 0 1 0 0,0 0 0 0 0,-1 0 0 0 0,1 0 0 0 0,-1 1 0 0 0,0-1-1 0 0,4 8 1 0 0,0 5 23 0 0,0 0-1 0 0,-1 1 0 0 0,-1-1 0 0 0,-1 1 0 0 0,0 0 1 0 0,-1 0-1 0 0,-1 32 0 0 0,0-9-16 0 0,0-18 11 0 0,-1-16 4 0 0,0-1 1 0 0,0 1 0 0 0,0-1-1 0 0,1 1 1 0 0,0-1-1 0 0,0 1 1 0 0,3 7 0 0 0,-3-12-12 0 0,0 0 1 0 0,0 0-1 0 0,0 0 1 0 0,0-1-1 0 0,0 1 1 0 0,0 0-1 0 0,0-1 1 0 0,0 1-1 0 0,0-1 1 0 0,0 1-1 0 0,0-1 1 0 0,0 1-1 0 0,0-1 1 0 0,1 0-1 0 0,-1 0 1 0 0,0 1-1 0 0,0-1 1 0 0,0 0-1 0 0,1 0 1 0 0,-1 0-1 0 0,0 0 1 0 0,0-1-1 0 0,0 1 1 0 0,0 0-1 0 0,2-1 0 0 0,32-7 55 0 0,-3-4-53 0 0,-1 0 0 0 0,0-2 0 0 0,-1-2 0 0 0,-1-1 0 0 0,0-1 0 0 0,-1-1 0 0 0,-1-1 1 0 0,-1-2-1 0 0,-1 0 0 0 0,-1-2 0 0 0,27-34 0 0 0,-44 48 88 0 0,0 1 0 0 0,8-20 0 0 0,-13 25-69 0 0,0 0 0 0 0,-1 0-1 0 0,1 0 1 0 0,-1 0 0 0 0,0 0-1 0 0,0 0 1 0 0,-1-1-1 0 0,1 1 1 0 0,-1 0 0 0 0,0-6-1 0 0,-1 9-27 0 0,1 1 0 0 0,0-1-1 0 0,-1 0 1 0 0,1 1 0 0 0,0-1-1 0 0,-1 1 1 0 0,1-1 0 0 0,-1 1-1 0 0,1-1 1 0 0,-1 1 0 0 0,1-1-1 0 0,-1 1 1 0 0,0 0 0 0 0,1-1-1 0 0,-1 1 1 0 0,1 0-1 0 0,-1-1 1 0 0,0 1 0 0 0,1 0-1 0 0,-1 0 1 0 0,0 0 0 0 0,1-1-1 0 0,-1 1 1 0 0,0 0 0 0 0,0 0-1 0 0,1 0 1 0 0,-1 0 0 0 0,0 0-1 0 0,1 0 1 0 0,-1 0 0 0 0,0 1-1 0 0,1-1 1 0 0,-1 0 0 0 0,0 0-1 0 0,1 1 1 0 0,-1-1 0 0 0,0 0-1 0 0,1 0 1 0 0,-1 1-1 0 0,1-1 1 0 0,-1 1 0 0 0,-8 5-7 0 0,0 1 0 0 0,1 0 0 0 0,0 1 0 0 0,0-1 0 0 0,1 1 0 0 0,0 1 0 0 0,1-1 0 0 0,-1 1 0 0 0,2 0 0 0 0,-1 1 0 0 0,1 0 0 0 0,1-1 0 0 0,0 2 0 0 0,0-1 0 0 0,-2 12 0 0 0,4-14 22 0 0,0 0 1 0 0,1 0-1 0 0,1-1 1 0 0,-1 1 0 0 0,1 0-1 0 0,0 0 1 0 0,1 0-1 0 0,0-1 1 0 0,3 15 0 0 0,-2-16 2 0 0,0-1 0 0 0,0 1 1 0 0,1-1-1 0 0,-1 0 1 0 0,1 0-1 0 0,0 0 0 0 0,1 0 1 0 0,-1-1-1 0 0,1 1 0 0 0,0-1 1 0 0,0 0-1 0 0,0 0 0 0 0,1-1 1 0 0,7 6-1 0 0,-4-4-43 0 0,1-1 0 0 0,0 0 0 0 0,1-1 0 0 0,-1 0 0 0 0,0 0 0 0 0,1-1-1 0 0,0 0 1 0 0,-1 0 0 0 0,1-1 0 0 0,0-1 0 0 0,11 0 0 0 0,1-1-937 0 0,1-1-1 0 0,0-1 1 0 0,37-9-1 0 0,-40 6-2269 0 0,34-15-1 0 0,-20 3-3196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38 2732 0 0,'-40'2'2846'0'0,"-91"6"6919"0"0,135-8-9432 0 0,298-31-807 0 0,5 18-7787 0 0,-211 10 3724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6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489 738 1668 0 0,'-17'11'2175'0'0,"-2"1"-765"0"0,0 0-1 0 0,1 2 1 0 0,1 0-1 0 0,0 1 0 0 0,1 0 1 0 0,-16 20-1 0 0,28-24-313 0 0,11-8 156 0 0,14-6-276 0 0,-7-4-852 0 0,-2 1 0 0 0,1-2 1 0 0,-1 0-1 0 0,0-1 0 0 0,-1 0 0 0 0,0 0 1 0 0,15-18-1 0 0,-2 0-9 0 0,37-57 0 0 0,-35 40-151 0 0,-1-1 0 0 0,-3-1 0 0 0,-1-1 0 0 0,25-89 0 0 0,27-208-777 0 0,-73 344 812 0 0,3-18-275 0 0,-4 16 131 0 0,-2 10 119 0 0,-76 254-44 0 0,-63 191 242 0 0,41-170-32 0 0,-135 439 494 0 0,224-677-574 0 0,2 1 0 0 0,2 0 0 0 0,-4 73 0 0 0,12-114-46 0 0,0-1 0 0 0,0 1 0 0 0,1-1 0 0 0,-1 1 1 0 0,1-1-1 0 0,0 1 0 0 0,0-1 0 0 0,1 1 0 0 0,-1-1 0 0 0,1 0 1 0 0,0 0-1 0 0,0 0 0 0 0,0 0 0 0 0,1 0 0 0 0,2 4 1 0 0,-1-5-5 0 0,-1-1 0 0 0,0 1 0 0 0,0 0 0 0 0,1-1 0 0 0,0 0 0 0 0,-1 0 0 0 0,1 0 0 0 0,0 0 0 0 0,0 0 0 0 0,0-1 0 0 0,0 0 0 0 0,1 0 0 0 0,-1 0 0 0 0,0 0 0 0 0,0-1 0 0 0,5 1 0 0 0,12-1 7 0 0,1-1 0 0 0,-1 0-1 0 0,0-2 1 0 0,0 0 0 0 0,0-2 0 0 0,0 0 0 0 0,-1-1 0 0 0,0-1-1 0 0,0-1 1 0 0,-1-1 0 0 0,0-1 0 0 0,0 0 0 0 0,-1-1-1 0 0,0-2 1 0 0,-1 1 0 0 0,-1-2 0 0 0,22-23 0 0 0,-31 30-19 0 0,-1 0 0 0 0,-1-1 0 0 0,0 0 0 0 0,0-1 0 0 0,0 1 0 0 0,-1-1 0 0 0,0 0 1 0 0,-1 0-1 0 0,0 0 0 0 0,0 0 0 0 0,2-16 0 0 0,-4 11 7 0 0,0 0 1 0 0,-1 0-1 0 0,0-1 1 0 0,-2 1-1 0 0,1 0 0 0 0,-2 0 1 0 0,-4-16-1 0 0,-3-1 88 0 0,-1 0 1 0 0,-2 2-1 0 0,-1-1 0 0 0,-1 2 0 0 0,-2 0 0 0 0,-23-31 0 0 0,17 31-37 0 0,-1 0-1 0 0,-1 2 0 0 0,-1 0 0 0 0,-1 2 0 0 0,-49-33 0 0 0,-162-84 85 0 0,212 127-126 0 0,8 4-8 0 0,7 5-35 0 0,-1-2 1 0 0,1 1-1 0 0,0-2 1 0 0,-13-10-1 0 0,24 17 25 0 0,-1 0-1 0 0,1 1 0 0 0,0-1 0 0 0,-1 0 1 0 0,1 1-1 0 0,0-1 0 0 0,0 0 0 0 0,0 1 1 0 0,-1-1-1 0 0,1 0 0 0 0,0 1 0 0 0,0-1 1 0 0,0 0-1 0 0,0 0 0 0 0,0 1 0 0 0,1-1 1 0 0,-1 0-1 0 0,0 0 0 0 0,0 1 0 0 0,0-1 1 0 0,1 0-1 0 0,-1 1 0 0 0,0-1 0 0 0,0 0 1 0 0,1 1-1 0 0,-1-1 0 0 0,1 1 0 0 0,-1-1 1 0 0,2-1-1 0 0,13-14-258 0 0,0 2-167 0 0,1 1 1 0 0,1 1-1 0 0,32-18 0 0 0,62-23-1625 0 0,-80 40 1467 0 0,76-31-1918 0 0,115-29 0 0 0,-100 35 1235 0 0,-106 33 1155 0 0,62-23 861 0 0,-72 25-351 0 0,1-1-1 0 0,0 1 0 0 0,-1-1 0 0 0,0 0 1 0 0,0 0-1 0 0,0-1 0 0 0,-1 0 0 0 0,9-9 1 0 0,-13 12-239 0 0,1 1 1 0 0,-1-1 0 0 0,0 0 0 0 0,0 1 0 0 0,0-1 0 0 0,0 0 0 0 0,-1 0 0 0 0,1 1 0 0 0,-1-1 0 0 0,1 0 0 0 0,-1 0 0 0 0,1 0 0 0 0,-1 0 0 0 0,0-3 0 0 0,0 2 23 0 0,-16 9 181 0 0,5 2-313 0 0,0 2 0 0 0,1-1 1 0 0,0 1-1 0 0,1 1 0 0 0,0 0 1 0 0,1 0-1 0 0,0 1 0 0 0,-12 24 1 0 0,14-25-37 0 0,1 1 1 0 0,0-1 0 0 0,1 1 0 0 0,1 0 0 0 0,0 0 0 0 0,0 0 0 0 0,1 1 0 0 0,1-1 0 0 0,0 0 0 0 0,1 22-1 0 0,0-31 3 0 0,1 0 0 0 0,-1 0 0 0 0,1 0 0 0 0,0 0 0 0 0,0 0 0 0 0,0 0 0 0 0,0 0 0 0 0,0 0 0 0 0,1 0 0 0 0,0 0 0 0 0,-1 0 0 0 0,1-1 0 0 0,0 1 0 0 0,0-1 0 0 0,0 1 0 0 0,1-1 0 0 0,2 3 0 0 0,-1-3 4 0 0,0 1 0 0 0,0-1 0 0 0,0 0 0 0 0,1 0 0 0 0,-1 0 0 0 0,0-1 0 0 0,1 0 0 0 0,0 0 1 0 0,-1 0-1 0 0,9 1 0 0 0,0-2 14 0 0,0 0 0 0 0,1-1 0 0 0,-1 0 1 0 0,0-1-1 0 0,0 0 0 0 0,0-1 0 0 0,17-7 1 0 0,-17 5-16 0 0,0-1 0 0 0,0-1 0 0 0,-1-1 0 0 0,0 1 1 0 0,0-2-1 0 0,-1 0 0 0 0,0 0 0 0 0,0-1 0 0 0,-1 0 1 0 0,-1-1-1 0 0,0 0 0 0 0,0 0 0 0 0,-1-1 1 0 0,8-16-1 0 0,-8 12-20 0 0,0 0 1 0 0,-1 0 0 0 0,0-1 0 0 0,-2 0-1 0 0,0 0 1 0 0,-1 0 0 0 0,0-1-1 0 0,-2 0 1 0 0,0 1 0 0 0,-1-1 0 0 0,-1-19-1 0 0,-1 31-8 0 0,1-1-1 0 0,-1 1 0 0 0,0 0 1 0 0,-1-1-1 0 0,0 1 0 0 0,0 0 0 0 0,0 0 1 0 0,0 0-1 0 0,-1 0 0 0 0,-6-8 1 0 0,7 11 1 0 0,0 0-1 0 0,0 1 1 0 0,0-1 0 0 0,-1 1 0 0 0,0 0 0 0 0,1 0 0 0 0,-1 0 0 0 0,0 0 0 0 0,0 0-1 0 0,0 1 1 0 0,0 0 0 0 0,0-1 0 0 0,0 1 0 0 0,0 0 0 0 0,-1 0 0 0 0,1 0 0 0 0,0 1-1 0 0,-1-1 1 0 0,1 1 0 0 0,0 0 0 0 0,-7 0 0 0 0,1 1-1 0 0,0 1 0 0 0,-1 0 1 0 0,1 0-1 0 0,0 1 0 0 0,0 0 1 0 0,0 0-1 0 0,0 1 0 0 0,1 0 0 0 0,-1 1 1 0 0,1 0-1 0 0,0 0 0 0 0,1 1 0 0 0,-12 10 1 0 0,11-10 11 0 0,1 1 1 0 0,1 1-1 0 0,-1-1 1 0 0,1 1-1 0 0,1 0 1 0 0,-1 1-1 0 0,1-1 1 0 0,1 1 0 0 0,-1 0-1 0 0,2 0 1 0 0,-1 1-1 0 0,1-1 1 0 0,-2 11-1 0 0,5-16 2 0 0,-1-1 0 0 0,1 1 0 0 0,0 0-1 0 0,0-1 1 0 0,0 1 0 0 0,0 0 0 0 0,0 0-1 0 0,1-1 1 0 0,0 1 0 0 0,0 0 0 0 0,0-1-1 0 0,0 1 1 0 0,0-1 0 0 0,1 1 0 0 0,0-1 0 0 0,-1 0-1 0 0,5 5 1 0 0,-2-4 7 0 0,0 0 0 0 0,0 0-1 0 0,0 0 1 0 0,0-1 0 0 0,0 0 0 0 0,1 0-1 0 0,0 0 1 0 0,0-1 0 0 0,-1 1-1 0 0,12 2 1 0 0,1 0 12 0 0,1-1 0 0 0,0-1 1 0 0,0-1-1 0 0,0 0 0 0 0,0-1 0 0 0,23-2 0 0 0,-11-2-67 0 0,-1 0 0 0 0,0-2 0 0 0,0-1 0 0 0,-1-1 0 0 0,0-1-1 0 0,0-2 1 0 0,-1-1 0 0 0,0-1 0 0 0,-1-1 0 0 0,0-1 0 0 0,-1-2 0 0 0,-1 0 0 0 0,0-2-1 0 0,-2 0 1 0 0,0-2 0 0 0,-1 0 0 0 0,-1-2 0 0 0,22-29 0 0 0,-13 8 140 0 0,-2-1 0 0 0,-2-1 0 0 0,-2-2 0 0 0,-2 0 1 0 0,-2-2-1 0 0,14-53 0 0 0,-29 89 55 0 0,-3 8-116 0 0,1 1 0 0 0,-1-1 0 0 0,0 0 1 0 0,0 0-1 0 0,0 1 0 0 0,-1-6 0 0 0,-1 10-33 0 0,0 0-1 0 0,-1 1 0 0 0,1-1 0 0 0,0 1 1 0 0,0-1-1 0 0,-1 1 0 0 0,1-1 0 0 0,0 1 1 0 0,0 0-1 0 0,0-1 0 0 0,0 1 0 0 0,0 0 1 0 0,0 0-1 0 0,-2 2 0 0 0,-34 47 16 0 0,1 3 0 0 0,-54 106-1 0 0,83-144-4 0 0,-29 54 57 0 0,-26 74-1 0 0,50-111-51 0 0,2 1-1 0 0,1 0 1 0 0,2 1 0 0 0,-6 60 0 0 0,12-84-1 0 0,1 0 0 0 0,0 0 1 0 0,1 0-1 0 0,0 0 1 0 0,0 0-1 0 0,1 0 1 0 0,1 0-1 0 0,0-1 0 0 0,0 1 1 0 0,6 11-1 0 0,-7-16-3 0 0,1-1 1 0 0,0 1-1 0 0,0-1 0 0 0,0 0 0 0 0,1 0 0 0 0,0 0 0 0 0,0 0 1 0 0,0 0-1 0 0,0-1 0 0 0,0 0 0 0 0,1 0 0 0 0,-1 0 1 0 0,1 0-1 0 0,0-1 0 0 0,0 1 0 0 0,0-1 0 0 0,0-1 0 0 0,0 1 1 0 0,0-1-1 0 0,7 1 0 0 0,3 0-4 0 0,-1-1-1 0 0,1-1 1 0 0,-1 0 0 0 0,1-2 0 0 0,-1 1-1 0 0,0-2 1 0 0,1 1 0 0 0,24-10 0 0 0,-9 1-203 0 0,-1-2 1 0 0,54-31 0 0 0,-48 22-49 0 0,0-3 0 0 0,-2 0 0 0 0,-1-3 1 0 0,-1 0-1 0 0,-1-2 0 0 0,-2-1 1 0 0,-1-1-1 0 0,34-54 0 0 0,-36 44 351 0 0,-1 0 0 0 0,-3-2 1 0 0,-1-1-1 0 0,-2 0 0 0 0,-2-1 0 0 0,-3-1 0 0 0,9-52 0 0 0,-18 43 365 0 0,-4 55-472 0 0,0 1-1 0 0,0 0 1 0 0,0-1 0 0 0,0 1 0 0 0,0 0 0 0 0,0-1-1 0 0,0 1 1 0 0,0 0 0 0 0,-1-1 0 0 0,1 1 0 0 0,0 0-1 0 0,0-1 1 0 0,0 1 0 0 0,0 0 0 0 0,0-1-1 0 0,-1 1 1 0 0,1 0 0 0 0,0 0 0 0 0,0-1 0 0 0,0 1-1 0 0,-1 0 1 0 0,1 0 0 0 0,0-1 0 0 0,-1 1 0 0 0,1 0-1 0 0,0 0 1 0 0,0 0 0 0 0,-1 0 0 0 0,1-1 0 0 0,0 1-1 0 0,-1 0 1 0 0,1 0 0 0 0,-1 0 0 0 0,-13 2 0 0 0,-11 10-8 0 0,8 3 7 0 0,0 1 0 0 0,2 0 0 0 0,0 0 0 0 0,0 2 0 0 0,-16 26 0 0 0,-50 102 158 0 0,56-97-61 0 0,-28 86-1 0 0,46-113-70 0 0,1 1-1 0 0,1 0 1 0 0,1 1-1 0 0,1-1 1 0 0,1 1-1 0 0,2 33 1 0 0,0-50-13 0 0,1 1 1 0 0,0-1-1 0 0,1 1 1 0 0,-1-1-1 0 0,1 1 1 0 0,1-1-1 0 0,-1 0 1 0 0,1 0-1 0 0,1 0 1 0 0,-1-1-1 0 0,1 1 1 0 0,0-1-1 0 0,7 8 1 0 0,-5-8-129 0 0,0 0-1 0 0,1 0 1 0 0,0 0-1 0 0,0-1 1 0 0,0 0-1 0 0,1 0 1 0 0,0-1-1 0 0,0 0 1 0 0,0-1-1 0 0,0 1 1 0 0,10 1-1 0 0,2 0-619 0 0,0 0 0 0 0,0-2 0 0 0,1 0 0 0 0,-1-2 0 0 0,1 0 0 0 0,-1-1 0 0 0,1-1 0 0 0,0-1 0 0 0,-1-1 0 0 0,0 0 0 0 0,0-2 0 0 0,0 0 0 0 0,20-9 0 0 0,6-6-2440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6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135 235 2212 0 0,'4'-11'1087'0'0,"0"1"-1"0"0,0-1 1 0 0,-1 0-1 0 0,-1-1 1 0 0,0 1-1 0 0,0 0 1 0 0,-1-1-1 0 0,0 1 1 0 0,-2-12-1 0 0,1 20-846 0 0,0 0 0 0 0,-1 0 0 0 0,1 0 0 0 0,-1 0 0 0 0,0 0 0 0 0,0 1 0 0 0,-2-5 0 0 0,3 6-226 0 0,0 1 0 0 0,-1-1 1 0 0,1 1-1 0 0,-1-1 0 0 0,1 1 0 0 0,0-1 0 0 0,-1 1 1 0 0,1-1-1 0 0,-1 1 0 0 0,1 0 0 0 0,-1-1 0 0 0,1 1 1 0 0,-1 0-1 0 0,1 0 0 0 0,-1-1 0 0 0,1 1 0 0 0,-1 0 1 0 0,1 0-1 0 0,-1 0 0 0 0,0-1 0 0 0,1 1 0 0 0,-1 0 1 0 0,1 0-1 0 0,-1 0 0 0 0,0 0 0 0 0,1 0 0 0 0,-1 0 1 0 0,1 0-1 0 0,-1 1 0 0 0,1-1 0 0 0,-1 0 0 0 0,0 0 1 0 0,1 0-1 0 0,-1 1 0 0 0,1-1 0 0 0,-1 0 0 0 0,1 0 1 0 0,-1 1-1 0 0,1-1 0 0 0,-1 0 0 0 0,1 1 0 0 0,-1-1 1 0 0,1 1-1 0 0,-1 0 0 0 0,-9 8 79 0 0,1 0-1 0 0,0 1 1 0 0,0 0-1 0 0,1 1 1 0 0,0 0-1 0 0,1 0 1 0 0,-11 24-1 0 0,7-12 23 0 0,1 1 0 0 0,2 0 0 0 0,-7 34 0 0 0,13-52-83 0 0,1 0-1 0 0,0 1 1 0 0,0-1-1 0 0,1 0 1 0 0,0 1-1 0 0,0-1 1 0 0,1 0-1 0 0,0 1 1 0 0,0-1-1 0 0,0 0 1 0 0,1 0-1 0 0,-1 1 1 0 0,2-1-1 0 0,3 8 1 0 0,-4-11-11 0 0,0 0 1 0 0,0 0 0 0 0,0-1 0 0 0,0 1 0 0 0,1 0 0 0 0,0-1 0 0 0,-1 1-1 0 0,1-1 1 0 0,0 0 0 0 0,0 0 0 0 0,0 0 0 0 0,0-1 0 0 0,1 1 0 0 0,-1-1 0 0 0,0 1-1 0 0,1-1 1 0 0,-1 0 0 0 0,1 0 0 0 0,-1-1 0 0 0,1 1 0 0 0,-1-1 0 0 0,1 0-1 0 0,0 0 1 0 0,-1 0 0 0 0,1 0 0 0 0,6-1 0 0 0,2-2 2 0 0,1 0 1 0 0,-1-1-1 0 0,0 0 0 0 0,0-1 0 0 0,0 0 1 0 0,0-1-1 0 0,-1 0 0 0 0,0-1 0 0 0,0 0 1 0 0,-1-1-1 0 0,0 0 0 0 0,0 0 0 0 0,-1-1 1 0 0,0-1-1 0 0,13-18 0 0 0,-12 15-2 0 0,0-1-1 0 0,-1 0 1 0 0,-1-1-1 0 0,0 0 1 0 0,-1 0-1 0 0,-1-1 1 0 0,0 0 0 0 0,-1 0-1 0 0,-1 0 1 0 0,-1-1-1 0 0,3-27 1 0 0,-5 38-2 0 0,-1 0 1 0 0,-1 0-1 0 0,1 1 1 0 0,-1-1-1 0 0,0 0 1 0 0,0 1 0 0 0,0-1-1 0 0,-1 0 1 0 0,0 1-1 0 0,0-1 1 0 0,-1 1-1 0 0,1 0 1 0 0,-1 0-1 0 0,-7-9 1 0 0,7 11-23 0 0,0 0 0 0 0,0 0 0 0 0,0 0-1 0 0,0 0 1 0 0,-1 1 0 0 0,0 0 0 0 0,1-1 0 0 0,-1 1 0 0 0,0 0 0 0 0,0 1-1 0 0,0-1 1 0 0,0 1 0 0 0,0 0 0 0 0,0 0 0 0 0,-1 0 0 0 0,1 1 0 0 0,0-1-1 0 0,0 1 1 0 0,-1 0 0 0 0,-6 1 0 0 0,-1 0-2 0 0,0 1 0 0 0,0 1 0 0 0,0 0 0 0 0,1 1 0 0 0,-1 0 0 0 0,1 1 0 0 0,0 0 1 0 0,0 1-1 0 0,0 0 0 0 0,-13 10 0 0 0,17-10-30 0 0,0-1 0 0 0,0 1 1 0 0,0 1-1 0 0,1-1 1 0 0,0 1-1 0 0,0 0 0 0 0,0 1 1 0 0,1-1-1 0 0,0 1 1 0 0,1 0-1 0 0,0 0 0 0 0,0 0 1 0 0,1 1-1 0 0,-4 13 1 0 0,6-19-157 0 0,1 1 1 0 0,-1 0-1 0 0,1-1 1 0 0,0 1-1 0 0,0 0 1 0 0,0 0-1 0 0,0-1 1 0 0,0 1-1 0 0,1 0 1 0 0,0 0-1 0 0,0-1 1 0 0,0 1-1 0 0,0-1 1 0 0,1 1-1 0 0,-1-1 1 0 0,4 6-1 0 0,-1-5-93 0 0,-1 0-1 0 0,1 0 1 0 0,-1 0 0 0 0,1 0-1 0 0,0-1 1 0 0,1 1 0 0 0,-1-1-1 0 0,1-1 1 0 0,-1 1-1 0 0,9 3 1 0 0,5 1-484 0 0,0-1 0 0 0,1-1 0 0 0,0-1-1 0 0,0 0 1 0 0,26 1 0 0 0,35-4-2299 0 0,-35-4 1216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14 224 4100 0 0,'11'-9'1416'0'0,"0"0"0"0"0,-1-1 0 0 0,0 0 0 0 0,0-1 0 0 0,-1 0 0 0 0,-1 0 0 0 0,8-14 0 0 0,0-1 1520 0 0,-14 23-2336 0 0,-10 16-405 0 0,-14 24-16 0 0,-30 69 0 0 0,45-89-149 0 0,1 1 0 0 0,1-1 0 0 0,0 1 0 0 0,1 1 0 0 0,1-1 0 0 0,-2 30-1 0 0,5-45-17 0 0,0 0 0 0 0,0 0-1 0 0,0 0 1 0 0,1 0-1 0 0,-1 0 1 0 0,0-1-1 0 0,1 1 1 0 0,0 0-1 0 0,0 0 1 0 0,0 0-1 0 0,0 0 1 0 0,0-1-1 0 0,1 1 1 0 0,-1-1-1 0 0,1 1 1 0 0,0-1-1 0 0,-1 1 1 0 0,1-1-1 0 0,0 0 1 0 0,0 0-1 0 0,1 0 1 0 0,-1 0-1 0 0,0 0 1 0 0,1-1 0 0 0,-1 1-1 0 0,1-1 1 0 0,-1 1-1 0 0,1-1 1 0 0,0 0-1 0 0,0 0 1 0 0,-1 0-1 0 0,1 0 1 0 0,0-1-1 0 0,0 1 1 0 0,0-1-1 0 0,0 0 1 0 0,0 0-1 0 0,0 0 1 0 0,0 0-1 0 0,0 0 1 0 0,0-1-1 0 0,0 1 1 0 0,0-1-1 0 0,-1 0 1 0 0,4-1 0 0 0,8-2 1 0 0,0-2 0 0 0,0 0 1 0 0,-1-1-1 0 0,0 0 1 0 0,0-1-1 0 0,-1 0 0 0 0,0-1 1 0 0,0 0-1 0 0,12-14 1 0 0,-3 1 65 0 0,-1-1 0 0 0,-1 0 0 0 0,25-41 0 0 0,-12 21 310 0 0,-30 41-431 0 0,6-1-57 0 0,-9 24 92 0 0,-5 29 0 0 0,3-36 22 0 0,1-1 1 0 0,1 0-1 0 0,0 1 1 0 0,0 0-1 0 0,2-1 1 0 0,0 1-1 0 0,2 13 1 0 0,-2-25-5 0 0,-1 1 0 0 0,1-1 0 0 0,0 0 0 0 0,0 0 1 0 0,0 1-1 0 0,0-1 0 0 0,1 0 0 0 0,-1 0 1 0 0,0 0-1 0 0,1 0 0 0 0,-1 0 0 0 0,1-1 0 0 0,0 1 1 0 0,0 0-1 0 0,0-1 0 0 0,-1 1 0 0 0,5 1 1 0 0,-2-1-2 0 0,-1-1 1 0 0,1 1 0 0 0,0-1-1 0 0,-1 0 1 0 0,1 0 0 0 0,0-1-1 0 0,0 1 1 0 0,0-1 0 0 0,0 0-1 0 0,5 0 1 0 0,0-1-2 0 0,0 0 0 0 0,-1 0-1 0 0,1-1 1 0 0,0-1 0 0 0,0 0-1 0 0,-1 0 1 0 0,0 0 0 0 0,16-9 0 0 0,-14 5-16 0 0,-1-1 0 0 0,0 0-1 0 0,0 0 1 0 0,-1-1 0 0 0,0 0 0 0 0,0-1 0 0 0,-1 0 0 0 0,0 0 0 0 0,-1 0 0 0 0,0-1 0 0 0,-1 0 0 0 0,0 0 0 0 0,-1 0 0 0 0,0 0 0 0 0,-1-1 0 0 0,3-15 0 0 0,-4 16-7 0 0,0-1 0 0 0,0 0 1 0 0,-2 1-1 0 0,1-1 1 0 0,-1 0-1 0 0,-1 0 0 0 0,0 1 1 0 0,-1-1-1 0 0,0 0 1 0 0,-1 1-1 0 0,0 0 0 0 0,-1-1 1 0 0,0 1-1 0 0,-1 1 0 0 0,0-1 1 0 0,-12-17-1 0 0,16 26 2 0 0,-1 0 0 0 0,1 0-1 0 0,-1 0 1 0 0,0 0 0 0 0,1 0-1 0 0,-1 1 1 0 0,0-1-1 0 0,0 0 1 0 0,0 1 0 0 0,0 0-1 0 0,-1-1 1 0 0,1 1 0 0 0,0 0-1 0 0,0 0 1 0 0,-1 1 0 0 0,1-1-1 0 0,-1 0 1 0 0,1 1 0 0 0,-1-1-1 0 0,1 1 1 0 0,-1 0 0 0 0,1 0-1 0 0,-1 0 1 0 0,1 0 0 0 0,-1 0-1 0 0,1 0 1 0 0,-1 1 0 0 0,1-1-1 0 0,-1 1 1 0 0,1 0-1 0 0,0 0 1 0 0,-1 0 0 0 0,1 0-1 0 0,0 0 1 0 0,0 0 0 0 0,0 1-1 0 0,0-1 1 0 0,0 1 0 0 0,0-1-1 0 0,0 1 1 0 0,0 0 0 0 0,0 0-1 0 0,1 0 1 0 0,-1 0 0 0 0,1 0-1 0 0,0 0 1 0 0,-2 3 0 0 0,1-2 12 0 0,1-1 0 0 0,0 1 1 0 0,-1 0-1 0 0,1-1 0 0 0,1 1 1 0 0,-1 0-1 0 0,0 0 0 0 0,1-1 1 0 0,-1 1-1 0 0,1 0 0 0 0,0 0 1 0 0,0 0-1 0 0,0 0 0 0 0,0-1 1 0 0,0 1-1 0 0,1 0 0 0 0,-1 0 1 0 0,1 0-1 0 0,1 3 0 0 0,0-2 0 0 0,0 0 0 0 0,1 0 1 0 0,-1 0-1 0 0,1 0 0 0 0,0-1 0 0 0,0 1 0 0 0,0-1 0 0 0,1 0 0 0 0,-1 0 0 0 0,1 0 0 0 0,4 2 1 0 0,6 4-111 0 0,1-1 0 0 0,1-1 0 0 0,-1-1 0 0 0,1 0 1 0 0,25 6-1 0 0,-16-7-265 0 0,1 0-1 0 0,0-1 1 0 0,0-2 0 0 0,0-1 0 0 0,40-3 0 0 0,-53 1 248 0 0,1 0 0 0 0,-1-2-1 0 0,1 0 1 0 0,-1 0 0 0 0,0-1 0 0 0,0-1 0 0 0,-1 0 0 0 0,1 0 0 0 0,-1-2 0 0 0,0 1-1 0 0,-1-2 1 0 0,15-11 0 0 0,-19 12 433 0 0,0 0 0 0 0,-1-1-1 0 0,1 0 1 0 0,-2-1 0 0 0,1 1 0 0 0,-1-1 0 0 0,-1 0-1 0 0,1-1 1 0 0,-2 1 0 0 0,6-19 0 0 0,-8 25-217 0 0,-2 1-9 0 0,-2-3-32 0 0,-1 7-37 0 0,0 0-1 0 0,0 0 1 0 0,0 1-1 0 0,0 0 1 0 0,1-1-1 0 0,-1 2 1 0 0,1-1-1 0 0,0 0 1 0 0,-5 7-1 0 0,-27 39 170 0 0,30-41-130 0 0,-25 37 232 0 0,-30 63 0 0 0,51-90-239 0 0,1 1 0 0 0,1 1 0 0 0,0-1 0 0 0,2 1 0 0 0,0 0 0 0 0,-3 32 0 0 0,8-50-182 0 0,0 0 1 0 0,0 0 0 0 0,0 0 0 0 0,0 0 0 0 0,0 0 0 0 0,0 0 0 0 0,1 0 0 0 0,-1 0 0 0 0,1 0 0 0 0,-1 0 0 0 0,1-1 0 0 0,0 1 0 0 0,0 0-1 0 0,-1 0 1 0 0,1-1 0 0 0,1 1 0 0 0,-1 0 0 0 0,0-1 0 0 0,0 1 0 0 0,0-1 0 0 0,1 1 0 0 0,-1-1 0 0 0,1 0 0 0 0,-1 0 0 0 0,1 0-1 0 0,0 0 1 0 0,-1 0 0 0 0,1 0 0 0 0,0 0 0 0 0,0 0 0 0 0,0 0 0 0 0,0-1 0 0 0,-1 1 0 0 0,1-1 0 0 0,0 0 0 0 0,0 1 0 0 0,0-1 0 0 0,0 0-1 0 0,0 0 1 0 0,2-1 0 0 0,7 1-1018 0 0,-1 0-1 0 0,0-1 1 0 0,0-1-1 0 0,0 0 0 0 0,0 0 1 0 0,14-6-1 0 0,4-4-3426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146 150 2128 0 0,'75'-141'17159'0'0,"-74"139"-16736"0"0,2 16-282 0 0,-3-12-99 0 0,1 0 0 0 0,-1 0 0 0 0,1 0 0 0 0,-1 0 1 0 0,0 0-1 0 0,0 0 0 0 0,1 0 0 0 0,-2 0 0 0 0,1 2 1 0 0,-8 46 589 0 0,-3 0 1 0 0,-1 0 0 0 0,-23 55 0 0 0,0-28 2395 0 0,33-78-2871 0 0,1 0-146 0 0,0 0-1 0 0,0 0 1 0 0,1 0 0 0 0,-1 0 0 0 0,0 1-1 0 0,1-1 1 0 0,-1 0 0 0 0,1 0-1 0 0,-1 0 1 0 0,1 0 0 0 0,-1-1-1 0 0,1 1 1 0 0,0 0 0 0 0,-1 0 0 0 0,1 0-1 0 0,0 0 1 0 0,0 0 0 0 0,0 0-1 0 0,0 0 1 0 0,0-3 0 0 0,8-31-21 0 0,21-30-123 0 0,-17 45 79 0 0,0 1-1 0 0,2 0 1 0 0,0 0-1 0 0,1 2 0 0 0,1 0 1 0 0,1 1-1 0 0,0 0 1 0 0,1 1-1 0 0,0 1 1 0 0,2 1-1 0 0,-1 1 1 0 0,37-17-1 0 0,-48 26 19 0 0,0-1 0 0 0,1 1-1 0 0,-1 1 1 0 0,1-1 0 0 0,0 1-1 0 0,0 1 1 0 0,0 0 0 0 0,0 0 0 0 0,0 1-1 0 0,0 0 1 0 0,0 0 0 0 0,10 2-1 0 0,-15-1 32 0 0,0 0 1 0 0,1 1-1 0 0,-1-1 0 0 0,0 1 0 0 0,0 0 1 0 0,0-1-1 0 0,0 2 0 0 0,-1-1 0 0 0,1 0 1 0 0,0 1-1 0 0,-1 0 0 0 0,0 0 0 0 0,1 0 1 0 0,-1 0-1 0 0,-1 1 0 0 0,1-1 0 0 0,0 1 1 0 0,-1-1-1 0 0,0 1 0 0 0,1 0 0 0 0,-2 0 0 0 0,1 0 1 0 0,0 0-1 0 0,-1 0 0 0 0,0 1 0 0 0,1 5 1 0 0,0 1 28 0 0,-1 1 0 0 0,0 0 0 0 0,-1 0 0 0 0,0 0 0 0 0,-1 0 0 0 0,-1 0 0 0 0,1 0 0 0 0,-6 16 0 0 0,-35 90-1300 0 0,39-110 983 0 0,3-8 223 0 0,0 1-1 0 0,-1 0 1 0 0,1-1-1 0 0,-1 1 0 0 0,1 0 1 0 0,0-1-1 0 0,0 1 0 0 0,-1 0 1 0 0,1 0-1 0 0,0-1 0 0 0,0 1 1 0 0,0 0-1 0 0,0 0 0 0 0,0-1 1 0 0,0 1-1 0 0,0 0 0 0 0,0 0 1 0 0,0-1-1 0 0,0 1 0 0 0,0 0 1 0 0,1 0-1 0 0,-1-1 1 0 0,0 1-1 0 0,1 0 0 0 0,-1-1 1 0 0,0 1-1 0 0,1 0 0 0 0,-1-1 1 0 0,0 1-1 0 0,1 0 0 0 0,-1-1 1 0 0,1 1-1 0 0,0-1 0 0 0,-1 1 1 0 0,1-1-1 0 0,-1 1 0 0 0,1-1 1 0 0,0 0-1 0 0,-1 1 0 0 0,1-1 1 0 0,0 0-1 0 0,-1 1 1 0 0,1-1-1 0 0,0 0 0 0 0,0 0 1 0 0,-1 1-1 0 0,1-1 0 0 0,0 0 1 0 0,1 0-1 0 0,4 0-334 0 0,0 0 1 0 0,0 0-1 0 0,0 0 1 0 0,11-3 0 0 0,-15 3 355 0 0,48-11-737 0 0,0-1 0 0 0,-1-3 0 0 0,0-1 0 0 0,-1-3 0 0 0,-1-2 0 0 0,74-45 0 0 0,-98 51 1334 0 0,-1-1 0 0 0,30-26 0 0 0,-46 37-279 0 0,0-1 1 0 0,0 0-1 0 0,-1 0 1 0 0,0-1-1 0 0,0 1 1 0 0,-1-1-1 0 0,1 0 1 0 0,-1 0-1 0 0,-1 0 1 0 0,0-1 0 0 0,0 0-1 0 0,3-11 1 0 0,-6 18-246 0 0,1 0 0 0 0,-1 0 0 0 0,0 0 0 0 0,0 0 0 0 0,0 0 0 0 0,0 0 0 0 0,0 0 0 0 0,0 0 0 0 0,0 0 0 0 0,0 0 0 0 0,-1 0 0 0 0,1 0 0 0 0,0 0 0 0 0,-1 0 0 0 0,1 0 0 0 0,0 0 0 0 0,-1 0 0 0 0,1 0 0 0 0,-1 0 0 0 0,1 1 0 0 0,-1-1 0 0 0,0 0 0 0 0,1 0 0 0 0,-1 1 0 0 0,0-1 0 0 0,-1-1 0 0 0,0 1-1 0 0,0 0 0 0 0,-1 0 0 0 0,1 1 0 0 0,0-1 0 0 0,-1 0 0 0 0,1 1 0 0 0,0-1 0 0 0,-1 1 0 0 0,1 0 0 0 0,-5 0 0 0 0,-5 1 32 0 0,1 0 1 0 0,0 0 0 0 0,-17 6 0 0 0,10-1-21 0 0,0 0 0 0 0,1 1 1 0 0,0 1-1 0 0,1 1 1 0 0,0 0-1 0 0,0 1 0 0 0,1 1 1 0 0,0 0-1 0 0,1 2 1 0 0,0-1-1 0 0,1 1 0 0 0,0 1 1 0 0,2 1-1 0 0,-13 17 0 0 0,20-25-15 0 0,1-1-1 0 0,0 1 1 0 0,0 0-1 0 0,0 0 0 0 0,1 0 1 0 0,0 1-1 0 0,-2 10 0 0 0,4-16-9 0 0,0-1 1 0 0,-1 1-1 0 0,1 0 0 0 0,0-1 0 0 0,0 1 0 0 0,0 0 0 0 0,0 0 0 0 0,0-1 0 0 0,1 1 0 0 0,-1 0 0 0 0,0 0 0 0 0,1-1 0 0 0,-1 1 0 0 0,1-1 0 0 0,0 1 0 0 0,-1 0 0 0 0,1-1 0 0 0,0 1 1 0 0,0-1-1 0 0,0 0 0 0 0,0 1 0 0 0,0-1 0 0 0,0 0 0 0 0,1 1 0 0 0,-1-1 0 0 0,0 0 0 0 0,1 0 0 0 0,-1 0 0 0 0,1 0 0 0 0,-1 0 0 0 0,1-1 0 0 0,-1 1 0 0 0,1 0 0 0 0,0-1 0 0 0,-1 1 1 0 0,1-1-1 0 0,0 1 0 0 0,-1-1 0 0 0,1 0 0 0 0,2 0 0 0 0,4 0 1 0 0,-1 0-1 0 0,1-1 1 0 0,0 0 0 0 0,-1-1 0 0 0,0 0 0 0 0,1 0 0 0 0,-1 0 0 0 0,0-1-1 0 0,0 0 1 0 0,0 0 0 0 0,0-1 0 0 0,-1 0 0 0 0,1 0 0 0 0,-1-1-1 0 0,8-7 1 0 0,12-12 151 0 0,0-1-1 0 0,23-31 1 0 0,-14 16 875 0 0,-33 38-983 0 0,2-3 38 0 0,1 0 0 0 0,-1 0 1 0 0,1 0-1 0 0,1 1 0 0 0,9-7 1 0 0,-15 11-92 0 0,1 0 0 0 0,-1 0 0 0 0,0 0 0 0 0,0 0 0 0 0,1 0 0 0 0,-1 0 1 0 0,0 0-1 0 0,0 0 0 0 0,1 0 0 0 0,-1 0 0 0 0,0 1 0 0 0,0-1 0 0 0,1 0 0 0 0,-1 0 0 0 0,0 0 1 0 0,0 0-1 0 0,0 0 0 0 0,1 0 0 0 0,-1 1 0 0 0,0-1 0 0 0,0 0 0 0 0,0 0 0 0 0,1 0 1 0 0,-1 1-1 0 0,0-1 0 0 0,0 0 0 0 0,0 0 0 0 0,0 1 0 0 0,0-1 0 0 0,0 0 0 0 0,1 0 1 0 0,-1 0-1 0 0,0 1 0 0 0,0-1 0 0 0,0 0 0 0 0,0 1 0 0 0,0-1 0 0 0,0 0 0 0 0,0 0 1 0 0,0 1-1 0 0,1 11 17 0 0,-10 42 76 0 0,-2-1 1 0 0,-21 59-1 0 0,-47 101 30 0 0,62-170-55 0 0,-63 162 862 0 0,-111 198 1 0 0,171-367-383 0 0,-1-1 0 0 0,-2-1 0 0 0,-2-1 0 0 0,-34 35 0 0 0,42-50-175 0 0,-1-1 0 0 0,-1-1 0 0 0,-1-1 0 0 0,0-1 1 0 0,-1 0-1 0 0,0-2 0 0 0,-1-1 0 0 0,-29 12 0 0 0,30-15-156 0 0,0-1 0 0 0,-1-1 0 0 0,0-1 0 0 0,0 0 0 0 0,-41 1 0 0 0,55-5-165 0 0,-1-2 1 0 0,0 1 0 0 0,1-1 0 0 0,-1 0-1 0 0,0-1 1 0 0,1 0 0 0 0,-1 0 0 0 0,1-1-1 0 0,0 0 1 0 0,0 0 0 0 0,0-1 0 0 0,1 0-1 0 0,-1-1 1 0 0,1 0 0 0 0,0 0-1 0 0,0 0 1 0 0,-12-12 0 0 0,13 10-54 0 0,0 1 0 0 0,0-1 0 0 0,1-1 0 0 0,0 1 0 0 0,0-1 0 0 0,0 0 0 0 0,1 0 0 0 0,0 0 0 0 0,1 0 0 0 0,0-1 0 0 0,0 0 0 0 0,1 0 0 0 0,0 1 0 0 0,1-1 0 0 0,0 0 0 0 0,0 0 0 0 0,0 0 0 0 0,2-1 0 0 0,-1 1 0 0 0,1 0 0 0 0,0 0 0 0 0,1 0 0 0 0,0 1 0 0 0,0-1 0 0 0,5-11 0 0 0,6-6-215 0 0,1-1 0 0 0,1 2-1 0 0,1 0 1 0 0,2 1 0 0 0,0 1 0 0 0,39-38 0 0 0,-1 9-866 0 0,91-64 1 0 0,-12 26-3675 0 0,-52 36 75 0 0,-3-3-4603 0 0,-51 32 1305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5:59:58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49 1172 0 0,'-15'-8'2840'0'0,"5"3"-507"0"0,2 0-309 0 0,-1 0 844 0 0,-5-4-1084 0 0,3 2-724 0 0,0 2-688 0 0,1 0-1440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77 2288 0 0,'0'0'8518'0'0,"0"34"-6337"0"0,0-26-2048 0 0,1 1 1 0 0,0-1-1 0 0,0 0 0 0 0,1 0 1 0 0,0 1-1 0 0,0-1 1 0 0,1-1-1 0 0,6 15 1 0 0,-8-20-117 0 0,0-1-1 0 0,0 0 1 0 0,0 0-1 0 0,-1 0 1 0 0,2 0 0 0 0,-1 0-1 0 0,0 0 1 0 0,0-1 0 0 0,0 1-1 0 0,0 0 1 0 0,0 0-1 0 0,1-1 1 0 0,-1 1 0 0 0,0-1-1 0 0,1 1 1 0 0,-1-1-1 0 0,0 0 1 0 0,1 1 0 0 0,-1-1-1 0 0,1 0 1 0 0,-1 0-1 0 0,0 0 1 0 0,3 0 0 0 0,0-1 11 0 0,1 1 0 0 0,0-1 1 0 0,-1 0-1 0 0,1 0 0 0 0,5-2 1 0 0,-5 1-25 0 0,0-1 1 0 0,0 0-1 0 0,-1 0 1 0 0,1 0 0 0 0,-1-1-1 0 0,1 1 1 0 0,-1-1-1 0 0,0 0 1 0 0,0 0 0 0 0,-1-1-1 0 0,1 1 1 0 0,-1-1-1 0 0,0 0 1 0 0,0 0-1 0 0,-1 0 1 0 0,0 0 0 0 0,3-6-1 0 0,-3 5-11 0 0,0 0 0 0 0,0 0 1 0 0,-1 0-1 0 0,0 0 0 0 0,0 0 0 0 0,0 0 0 0 0,-1 0 0 0 0,0 0 0 0 0,0-1 0 0 0,0 1 0 0 0,-1 0 0 0 0,0 0 1 0 0,0 0-1 0 0,0 0 0 0 0,-1 0 0 0 0,-3-7 0 0 0,4 12 2 0 0,0-1 0 0 0,0 1 0 0 0,0 0 0 0 0,0 0-1 0 0,0 0 1 0 0,0 0 0 0 0,0 0 0 0 0,0 0 0 0 0,0 0 0 0 0,-1 0 0 0 0,1 0 0 0 0,0 0-1 0 0,0 1 1 0 0,-1-1 0 0 0,1 1 0 0 0,-1-1 0 0 0,1 1 0 0 0,-1-1 0 0 0,1 1 0 0 0,-1 0 0 0 0,1 0-1 0 0,-2-1 1 0 0,-1 1-5 0 0,0 0 0 0 0,0 1 0 0 0,1-1-1 0 0,-1 0 1 0 0,0 1 0 0 0,0 0 0 0 0,1 0-1 0 0,-5 2 1 0 0,-10 5 12 0 0,1 1 1 0 0,0 1-1 0 0,0 0 0 0 0,1 1 0 0 0,0 1 1 0 0,1 1-1 0 0,-23 24 0 0 0,15-11-5 0 0,1 1 1 0 0,1 1-1 0 0,-26 46 0 0 0,38-58-6 0 0,1 0 1 0 0,0 1 0 0 0,-7 27 0 0 0,13-40 12 0 0,1 1 0 0 0,-1 0 0 0 0,1-1 1 0 0,1 1-1 0 0,-1 0 0 0 0,1 0 0 0 0,0-1 0 0 0,0 1 0 0 0,0 0 1 0 0,0 0-1 0 0,1-1 0 0 0,0 1 0 0 0,0 0 0 0 0,0 0 1 0 0,1-1-1 0 0,-1 1 0 0 0,1-1 0 0 0,5 8 0 0 0,-5-9 4 0 0,1-1-1 0 0,0 1 1 0 0,0-1 0 0 0,0 0-1 0 0,0 0 1 0 0,0 0-1 0 0,0 0 1 0 0,0-1-1 0 0,1 1 1 0 0,-1-1-1 0 0,1 0 1 0 0,-1 0-1 0 0,1 0 1 0 0,-1 0-1 0 0,1-1 1 0 0,0 1 0 0 0,6-1-1 0 0,7 0 6 0 0,1-1 0 0 0,23-4 0 0 0,-36 5-18 0 0,73-13-1791 0 0,133-40 1 0 0,-26-15-3907 0 0,-133 44 2664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1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577 103 1236 0 0,'3'-3'422'0'0,"-1"0"0"0"0,-1 0-1 0 0,1 0 1 0 0,0 0 0 0 0,-1 0 0 0 0,1-1-1 0 0,-1 1 1 0 0,0-1 0 0 0,0 1 0 0 0,-1-1-1 0 0,1 1 1 0 0,-1-1 0 0 0,1 1-1 0 0,-1-1 1 0 0,0 1 0 0 0,-1-1 0 0 0,1 0-1 0 0,-2-5 1 0 0,2 7-320 0 0,-1 0 1 0 0,0 0-1 0 0,0 0 0 0 0,0 1 0 0 0,0-1 1 0 0,0 0-1 0 0,0 1 0 0 0,-1-1 0 0 0,1 1 1 0 0,0-1-1 0 0,-1 1 0 0 0,1-1 0 0 0,-1 1 1 0 0,0 0-1 0 0,1 0 0 0 0,-1 0 0 0 0,0 0 1 0 0,0 0-1 0 0,0 0 0 0 0,1 0 0 0 0,-1 1 1 0 0,0-1-1 0 0,0 1 0 0 0,0-1 0 0 0,0 1 1 0 0,0 0-1 0 0,0 0 0 0 0,0 0 0 0 0,0 0 1 0 0,0 0-1 0 0,0 0 0 0 0,0 1 0 0 0,0-1 1 0 0,-3 1-1 0 0,-9 3 78 0 0,0 0 0 0 0,1 0 0 0 0,-1 1 0 0 0,1 1 1 0 0,0 1-1 0 0,1 0 0 0 0,-23 15 0 0 0,-75 69 484 0 0,109-90-659 0 0,-24 22 119 0 0,-27 32 1 0 0,44-46-104 0 0,0 1 1 0 0,2 0-1 0 0,-1 0 1 0 0,1 1-1 0 0,0-1 1 0 0,1 1-1 0 0,-4 12 1 0 0,9-21-16 0 0,-1-1 0 0 0,1 0 0 0 0,-1 0 0 0 0,1 0 0 0 0,0 0 0 0 0,0 0 0 0 0,0 0 0 0 0,-1 1 0 0 0,1-1 0 0 0,0 0 0 0 0,0 0 0 0 0,1 0 0 0 0,-1 0 0 0 0,0 1 0 0 0,0-1 0 0 0,0 0 0 0 0,1 0 0 0 0,-1 0 0 0 0,1 0 0 0 0,-1 0 0 0 0,1 0 0 0 0,-1 0 0 0 0,1 0 0 0 0,0 0 0 0 0,-1 0 0 0 0,2 1 0 0 0,0-1 1 0 0,0 1 1 0 0,0-1-1 0 0,0-1 1 0 0,0 1-1 0 0,0 0 1 0 0,0 0-1 0 0,0-1 1 0 0,0 1-1 0 0,0-1 0 0 0,1 0 1 0 0,-1 1-1 0 0,0-1 1 0 0,3 0-1 0 0,7-1 10 0 0,0 0 0 0 0,0-1-1 0 0,0 0 1 0 0,12-5 0 0 0,9-5 12 0 0,0-1 0 0 0,-1-2 0 0 0,-1-1-1 0 0,-1-1 1 0 0,0-2 0 0 0,-1-1 0 0 0,-1-1 0 0 0,-1-2 0 0 0,-1 0 0 0 0,26-31 0 0 0,-43 44 309 0 0,0 1 0 0 0,15-11 0 0 0,-22 18-312 0 0,-2 3-23 0 0,1 0 1 0 0,-1 0-1 0 0,0 0 1 0 0,1 0-1 0 0,-1-1 1 0 0,0 1-1 0 0,0 0 1 0 0,1 0-1 0 0,-1 0 1 0 0,0 0-1 0 0,0 0 1 0 0,0 0-1 0 0,0 0 1 0 0,0 0-1 0 0,-1 1 1 0 0,-14 43 568 0 0,-28 57 0 0 0,23-59-232 0 0,-258 529 1668 0 0,103-225-1574 0 0,96-168-135 0 0,28-63-1865 0 0,47-105 2329 0 0,2 0-4325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1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55 206 64 0 0,'10'-20'2178'0'0,"64"-139"10323"0"0,-70 152-11741 0 0,-5 16-539 0 0,-5 17 8 0 0,-49 106 654 0 0,40-100-827 0 0,0 0 0 0 0,3 1-1 0 0,0 1 1 0 0,3 0 0 0 0,-7 36-1 0 0,16-68-48 0 0,0 0-1 0 0,-1-1 1 0 0,1 1-1 0 0,0-1 1 0 0,0 1-1 0 0,0 0 1 0 0,0-1-1 0 0,0 1 0 0 0,0-1 1 0 0,1 1-1 0 0,-1 0 1 0 0,1-1-1 0 0,-1 1 1 0 0,1-1-1 0 0,-1 1 1 0 0,1-1-1 0 0,0 1 1 0 0,0-1-1 0 0,0 0 1 0 0,-1 1-1 0 0,2-1 1 0 0,-1 0-1 0 0,0 1 1 0 0,0-1-1 0 0,0 0 0 0 0,2 1 1 0 0,-1-1-18 0 0,1 0 1 0 0,0 0-1 0 0,-1-1 1 0 0,1 1-1 0 0,0-1 1 0 0,0 1-1 0 0,-1-1 1 0 0,1 0-1 0 0,0 0 1 0 0,0 0-1 0 0,-1 0 0 0 0,1-1 1 0 0,0 1-1 0 0,0-1 1 0 0,3-1-1 0 0,14-4-339 0 0,0-1 0 0 0,0-1 0 0 0,-1-1 0 0 0,0-1 0 0 0,33-22 0 0 0,-15 4-266 0 0,54-50 0 0 0,-65 52 580 0 0,-1-2 1 0 0,38-53-1 0 0,28-68 3436 0 0,-90 147-3338 0 0,-5 6-55 0 0,0 0-1 0 0,0 0 1 0 0,0 0-1 0 0,0 0 1 0 0,0 0 0 0 0,1 1-1 0 0,0-1 1 0 0,0 1-1 0 0,0 0 1 0 0,-2 6 0 0 0,-3 4 11 0 0,-9 14 75 0 0,2 2-1 0 0,-22 57 0 0 0,32-74-239 0 0,1 0-1 0 0,0 1 1 0 0,1 0-1 0 0,1 0 1 0 0,0 0-1 0 0,1 0 1 0 0,1 0-1 0 0,2 27 0 0 0,-1-40-3 0 0,-1 1-1 0 0,1 0 0 0 0,0 0 0 0 0,0 0 0 0 0,0 0 0 0 0,0-1 1 0 0,0 1-1 0 0,1 0 0 0 0,-1-1 0 0 0,1 0 0 0 0,0 1 0 0 0,-1-1 1 0 0,1 0-1 0 0,0 1 0 0 0,1-1 0 0 0,3 2 0 0 0,-2-1-95 0 0,0 0 1 0 0,1-1-1 0 0,0 0 0 0 0,-1 0 0 0 0,1 0 0 0 0,0 0 0 0 0,0-1 1 0 0,9 2-1 0 0,5-2-591 0 0,1 0 0 0 0,-1-1 1 0 0,0-1-1 0 0,19-3 0 0 0,7-3-1390 0 0,6-4-388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262 837 2484 0 0,'11'-14'2308'0'0,"-1"-2"-1"0"0,12-23 1 0 0,-19 34-1815 0 0,0-1 1 0 0,-1 1-1 0 0,0-1 0 0 0,0 0 0 0 0,-1 0 1 0 0,0 1-1 0 0,0-1 0 0 0,0 0 1 0 0,-1 0-1 0 0,1-1 0 0 0,-2-5 1 0 0,1 12-478 0 0,0-1 1 0 0,0 1-1 0 0,0 0 1 0 0,0-1-1 0 0,0 1 1 0 0,0 0-1 0 0,-1-1 1 0 0,1 1-1 0 0,0 0 1 0 0,0-1-1 0 0,0 1 1 0 0,-1 0-1 0 0,1-1 1 0 0,0 1-1 0 0,0 0 1 0 0,-1-1-1 0 0,1 1 1 0 0,0 0-1 0 0,0 0 1 0 0,-1 0-1 0 0,1-1 1 0 0,0 1-1 0 0,-1 0 1 0 0,1 0-1 0 0,-1 0 1 0 0,1 0-1 0 0,0-1 0 0 0,-1 1 1 0 0,1 0-1 0 0,0 0 1 0 0,-1 0-1 0 0,1 0 1 0 0,0 0-1 0 0,-1 0 1 0 0,1 0-1 0 0,-1 0 1 0 0,1 0-1 0 0,0 0 1 0 0,-1 1-1 0 0,-13 3 130 0 0,13-3-139 0 0,-12 6 56 0 0,0 0-1 0 0,1 1 0 0 0,0 0 0 0 0,1 1 0 0 0,-1 0 0 0 0,-9 11 0 0 0,1-1 12 0 0,-11 10 30 0 0,-30 36 0 0 0,47-50-95 0 0,2 2 0 0 0,0 0 0 0 0,0 0 0 0 0,-11 27 0 0 0,21-41-12 0 0,0 3 18 0 0,-1-1 0 0 0,1 0 0 0 0,0 1 0 0 0,1-1 0 0 0,-2 10 1 0 0,3-14-12 0 0,-1 1 0 0 0,1-1 0 0 0,1 0 0 0 0,-1 0 0 0 0,0 1 0 0 0,0-1 0 0 0,0 0 0 0 0,1 0 0 0 0,-1 1 0 0 0,0-1 0 0 0,1 0 0 0 0,-1 0 0 0 0,1 0 0 0 0,0 0 0 0 0,-1 0 0 0 0,1 0 0 0 0,0 0 0 0 0,-1 0 0 0 0,1 0 0 0 0,0 0 0 0 0,0 0 0 0 0,0 0 0 0 0,0 0 0 0 0,0-1 0 0 0,0 1 0 0 0,0 0 0 0 0,0-1 0 0 0,0 1 0 0 0,1-1 0 0 0,-1 1 1 0 0,2-1-1 0 0,2 2-121 0 0,0-2 1 0 0,0 1 0 0 0,0-1-1 0 0,0 1 1 0 0,0-2 0 0 0,0 1-1 0 0,0 0 1 0 0,0-1-1 0 0,0 0 1 0 0,0 0 0 0 0,0 0-1 0 0,7-4 1 0 0,3-1-417 0 0,0 0-1 0 0,23-15 1 0 0,-14 6 148 0 0,0-2 1 0 0,-1-1 0 0 0,-1-1 0 0 0,39-43 0 0 0,-28 21 1547 0 0,52-83-1 0 0,-71 102-700 0 0,-12 19-285 0 0,-7 14-94 0 0,-26 42 993 0 0,-48 93 378 0 0,68-122-1361 0 0,0 1 0 0 0,2 0 0 0 0,1 0 1 0 0,-5 30-1 0 0,12-53-85 0 0,1 0 1 0 0,0 0-1 0 0,-1 1 1 0 0,1-1-1 0 0,0 0 1 0 0,0 0-1 0 0,0 1 1 0 0,0-1-1 0 0,1 0 1 0 0,-1 0-1 0 0,1 0 1 0 0,-1 1-1 0 0,1-1 1 0 0,0 0-1 0 0,0 0 1 0 0,1 2-1 0 0,-1-3-38 0 0,0 0-1 0 0,0 0 1 0 0,0 0-1 0 0,0 0 1 0 0,1-1-1 0 0,-1 1 1 0 0,0 0-1 0 0,0-1 1 0 0,1 1-1 0 0,-1-1 0 0 0,1 1 1 0 0,-1-1-1 0 0,0 0 1 0 0,1 1-1 0 0,-1-1 1 0 0,1 0-1 0 0,-1 0 1 0 0,0 0-1 0 0,1 0 1 0 0,-1 0-1 0 0,1-1 1 0 0,-1 1-1 0 0,1 0 1 0 0,-1-1-1 0 0,0 1 0 0 0,3-2 1 0 0,16-4-639 0 0,-1-2 1 0 0,1 0 0 0 0,-1-2-1 0 0,34-22 1 0 0,65-59-2003 0 0,-71 47 1637 0 0,-2-1 1 0 0,-2-2-1 0 0,66-96 0 0 0,-62 70 1122 0 0,-2-2-1 0 0,43-101 1 0 0,-51 89 3710 0 0,50-170 0 0 0,-87 257-3789 0 0,0 0-1 0 0,0 0 1 0 0,0 0 0 0 0,0 0 0 0 0,0 0-1 0 0,0 0 1 0 0,0 0 0 0 0,0 0-1 0 0,-1 0 1 0 0,1 0 0 0 0,0 0 0 0 0,0 0-1 0 0,0 0 1 0 0,0 0 0 0 0,0 0-1 0 0,0-1 1 0 0,0 1 0 0 0,0 0-1 0 0,0 0 1 0 0,0 0 0 0 0,0 0 0 0 0,0 0-1 0 0,0 0 1 0 0,0 0 0 0 0,-1 0-1 0 0,1 0 1 0 0,0 0 0 0 0,0 0-1 0 0,0 0 1 0 0,0 0 0 0 0,0 0 0 0 0,0-1-1 0 0,0 1 1 0 0,0 0 0 0 0,0 0-1 0 0,0 0 1 0 0,0 0 0 0 0,0 0 0 0 0,0 0-1 0 0,0 0 1 0 0,0 0 0 0 0,0 0-1 0 0,0 0 1 0 0,0-1 0 0 0,0 1-1 0 0,0 0 1 0 0,0 0 0 0 0,0 0 0 0 0,0 0-1 0 0,1 0 1 0 0,-10 10 101 0 0,-8 20-72 0 0,-230 513 3220 0 0,243-534-3233 0 0,-67 179 459 0 0,60-152-393 0 0,1 0 0 0 0,2 1-1 0 0,-5 49 1 0 0,13-81-184 0 0,0 0 0 0 0,0 0 0 0 0,0-1 0 0 0,0 1 0 0 0,1 0 1 0 0,-1 0-1 0 0,1 0 0 0 0,1-1 0 0 0,-1 1 0 0 0,1 0 0 0 0,-1-1 0 0 0,5 8 1 0 0,-4-10-97 0 0,0 1 0 0 0,0-1 1 0 0,0 1-1 0 0,0-1 0 0 0,1 0 1 0 0,-1 0-1 0 0,0 0 0 0 0,1 0 1 0 0,0 0-1 0 0,-1-1 0 0 0,1 1 1 0 0,0-1-1 0 0,0 0 0 0 0,0 0 1 0 0,0 0-1 0 0,0 0 0 0 0,0 0 1 0 0,0 0-1 0 0,0-1 0 0 0,4 1 1 0 0,4-1-402 0 0,0 0 0 0 0,0-1 0 0 0,0 0 0 0 0,-1-1 1 0 0,1 0-1 0 0,-1-1 0 0 0,19-6 0 0 0,-8 0-967 0 0,0-1 0 0 0,31-18-1 0 0,-11 0-1358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75 206 2784 0 0,'22'-34'3796'0'0,"-1"-1"1"0"0,-2 0-1 0 0,15-39 0 0 0,-34 72-3537 0 0,-11 20 175 0 0,8-13-348 0 0,-10 18 97 0 0,-81 155 551 0 0,85-156-681 0 0,0 1-1 0 0,1-1 0 0 0,2 1 0 0 0,0 1 1 0 0,1-1-1 0 0,-2 33 0 0 0,7-52-92 0 0,0 0 1 0 0,0 0-1 0 0,0-1 0 0 0,1 1 0 0 0,-1 0 1 0 0,1 0-1 0 0,0 0 0 0 0,0-1 0 0 0,0 1 0 0 0,0 0 1 0 0,1-1-1 0 0,0 1 0 0 0,-1-1 0 0 0,1 0 1 0 0,4 5-1 0 0,-4-6-112 0 0,0 0 1 0 0,0 0 0 0 0,1 0-1 0 0,-1 0 1 0 0,1-1 0 0 0,-1 1-1 0 0,1-1 1 0 0,0 1 0 0 0,-1-1-1 0 0,1 0 1 0 0,0 0-1 0 0,0 0 1 0 0,0-1 0 0 0,0 1-1 0 0,0-1 1 0 0,0 1 0 0 0,0-1-1 0 0,0 0 1 0 0,0 0-1 0 0,4-1 1 0 0,10-1-312 0 0,0-2-1 0 0,0 1 1 0 0,-1-2-1 0 0,1 0 1 0 0,-1-2 0 0 0,0 1-1 0 0,-1-2 1 0 0,0 0-1 0 0,0-1 1 0 0,-1 0-1 0 0,0-1 1 0 0,21-19 0 0 0,-14 9 484 0 0,-1-1 0 0 0,26-33 0 0 0,-26 27 1862 0 0,27-50-1 0 0,-16 11 1493 0 0,-30 64-3150 0 0,-2 6-183 0 0,0-1 0 0 0,0 1 0 0 0,-1 0 0 0 0,1 0 0 0 0,-1-1 0 0 0,0 1 0 0 0,0-1 0 0 0,-4 6 0 0 0,-5 8 83 0 0,1 2-48 0 0,1 1 0 0 0,0 0-1 0 0,2 0 1 0 0,0 1 0 0 0,1 0 0 0 0,-5 42-1 0 0,11-60-62 0 0,0 0 0 0 0,0 0-1 0 0,0 0 1 0 0,0 0 0 0 0,0 1-1 0 0,1-1 1 0 0,-1 0-1 0 0,1 0 1 0 0,0 0 0 0 0,0 0-1 0 0,0 0 1 0 0,0 0 0 0 0,0 0-1 0 0,1-1 1 0 0,0 1 0 0 0,3 5-1 0 0,-3-6 2 0 0,0 0-1 0 0,1-1 1 0 0,-1 1-1 0 0,0 0 1 0 0,1-1 0 0 0,-1 1-1 0 0,1-1 1 0 0,0 0-1 0 0,-1 0 1 0 0,1 0-1 0 0,0 0 1 0 0,0-1-1 0 0,0 1 1 0 0,0-1 0 0 0,3 1-1 0 0,2-1-9 0 0,0 0 0 0 0,-1-1-1 0 0,1 0 1 0 0,-1 0 0 0 0,1-1 0 0 0,-1 0-1 0 0,0 0 1 0 0,0-1 0 0 0,0 0 0 0 0,0 0-1 0 0,0-1 1 0 0,-1 1 0 0 0,9-7 0 0 0,-6 2-50 0 0,-1 0 0 0 0,0 0 1 0 0,0 0-1 0 0,0-1 0 0 0,-1 0 1 0 0,-1 0-1 0 0,0-1 0 0 0,0 0 0 0 0,0 0 1 0 0,-2-1-1 0 0,1 1 0 0 0,-1-1 1 0 0,-1 0-1 0 0,0 0 0 0 0,0 0 1 0 0,-1-1-1 0 0,-1 1 0 0 0,1-14 0 0 0,-2 16 16 0 0,0-1 0 0 0,-1 0 0 0 0,0 1 0 0 0,0-1 0 0 0,-1 1 0 0 0,0-1 0 0 0,-1 1 0 0 0,0 0 0 0 0,0 0 0 0 0,-1 0 0 0 0,0 0 0 0 0,-1 1 0 0 0,0 0 0 0 0,0-1 0 0 0,-1 2 0 0 0,0-1 0 0 0,0 1 0 0 0,-1 0 0 0 0,0 0 0 0 0,0 1 0 0 0,-14-11 0 0 0,-43-17-759 0 0,61 32 674 0 0,35 3-251 0 0,0 2 253 0 0,-1 0 1 0 0,0 2-1 0 0,53 16 1 0 0,-60-14 87 0 0,-1 2 0 0 0,0 0 1 0 0,-1 2-1 0 0,0 0 0 0 0,-1 1 0 0 0,32 25 1 0 0,-42-28 29 0 0,-1 0 0 0 0,0 1 0 0 0,0 0-1 0 0,-1 1 1 0 0,-1 0 0 0 0,0 0 0 0 0,12 24 0 0 0,-15-26 6 0 0,-2 0 0 0 0,1 0 0 0 0,-1 1-1 0 0,-1-1 1 0 0,1 1 0 0 0,-2-1 0 0 0,1 1 0 0 0,-1 0 0 0 0,-1 0-1 0 0,0 0 1 0 0,-2 18 0 0 0,0-15 149 0 0,-1 0 0 0 0,-8 24-1 0 0,9-32 7 0 0,0 0-1 0 0,0 0 0 0 0,-1 0 0 0 0,0-1 0 0 0,0 1 1 0 0,0-1-1 0 0,0 1 0 0 0,0-1 0 0 0,-7 5 0 0 0,9-7 105 0 0,0-3-261 0 0,0 1 1 0 0,0 0-1 0 0,0-1 0 0 0,0 1 0 0 0,0 0 1 0 0,0-1-1 0 0,0 1 0 0 0,1-1 0 0 0,-1 1 1 0 0,0-1-1 0 0,0 0 0 0 0,0 1 0 0 0,1-1 1 0 0,-1 0-1 0 0,0 1 0 0 0,1-1 1 0 0,-1 0-1 0 0,1 0 0 0 0,-1 0 0 0 0,1 0 1 0 0,-1 0-1 0 0,1 1 0 0 0,0-1 0 0 0,-1-2 1 0 0,1 1-2 0 0,-1-1-1 0 0,1 0 1 0 0,0 0 0 0 0,0 0 0 0 0,0 0-1 0 0,0 0 1 0 0,1 1 0 0 0,0-6 0 0 0,3-6-13 0 0,1 1 0 0 0,11-23 0 0 0,-14 31 14 0 0,12-24-48 0 0,1 1-1 0 0,2 1 1 0 0,0 0-1 0 0,2 2 1 0 0,1 0-1 0 0,0 1 1 0 0,2 1-1 0 0,1 1 1 0 0,1 0 0 0 0,1 2-1 0 0,50-31 1 0 0,-57 43-90 0 0,31-10 1 0 0,-49 17 122 0 0,2 1-2 0 0,0-1 0 0 0,0 1 0 0 0,-1-1 0 0 0,1 1 0 0 0,0-1 0 0 0,0 1 0 0 0,0 0 0 0 0,-1 0 0 0 0,1 0 0 0 0,0 0 0 0 0,0 0 1 0 0,0 1-1 0 0,-1-1 0 0 0,1 1 0 0 0,0-1 0 0 0,0 1 0 0 0,-1-1 0 0 0,1 1 0 0 0,0 0 0 0 0,-1 0 0 0 0,1 0 0 0 0,-1 0 0 0 0,1 0 0 0 0,-1 0 0 0 0,1 0 0 0 0,-1 0 0 0 0,0 1 0 0 0,0-1 0 0 0,1 0 0 0 0,0 4 0 0 0,0-2 6 0 0,0 0-1 0 0,0 1 1 0 0,-1 0 0 0 0,1-1 0 0 0,-1 1 0 0 0,0 0-1 0 0,0-1 1 0 0,-1 1 0 0 0,1 0 0 0 0,-1 0 0 0 0,0 0-1 0 0,0 6 1 0 0,-2 7 37 0 0,-1 0-1 0 0,-1 0 0 0 0,-1 0 1 0 0,-11 28-1 0 0,-37 60 199 0 0,-4 13-1032 0 0,57-118 709 0 0,-1 1-1 0 0,1 0 1 0 0,-1 0 0 0 0,1 0-1 0 0,0 0 1 0 0,-1-1-1 0 0,1 1 1 0 0,0 0 0 0 0,0 0-1 0 0,0 0 1 0 0,-1 0 0 0 0,1 0-1 0 0,0 0 1 0 0,0 0 0 0 0,0 0-1 0 0,1 0 1 0 0,-1 0 0 0 0,0-1-1 0 0,0 1 1 0 0,0 0-1 0 0,1 0 1 0 0,-1 0 0 0 0,0 0-1 0 0,1 0 1 0 0,-1-1 0 0 0,1 1-1 0 0,-1 0 1 0 0,1 0 0 0 0,-1 0-1 0 0,1-1 1 0 0,0 1 0 0 0,-1 0-1 0 0,1-1 1 0 0,0 1 0 0 0,-1-1-1 0 0,1 1 1 0 0,0-1-1 0 0,0 1 1 0 0,0-1 0 0 0,-1 1-1 0 0,1-1 1 0 0,0 0 0 0 0,0 0-1 0 0,0 1 1 0 0,0-1 0 0 0,0 0-1 0 0,0 0 1 0 0,0 0 0 0 0,0 0-1 0 0,-1 0 1 0 0,2 0 0 0 0,7 0-461 0 0,0-1 0 0 0,0 1 0 0 0,0-2 1 0 0,0 1-1 0 0,0-1 0 0 0,13-5 0 0 0,51-24-2148 0 0,-48 19 1337 0 0,22-9-1104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3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291 213 3472 0 0,'98'-84'4382'0'0,"-89"75"-3639"0"0,0 0 0 0 0,-1 0 0 0 0,-1-1-1 0 0,0 0 1 0 0,0-1 0 0 0,-1 1 0 0 0,0-1 0 0 0,5-16-1 0 0,-10 27-705 0 0,-1-1-1 0 0,0 0 0 0 0,1 1 0 0 0,-1-1 1 0 0,0 0-1 0 0,0 1 0 0 0,0-1 0 0 0,1 0 1 0 0,-1 1-1 0 0,0-1 0 0 0,0 0 0 0 0,0 1 1 0 0,0-1-1 0 0,0 0 0 0 0,-1 1 1 0 0,1-1-1 0 0,0 0 0 0 0,0 1 0 0 0,0-1 1 0 0,0 1-1 0 0,-1-1 0 0 0,1 0 0 0 0,0 1 1 0 0,-1-1-1 0 0,1 1 0 0 0,0-1 0 0 0,-1 0 1 0 0,1 1-1 0 0,-1-1 0 0 0,-1 0 2 0 0,1 1 1 0 0,0-1-1 0 0,0 1 0 0 0,-1 0 1 0 0,1-1-1 0 0,0 1 0 0 0,-1 0 1 0 0,1 0-1 0 0,0 0 0 0 0,-1 0 1 0 0,1 0-1 0 0,0 0 0 0 0,-3 0 1 0 0,-5 2 111 0 0,0 1 0 0 0,-1-1 0 0 0,-8 5 0 0 0,18-7-135 0 0,-10 4 51 0 0,1 0 0 0 0,-1 1 1 0 0,1 0-1 0 0,0 0 0 0 0,1 1 0 0 0,-1 0 1 0 0,1 1-1 0 0,1 0 0 0 0,-11 11 1 0 0,15-15-55 0 0,0 1 0 0 0,1-1 0 0 0,-1 1 0 0 0,1-1 0 0 0,0 1 0 0 0,0 0 0 0 0,1 0 1 0 0,-1 0-1 0 0,1 0 0 0 0,0 0 0 0 0,0 0 0 0 0,0 0 0 0 0,0 0 0 0 0,1 1 1 0 0,0-1-1 0 0,0 0 0 0 0,0 0 0 0 0,0 1 0 0 0,1-1 0 0 0,-1 0 0 0 0,1 0 0 0 0,0 0 1 0 0,0 0-1 0 0,1 0 0 0 0,3 8 0 0 0,4 2 6 0 0,0 0 0 0 0,1 0 0 0 0,20 21 0 0 0,-22-26 152 0 0,1 1 1 0 0,-1-1-1 0 0,-1 1 0 0 0,0 1 1 0 0,0-1-1 0 0,-1 1 0 0 0,0 0 0 0 0,5 15 1 0 0,-11-23-60 0 0,1-1 0 0 0,-1 1 0 0 0,1-1 0 0 0,-1 1 0 0 0,0-1 0 0 0,0 1 0 0 0,0-1 0 0 0,0 1 1 0 0,0-1-1 0 0,0 1 0 0 0,-1 0 0 0 0,0-1 0 0 0,1 0 0 0 0,-1 1 0 0 0,0-1 0 0 0,0 1 0 0 0,0-1 0 0 0,0 0 0 0 0,-1 0 1 0 0,1 1-1 0 0,0-1 0 0 0,-1 0 0 0 0,0 0 0 0 0,0-1 0 0 0,1 1 0 0 0,-1 0 0 0 0,0 0 0 0 0,0-1 0 0 0,0 1 0 0 0,-1-1 1 0 0,1 0-1 0 0,0 0 0 0 0,0 0 0 0 0,-1 0 0 0 0,-4 1 0 0 0,-2 1-89 0 0,0 0 0 0 0,-1-1 0 0 0,1 0 0 0 0,0-1 0 0 0,-1 0 0 0 0,1-1 0 0 0,-1 0 0 0 0,-14-2 0 0 0,3-1-1166 0 0,0-2 1 0 0,1 0 0 0 0,-34-14-1 0 0,26 7-2128 0 0,2-1 0 0 0,-28-19 0 0 0,15 6-3493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73 2908 0 0,'-19'-8'2813'0'0,"5"-1"-581"0"0,1 1-180 0 0,-2-1-272 0 0,3 4-312 0 0,1-1-300 0 0,3 0 456 0 0,-9-2-1167 0 0,5 0-818 0 0,0 2-1167 0 0,-1 6-752 0 0,-14 2-2896 0 0,10 0 423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4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2180 0 0,'-16'10'1509'0'0,"7"-6"-620"0"0,1 2 0 0 0,-1-1 0 0 0,1 1 1 0 0,1 0-1 0 0,-11 11 0 0 0,17-17-834 0 0,1 1 0 0 0,0-1-1 0 0,-1 1 1 0 0,1-1 0 0 0,-1 1 0 0 0,1-1-1 0 0,0 0 1 0 0,0 1 0 0 0,-1 0 0 0 0,1-1-1 0 0,0 1 1 0 0,0-1 0 0 0,-1 1 0 0 0,1-1-1 0 0,0 1 1 0 0,0-1 0 0 0,0 1 0 0 0,0-1-1 0 0,0 1 1 0 0,0 0 0 0 0,0-1 0 0 0,0 1-1 0 0,0-1 1 0 0,0 1 0 0 0,0 0-1 0 0,0-1 1 0 0,0 1 0 0 0,1-1 0 0 0,-1 1-1 0 0,0-1 1 0 0,0 1 0 0 0,1-1 0 0 0,-1 1-1 0 0,0-1 1 0 0,1 1 0 0 0,-1-1 0 0 0,0 1-1 0 0,1-1 1 0 0,-1 0 0 0 0,1 1 0 0 0,-1-1-1 0 0,1 0 1 0 0,-1 1 0 0 0,1-1 0 0 0,-1 0-1 0 0,1 1 1 0 0,-1-1 0 0 0,1 0 0 0 0,-1 0-1 0 0,1 0 1 0 0,-1 1 0 0 0,1-1 0 0 0,-1 0-1 0 0,1 0 1 0 0,0 0 0 0 0,36 4 512 0 0,-36-4-482 0 0,170-5 17 0 0,3-13-3970 0 0,-117 11 1485 0 0,28-3-1806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70 1976 0 0,'-8'-67'8284'0'0,"7"65"-7883"0"0,-4 17 180 0 0,-9 25-96 0 0,-9 50 1 0 0,0-2 7 0 0,-119 307 958 0 0,34-106-1005 0 0,82-221-407 0 0,13-39 515 0 0,-10 43 0 0 0,19-60 476 0 0,5-15-476 0 0,8-20-290 0 0,-6 18-243 0 0,29-53 94 0 0,48-65 0 0 0,-68 107-143 0 0,0 1 1 0 0,1 1-1 0 0,0 0 0 0 0,1 0 1 0 0,1 1-1 0 0,0 1 1 0 0,1 1-1 0 0,32-18 0 0 0,-41 26 11 0 0,-1 0-1 0 0,1 1 0 0 0,0 0 1 0 0,0 0-1 0 0,0 0 0 0 0,0 1 1 0 0,0 1-1 0 0,0-1 0 0 0,0 1 1 0 0,0 0-1 0 0,0 0 0 0 0,0 1 1 0 0,1 0-1 0 0,-1 0 0 0 0,-1 1 1 0 0,11 3-1 0 0,-13-3 20 0 0,-1 0 0 0 0,1-1 0 0 0,0 2 0 0 0,-1-1 0 0 0,1 0 0 0 0,-1 1 0 0 0,1-1 0 0 0,-1 1 0 0 0,0 0 0 0 0,0 0 0 0 0,-1 0 0 0 0,1 1 0 0 0,-1-1 0 0 0,1 0 0 0 0,-1 1 0 0 0,0 0 0 0 0,0 0 0 0 0,-1-1 1 0 0,1 1-1 0 0,-1 0 0 0 0,0 0 0 0 0,0 0 0 0 0,0 1 0 0 0,0-1 0 0 0,-1 0 0 0 0,0 0 0 0 0,0 0 0 0 0,0 1 0 0 0,-1 3 0 0 0,-1 5 17 0 0,0-1 0 0 0,-1 0 0 0 0,-1 0 1 0 0,0 0-1 0 0,0-1 0 0 0,-1 1 0 0 0,-1-1 0 0 0,0 0 1 0 0,-1 0-1 0 0,0-1 0 0 0,0 0 0 0 0,-1 0 0 0 0,0-1 0 0 0,-1 0 1 0 0,-18 15-1 0 0,13-13-1 0 0,0-1 1 0 0,0 0 0 0 0,-1-1-1 0 0,0-1 1 0 0,0 0-1 0 0,-1-1 1 0 0,0-1 0 0 0,0 0-1 0 0,-1-1 1 0 0,-32 5-1 0 0,47-9-169 0 0,-1-1 0 0 0,1 0-1 0 0,0 1 1 0 0,-1-1 0 0 0,1 0-1 0 0,0 0 1 0 0,0 0 0 0 0,-1-1-1 0 0,1 1 1 0 0,0 0 0 0 0,0-1-1 0 0,-1 0 1 0 0,1 1 0 0 0,0-1 0 0 0,0 0-1 0 0,0 0 1 0 0,0 0 0 0 0,0-1-1 0 0,0 1 1 0 0,0 0 0 0 0,-1-2-1 0 0,2 1-48 0 0,0 1-1 0 0,1-1 0 0 0,-1 1 1 0 0,1-1-1 0 0,0 1 0 0 0,0-1 1 0 0,-1 0-1 0 0,1 1 1 0 0,0-1-1 0 0,0 1 0 0 0,0-1 1 0 0,1 0-1 0 0,-1 1 0 0 0,0-1 1 0 0,0 1-1 0 0,1-1 0 0 0,-1 1 1 0 0,1-1-1 0 0,0 1 1 0 0,-1-1-1 0 0,1 1 0 0 0,0 0 1 0 0,0-1-1 0 0,0 1 0 0 0,0 0 1 0 0,0-1-1 0 0,0 1 0 0 0,2-1 1 0 0,10-13-2568 0 0,3-4-785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375 104 268 0 0,'2'-1'234'0'0,"-1"1"1"0"0,1-1-1 0 0,-1 1 0 0 0,1-1 1 0 0,-1 1-1 0 0,1-1 0 0 0,-1 1 1 0 0,1 0-1 0 0,-1 0 0 0 0,1 0 1 0 0,-1 0-1 0 0,1 0 0 0 0,-1 0 1 0 0,1 1-1 0 0,-1-1 1 0 0,1 0-1 0 0,-1 1 0 0 0,1-1 1 0 0,-1 1-1 0 0,0-1 0 0 0,1 1 1 0 0,-1 0-1 0 0,0 0 0 0 0,1-1 1 0 0,-1 1-1 0 0,0 0 0 0 0,0 0 1 0 0,2 2-1 0 0,1 6 262 0 0,-1 1 0 0 0,0-1 0 0 0,0 1 0 0 0,0 0 0 0 0,-2 0 0 0 0,2 18 0 0 0,-1-13-295 0 0,0 0 0 0 0,7 25 0 0 0,-7-36-170 0 0,-1 1 0 0 0,1-1 0 0 0,0 0 1 0 0,0 0-1 0 0,1 0 0 0 0,-1 0 0 0 0,1 0 1 0 0,0 0-1 0 0,0-1 0 0 0,0 1 1 0 0,0-1-1 0 0,8 6 0 0 0,-7-7-12 0 0,0 0 0 0 0,1 1 1 0 0,-1-2-1 0 0,1 1 0 0 0,0 0 0 0 0,0-1 0 0 0,-1 0 1 0 0,1 0-1 0 0,0-1 0 0 0,0 1 0 0 0,0-1 0 0 0,0 0 0 0 0,7-1 1 0 0,3-1 9 0 0,0 0-1 0 0,-1-1 1 0 0,17-5 0 0 0,-13 2-20 0 0,0-1 0 0 0,-1-1-1 0 0,0 0 1 0 0,0-1 0 0 0,-1-1 0 0 0,0-1-1 0 0,0 0 1 0 0,-1-1 0 0 0,19-20 0 0 0,1-6 759 0 0,-2-2 1 0 0,34-54 0 0 0,-38 56 22 0 0,-29 62-659 0 0,-72 187 104 0 0,50-154-201 0 0,-173 382 620 0 0,-41-18 847 0 0,103-221-614 0 0,106-165-469 0 0,-1-2 0 0 0,-2-1 0 0 0,-48 41 0 0 0,71-67-278 0 0,-1-1 0 0 0,0 1 0 0 0,0-1 1 0 0,0 0-1 0 0,-1-1 0 0 0,1 0 0 0 0,-18 5 0 0 0,24-8-119 0 0,0 0-1 0 0,-1-1 0 0 0,1 1 0 0 0,0-1 0 0 0,-1 0 0 0 0,1 0 0 0 0,-1 0 0 0 0,1 0 1 0 0,-1 0-1 0 0,1-1 0 0 0,0 1 0 0 0,-1-1 0 0 0,1 0 0 0 0,0 1 0 0 0,-1-1 0 0 0,1 0 0 0 0,0 0 1 0 0,0 0-1 0 0,0-1 0 0 0,0 1 0 0 0,0-1 0 0 0,0 1 0 0 0,0-1 0 0 0,0 1 0 0 0,1-1 1 0 0,-1 0-1 0 0,0 0 0 0 0,1 0 0 0 0,0 0 0 0 0,-1 0 0 0 0,1 0 0 0 0,0 0 0 0 0,0 0 1 0 0,-1-4-1 0 0,-1-4-3 0 0,0 0 0 0 0,1-1 0 0 0,0 0 0 0 0,0 0 0 0 0,1 1 1 0 0,1-1-1 0 0,0 0 0 0 0,0 0 0 0 0,1 0 0 0 0,0 0 0 0 0,4-12 1 0 0,3-12-10 0 0,2 2 0 0 0,15-38 1 0 0,-4 21-211 0 0,2 1 1 0 0,3 1-1 0 0,1 1 1 0 0,3 2-1 0 0,1 1 1 0 0,2 1-1 0 0,2 2 1 0 0,2 2-1 0 0,2 1 1 0 0,1 1-1 0 0,2 3 1 0 0,1 1-1 0 0,84-47 1 0 0,-100 65-1171 0 0,41-14 1 0 0,-17 16-1710 0 0,-45 12 1999 0 0,1 0 1 0 0,0 1-1 0 0,-1 0 0 0 0,1 0 1 0 0,9 2-1 0 0,-3 1-3756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154 130 268 0 0,'-17'-54'9948'0'0,"18"55"-9905"0"0,1 0 1 0 0,-1 0 0 0 0,0 1-1 0 0,0-1 1 0 0,0 0-1 0 0,1 1 1 0 0,-1-1 0 0 0,0 1-1 0 0,-1-1 1 0 0,1 1 0 0 0,0-1-1 0 0,0 1 1 0 0,-1 0 0 0 0,1-1-1 0 0,-1 1 1 0 0,1 2-1 0 0,0 0 58 0 0,5 12 71 0 0,-1 1 1 0 0,-1-1-1 0 0,-1 1 0 0 0,0 0 0 0 0,-2 0 0 0 0,0 0 0 0 0,0 0 0 0 0,-2 0 0 0 0,0 0 0 0 0,-4 23 0 0 0,2-26 3 0 0,0-1-1 0 0,-1 0 0 0 0,0 0 0 0 0,-1 0 1 0 0,-1 0-1 0 0,0-1 0 0 0,0 0 0 0 0,-1 0 1 0 0,-1-1-1 0 0,0 0 0 0 0,-1 0 0 0 0,0-1 1 0 0,-15 14-1 0 0,23-22-145 0 0,0-1 0 0 0,0 0 0 0 0,-1 0 1 0 0,1 0-1 0 0,0 1 0 0 0,-1-1 0 0 0,1 0 1 0 0,-1-1-1 0 0,0 1 0 0 0,1 0 0 0 0,-1 0 1 0 0,0-1-1 0 0,1 1 0 0 0,-1-1 0 0 0,0 1 1 0 0,0-1-1 0 0,1 0 0 0 0,-1 0 0 0 0,0 0 1 0 0,0 0-1 0 0,0 0 0 0 0,1 0 0 0 0,-1 0 1 0 0,0-1-1 0 0,0 1 0 0 0,1-1 0 0 0,-1 1 1 0 0,0-1-1 0 0,1 0 0 0 0,-3 0 0 0 0,3-1-20 0 0,-1 0-1 0 0,0 0 0 0 0,1 1 0 0 0,0-1 0 0 0,-1 0 1 0 0,1 0-1 0 0,0 0 0 0 0,0-1 0 0 0,0 1 0 0 0,0 0 1 0 0,1 0-1 0 0,-1-1 0 0 0,1 1 0 0 0,-1 0 1 0 0,1-1-1 0 0,0 1 0 0 0,0 0 0 0 0,0-1 0 0 0,0 1 1 0 0,0 0-1 0 0,0-1 0 0 0,1-3 0 0 0,4-15-20 0 0,0 0-1 0 0,2 0 0 0 0,0 1 1 0 0,1-1-1 0 0,1 2 1 0 0,1-1-1 0 0,19-27 0 0 0,-12 23-31 0 0,1 1-1 0 0,1 0 1 0 0,1 1-1 0 0,1 1 1 0 0,24-19-1 0 0,-33 31 15 0 0,0 1 0 0 0,0 0 0 0 0,1 0-1 0 0,0 1 1 0 0,1 1 0 0 0,-1 0 0 0 0,1 1 0 0 0,0 1-1 0 0,17-4 1 0 0,-26 7 23 0 0,1 0 1 0 0,0 0-1 0 0,-1 1 0 0 0,1 0 0 0 0,-1 0 1 0 0,1 0-1 0 0,-1 1 0 0 0,1-1 0 0 0,-1 1 0 0 0,1 1 1 0 0,-1-1-1 0 0,1 1 0 0 0,-1 0 0 0 0,0 0 1 0 0,0 0-1 0 0,0 1 0 0 0,0 0 0 0 0,0 0 1 0 0,-1 0-1 0 0,1 0 0 0 0,-1 1 0 0 0,0 0 0 0 0,0 0 1 0 0,0 0-1 0 0,-1 0 0 0 0,7 10 0 0 0,-7-8 18 0 0,0 0 0 0 0,-1 0-1 0 0,1 0 1 0 0,-1 1 0 0 0,0-1-1 0 0,-1 1 1 0 0,0-1 0 0 0,0 1-1 0 0,0 0 1 0 0,-1-1 0 0 0,0 1-1 0 0,0 0 1 0 0,0-1-1 0 0,-1 1 1 0 0,0 0 0 0 0,0-1-1 0 0,-5 13 1 0 0,-2 1 90 0 0,0 1 0 0 0,-1-1 1 0 0,-2 0-1 0 0,-20 29 0 0 0,30-47-71 0 0,1-2-30 0 0,0 0 1 0 0,-1 0-1 0 0,1-1 1 0 0,0 1-1 0 0,-1 0 1 0 0,1 0-1 0 0,0 0 1 0 0,0 0-1 0 0,-1 0 1 0 0,1-1-1 0 0,0 1 1 0 0,0 0-1 0 0,-1 0 1 0 0,1-1-1 0 0,0 1 1 0 0,0 0-1 0 0,0 0 1 0 0,-1-1-1 0 0,1 1 1 0 0,0 0 0 0 0,0 0-1 0 0,0-1 1 0 0,0 1-1 0 0,0 0 1 0 0,0-1-1 0 0,-1 1 1 0 0,1 0-1 0 0,0-1 1 0 0,0 1-1 0 0,0 0 1 0 0,0 0-1 0 0,0-1 1 0 0,0 1-1 0 0,0 0 1 0 0,0-1-1 0 0,1 1 1 0 0,-1 0-1 0 0,0-1 1 0 0,0 1-1 0 0,0 0 1 0 0,0-1-1 0 0,0 1 1 0 0,1-1-1 0 0,3-11-9 0 0,8-9-33 0 0,0 1 1 0 0,1 1 0 0 0,1 0-1 0 0,29-31 1 0 0,-11 19-72 0 0,56-43 0 0 0,-59 52 30 0 0,36-19 1 0 0,-54 34 37 0 0,0 1 1 0 0,1 1 0 0 0,0 0-1 0 0,0 1 1 0 0,0 0 0 0 0,22-3-1 0 0,-33 6 42 0 0,1 1-1 0 0,0 0 0 0 0,-1 0 0 0 0,1 0 0 0 0,0 0 1 0 0,0 0-1 0 0,-1 0 0 0 0,1 0 0 0 0,0 0 0 0 0,-1 1 0 0 0,1-1 1 0 0,0 1-1 0 0,-1-1 0 0 0,1 1 0 0 0,-1 0 0 0 0,1 0 1 0 0,-1 0-1 0 0,1-1 0 0 0,-1 1 0 0 0,0 0 0 0 0,1 1 1 0 0,1 1-1 0 0,-1-1 7 0 0,-1 1-1 0 0,0-1 1 0 0,0 1 0 0 0,0-1 0 0 0,0 1-1 0 0,0-1 1 0 0,0 1 0 0 0,0 0 0 0 0,-1 0 0 0 0,1-1-1 0 0,-1 1 1 0 0,0 4 0 0 0,-1 6 34 0 0,0-1 0 0 0,-1 1-1 0 0,0-1 1 0 0,-7 22 0 0 0,-44 93 122 0 0,5-15-89 0 0,46-105-350 0 0,0 0-1 0 0,0 0 1 0 0,0 0 0 0 0,1 0 0 0 0,-1 10-1 0 0,2-16 199 0 0,0 0 0 0 0,1 0-1 0 0,-1 0 1 0 0,0 0-1 0 0,0 0 1 0 0,1-1 0 0 0,-1 1-1 0 0,1 0 1 0 0,-1 0-1 0 0,1 0 1 0 0,-1 0 0 0 0,1-1-1 0 0,-1 1 1 0 0,1 0-1 0 0,0 0 1 0 0,-1-1 0 0 0,1 1-1 0 0,0 0 1 0 0,0-1 0 0 0,-1 1-1 0 0,1-1 1 0 0,0 1-1 0 0,0-1 1 0 0,0 0 0 0 0,0 1-1 0 0,0-1 1 0 0,0 0-1 0 0,0 1 1 0 0,-1-1 0 0 0,1 0-1 0 0,2 0 1 0 0,28 1-2069 0 0,20-11-1975 0 0,-21 1 1298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7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287 689 1528 0 0,'6'-7'848'0'0,"0"1"-1"0"0,0-2 1 0 0,-1 1-1 0 0,0 0 0 0 0,0-1 1 0 0,-1 0-1 0 0,0 0 1 0 0,0-1-1 0 0,-1 1 1 0 0,0-1-1 0 0,3-15 1 0 0,-6 24-808 0 0,0-1 1 0 0,1 0 0 0 0,-1 1 0 0 0,0-1-1 0 0,0 0 1 0 0,-1 0 0 0 0,1 1-1 0 0,0-1 1 0 0,0 0 0 0 0,0 0-1 0 0,0 1 1 0 0,-1-1 0 0 0,1 0 0 0 0,0 1-1 0 0,-1-1 1 0 0,1 0 0 0 0,0 1-1 0 0,-1-1 1 0 0,1 1 0 0 0,-1-1-1 0 0,1 1 1 0 0,-1-1 0 0 0,1 1-1 0 0,-1-1 1 0 0,1 1 0 0 0,-1-1 0 0 0,0 1-1 0 0,1 0 1 0 0,-1-1 0 0 0,0 1-1 0 0,1 0 1 0 0,-1-1 0 0 0,-1 1-1 0 0,-21-2 370 0 0,15 3-357 0 0,1 2-1 0 0,-1-1 1 0 0,1 1 0 0 0,0 0-1 0 0,-1 0 1 0 0,1 1-1 0 0,-11 8 1 0 0,-44 36 128 0 0,56-42-149 0 0,-18 15 46 0 0,1 1 0 0 0,-31 38 0 0 0,45-49-63 0 0,1 1-1 0 0,0 0 1 0 0,1 0-1 0 0,0 0 1 0 0,1 1-1 0 0,1 0 0 0 0,0 0 1 0 0,-5 17-1 0 0,10-28-7 0 0,-1 1 0 0 0,0-1-1 0 0,1 0 1 0 0,-1 1 0 0 0,1-1-1 0 0,0 1 1 0 0,0-1 0 0 0,0 0 0 0 0,0 1-1 0 0,0-1 1 0 0,1 1 0 0 0,-1-1-1 0 0,1 0 1 0 0,-1 1 0 0 0,1-1-1 0 0,0 0 1 0 0,0 0 0 0 0,0 1-1 0 0,0-1 1 0 0,0 0 0 0 0,0 0-1 0 0,1 0 1 0 0,-1 0 0 0 0,1 0 0 0 0,0-1-1 0 0,-1 1 1 0 0,1 0 0 0 0,0-1-1 0 0,0 1 1 0 0,0-1 0 0 0,0 0-1 0 0,0 0 1 0 0,0 1 0 0 0,0-1-1 0 0,1-1 1 0 0,-1 1 0 0 0,0 0 0 0 0,1 0-1 0 0,2 0 1 0 0,3 0-22 0 0,-1-1-1 0 0,1 1 1 0 0,0-1-1 0 0,-1 0 1 0 0,1-1 0 0 0,-1 0-1 0 0,1 0 1 0 0,-1-1 0 0 0,1 0-1 0 0,-1 0 1 0 0,11-5 0 0 0,-3 0-34 0 0,-1-1 0 0 0,0-1 1 0 0,-1 0-1 0 0,1-1 1 0 0,-2 0-1 0 0,0-1 0 0 0,0-1 1 0 0,-1 0-1 0 0,0 0 1 0 0,11-17-1 0 0,4-12 404 0 0,-2-1 0 0 0,21-52 0 0 0,-37 78-247 0 0,-7 15-110 0 0,-15 11 11 0 0,4 2 47 0 0,1 0 0 0 0,0 1 1 0 0,1 0-1 0 0,0 0 0 0 0,-9 23 0 0 0,2-6 4 0 0,6-14-31 0 0,1 1 1 0 0,1 0-1 0 0,0 0 1 0 0,1 1-1 0 0,1-1 1 0 0,1 1-1 0 0,0 1 1 0 0,-1 25-1 0 0,5-42-17 0 0,-1 0-1 0 0,1 0 0 0 0,1 0 1 0 0,-1 1-1 0 0,0-1 1 0 0,1 0-1 0 0,-1 0 0 0 0,1 0 1 0 0,-1 0-1 0 0,1 0 0 0 0,0 0 1 0 0,0 0-1 0 0,0 0 1 0 0,0 0-1 0 0,0 0 0 0 0,1 0 1 0 0,-1 0-1 0 0,0-1 1 0 0,1 1-1 0 0,0 0 0 0 0,1 1 1 0 0,0-2-1 0 0,0 1 1 0 0,0-1-1 0 0,0 0 1 0 0,0 0-1 0 0,0 0 1 0 0,0 0-1 0 0,1 0 1 0 0,-1-1-1 0 0,0 1 1 0 0,0-1-1 0 0,1 0 1 0 0,5 0-1 0 0,7-3-25 0 0,1 0-1 0 0,-1 0 1 0 0,0-2 0 0 0,22-8-1 0 0,-8 0-240 0 0,-1-1-1 0 0,-1-1 1 0 0,0-2-1 0 0,-1-1 1 0 0,-1-1 0 0 0,0-1-1 0 0,-2-1 1 0 0,0-1-1 0 0,-2-1 1 0 0,32-43 0 0 0,-14 11 97 0 0,-3-1 1 0 0,-3-2 0 0 0,-2-1 0 0 0,27-69-1 0 0,33-133 3581 0 0,-62 169-1951 0 0,-30 87-1403 0 0,-6 15 25 0 0,-9 20-7 0 0,-179 465 66 0 0,142-331-16 0 0,43-130-80 0 0,2 1 1 0 0,-5 66-1 0 0,12-97-44 0 0,0 0 0 0 0,0 0 0 0 0,0 0 0 0 0,0 0 0 0 0,1 0 0 0 0,0 0 0 0 0,-1-1 0 0 0,1 1 0 0 0,1 0 0 0 0,-1 0 0 0 0,0-1 0 0 0,1 1 0 0 0,0 0 0 0 0,0-1 0 0 0,0 0 0 0 0,0 1 0 0 0,1-1 0 0 0,4 6 0 0 0,-3-7-3 0 0,0 1 0 0 0,0-1 1 0 0,0 0-1 0 0,0 0 0 0 0,0 0 0 0 0,0 0 0 0 0,0-1 1 0 0,1 1-1 0 0,-1-1 0 0 0,0 0 0 0 0,1-1 1 0 0,-1 1-1 0 0,1-1 0 0 0,0 0 0 0 0,-1 0 0 0 0,7-1 1 0 0,3 0-29 0 0,0-2 1 0 0,-1 0 0 0 0,1-1-1 0 0,0 0 1 0 0,-1-1 0 0 0,0-1-1 0 0,0 0 1 0 0,-1 0 0 0 0,0-1-1 0 0,0-1 1 0 0,0 0 0 0 0,-1-1 0 0 0,0 0-1 0 0,14-16 1 0 0,-10 9-14 0 0,-1-1 0 0 0,0 0 1 0 0,-2-2-1 0 0,0 1 0 0 0,0-1 0 0 0,-2-1 1 0 0,0 0-1 0 0,9-32 0 0 0,-13 34 153 0 0,-2-1-1 0 0,0 1 1 0 0,-1-1 0 0 0,-1 0-1 0 0,-1 0 1 0 0,-1 0-1 0 0,0 0 1 0 0,-4-23 0 0 0,4 41-126 0 0,0 1-1 0 0,0-1 1 0 0,0 0 0 0 0,0 1 0 0 0,0-1 0 0 0,0 1-1 0 0,0-1 1 0 0,0 0 0 0 0,-1 1 0 0 0,1-1 0 0 0,0 1 0 0 0,0-1-1 0 0,-1 0 1 0 0,1 1 0 0 0,0-1 0 0 0,-1 1 0 0 0,1-1-1 0 0,0 1 1 0 0,-1-1 0 0 0,1 1 0 0 0,-1-1 0 0 0,1 1 0 0 0,-1 0-1 0 0,1-1 1 0 0,-1 1 0 0 0,1 0 0 0 0,-1-1 0 0 0,1 1-1 0 0,-1 0 1 0 0,0-1 0 0 0,1 1 0 0 0,-1 0 0 0 0,1 0 0 0 0,-1 0-1 0 0,0 0 1 0 0,1 0 0 0 0,-1 0 0 0 0,0 0 0 0 0,1 0 0 0 0,-1 0-1 0 0,0 0 1 0 0,1 0 0 0 0,-1 0 0 0 0,1 0 0 0 0,-1 0-1 0 0,0 1 1 0 0,1-1 0 0 0,-2 0 0 0 0,1 1-6 0 0,-1 0 0 0 0,1 0 1 0 0,0 0-1 0 0,-1 1 0 0 0,1-1 1 0 0,0 0-1 0 0,0 0 0 0 0,0 1 0 0 0,0-1 1 0 0,0 1-1 0 0,0-1 0 0 0,0 1 0 0 0,0-1 1 0 0,0 1-1 0 0,1-1 0 0 0,-1 1 1 0 0,1 0-1 0 0,-1-1 0 0 0,1 4 0 0 0,-1-1-2 0 0,1 0-1 0 0,0-1 0 0 0,0 1 0 0 0,1 0 1 0 0,-1-1-1 0 0,1 1 0 0 0,-1-1 0 0 0,1 1 1 0 0,0-1-1 0 0,1 1 0 0 0,-1-1 0 0 0,1 1 1 0 0,-1-1-1 0 0,1 0 0 0 0,0 0 0 0 0,3 4 1 0 0,-1-3-117 0 0,1 1 0 0 0,-1 0-1 0 0,1-1 1 0 0,1 0 0 0 0,-1 0 0 0 0,1 0 0 0 0,-1-1 0 0 0,10 4 0 0 0,3 1-229 0 0,0-2 0 0 0,1 0 0 0 0,-1-1 1 0 0,1-1-1 0 0,26 2 0 0 0,-27-4 149 0 0,0-1 1 0 0,0-1 0 0 0,0 0 0 0 0,0-2 0 0 0,0 0-1 0 0,30-7 1 0 0,-41 7 451 0 0,0 0-1 0 0,0-1 1 0 0,-1 1-1 0 0,1-1 1 0 0,-1-1-1 0 0,0 1 1 0 0,0-1 0 0 0,0 0-1 0 0,0-1 1 0 0,0 1-1 0 0,-1-1 1 0 0,0 0-1 0 0,0 0 1 0 0,-1-1 0 0 0,1 0-1 0 0,-1 0 1 0 0,0 0-1 0 0,-1 0 1 0 0,5-10-1 0 0,-7 14 49 0 0,6-17 650 0 0,-7 19-936 0 0,1-1 0 0 0,-1 1 0 0 0,0 0 0 0 0,0 0 0 0 0,0 0 0 0 0,0-1 0 0 0,0 1 0 0 0,0 0 0 0 0,0 0 0 0 0,0-1 1 0 0,1 1-1 0 0,-1 0 0 0 0,0 0 0 0 0,0-1 0 0 0,0 1 0 0 0,0 0 0 0 0,0 0 0 0 0,0-1 0 0 0,0 1 0 0 0,-1 0 0 0 0,1 0 0 0 0,0-1 0 0 0,0 1 0 0 0,0 0 0 0 0,0 0 0 0 0,0-1 0 0 0,0 1 0 0 0,0 0 0 0 0,0 0 0 0 0,-1 0 0 0 0,1-1 0 0 0,0 1 1 0 0,0 0-1 0 0,0 0 0 0 0,0 0 0 0 0,-1 0 0 0 0,1-1 0 0 0,0 1 0 0 0,0 0 0 0 0,0 0 0 0 0,-1 0 0 0 0,1 0 0 0 0,0 0 0 0 0,0 0 0 0 0,-1 0 0 0 0,1 0 0 0 0,0-1 0 0 0,0 1 0 0 0,-1 0 0 0 0,1 0 0 0 0,0 0 0 0 0,0 0 0 0 0,-1 0 1 0 0,1 0-1 0 0,0 0 0 0 0,0 1 0 0 0,-1-1 0 0 0,1 0 0 0 0,0 0 0 0 0,0 0 0 0 0,-1 0 0 0 0,1 0 0 0 0,0 0 0 0 0,0 0 0 0 0,0 0 0 0 0,-1 1 0 0 0,1-1 0 0 0,-13 7 14 0 0,1 0 0 0 0,-1 1 0 0 0,2 0-1 0 0,-1 1 1 0 0,1 1 0 0 0,-16 17 0 0 0,-1 4-7 0 0,-25 38 0 0 0,34-43 47 0 0,-29 56 1 0 0,41-69-43 0 0,2 1-1 0 0,-1-1 1 0 0,2 1-1 0 0,0 0 0 0 0,0 0 1 0 0,-2 26-1 0 0,6-38-13 0 0,-1 0 0 0 0,1 0-1 0 0,0 1 1 0 0,1-1 0 0 0,-1 0 0 0 0,0 0-1 0 0,1 0 1 0 0,-1 1 0 0 0,1-1 0 0 0,0 0-1 0 0,-1 0 1 0 0,1 0 0 0 0,0 0 0 0 0,0 0-1 0 0,0 0 1 0 0,1-1 0 0 0,-1 1 0 0 0,0 0-1 0 0,3 2 1 0 0,-1-2-68 0 0,0 0 0 0 0,0 0 0 0 0,0 0 0 0 0,0-1-1 0 0,0 1 1 0 0,0-1 0 0 0,0 0 0 0 0,1 1 0 0 0,-1-2 0 0 0,1 1 0 0 0,3 0-1 0 0,6 0-284 0 0,0 0-1 0 0,-1-1 0 0 0,1-1 0 0 0,0 0 0 0 0,21-5 1 0 0,-7 0-150 0 0,-2-1 1 0 0,1-2-1 0 0,-1 0 1 0 0,0-2 0 0 0,-1 0-1 0 0,-1-2 1 0 0,37-26 0 0 0,-43 26 544 0 0,0-1 0 0 0,-1-1 0 0 0,-1 0 1 0 0,-1-1-1 0 0,0-1 0 0 0,12-18 0 0 0,-3-2 2518 0 0,-1-1 0 0 0,24-61 0 0 0,-40 79-1737 0 0,-21 36-707 0 0,-8 17-136 0 0,0 1 1 0 0,-24 51-1 0 0,37-63 25 0 0,0 0-1 0 0,2 1 1 0 0,1 0-1 0 0,0 0 1 0 0,-4 36 0 0 0,10-56-213 0 0,1 0 0 0 0,0 0 0 0 0,0 1 0 0 0,0-1 0 0 0,0 0 0 0 0,0 1 1 0 0,1-1-1 0 0,0 0 0 0 0,-1 0 0 0 0,1 0 0 0 0,0 1 0 0 0,1-1 0 0 0,-1 0 0 0 0,0 0 1 0 0,1-1-1 0 0,0 1 0 0 0,0 0 0 0 0,3 3 0 0 0,-2-3-512 0 0,0 0 1 0 0,0 0-1 0 0,1-1 0 0 0,0 1 1 0 0,-1-1-1 0 0,1 0 0 0 0,0 0 0 0 0,0 0 1 0 0,0-1-1 0 0,1 1 0 0 0,-1-1 1 0 0,0 0-1 0 0,7 1 0 0 0,11 1-5703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7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2300 0 0,'0'-7'1553'0'0,"1"-40"9114"0"0,1 19-6688 0 0,-2 26-3730 0 0,10 10 238 0 0,16 39-135 0 0,-11-20-231 0 0,13 31 1 0 0,-18-35-583 0 0,0 0-1 0 0,2 0 1 0 0,27 38 0 0 0,-27-49-917 0 0,-9-10 227 0 0,0 0 1 0 0,0 0-1 0 0,0 0 1 0 0,1-1-1 0 0,-1 1 1 0 0,0-1-1 0 0,7 2 1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8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403 106 1512 0 0,'4'-26'9009'0'0,"-1"-46"-1"0"0,-3 72-8974 0 0,0-1-1 0 0,0 1 0 0 0,0 0 1 0 0,0 0-1 0 0,0-1 1 0 0,0 1-1 0 0,0 0 0 0 0,0-1 1 0 0,0 1-1 0 0,0 0 0 0 0,0-1 1 0 0,0 1-1 0 0,-1 0 1 0 0,1 0-1 0 0,0-1 0 0 0,0 1 1 0 0,0 0-1 0 0,0 0 1 0 0,-1-1-1 0 0,1 1 0 0 0,0 0 1 0 0,0 0-1 0 0,-1 0 1 0 0,1-1-1 0 0,0 1 0 0 0,0 0 1 0 0,-1 0-1 0 0,1 0 1 0 0,0 0-1 0 0,0 0 0 0 0,-1 0 1 0 0,1-1-1 0 0,0 1 1 0 0,-1 0-1 0 0,1 0 0 0 0,0 0 1 0 0,0 0-1 0 0,-1 0 1 0 0,1 0-1 0 0,0 0 0 0 0,-1 0 1 0 0,1 0-1 0 0,0 0 1 0 0,-1 0-1 0 0,1 1 0 0 0,-13 3 310 0 0,12-3-318 0 0,-16 9 157 0 0,0 0 0 0 0,0 2-1 0 0,1 0 1 0 0,1 0 0 0 0,0 2-1 0 0,-15 17 1 0 0,16-17-121 0 0,-25 27 80 0 0,3 1-1 0 0,1 2 1 0 0,-39 65-1 0 0,42-54-3426 0 0,2 0-3604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8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168 219 1944 0 0,'-55'-94'12680'0'0,"15"34"-8017"0"0,9 16-6428 0 0,31 43 1364 0 0,-1 0 0 0 0,0-1 1 0 0,1 1-1 0 0,-1 0 0 0 0,0 0 0 0 0,0 0 0 0 0,0 1 0 0 0,0-1 0 0 0,0 0 0 0 0,0 0 0 0 0,0 0 0 0 0,-2 0 0 0 0,-25-7-9505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08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0 1492 0 0,'-70'15'5547'0'0,"47"-11"-3995"0"0,1 1 0 0 0,-1 1-1 0 0,1 1 1 0 0,-23 10-1 0 0,45-17-1533 0 0,-1 0-1 0 0,1 0 0 0 0,0 0 0 0 0,0 0 1 0 0,-1 0-1 0 0,1 0 0 0 0,0 0 0 0 0,0 0 1 0 0,-1 1-1 0 0,1-1 0 0 0,0 0 0 0 0,0 0 1 0 0,-1 0-1 0 0,1 1 0 0 0,0-1 0 0 0,0 0 1 0 0,0 0-1 0 0,-1 0 0 0 0,1 1 0 0 0,0-1 1 0 0,0 0-1 0 0,0 1 0 0 0,0-1 0 0 0,0 0 1 0 0,-1 0-1 0 0,1 1 0 0 0,0-1 0 0 0,0 0 1 0 0,0 1-1 0 0,0-1 0 0 0,0 0 0 0 0,0 0 1 0 0,0 1-1 0 0,0-1 0 0 0,0 0 1 0 0,0 1-1 0 0,0-1 0 0 0,0 0 0 0 0,1 0 1 0 0,-1 1-1 0 0,0-1 0 0 0,0 0 0 0 0,0 1 1 0 0,0-1-1 0 0,0 0 0 0 0,0 0 0 0 0,1 1 1 0 0,-1-1-1 0 0,0 0 0 0 0,0 0 0 0 0,0 0 1 0 0,1 1-1 0 0,11 7 237 0 0,0-5-176 0 0,1-1 0 0 0,-1 0 0 0 0,0 0 0 0 0,1-1 0 0 0,-1-1 0 0 0,23-1-1 0 0,-8 0-136 0 0,156-6-2583 0 0,1-3-3307 0 0,-178 9 5636 0 0,93-5-4831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25 653 1088 0 0,'0'0'2086'0'0,"-9"-23"5067"0"0,9 22-7090 0 0,-1 0 0 0 0,1 1 0 0 0,0-1 0 0 0,0 0 0 0 0,-1 0 1 0 0,1 1-1 0 0,0-1 0 0 0,0 0 0 0 0,0 0 0 0 0,0 0 0 0 0,0 1 0 0 0,0-1 0 0 0,0 0 0 0 0,0 0 0 0 0,0 1 1 0 0,1-1-1 0 0,-1 0 0 0 0,0 0 0 0 0,0 1 0 0 0,1-1 0 0 0,-1 0 0 0 0,0 1 0 0 0,1-1 0 0 0,-1 0 0 0 0,1 1 1 0 0,-1-1-1 0 0,1 0 0 0 0,-1 1 0 0 0,1-1 0 0 0,-1 1 0 0 0,1-1 0 0 0,0 1 0 0 0,-1-1 0 0 0,1 1 1 0 0,0 0-1 0 0,-1-1 0 0 0,1 1 0 0 0,0 0 0 0 0,0-1 0 0 0,-1 1 0 0 0,1 0 0 0 0,0 0 0 0 0,0 0 0 0 0,-1 0 1 0 0,1 0-1 0 0,0 0 0 0 0,0 0 0 0 0,0 0 0 0 0,-1 0 0 0 0,1 0 0 0 0,0 0 0 0 0,1 1 0 0 0,1-1-55 0 0,0 1 0 0 0,0 0-1 0 0,0 0 1 0 0,0 0 0 0 0,0 0-1 0 0,0 1 1 0 0,0-1 0 0 0,0 1-1 0 0,0 0 1 0 0,-1 0 0 0 0,6 4-1 0 0,-5-1 15 0 0,1 0-1 0 0,-1 0 1 0 0,0 1 0 0 0,0-1-1 0 0,-1 1 1 0 0,1 0-1 0 0,-1 0 1 0 0,0 0 0 0 0,-1 0-1 0 0,0 0 1 0 0,0 0-1 0 0,0 0 1 0 0,-1 1-1 0 0,1-1 1 0 0,-2 0 0 0 0,1 0-1 0 0,-1 1 1 0 0,0-1-1 0 0,-2 9 1 0 0,0-4 115 0 0,0 1 1 0 0,-1 0-1 0 0,0-1 1 0 0,-1 0-1 0 0,0 0 1 0 0,-1 0-1 0 0,0 0 1 0 0,-1-1-1 0 0,-9 12 0 0 0,16-22-103 0 0,-1 1 0 0 0,0 0 0 0 0,1 0 0 0 0,-1 0-1 0 0,0-1 1 0 0,0 1 0 0 0,0 0 0 0 0,0-1 0 0 0,1 1-1 0 0,-1 0 1 0 0,0-1 0 0 0,0 0 0 0 0,0 1 0 0 0,0-1-1 0 0,0 1 1 0 0,0-1 0 0 0,0 0 0 0 0,-1 0 0 0 0,1 0 0 0 0,0 1-1 0 0,0-1 1 0 0,0 0 0 0 0,0 0 0 0 0,0 0 0 0 0,0-1-1 0 0,0 1 1 0 0,-2 0 0 0 0,2-1-26 0 0,0 0 0 0 0,0 0-1 0 0,0 0 1 0 0,0 1 0 0 0,0-1 0 0 0,0 0 0 0 0,0 0 0 0 0,1 0-1 0 0,-1 0 1 0 0,0-1 0 0 0,1 1 0 0 0,-1 0 0 0 0,0 0-1 0 0,1 0 1 0 0,-1 0 0 0 0,1-1 0 0 0,0 1 0 0 0,-1 0 0 0 0,1 0-1 0 0,0-1 1 0 0,0 1 0 0 0,0 0 0 0 0,0-1 0 0 0,0-1 0 0 0,1-7-7 0 0,0 0 1 0 0,0 0 0 0 0,1 0 0 0 0,0 1 0 0 0,1-1-1 0 0,0 1 1 0 0,1-1 0 0 0,0 1 0 0 0,0 0 0 0 0,1 0-1 0 0,0 1 1 0 0,9-12 0 0 0,-8 12-18 0 0,0 1 0 0 0,0 0 0 0 0,1 0 0 0 0,0 1 0 0 0,0-1 0 0 0,0 2 0 0 0,1-1 0 0 0,0 1 0 0 0,0 0 0 0 0,0 1 0 0 0,0 0 0 0 0,1 0 0 0 0,14-4 0 0 0,-20 8-4 0 0,0-1 0 0 0,0 0 0 0 0,0 1 0 0 0,0 0 0 0 0,1-1-1 0 0,-1 1 1 0 0,0 0 0 0 0,0 1 0 0 0,1-1 0 0 0,-1 1 0 0 0,0-1 0 0 0,0 1 0 0 0,0 0 0 0 0,0 0 0 0 0,0 0 0 0 0,0 1 0 0 0,0-1 0 0 0,4 3 0 0 0,-4-1 4 0 0,1 0 1 0 0,-1 1 0 0 0,0-1 0 0 0,0 0 0 0 0,0 1-1 0 0,-1 0 1 0 0,1 0 0 0 0,-1 0 0 0 0,0 0 0 0 0,0 0-1 0 0,2 8 1 0 0,0 0 15 0 0,-1 1-1 0 0,-1 0 0 0 0,0 0 1 0 0,0 0-1 0 0,-2 0 1 0 0,1 1-1 0 0,-2-1 1 0 0,-2 14-1 0 0,2-15 63 0 0,-2-1 0 0 0,0 1 0 0 0,0 0 0 0 0,-1-1-1 0 0,0 0 1 0 0,-1 0 0 0 0,0 0 0 0 0,-1 0 0 0 0,-7 9 0 0 0,13-19-59 0 0,0-1 1 0 0,0 0 0 0 0,-1 0-1 0 0,1 1 1 0 0,0-1 0 0 0,0 0-1 0 0,0 1 1 0 0,0-1 0 0 0,-1 0-1 0 0,1 0 1 0 0,0 1 0 0 0,0-1-1 0 0,-1 0 1 0 0,1 0-1 0 0,0 0 1 0 0,0 1 0 0 0,-1-1-1 0 0,1 0 1 0 0,0 0 0 0 0,-1 0-1 0 0,1 0 1 0 0,0 0 0 0 0,-1 0-1 0 0,1 0 1 0 0,0 1 0 0 0,-1-1-1 0 0,1 0 1 0 0,0 0-1 0 0,-1 0 1 0 0,1 0 0 0 0,0 0-1 0 0,0 0 1 0 0,-1-1 0 0 0,1 1-1 0 0,0 0 1 0 0,-1 0 0 0 0,1 0-1 0 0,-1 0 1 0 0,-3-14 27 0 0,4-19-61 0 0,3 23 14 0 0,0 0 0 0 0,0 1 0 0 0,1-1 1 0 0,0 1-1 0 0,1 0 0 0 0,0 0 1 0 0,0 0-1 0 0,1 1 0 0 0,10-12 1 0 0,0 2 33 0 0,1 1 0 0 0,35-28 1 0 0,-27 26-106 0 0,2 2 1 0 0,0 1-1 0 0,51-23 1 0 0,-76 38 72 0 0,0 1 0 0 0,0-1 0 0 0,0 1 0 0 0,0 0 0 0 0,0 0 0 0 0,0-1 0 0 0,0 1-1 0 0,0 0 1 0 0,0 1 0 0 0,0-1 0 0 0,0 0 0 0 0,0 0 0 0 0,3 2 0 0 0,-4-2 7 0 0,0 1 0 0 0,0-1 0 0 0,0 0 0 0 0,0 1 1 0 0,0-1-1 0 0,0 1 0 0 0,0 0 0 0 0,0-1 0 0 0,0 1 0 0 0,0 0 0 0 0,-1-1 0 0 0,1 1 0 0 0,0 0 1 0 0,0 0-1 0 0,-1 0 0 0 0,1-1 0 0 0,-1 1 0 0 0,1 0 0 0 0,-1 0 0 0 0,1 0 0 0 0,-1 0 0 0 0,1 0 1 0 0,-1 0-1 0 0,0 0 0 0 0,0 0 0 0 0,1 0 0 0 0,-1 2 0 0 0,-2 18-27 0 0,0 1-1 0 0,-2-1 1 0 0,0 0 0 0 0,-10 27-1 0 0,6-22 32 0 0,1 1 0 0 0,-4 40 0 0 0,10-66 9 0 0,1 1 1 0 0,0 0 0 0 0,0 0-1 0 0,0 0 1 0 0,0 0-1 0 0,0 0 1 0 0,1 0-1 0 0,-1 0 1 0 0,1 0 0 0 0,-1 0-1 0 0,1 0 1 0 0,0 0-1 0 0,-1-1 1 0 0,1 1 0 0 0,0 0-1 0 0,0 0 1 0 0,0-1-1 0 0,1 1 1 0 0,-1-1 0 0 0,0 1-1 0 0,3 2 1 0 0,-1-3 0 0 0,0 1 1 0 0,0 0-1 0 0,0-1 0 0 0,0 1 1 0 0,0-1-1 0 0,1 0 1 0 0,-1 0-1 0 0,0 0 1 0 0,1-1-1 0 0,-1 1 0 0 0,6 0 1 0 0,4-1 8 0 0,1-1 1 0 0,-1 0-1 0 0,1-1 0 0 0,-1 0 0 0 0,19-6 1 0 0,-15 2-5 0 0,-1 0 1 0 0,1-2-1 0 0,-1 1 0 0 0,0-2 1 0 0,-1 0-1 0 0,0-1 0 0 0,-1-1 1 0 0,0 0-1 0 0,0-1 1 0 0,19-21-1 0 0,-19 16 39 0 0,0-1 0 0 0,-1 0 0 0 0,-1-1 1 0 0,0-1-1 0 0,-2 0 0 0 0,0 0 0 0 0,-1-1 0 0 0,6-22 1 0 0,-15 42-50 0 0,2-6-17 0 0,0 1 1 0 0,0 0 0 0 0,-1-1 0 0 0,1 0-1 0 0,-2 1 1 0 0,1-1 0 0 0,-1-10 0 0 0,0 14-42 0 0,-3 3 6 0 0,-2 1 21 0 0,1 0 1 0 0,-1 0-1 0 0,0 1 1 0 0,1 0-1 0 0,0-1 1 0 0,-1 2 0 0 0,1-1-1 0 0,0 0 1 0 0,0 1-1 0 0,0 0 1 0 0,0 0-1 0 0,1 0 1 0 0,-1 0 0 0 0,1 0-1 0 0,-6 8 1 0 0,-4 5-83 0 0,0 0 0 0 0,-14 25 0 0 0,17-23 83 0 0,1-1-1 0 0,0 1 1 0 0,1 1-1 0 0,2 0 1 0 0,-7 25 0 0 0,11-37 49 0 0,0 1 0 0 0,1-1 0 0 0,0 1 0 0 0,1-1 0 0 0,0 0 0 0 0,0 1 0 0 0,0-1 0 0 0,1 1 0 0 0,0-1 0 0 0,0 1 0 0 0,1-1 0 0 0,0 0 0 0 0,1 0 1 0 0,-1 0-1 0 0,1 0 0 0 0,1 0 0 0 0,5 8 0 0 0,-5-10-5 0 0,0-1 1 0 0,0 0 0 0 0,1 0-1 0 0,-1 0 1 0 0,1-1 0 0 0,0 1-1 0 0,1-1 1 0 0,-1 0 0 0 0,0-1-1 0 0,1 1 1 0 0,-1-1 0 0 0,1 0-1 0 0,0 0 1 0 0,0-1 0 0 0,0 0-1 0 0,0 0 1 0 0,0 0 0 0 0,9-1-1 0 0,1 0-31 0 0,0 0-1 0 0,0-1 0 0 0,0-1 0 0 0,-1-1 0 0 0,30-8 0 0 0,-27 5-30 0 0,0-1 0 0 0,0-1 0 0 0,0-1 0 0 0,-1 0 0 0 0,0-1 0 0 0,-1-1 0 0 0,20-18-1 0 0,-17 12-102 0 0,0-2-1 0 0,-1-1 1 0 0,-1 0-1 0 0,26-42 1 0 0,-17 17-74 0 0,-3-2 1 0 0,-1 0-1 0 0,-3-2 1 0 0,-2 0-1 0 0,12-52 1 0 0,36-272 1260 0 0,-62 318-1020 0 0,-7 57-38 0 0,0 2 15 0 0,-1-1 1 0 0,1 0-1 0 0,0 1 1 0 0,0 0-1 0 0,0 0 1 0 0,0 0-1 0 0,1 0 1 0 0,0 1 0 0 0,0-1-1 0 0,-3 6 1 0 0,-26 57-38 0 0,25-52 43 0 0,-127 317 228 0 0,116-278-129 0 0,3 0 0 0 0,2 2 0 0 0,2-1 0 0 0,-4 75 0 0 0,14-113-48 0 0,0 0 1 0 0,2 0-1 0 0,0-1 1 0 0,1 1-1 0 0,0 0 1 0 0,6 19-1 0 0,-6-30-35 0 0,0-1 0 0 0,0 0 0 0 0,0 0 0 0 0,0-1 0 0 0,1 1 0 0 0,0 0 0 0 0,0-1 0 0 0,0 0 0 0 0,1 0 0 0 0,-1 0 0 0 0,1 0 0 0 0,0 0 0 0 0,0-1 0 0 0,0 1 0 0 0,1-1 0 0 0,-1 0 0 0 0,1 0 0 0 0,0-1 0 0 0,0 0 0 0 0,0 0 0 0 0,0 0 0 0 0,0 0 0 0 0,8 1 0 0 0,-2-1-35 0 0,0-1 0 0 0,1 0 0 0 0,-1-1-1 0 0,0 0 1 0 0,1-1 0 0 0,-1 0-1 0 0,0-1 1 0 0,0 0 0 0 0,18-7-1 0 0,-4 1-175 0 0,-1-2-1 0 0,-1 0 1 0 0,26-17-1 0 0,-23 10 2 0 0,-1-1 1 0 0,-1-1-1 0 0,-1-1 0 0 0,-1-1 0 0 0,0-1 1 0 0,-2-1-1 0 0,0-1 0 0 0,-2 0 1 0 0,21-38-1 0 0,-12 14 245 0 0,-2-2-1 0 0,-2-1 1 0 0,-3-1 0 0 0,19-70-1 0 0,-27 78 718 0 0,-3-1 0 0 0,-1 0 0 0 0,4-86 1 0 0,-13 127-731 0 0,1 4-39 0 0,0-1 1 0 0,-1 1-1 0 0,1-1 1 0 0,0 1-1 0 0,0 0 0 0 0,-1-1 1 0 0,1 1-1 0 0,0 0 1 0 0,-1-1-1 0 0,1 1 0 0 0,0 0 1 0 0,-1 0-1 0 0,1-1 1 0 0,0 1-1 0 0,-1 0 1 0 0,1 0-1 0 0,-1-1 0 0 0,1 1 1 0 0,-1 0-1 0 0,1 0 1 0 0,-1 0-1 0 0,1 0 1 0 0,0 0-1 0 0,-1 0 0 0 0,1 0 1 0 0,-1 0-1 0 0,1 0 1 0 0,-1 0-1 0 0,1 0 1 0 0,-1 0-1 0 0,1 0 0 0 0,-1 0 1 0 0,1 0-1 0 0,0 0 1 0 0,-1 1-1 0 0,1-1 0 0 0,-1 0 1 0 0,1 0-1 0 0,0 1 1 0 0,-1-1-1 0 0,1 0 1 0 0,-1 0-1 0 0,1 1 0 0 0,0-1 1 0 0,-1 0-1 0 0,1 1 1 0 0,0-1-1 0 0,-1 1 1 0 0,1-1 0 0 0,-6 6-4 0 0,0-1 0 0 0,0 1 0 0 0,0 0 1 0 0,1 0-1 0 0,0 1 0 0 0,-7 12 0 0 0,-21 47-21 0 0,23-45 22 0 0,-142 346-106 0 0,132-302 233 0 0,2 0-1 0 0,3 2 1 0 0,-11 125 0 0 0,25-190-109 0 0,1-1 0 0 0,0 1 1 0 0,0 0-1 0 0,0 0 1 0 0,0 0-1 0 0,1 0 0 0 0,-1-1 1 0 0,0 1-1 0 0,1 0 1 0 0,-1 0-1 0 0,1 0 1 0 0,0-1-1 0 0,-1 1 0 0 0,1 0 1 0 0,0-1-1 0 0,0 1 1 0 0,0-1-1 0 0,2 3 0 0 0,-2-3-8 0 0,0-1 0 0 0,0 1 0 0 0,1-1 0 0 0,-1 1-1 0 0,0-1 1 0 0,0 0 0 0 0,1 1 0 0 0,-1-1 0 0 0,0 0-1 0 0,0 0 1 0 0,1 0 0 0 0,-1 0 0 0 0,0 0 0 0 0,1 0-1 0 0,-1 0 1 0 0,0 0 0 0 0,0 0 0 0 0,1-1-1 0 0,-1 1 1 0 0,0 0 0 0 0,0-1 0 0 0,0 1 0 0 0,1-1-1 0 0,-1 0 1 0 0,0 1 0 0 0,0-1 0 0 0,2-2 0 0 0,26-17 20 0 0,-2-2 1 0 0,0-1 0 0 0,45-51 0 0 0,-40 40 38 0 0,51-43 0 0 0,-71 67-82 0 0,-10 8-6 0 0,-1 1 1 0 0,1-1-1 0 0,0 0 1 0 0,-1 1-1 0 0,1-1 1 0 0,0 1 0 0 0,0 0-1 0 0,0 0 1 0 0,0-1-1 0 0,0 1 1 0 0,0 1-1 0 0,0-1 1 0 0,1 0-1 0 0,-1 0 1 0 0,0 1-1 0 0,0-1 1 0 0,1 1 0 0 0,-1 0-1 0 0,0 0 1 0 0,1 0-1 0 0,-1 0 1 0 0,0 0-1 0 0,3 1 1 0 0,-3-1 4 0 0,-1 1 1 0 0,0 0-1 0 0,1 0 0 0 0,-1 0 1 0 0,0-1-1 0 0,0 1 0 0 0,0 0 1 0 0,0 1-1 0 0,0-1 1 0 0,0 0-1 0 0,0 0 0 0 0,0 0 1 0 0,0 1-1 0 0,-1-1 0 0 0,1 0 1 0 0,0 1-1 0 0,0 1 1 0 0,9 28-14 0 0,-9-26 68 0 0,1 6 13 0 0,0 1 0 0 0,0 19 0 0 0,-2-22-38 0 0,1 1 0 0 0,0 0-1 0 0,0 0 1 0 0,1-1-1 0 0,4 13 1 0 0,-5-19-134 0 0,0-1-1 0 0,0 1 1 0 0,1-1-1 0 0,-1 1 1 0 0,1-1-1 0 0,-1 0 1 0 0,1 0-1 0 0,0 0 1 0 0,0 0-1 0 0,0 0 1 0 0,0 0-1 0 0,0 0 1 0 0,0-1-1 0 0,1 1 0 0 0,-1-1 1 0 0,1 1-1 0 0,-1-1 1 0 0,1 0-1 0 0,-1 0 1 0 0,1 0-1 0 0,0-1 1 0 0,-1 1-1 0 0,5 0 1 0 0,2 0-500 0 0,1 0 1 0 0,-1-1-1 0 0,1 0 0 0 0,-1 0 0 0 0,0-1 1 0 0,1 0-1 0 0,-1-1 0 0 0,0 0 1 0 0,1-1-1 0 0,-1 1 0 0 0,-1-2 1 0 0,1 1-1 0 0,0-1 0 0 0,10-8 0 0 0,5-1-1918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0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42 251 3452 0 0,'10'-18'1763'0'0,"0"0"0"0"0,-1 0-1 0 0,-1 0 1 0 0,-1-1 0 0 0,7-31 0 0 0,-3-4 1841 0 0,-10 52-3429 0 0,-17 14-31 0 0,8-3-168 0 0,0 1 0 0 0,1 0 0 0 0,0 0 0 0 0,0 1 0 0 0,1-1 0 0 0,-5 15 0 0 0,0 0 7 0 0,-12 46 0 0 0,21-63 85 0 0,0 1-1 0 0,1-1 1 0 0,0 0-1 0 0,0 1 1 0 0,1-1-1 0 0,0 10 0 0 0,0-16-47 0 0,1 1-1 0 0,-1-1 1 0 0,0 0-1 0 0,1 0 0 0 0,-1 0 1 0 0,1 0-1 0 0,0 0 0 0 0,-1 1 1 0 0,1-1-1 0 0,0-1 1 0 0,0 1-1 0 0,0 0 0 0 0,1 0 1 0 0,-1 0-1 0 0,0 0 0 0 0,1-1 1 0 0,-1 1-1 0 0,1-1 1 0 0,0 1-1 0 0,-1-1 0 0 0,1 0 1 0 0,0 1-1 0 0,0-1 0 0 0,0 0 1 0 0,0 0-1 0 0,0 0 1 0 0,0-1-1 0 0,0 1 0 0 0,0 0 1 0 0,3 0-1 0 0,0-1-17 0 0,0 1 0 0 0,0-1 0 0 0,0 0 0 0 0,-1 0 0 0 0,1 0 0 0 0,0-1 0 0 0,0 1 0 0 0,0-1 0 0 0,0-1 0 0 0,0 1 0 0 0,-1-1 0 0 0,1 1 0 0 0,0-1 0 0 0,-1-1 0 0 0,0 1 0 0 0,6-4 0 0 0,-3 1 19 0 0,-1-1 0 0 0,0 0 0 0 0,0 0 0 0 0,0 0 0 0 0,0-1 0 0 0,-1 0 0 0 0,0 0 0 0 0,-1 0 0 0 0,5-9 0 0 0,-4 5 4 0 0,0-1 0 0 0,0 0 0 0 0,-1 0 0 0 0,-1 0-1 0 0,0 0 1 0 0,0 0 0 0 0,-1-1 0 0 0,-1 1-1 0 0,0-1 1 0 0,-1 1 0 0 0,0-1 0 0 0,-1 1 0 0 0,-3-17-1 0 0,3 24-48 0 0,-1 0 0 0 0,0 0 0 0 0,0 0 0 0 0,0 0 0 0 0,-1 0 0 0 0,1 1 0 0 0,-1-1 0 0 0,0 1 0 0 0,0 0 0 0 0,-1 0 0 0 0,1 0 0 0 0,-1 0-1 0 0,0 0 1 0 0,0 1 0 0 0,-9-6 0 0 0,10 7-81 0 0,0 1-1 0 0,0 0 1 0 0,0 0-1 0 0,0 0 0 0 0,0 0 1 0 0,0 0-1 0 0,0 0 1 0 0,0 1-1 0 0,-1 0 0 0 0,1-1 1 0 0,0 1-1 0 0,0 0 1 0 0,-1 1-1 0 0,1-1 0 0 0,0 0 1 0 0,0 1-1 0 0,0 0 1 0 0,0 0-1 0 0,-1 0 0 0 0,1 0 1 0 0,0 0-1 0 0,1 1 1 0 0,-1-1-1 0 0,0 1 1 0 0,0 0-1 0 0,1 0 0 0 0,-3 2 1 0 0,3-3-49 0 0,0 0 0 0 0,1 0 1 0 0,-1 1-1 0 0,1-1 0 0 0,0 0 1 0 0,-1 1-1 0 0,1-1 0 0 0,0 1 0 0 0,0-1 1 0 0,0 1-1 0 0,0-1 0 0 0,0 1 1 0 0,0 0-1 0 0,0-1 0 0 0,1 1 0 0 0,-1 0 1 0 0,0 0-1 0 0,1 0 0 0 0,0-1 1 0 0,-1 1-1 0 0,1 0 0 0 0,0 0 1 0 0,0 0-1 0 0,0 0 0 0 0,0 0 0 0 0,0 0 1 0 0,1-1-1 0 0,-1 1 0 0 0,1 0 1 0 0,-1 0-1 0 0,1 0 0 0 0,-1-1 0 0 0,1 1 1 0 0,0 0-1 0 0,0 0 0 0 0,0-1 1 0 0,0 1-1 0 0,0-1 0 0 0,2 3 1 0 0,3 2-308 0 0,0-1 1 0 0,-1 0 0 0 0,2 0 0 0 0,-1 0 0 0 0,0-1 0 0 0,1 1 0 0 0,0-2 0 0 0,9 5 0 0 0,-4-4-332 0 0,1 1 1 0 0,16 3 0 0 0,3-2-215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1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54 887 1684 0 0,'21'-2'684'0'0,"0"-1"0"0"0,0-1-1 0 0,0-1 1 0 0,-1-1 0 0 0,0-1-1 0 0,26-12 1 0 0,-39 16-142 0 0,0-1 0 0 0,0 0 1 0 0,0 0-1 0 0,-1-1 0 0 0,0 0 0 0 0,0 0 0 0 0,0 0 0 0 0,0-1 1 0 0,-1 0-1 0 0,0 0 0 0 0,0 0 0 0 0,-1-1 0 0 0,1 0 1 0 0,-1 0-1 0 0,-1 0 0 0 0,1 0 0 0 0,-1 0 0 0 0,-1-1 0 0 0,4-15 1 0 0,-5 22-505 0 0,-1 0 1 0 0,0 0-1 0 0,1 0 1 0 0,-1 0-1 0 0,0-1 1 0 0,0 1 0 0 0,0 0-1 0 0,0 0 1 0 0,0 0-1 0 0,0 0 1 0 0,0-1-1 0 0,-1 1 1 0 0,1 0-1 0 0,0 0 1 0 0,0 0 0 0 0,-1 0-1 0 0,1 0 1 0 0,-1 0-1 0 0,1 0 1 0 0,-1 0-1 0 0,0 0 1 0 0,1 0 0 0 0,-1 0-1 0 0,0 0 1 0 0,0 0-1 0 0,1 0 1 0 0,-1 0-1 0 0,0 1 1 0 0,0-1-1 0 0,0 0 1 0 0,0 1 0 0 0,0-1-1 0 0,0 0 1 0 0,0 1-1 0 0,0-1 1 0 0,0 1-1 0 0,-1 0 1 0 0,1-1 0 0 0,0 1-1 0 0,0 0 1 0 0,0 0-1 0 0,0 0 1 0 0,-1 0-1 0 0,1 0 1 0 0,0 0-1 0 0,0 0 1 0 0,0 0 0 0 0,-3 1-1 0 0,-4 0-33 0 0,1 0-1 0 0,-1 1 0 0 0,0 0 1 0 0,0 1-1 0 0,-12 6 1 0 0,-2 2-25 0 0,0 1 0 0 0,1 2 0 0 0,0 0 0 0 0,-34 31 0 0 0,45-36 24 0 0,1 0 0 0 0,0 1 0 0 0,0 0 1 0 0,1 0-1 0 0,1 1 0 0 0,-1 1 0 0 0,2-1 0 0 0,0 1 0 0 0,0 0 1 0 0,-7 23-1 0 0,12-32 13 0 0,0 0-1 0 0,0 0 1 0 0,1 0 0 0 0,0 0 0 0 0,-1 0 0 0 0,1 0 0 0 0,0 0-1 0 0,0 0 1 0 0,1 1 0 0 0,-1-1 0 0 0,0 0 0 0 0,1 0 0 0 0,0 0-1 0 0,0 0 1 0 0,0-1 0 0 0,0 1 0 0 0,0 0 0 0 0,1 0-1 0 0,-1-1 1 0 0,1 1 0 0 0,0 0 0 0 0,0-1 0 0 0,0 0 0 0 0,0 1-1 0 0,2 1 1 0 0,1 0 8 0 0,0-1 0 0 0,0 0 0 0 0,0-1 0 0 0,0 1 0 0 0,0-1 0 0 0,0 0 0 0 0,1 0 0 0 0,-1-1 0 0 0,1 0 0 0 0,-1 0 0 0 0,1 0 0 0 0,10 0 0 0 0,0-1-14 0 0,-1 0 0 0 0,1-1 0 0 0,-1-1 1 0 0,1-1-1 0 0,-1 0 0 0 0,0-1 0 0 0,0 0 0 0 0,0-1 1 0 0,-1-1-1 0 0,18-9 0 0 0,-12 3 22 0 0,-1 0 0 0 0,0-2 0 0 0,-1 0 0 0 0,0-1 1 0 0,-2-1-1 0 0,20-22 0 0 0,-4-3 21 0 0,-1-2 0 0 0,-3-1 0 0 0,-1-1 1 0 0,-3-1-1 0 0,25-65 0 0 0,-28 59-60 0 0,-3-1 1 0 0,-2 0-1 0 0,-2-1 1 0 0,-3-1-1 0 0,-2 0 1 0 0,3-105-1 0 0,-12 157-10 0 0,1 1 0 0 0,-1-1 0 0 0,-1 0 1 0 0,1 0-1 0 0,0 1 0 0 0,-1-1 0 0 0,1 0 0 0 0,-1 1 0 0 0,0-1 0 0 0,0 0 0 0 0,0 1 0 0 0,0-1 0 0 0,-1 1 0 0 0,1-1 0 0 0,0 1 0 0 0,-4-3 0 0 0,4 4 9 0 0,-1 0-1 0 0,1 0 0 0 0,-1 0 0 0 0,0 0 0 0 0,1 1 0 0 0,-1-1 0 0 0,0 1 0 0 0,0-1 0 0 0,1 1 0 0 0,-1 0 0 0 0,0-1 0 0 0,0 1 0 0 0,0 0 1 0 0,1 0-1 0 0,-1 1 0 0 0,0-1 0 0 0,0 0 0 0 0,0 0 0 0 0,1 1 0 0 0,-1-1 0 0 0,0 1 0 0 0,1 0 0 0 0,-1-1 0 0 0,0 1 0 0 0,1 0 0 0 0,-3 2 1 0 0,-6 2 4 0 0,1 1 1 0 0,0 1 0 0 0,0 0 0 0 0,0 0 0 0 0,1 1 0 0 0,0 0 0 0 0,1 0 0 0 0,-11 15 0 0 0,-2 6 30 0 0,-23 45 1 0 0,21-29 283 0 0,2 0 1 0 0,2 1 0 0 0,-19 75 0 0 0,29-89-236 0 0,1 2 1 0 0,3-1-1 0 0,0 0 0 0 0,2 1 1 0 0,2 0-1 0 0,4 39 0 0 0,-2-56-70 0 0,1 0 1 0 0,1-1-1 0 0,1 1 0 0 0,0-1 0 0 0,2 0 0 0 0,-1 0 0 0 0,2-1 1 0 0,11 19-1 0 0,-12-24-414 0 0,0 0 1 0 0,1-1 0 0 0,0 0-1 0 0,1 0 1 0 0,10 9-1 0 0,-12-13-490 0 0,1 1-1 0 0,-1-1 1 0 0,1-1-1 0 0,0 0 1 0 0,0 0-1 0 0,0 0 1 0 0,14 3-1 0 0,-1-4-3196 0 0,0-1-1779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12 5985 0 0,'-118'-5'8611'0'0,"-85"-2"383"0"0,199 7-8914 0 0,11 5-1894 0 0,-1-3 1130 0 0,0 0-1 0 0,-1 0 1 0 0,1 0 0 0 0,1-1 0 0 0,-1 1 0 0 0,0-1-1 0 0,0-1 1 0 0,0 1 0 0 0,0-1 0 0 0,8-1 0 0 0,8 2-2976 0 0,24 2-4606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41 126 1668 0 0,'-2'0'1661'0'0,"0"0"-1258"0"0,0 0 0 0 0,0-1 0 0 0,0 1 0 0 0,1 0 1 0 0,-1-1-1 0 0,0 1 0 0 0,0-1 0 0 0,1 0 0 0 0,-1 0 0 0 0,0 0 0 0 0,1 0 0 0 0,-1 0 1 0 0,1 0-1 0 0,-1 0 0 0 0,1 0 0 0 0,0 0 0 0 0,-1-1 0 0 0,1 1 0 0 0,0 0 0 0 0,0-1 1 0 0,0 0-1 0 0,0 1 0 0 0,0-1 0 0 0,-1-2 0 0 0,2 3-251 0 0,0-1 0 0 0,-1 1 0 0 0,1-1 0 0 0,0 1 0 0 0,0-1 0 0 0,0 1 0 0 0,0-1 0 0 0,0 0 0 0 0,1 1-1 0 0,-1-1 1 0 0,0 1 0 0 0,1 0 0 0 0,-1-1 0 0 0,1 1 0 0 0,-1-1 0 0 0,1 1 0 0 0,0 0 0 0 0,0-1 0 0 0,-1 1 0 0 0,1 0 0 0 0,0 0 0 0 0,0-1 0 0 0,0 1 0 0 0,2-1 0 0 0,0-1-73 0 0,0 0 0 0 0,1 0 0 0 0,-1 1 0 0 0,1-1 0 0 0,-1 1 0 0 0,1 0 0 0 0,0 0 0 0 0,0 0 0 0 0,0 0 0 0 0,0 1 0 0 0,0-1 0 0 0,0 1 0 0 0,0 0 1 0 0,0 1-1 0 0,1-1 0 0 0,-1 1 0 0 0,0 0 0 0 0,1 0 0 0 0,-1 0 0 0 0,0 0 0 0 0,0 1 0 0 0,1 0 0 0 0,-1 0 0 0 0,0 0 0 0 0,6 2 0 0 0,-4 0-59 0 0,0 0 0 0 0,0 0-1 0 0,-1 0 1 0 0,1 1-1 0 0,-1-1 1 0 0,0 2 0 0 0,0-1-1 0 0,0 0 1 0 0,0 1-1 0 0,-1 0 1 0 0,0 0 0 0 0,0 0-1 0 0,0 1 1 0 0,-1-1-1 0 0,1 1 1 0 0,3 10-1 0 0,-2-2-6 0 0,-1 1 0 0 0,0 1 0 0 0,-1-1-1 0 0,-1 0 1 0 0,0 1 0 0 0,-1-1 0 0 0,-1 1-1 0 0,-1-1 1 0 0,0 1 0 0 0,0-1 0 0 0,-2 1-1 0 0,0-1 1 0 0,-5 15 0 0 0,-3 3 12 0 0,-1-1 1 0 0,-1 0-1 0 0,-2-1 0 0 0,-34 54 1 0 0,43-77 29 0 0,1 0-1 0 0,-1 1 1 0 0,-1-2 0 0 0,1 1 0 0 0,-1-1-1 0 0,-16 13 1 0 0,21-19-7 0 0,1-4-21 0 0,1 0-25 0 0,0 0 1 0 0,-1 0-1 0 0,1-1 0 0 0,1 1 1 0 0,-1 0-1 0 0,0 0 1 0 0,1 0-1 0 0,-1 0 0 0 0,1 0 1 0 0,0 0-1 0 0,0 0 1 0 0,0 0-1 0 0,1 0 0 0 0,2-5 1 0 0,30-45 26 0 0,-28 44-27 0 0,108-145-80 0 0,181-189 0 0 0,-286 333 65 0 0,2-2-129 0 0,-24 21 166 0 0,-26 26 332 0 0,2 1-1 0 0,1 2 1 0 0,2 1 0 0 0,-29 45 0 0 0,48-64-267 0 0,2 0 0 0 0,0 1 0 0 0,1 1 0 0 0,-9 24 0 0 0,18-40-73 0 0,1 0 0 0 0,0 1 0 0 0,0 0 0 0 0,0-1-1 0 0,1 1 1 0 0,0 0 0 0 0,0 0 0 0 0,1 0 0 0 0,0 0 0 0 0,0 0-1 0 0,0 0 1 0 0,1 0 0 0 0,0 0 0 0 0,1-1 0 0 0,-1 1-1 0 0,1 0 1 0 0,1-1 0 0 0,-1 1 0 0 0,4 5 0 0 0,-2-6-3 0 0,1-1 1 0 0,-1 1-1 0 0,1-1 1 0 0,0 0 0 0 0,0-1-1 0 0,0 1 1 0 0,1-1-1 0 0,0 0 1 0 0,0-1-1 0 0,0 1 1 0 0,0-1-1 0 0,0 0 1 0 0,8 2 0 0 0,2 0-33 0 0,1 0 0 0 0,-1-1 0 0 0,1-1 0 0 0,20 2 0 0 0,8-2-2168 0 0,79-5 0 0 0,-100 0-1039 0 0,-1-2 0 0 0,41-10 1 0 0,-37 4-3094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36 112 684 0 0,'-27'-22'15471'0'0,"18"13"-12529"0"0,11 3-1341 0 0,19 1-1027 0 0,-19 5-601 0 0,42-6 150 0 0,115-19-1531 0 0,-55 1-5627 0 0,-84 17 2782 0 0,-2-1-2015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23 524 0 0,'-61'-22'16223'0'0,"59"22"-15397"0"0,-13-1 750 0 0,12 5-1260 0 0,1-1 0 0 0,-1 1-1 0 0,1 0 1 0 0,-1 0 0 0 0,1 1 0 0 0,0-1 0 0 0,1 0-1 0 0,-3 9 1 0 0,-8 42 892 0 0,8-37-870 0 0,-35 228 1411 0 0,26-81-3471 0 0,13-153 707 0 0,0-1-1 0 0,3 20 1 0 0,4-5-2419 0 0,7-4-3756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4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81 2288 0 0,'2'-81'13544'0'0,"-14"134"-10269"0"0,8-18-2525 0 0,2 0 0 0 0,2 36 1 0 0,1-54-632 0 0,0 1 1 0 0,2-1 0 0 0,0 0 0 0 0,0 0-1 0 0,2-1 1 0 0,7 20 0 0 0,-9-30-98 0 0,1 0-1 0 0,-1 1 1 0 0,1-2-1 0 0,0 1 1 0 0,0 0 0 0 0,1-1-1 0 0,-1 0 1 0 0,1 0-1 0 0,0 0 1 0 0,1-1 0 0 0,-1 0-1 0 0,1 0 1 0 0,0 0-1 0 0,0 0 1 0 0,0-1 0 0 0,1 0-1 0 0,-1-1 1 0 0,1 1-1 0 0,-1-1 1 0 0,1 0 0 0 0,0-1-1 0 0,0 0 1 0 0,0 0-1 0 0,0 0 1 0 0,12-1 0 0 0,-9-1-63 0 0,-1 1 1 0 0,0-1-1 0 0,0-1 1 0 0,0 0 0 0 0,0 0-1 0 0,0-1 1 0 0,-1 0-1 0 0,1 0 1 0 0,-1-1 0 0 0,1 0-1 0 0,-1-1 1 0 0,-1 0-1 0 0,1 0 1 0 0,-1 0-1 0 0,1-1 1 0 0,-2 0 0 0 0,1-1-1 0 0,-1 0 1 0 0,7-8-1 0 0,-4-1-17 0 0,0 0-1 0 0,-1-1 0 0 0,-1 1 0 0 0,0-2 1 0 0,-1 1-1 0 0,-1-1 0 0 0,-1 1 1 0 0,-1-1-1 0 0,0 0 0 0 0,-1-1 0 0 0,-1-25 1 0 0,-1 42 17 0 0,-8 17-8 0 0,-3 13 198 0 0,0 0 1 0 0,2 0-1 0 0,-6 38 1 0 0,1-12 129 0 0,-58 242 1411 0 0,-34 121 1433 0 0,92-372-2602 0 0,-26 57-1 0 0,30-80-154 0 0,-2-1 0 0 0,0 0 0 0 0,-1-1 1 0 0,-23 28-1 0 0,30-41-222 0 0,-1 0 1 0 0,1-1 0 0 0,-1 1-1 0 0,0-2 1 0 0,-1 1 0 0 0,1-1-1 0 0,-1 0 1 0 0,0-1 0 0 0,0 0 0 0 0,-1 0-1 0 0,-10 3 1 0 0,15-6-106 0 0,0 0 0 0 0,0 0 0 0 0,0-1 0 0 0,0 1 0 0 0,-1-1 0 0 0,1 0 0 0 0,0 0 0 0 0,0-1 0 0 0,0 1 0 0 0,0-1 0 0 0,0 0 0 0 0,0 0 0 0 0,0 0 0 0 0,0-1 0 0 0,0 1 1 0 0,0-1-1 0 0,0 0 0 0 0,1 0 0 0 0,-1 0 0 0 0,1-1 0 0 0,-1 1 0 0 0,1-1 0 0 0,0 0 0 0 0,0 0 0 0 0,0 0 0 0 0,-3-5 0 0 0,1 1-22 0 0,0 0 0 0 0,1 0-1 0 0,0 0 1 0 0,0-1 0 0 0,1 1 0 0 0,-1-1-1 0 0,2 0 1 0 0,-1 0 0 0 0,1 0 0 0 0,0 0 0 0 0,0-12-1 0 0,1 7-3 0 0,1 1 0 0 0,1-1-1 0 0,0 0 1 0 0,0 1-1 0 0,1-1 1 0 0,7-22 0 0 0,1 9-52 0 0,0 1 1 0 0,2 0-1 0 0,0 1 1 0 0,2 0 0 0 0,1 1-1 0 0,21-27 1 0 0,-16 27-636 0 0,1 0 0 0 0,1 1 0 0 0,1 1 0 0 0,1 1 0 0 0,45-29 0 0 0,35-9-5256 0 0,7 9-5859 0 0,-82 37 3428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18 165 1808 0 0,'-1'-2'3211'0'0,"-16"-43"10090"0"0,17 44-13212 0 0,1 0-1 0 0,-1 0 0 0 0,0 0 0 0 0,0 1 0 0 0,0-1 0 0 0,1 0 1 0 0,-1 0-1 0 0,0 0 0 0 0,1 1 0 0 0,-1-1 0 0 0,0 0 1 0 0,1 0-1 0 0,-1 1 0 0 0,1-1 0 0 0,0 0 0 0 0,-1 1 1 0 0,1-1-1 0 0,-1 1 0 0 0,1-1 0 0 0,0 1 0 0 0,0-1 1 0 0,-1 1-1 0 0,1-1 0 0 0,0 1 0 0 0,1-1 0 0 0,-1 0-50 0 0,10-4 93 0 0,-1 0 1 0 0,2 1-1 0 0,-1 0 1 0 0,0 1-1 0 0,1 0 1 0 0,-1 0-1 0 0,13 0 1 0 0,6-2-6 0 0,60-11 138 0 0,62-15-3859 0 0,-126 23 1075 0 0,-9-1-3751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4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16 2424 0 0,'-21'-16'10867'0'0,"21"16"-10774"0"0,0 0 0 0 0,-1 0 1 0 0,1 0-1 0 0,0 0 0 0 0,-1 0 0 0 0,1 0 0 0 0,-1 0 0 0 0,1 0 0 0 0,0 0 0 0 0,-1 0 0 0 0,1 1 0 0 0,0-1 1 0 0,-1 0-1 0 0,1 0 0 0 0,0 0 0 0 0,-1 0 0 0 0,1 0 0 0 0,0 1 0 0 0,0-1 0 0 0,-1 0 0 0 0,1 0 1 0 0,0 0-1 0 0,0 1 0 0 0,-1-1 0 0 0,1 0 0 0 0,0 1 0 0 0,0-1 0 0 0,-1 0 0 0 0,1 0 0 0 0,0 1 0 0 0,0-1 1 0 0,0 0-1 0 0,0 1 0 0 0,0-1 0 0 0,-1 0 0 0 0,1 1 0 0 0,0 0 0 0 0,-2 22 2023 0 0,6 32-89 0 0,-3-45-1567 0 0,17 194 2260 0 0,0 12-4222 0 0,-17-212 1123 0 0,7 45-3024 0 0,-7-47 2454 0 0,0 1 0 0 0,0 0 0 0 0,0 0 0 0 0,1-1 0 0 0,-1 1 0 0 0,1-1 0 0 0,-1 1 1 0 0,4 3-1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134 158 3284 0 0,'0'-20'4193'0'0,"1"-30"6439"0"0,5 20-7642 0 0,-4 28-2937 0 0,-1 1-1 0 0,2-1 1 0 0,-1 1 0 0 0,0-1-1 0 0,0 1 1 0 0,0 0-1 0 0,1 0 1 0 0,-1 0 0 0 0,0 0-1 0 0,1 0 1 0 0,-1 0-1 0 0,1 1 1 0 0,4-1 0 0 0,-6 0-38 0 0,301-39 549 0 0,-301 40-565 0 0,-1 0 1 0 0,1-1-1 0 0,0 1 1 0 0,-1 0-1 0 0,1 0 1 0 0,0 0-1 0 0,-1 0 1 0 0,1 0 0 0 0,0 0-1 0 0,-1 0 1 0 0,1 0-1 0 0,-1 1 1 0 0,1-1-1 0 0,0 0 1 0 0,-1 0-1 0 0,1 0 1 0 0,0 1-1 0 0,-1-1 1 0 0,1 0 0 0 0,-1 1-1 0 0,1-1 1 0 0,-1 0-1 0 0,1 1 1 0 0,-1-1-1 0 0,1 1 1 0 0,-1-1-1 0 0,1 1 1 0 0,-1 0-1 0 0,1 0 0 0 0,-1 0 1 0 0,0 0-1 0 0,-1 0 0 0 0,1 0 1 0 0,0 0-1 0 0,0 0 0 0 0,0 0 0 0 0,0-1 1 0 0,-1 1-1 0 0,1 0 0 0 0,0 0 0 0 0,-1 0 1 0 0,1 0-1 0 0,-1-1 0 0 0,0 2 1 0 0,-26 30-15 0 0,26-31 15 0 0,-76 76 275 0 0,-199 205 2030 0 0,173-162-474 0 0,102-119-1792 0 0,0 0 0 0 0,1 0 0 0 0,-1 0 0 0 0,0 0 0 0 0,1 0 0 0 0,-1 0 0 0 0,1 0 0 0 0,-1 0 0 0 0,1 0 0 0 0,-1 0 0 0 0,1 0 0 0 0,0 0 0 0 0,-1 0 0 0 0,1 0 0 0 0,0 0 0 0 0,0 0 0 0 0,0 1 0 0 0,0-1 0 0 0,0 0 0 0 0,0 0 0 0 0,0 0 0 0 0,0 0 0 0 0,1 0 0 0 0,-1 0 0 0 0,1 2 0 0 0,0-2-5 0 0,0 1-1 0 0,0-1 1 0 0,0 0 0 0 0,1 0 0 0 0,-1 0 0 0 0,0 0-1 0 0,1 0 1 0 0,-1 0 0 0 0,1 0 0 0 0,-1 0 0 0 0,1-1 0 0 0,-1 1-1 0 0,1-1 1 0 0,0 1 0 0 0,1 0 0 0 0,9 1 55 0 0,0 0 1 0 0,0-1 0 0 0,19 0-1 0 0,-31-1-89 0 0,53-2-1088 0 0,-1-2-1 0 0,62-13 1 0 0,101-33-8091 0 0,-155 32 3667 0 0,2-1-2827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5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67 1352 0 0,'-25'-17'11406'0'0,"4"2"-4438"0"0,22 12-6311 0 0,-1 2-645 0 0,0 1 0 0 0,0 0 0 0 0,0 0 0 0 0,0 0-1 0 0,0 0 1 0 0,0-1 0 0 0,0 1 0 0 0,0 0 0 0 0,0 0 0 0 0,0 0-1 0 0,0-1 1 0 0,0 1 0 0 0,0 0 0 0 0,0 0 0 0 0,0 0 0 0 0,0 0 0 0 0,0-1-1 0 0,0 1 1 0 0,0 0 0 0 0,0 0 0 0 0,0 0 0 0 0,0 0 0 0 0,0-1-1 0 0,0 1 1 0 0,1 0 0 0 0,-1 0 0 0 0,0 0 0 0 0,0 0 0 0 0,0 0 0 0 0,0 0-1 0 0,0-1 1 0 0,1 1 0 0 0,-1 0 0 0 0,0 0 0 0 0,0 0 0 0 0,0 0-1 0 0,0 0 1 0 0,1 0 0 0 0,-1 0 0 0 0,0 0 0 0 0,0 0 0 0 0,0 0 0 0 0,0 0-1 0 0,1 0 1 0 0,-1 0 0 0 0,0 0 0 0 0,170-22 1767 0 0,-82 19-3262 0 0,-4 8-5863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13 1468 0 0,'-185'71'18718'0'0,"178"-67"-17401"0"0,9-1-462 0 0,19 0-91 0 0,43-5-1300 0 0,0-2 0 0 0,76-16 0 0 0,-91 10-5153 0 0,78-28 0 0 0,-75 19-2043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5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90 1176 0 0,'3'-19'7236'0'0,"0"0"1"0"0,11-32 4309 0 0,-14 51-11492 0 0,3 9 506 0 0,-1 0 0 0 0,0 0 0 0 0,-1 0 0 0 0,0 0 0 0 0,0 1 0 0 0,-1-1 1 0 0,-1 13-1 0 0,-12 71 425 0 0,11-82-936 0 0,-12 60-129 0 0,-34 99 1 0 0,-39 67 785 0 0,31-90-2559 0 0,7 1-3581 0 0,39-116 3614 0 0,-12 44-7721 0 0,10-26-2718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2224 0 0,'53'-34'10926'0'0,"-6"3"-7198"0"0,-44 28-3625 0 0,1 1-1 0 0,0 0 1 0 0,0 0 0 0 0,0 1 0 0 0,0-1 0 0 0,0 1 0 0 0,0 0 0 0 0,0 0 0 0 0,0 0 0 0 0,1 0 0 0 0,-1 1 0 0 0,0-1 0 0 0,1 1 0 0 0,-1 1 0 0 0,0-1 0 0 0,1 0 0 0 0,7 3 0 0 0,-6-1-72 0 0,0 1 0 0 0,-1-1 1 0 0,1 1-1 0 0,-1 0 0 0 0,0 1 0 0 0,0-1 1 0 0,0 1-1 0 0,0 0 0 0 0,-1 0 0 0 0,1 1 1 0 0,-1-1-1 0 0,4 6 0 0 0,-1-1 22 0 0,-1 1 0 0 0,0 0 0 0 0,0 0 1 0 0,-1 1-1 0 0,0-1 0 0 0,0 1 0 0 0,-1 0 0 0 0,-1 0 0 0 0,4 22 0 0 0,-5-16-2 0 0,-1 0-1 0 0,0 0 1 0 0,-1-1-1 0 0,-1 1 0 0 0,-1 0 1 0 0,-4 22-1 0 0,-1-14-3 0 0,0 0-1 0 0,-1 0 0 0 0,-2-1 1 0 0,-1 0-1 0 0,0 0 1 0 0,-2-1-1 0 0,0-1 1 0 0,-30 36-1 0 0,26-37 329 0 0,-1-1 0 0 0,0-1 0 0 0,-2-1 0 0 0,0 0 0 0 0,-32 20 0 0 0,51-38-329 0 0,0 1-1 0 0,-1 0 0 0 0,0-1 1 0 0,1 1-1 0 0,-1-1 0 0 0,1 1 0 0 0,-1-1 1 0 0,0 0-1 0 0,1 1 0 0 0,-1-1 1 0 0,0 0-1 0 0,1 0 0 0 0,-3-1 0 0 0,3 1-38 0 0,1-1-1 0 0,0 0 0 0 0,-1 1 0 0 0,1-1 0 0 0,0 1 0 0 0,-1-1 0 0 0,1 0 0 0 0,0 1 0 0 0,0-1 0 0 0,0 0 0 0 0,0 1 0 0 0,0-1 0 0 0,0 0 0 0 0,0 0 0 0 0,0 1 1 0 0,0-1-1 0 0,0 0 0 0 0,0 1 0 0 0,0-1 0 0 0,0 0 0 0 0,1 0 0 0 0,-1 1 2 0 0,2-7 3 0 0,0 1-1 0 0,1-1 1 0 0,0 1 0 0 0,0 0-1 0 0,1 0 1 0 0,0 0 0 0 0,0 1 0 0 0,0-1-1 0 0,0 1 1 0 0,9-8 0 0 0,1-2-16 0 0,67-71-79 0 0,130-104 0 0 0,-37 37-171 0 0,-165 144 234 0 0,-1 1 0 0 0,0-1 0 0 0,0 0 0 0 0,6-11-1 0 0,-14 20 21 0 0,0 0-1 0 0,1-1 0 0 0,-1 1 0 0 0,0 0 0 0 0,0-1 1 0 0,0 1-1 0 0,1 0 0 0 0,-1-1 0 0 0,0 1 0 0 0,0 0 1 0 0,0 0-1 0 0,0-1 0 0 0,0 1 0 0 0,0 0 0 0 0,0-1 1 0 0,0 1-1 0 0,0-1 0 0 0,0 1 0 0 0,0 0 0 0 0,0-1 1 0 0,0 1-1 0 0,0 0 0 0 0,0-1 0 0 0,0 1 0 0 0,0 0 1 0 0,0-1-1 0 0,0 1 0 0 0,-1 0 0 0 0,1 0 0 0 0,0-1 1 0 0,0 1-1 0 0,0 0 0 0 0,-1-1 0 0 0,1 1 0 0 0,0 0 0 0 0,0 0 1 0 0,-1-1-1 0 0,1 1 0 0 0,0 0 0 0 0,0 0 0 0 0,-1 0 1 0 0,1-1-1 0 0,0 1 0 0 0,-1 0 0 0 0,1 0 0 0 0,0 0 1 0 0,-1 0-1 0 0,1 0 0 0 0,0 0 0 0 0,-1 0 0 0 0,1 0 1 0 0,0 0-1 0 0,-1 0 0 0 0,1 0 0 0 0,0 0 0 0 0,-1 0 1 0 0,1 0-1 0 0,-22 2-24 0 0,-1 9 35 0 0,1 0 0 0 0,0 1-1 0 0,0 2 1 0 0,1 0-1 0 0,1 1 1 0 0,1 1-1 0 0,0 1 1 0 0,1 0 0 0 0,0 2-1 0 0,2 0 1 0 0,0 1-1 0 0,-25 42 1 0 0,36-51-5 0 0,-1-1 1 0 0,2 1-1 0 0,0 0 1 0 0,0 0-1 0 0,1 0 1 0 0,0 1-1 0 0,0-1 1 0 0,2 1-1 0 0,-1-1 1 0 0,2 1-1 0 0,-1 0 1 0 0,4 22-1 0 0,-2-25 2 0 0,1-1 1 0 0,0 0-1 0 0,1 0 0 0 0,0 0 1 0 0,0 0-1 0 0,0-1 0 0 0,1 1 1 0 0,1-1-1 0 0,-1 0 0 0 0,1 0 1 0 0,0 0-1 0 0,1 0 0 0 0,-1-1 1 0 0,1 0-1 0 0,0-1 0 0 0,1 1 1 0 0,0-1-1 0 0,12 7 0 0 0,-1-2-444 0 0,0-1 0 0 0,1-1-1 0 0,0-1 1 0 0,0-1 0 0 0,1 0-1 0 0,0-2 1 0 0,39 4 0 0 0,-34-6-2192 0 0,1-1 0 0 0,-1-1 0 0 0,33-5 1 0 0,-13-3-4151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7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47 115 400 0 0,'-21'-27'15090'0'0,"4"10"-11228"0"0,13 12-2185 0 0,2 1-569 0 0,-1-2-151 0 0,13 0-683 0 0,50-4-110 0 0,0 2 0 0 0,62 1 0 0 0,-29 2-2582 0 0,-3-5-3637 0 0,-67 6 914 0 0,-5-2-2701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7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36 1100 0 0,'-13'-8'4796'0'0,"1"1"1"0"0,-25-10-1 0 0,29 14-4250 0 0,8 3-437 0 0,-1 0-1 0 0,0 0 0 0 0,1 0 0 0 0,-1 0 0 0 0,0 0 0 0 0,1 0 0 0 0,-1 0 0 0 0,0 0 0 0 0,1 0 0 0 0,-1 0 0 0 0,0 0 0 0 0,1 0 0 0 0,-1 1 1 0 0,0-1-1 0 0,1 0 0 0 0,-1 0 0 0 0,1 1 0 0 0,-1-1 0 0 0,1 0 0 0 0,-1 1 0 0 0,0-1 0 0 0,1 1 0 0 0,0-1 0 0 0,-1 1 0 0 0,1-1 0 0 0,-1 1 1 0 0,0 0-1 0 0,-9 15 1409 0 0,3-1-704 0 0,0 0 0 0 0,1 1 1 0 0,1 0-1 0 0,-4 19 1 0 0,-9 69 485 0 0,9-44-758 0 0,3-30-485 0 0,-15 111 271 0 0,19-120-1711 0 0,1 1-1 0 0,1 0 0 0 0,1 0 1 0 0,5 30-1 0 0,3-27-3028 0 0,2-11-1649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7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1724 0 0,'14'-26'3366'0'0,"-3"2"-1316"0"0,2 1 0 0 0,0 0 1 0 0,2 1-1 0 0,29-34 0 0 0,-39 51-1925 0 0,-1 1 0 0 0,1-1 0 0 0,0 1 0 0 0,0 0 0 0 0,0 0 1 0 0,1 1-1 0 0,-1 0 0 0 0,1 0 0 0 0,0 0 0 0 0,0 1 0 0 0,0 0 0 0 0,0 0 0 0 0,0 0 0 0 0,1 1 0 0 0,-1-1 0 0 0,1 2 0 0 0,-1-1 0 0 0,0 1 0 0 0,1 0 0 0 0,-1 0 0 0 0,1 1 1 0 0,-1 0-1 0 0,1 0 0 0 0,10 3 0 0 0,-12-2-42 0 0,0 0 1 0 0,0 0 0 0 0,0 0 0 0 0,0 1-1 0 0,-1-1 1 0 0,1 1 0 0 0,-1 0-1 0 0,0 0 1 0 0,0 1 0 0 0,0-1 0 0 0,0 1-1 0 0,0 0 1 0 0,-1 0 0 0 0,0 0-1 0 0,1 1 1 0 0,-2-1 0 0 0,1 1 0 0 0,0-1-1 0 0,-1 1 1 0 0,0 0 0 0 0,0 0 0 0 0,2 10-1 0 0,-3-6 21 0 0,1 0 0 0 0,-1 0 0 0 0,-1 0 0 0 0,1 0 0 0 0,-2 0 0 0 0,1 1 0 0 0,-1-1-1 0 0,-1 0 1 0 0,0 0 0 0 0,0 0 0 0 0,0 0 0 0 0,-6 12 0 0 0,-3 0 50 0 0,0 0 0 0 0,-1-1 0 0 0,-2 0 0 0 0,0-1 0 0 0,0-1 0 0 0,-2 0 0 0 0,0-1 0 0 0,-21 17 0 0 0,-5 0 964 0 0,-3-1-1 0 0,-65 38 0 0 0,94-58-184 0 0,16-13-925 0 0,0 0 1 0 0,0 0 0 0 0,0 0-1 0 0,0 1 1 0 0,0-1 0 0 0,0 0-1 0 0,0 0 1 0 0,0 1 0 0 0,0-1-1 0 0,0 0 1 0 0,0 0 0 0 0,0 0 0 0 0,0 1-1 0 0,0-1 1 0 0,1 0 0 0 0,-1 0-1 0 0,0 0 1 0 0,0 0 0 0 0,0 1-1 0 0,0-1 1 0 0,0 0 0 0 0,1 0-1 0 0,-1 0 1 0 0,0 0 0 0 0,0 0-1 0 0,0 1 1 0 0,1-1 0 0 0,-1 0-1 0 0,0 0 1 0 0,0 0 0 0 0,0 0-1 0 0,1 0 1 0 0,-1 0 0 0 0,0 0-1 0 0,0 0 1 0 0,1 0 0 0 0,-1 0-1 0 0,0 0 1 0 0,0 0 0 0 0,0 0-1 0 0,1 0 1 0 0,43-1-40 0 0,-22-1 134 0 0,167 12-2773 0 0,-1 13-7084 0 0,-151-19 4603 0 0,0-2-2721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351 114 2892 0 0,'-9'-24'8061'0'0,"-12"-51"0"0"0,17 61-5903 0 0,3 20-1851 0 0,1-1 0 0 0,0 1 0 0 0,0 0-1 0 0,1 0 1 0 0,-1 0 0 0 0,1-1 0 0 0,3 11 0 0 0,2 13 487 0 0,-5-16-629 0 0,1-1 1 0 0,0 0-1 0 0,1 1 1 0 0,0-1-1 0 0,1 0 1 0 0,0-1-1 0 0,1 1 1 0 0,1-1-1 0 0,0 0 1 0 0,10 14-1 0 0,-11-18-143 0 0,0 0 0 0 0,1-1-1 0 0,1 0 1 0 0,-1 0-1 0 0,1 0 1 0 0,0-1-1 0 0,0 0 1 0 0,0 0-1 0 0,1-1 1 0 0,-1 0-1 0 0,1-1 1 0 0,0 1-1 0 0,0-1 1 0 0,1-1-1 0 0,15 3 1 0 0,-17-3-127 0 0,1-1-1 0 0,0-1 1 0 0,-1 1 0 0 0,1-1 0 0 0,0 0 0 0 0,-1-1-1 0 0,1 0 1 0 0,0 0 0 0 0,-1-1 0 0 0,0 0 0 0 0,1 0 0 0 0,-1-1-1 0 0,0 0 1 0 0,0 0 0 0 0,13-8 0 0 0,-13 5-16 0 0,0 1-1 0 0,0-1 1 0 0,-1-1 0 0 0,0 1 0 0 0,0-1-1 0 0,0 0 1 0 0,-1-1 0 0 0,0 1 0 0 0,-1-1-1 0 0,1 0 1 0 0,-1 0 0 0 0,-1 0 0 0 0,4-12-1 0 0,-1 2-2 0 0,-1 0 0 0 0,0-1 0 0 0,-2 1 0 0 0,3-36 0 0 0,-17 58 90 0 0,7 1 94 0 0,-1 0 0 0 0,1 1 0 0 0,0-1 0 0 0,1 1 0 0 0,-1 0 0 0 0,1 0 0 0 0,-5 12 0 0 0,5-11 43 0 0,-153 372 3667 0 0,2-5-356 0 0,134-329-2969 0 0,-1-1 0 0 0,-41 60 0 0 0,54-92-365 0 0,0-1-1 0 0,-1-1 1 0 0,1 1-1 0 0,-2-2 1 0 0,0 1-1 0 0,0-1 1 0 0,-1-1 0 0 0,0 0-1 0 0,0 0 1 0 0,-1-1-1 0 0,0-1 1 0 0,0 0-1 0 0,-24 8 1 0 0,33-12-80 0 0,0-2 0 0 0,-1 1 0 0 0,1 0 0 0 0,-1-1 0 0 0,1 0 0 0 0,0 1 0 0 0,-1-1 0 0 0,1-1 0 0 0,-1 1 0 0 0,1 0 0 0 0,0-1 0 0 0,-1 0 0 0 0,1 0 0 0 0,0 0 0 0 0,-1 0 0 0 0,1 0 0 0 0,0-1 0 0 0,0 1 0 0 0,0-1 0 0 0,0 0 0 0 0,0 0 0 0 0,1 0 0 0 0,-1 0 0 0 0,1-1 0 0 0,-1 1 0 0 0,1 0 0 0 0,0-1 0 0 0,0 0 0 0 0,0 0 0 0 0,0 0 0 0 0,-2-5 0 0 0,1 2 0 0 0,0-1 0 0 0,0 1 0 0 0,1-1 0 0 0,0 0 0 0 0,1 0 0 0 0,0 0 0 0 0,0 0 0 0 0,0 0 0 0 0,1 0 0 0 0,0 0 0 0 0,0 0 0 0 0,1 0 0 0 0,-1 0 0 0 0,4-10 0 0 0,4-6-313 0 0,0 1-1 0 0,2 1 1 0 0,1 0-1 0 0,0 0 1 0 0,1 1-1 0 0,2 1 1 0 0,0 0-1 0 0,1 1 1 0 0,0 0 0 0 0,28-23-1 0 0,6-1-1060 0 0,2 3 0 0 0,89-54-1 0 0,59-21-5822 0 0,-64 42-2227 0 0,-89 48 3253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8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0 133 388 0 0,'11'-19'16348'0'0,"-6"14"-14068"0"0,75-9-36 0 0,81-4 0 0 0,-8 2-2460 0 0,-110 10-1977 0 0,65-19 0 0 0,-78 11-1819 0 0,-13-1-2698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8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27 1764 0 0,'-20'-14'8099'0'0,"-1"1"-3633"0"0,20 13-4296 0 0,-1 0 0 0 0,1 1 0 0 0,0-1 0 0 0,-1 0-1 0 0,1 1 1 0 0,0-1 0 0 0,0 1 0 0 0,-1 0 0 0 0,1-1 0 0 0,0 1 0 0 0,0 0-1 0 0,0 0 1 0 0,0-1 0 0 0,0 1 0 0 0,0 0 0 0 0,0 0 0 0 0,0 0-1 0 0,0 0 1 0 0,0 0 0 0 0,1 1 0 0 0,-1-1 0 0 0,0 0 0 0 0,1 0-1 0 0,-1 2 1 0 0,-11 35 1271 0 0,9-29-897 0 0,-68 300 3857 0 0,25-100-9147 0 0,43-196 3337 0 0,-2 10-1828 0 0,2-8-2182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9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96 2180 0 0,'-21'-6'3430'0'0,"7"2"-521"0"0,0 0 1 0 0,0-1 0 0 0,-13-7 0 0 0,26 12-2846 0 0,1 0 0 0 0,-1-1 0 0 0,1 1 0 0 0,-1 0 0 0 0,1 0 0 0 0,-1 0 0 0 0,1-1-1 0 0,-1 1 1 0 0,1 0 0 0 0,0-1 0 0 0,-1 1 0 0 0,1 0 0 0 0,0-1 0 0 0,-1 1 0 0 0,1-1 0 0 0,0 1 0 0 0,-1-1 0 0 0,1 1 0 0 0,0-1 0 0 0,0 1 0 0 0,-1 0 0 0 0,1-1 0 0 0,0 0 0 0 0,0 1-1 0 0,0-1 1 0 0,0 1 0 0 0,0-1 0 0 0,0 1 0 0 0,0-1 0 0 0,0 1 0 0 0,0-1 0 0 0,0 0-11 0 0,1 0 0 0 0,-1 0-1 0 0,1 0 1 0 0,0 0 0 0 0,-1 0 0 0 0,1 0 0 0 0,0 0-1 0 0,0 1 1 0 0,0-1 0 0 0,0 0 0 0 0,0 1 0 0 0,0-1-1 0 0,1 0 1 0 0,34-13 306 0 0,21 4-193 0 0,0 2 1 0 0,1 3-1 0 0,64 3 0 0 0,-121 2-167 0 0,-1 0 1 0 0,1 0-1 0 0,-1 0 1 0 0,0 0-1 0 0,1 0 1 0 0,-1 0-1 0 0,1 0 1 0 0,-1 0-1 0 0,0 0 1 0 0,1 0-1 0 0,-1 0 1 0 0,1 1-1 0 0,-1-1 1 0 0,0 0-1 0 0,1 0 1 0 0,-1 0-1 0 0,0 1 1 0 0,1-1-1 0 0,-1 0 1 0 0,0 0-1 0 0,1 1 1 0 0,-1-1-1 0 0,0 0 1 0 0,0 1-1 0 0,1-1 0 0 0,-1 0 1 0 0,0 1-1 0 0,0-1 1 0 0,0 1-1 0 0,1-1 1 0 0,-1 0-1 0 0,0 1 1 0 0,0-1-1 0 0,0 0 1 0 0,0 1-1 0 0,0-1 1 0 0,0 1-1 0 0,0-1 1 0 0,0 1-1 0 0,0-1 1 0 0,0 0-1 0 0,0 1 1 0 0,0-1-1 0 0,0 1 1 0 0,0-1-1 0 0,0 0 1 0 0,-1 1-1 0 0,1-1 1 0 0,0 0-1 0 0,0 1 1 0 0,-11 20-15 0 0,-24 22 214 0 0,-65 62 0 0 0,53-58 233 0 0,-27 25 604 0 0,38-39-207 0 0,2 2 0 0 0,1 0 0 0 0,-51 74 0 0 0,83-108-755 0 0,0 0 0 0 0,1 1-1 0 0,-1-1 1 0 0,0 0 0 0 0,0 1 0 0 0,1-1 0 0 0,-1 0-1 0 0,1 1 1 0 0,-1-1 0 0 0,1 1 0 0 0,0-1-1 0 0,-1 1 1 0 0,1 0 0 0 0,0-1 0 0 0,0 1 0 0 0,0-1-1 0 0,0 1 1 0 0,0-1 0 0 0,1 1 0 0 0,-1-1-1 0 0,0 1 1 0 0,2 2 0 0 0,-1-3-20 0 0,0 1 1 0 0,0 0-1 0 0,1-1 0 0 0,-1 0 0 0 0,1 1 1 0 0,-1-1-1 0 0,1 0 0 0 0,0 1 1 0 0,-1-1-1 0 0,1 0 0 0 0,0 0 0 0 0,0-1 1 0 0,0 1-1 0 0,3 1 0 0 0,8 1 23 0 0,0 0 0 0 0,0-1 0 0 0,1-1-1 0 0,14 0 1 0 0,-27-1-73 0 0,39 0-1218 0 0,-1-2 1 0 0,1-2-1 0 0,70-15 1 0 0,112-49-12967 0 0,-165 48 6520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9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48 1820 0 0,'-39'-35'22710'0'0,"40"33"-22655"0"0,1 1 1 0 0,0 0-1 0 0,-1 0 1 0 0,1 0-1 0 0,0 0 1 0 0,0 0-1 0 0,0 0 1 0 0,0 0-1 0 0,0 1 1 0 0,0-1-1 0 0,0 1 1 0 0,0 0-1 0 0,0-1 1 0 0,3 1-1 0 0,36-1 127 0 0,-32 1-102 0 0,0 0-259 0 0,133 2-1486 0 0,-96 0-2798 0 0,-1 2-4534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1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0 2332 0 0,'-159'80'21131'0'0,"164"-78"-20944"0"0,0-1 0 0 0,0 0 1 0 0,0 1-1 0 0,0-1 0 0 0,0-1 1 0 0,0 1-1 0 0,9-1 0 0 0,43-3-465 0 0,-35 1-109 0 0,115-9-4400 0 0,-45-3-3732 0 0,-39 5-67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127 250 2872 0 0,'-6'-18'2989'0'0,"2"0"0"0"0,0-1 0 0 0,1 1 0 0 0,0-25 0 0 0,3 38-2761 0 0,0 0 1 0 0,0 0 0 0 0,0 0 0 0 0,1 0-1 0 0,0 1 1 0 0,0-1 0 0 0,1 0-1 0 0,-1 0 1 0 0,1 1 0 0 0,0-1 0 0 0,0 0-1 0 0,1 1 1 0 0,-1 0 0 0 0,1 0 0 0 0,0 0-1 0 0,0 0 1 0 0,0 0 0 0 0,1 0 0 0 0,0 1-1 0 0,-1 0 1 0 0,6-4 0 0 0,0 2-168 0 0,1 0 1 0 0,0 0 0 0 0,1 1-1 0 0,-1 1 1 0 0,1-1-1 0 0,-1 2 1 0 0,1-1-1 0 0,0 2 1 0 0,0-1 0 0 0,0 2-1 0 0,0-1 1 0 0,0 1-1 0 0,0 1 1 0 0,0 0 0 0 0,0 1-1 0 0,0 0 1 0 0,14 5-1 0 0,-18-5-48 0 0,0 0 0 0 0,0 1 0 0 0,0 0 0 0 0,-1 1 0 0 0,1-1 0 0 0,-1 1 0 0 0,0 1 0 0 0,0-1 0 0 0,0 1 0 0 0,0 0 0 0 0,7 9 0 0 0,-9-9 14 0 0,-1-1-1 0 0,0 1 1 0 0,-1 0-1 0 0,1 0 0 0 0,-1 0 1 0 0,0 0-1 0 0,0 1 1 0 0,-1-1-1 0 0,1 0 1 0 0,-1 1-1 0 0,0-1 0 0 0,-1 1 1 0 0,1-1-1 0 0,-1 1 1 0 0,0 0-1 0 0,-1-1 1 0 0,0 7-1 0 0,-2 2 60 0 0,-1 0-1 0 0,-1 0 1 0 0,0 0 0 0 0,0 0 0 0 0,-2-1-1 0 0,1 0 1 0 0,-2 0 0 0 0,0 0-1 0 0,0-1 1 0 0,-1-1 0 0 0,-14 15 0 0 0,-12 10 689 0 0,-78 61 0 0 0,17-30 479 0 0,56-40-560 0 0,-47 41 1 0 0,86-68-681 0 0,1 0-1 0 0,-1 0 1 0 0,0 1 0 0 0,1-1 0 0 0,0 1 0 0 0,-1-1 0 0 0,1 0 0 0 0,-1 1 0 0 0,1-1 0 0 0,-1 1-1 0 0,1-1 1 0 0,0 1 0 0 0,-1-1 0 0 0,1 1 0 0 0,0 0 0 0 0,0-1 0 0 0,0 1 0 0 0,-1-1-1 0 0,1 1 1 0 0,0 0 0 0 0,0-1 0 0 0,0 1 0 0 0,0-1 0 0 0,0 1 0 0 0,0 0 0 0 0,0-1 0 0 0,0 1-1 0 0,0-1 1 0 0,0 1 0 0 0,0 0 0 0 0,0-1 0 0 0,1 1 0 0 0,-1-1 0 0 0,0 1 0 0 0,0 0-1 0 0,1-1 1 0 0,-1 1 0 0 0,0-1 0 0 0,1 1 0 0 0,-1-1 0 0 0,0 1 0 0 0,1-1 0 0 0,-1 1-1 0 0,1-1 1 0 0,-1 0 0 0 0,1 1 0 0 0,-1-1 0 0 0,1 0 0 0 0,-1 1 0 0 0,1-1 0 0 0,-1 0 0 0 0,1 0-1 0 0,0 1 1 0 0,-1-1 0 0 0,2 0 0 0 0,5 3 30 0 0,1 0 1 0 0,-1-1-1 0 0,13 2 0 0 0,-14-3-56 0 0,43 7 42 0 0,1-3 0 0 0,-1-2 0 0 0,55-4 0 0 0,-37 0-154 0 0,205-12-3134 0 0,-91-4-5779 0 0,-162 13 5722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73 2692 0 0,'-4'-12'6048'0'0,"3"10"-5555"0"0,0-1 0 0 0,0 1 0 0 0,0-1 0 0 0,1 1 0 0 0,0-1 0 0 0,-1 0 0 0 0,1 1 0 0 0,0-1 0 0 0,0 1 0 0 0,0-1 0 0 0,1 0 0 0 0,-1 1 0 0 0,0-1 0 0 0,1 1 0 0 0,1-4 0 0 0,-1 5-446 0 0,0-1 0 0 0,1 1 0 0 0,-1 0 0 0 0,0-1 0 0 0,1 1 0 0 0,-1 0 0 0 0,1 0 0 0 0,-1 0 0 0 0,1 0 0 0 0,-1 0 0 0 0,1 1 0 0 0,0-1 0 0 0,-1 0 0 0 0,1 1 0 0 0,0-1 0 0 0,0 1 0 0 0,0 0 0 0 0,-1 0 0 0 0,1-1 0 0 0,0 1 0 0 0,0 0 0 0 0,0 0 0 0 0,1 1 0 0 0,5 0-23 0 0,-1-1-1 0 0,0 2 1 0 0,0-1-1 0 0,0 1 1 0 0,0 0-1 0 0,0 1 1 0 0,-1-1-1 0 0,1 1 1 0 0,-1 1-1 0 0,1-1 1 0 0,10 9 0 0 0,-5-2-13 0 0,1 0 0 0 0,-2 1 0 0 0,1 0 0 0 0,11 15 0 0 0,-16-18-3 0 0,-1 1 0 0 0,0 0 0 0 0,-1 0 0 0 0,0 0 0 0 0,0 0 0 0 0,-1 1 1 0 0,0 0-1 0 0,0 0 0 0 0,-1 0 0 0 0,-1 0 0 0 0,3 19 0 0 0,-5-20 0 0 0,0 0 1 0 0,0 0-1 0 0,-1 0 0 0 0,0 0 1 0 0,-1 0-1 0 0,0-1 0 0 0,0 1 1 0 0,0 0-1 0 0,-2-1 0 0 0,1 1 1 0 0,-1-1-1 0 0,0 0 0 0 0,-10 14 1 0 0,4-8 2 0 0,-1-1 1 0 0,-1 0-1 0 0,0-1 0 0 0,-1 0 1 0 0,-26 19-1 0 0,15-15 320 0 0,0-2-1 0 0,-47 22 1 0 0,69-35-299 0 0,1-1 1 0 0,0 1-1 0 0,0 0 0 0 0,-1-1 1 0 0,1 1-1 0 0,0-1 1 0 0,0 0-1 0 0,-1 1 0 0 0,1-1 1 0 0,0 0-1 0 0,-1 0 1 0 0,1 0-1 0 0,0 0 0 0 0,-1 0 1 0 0,1 0-1 0 0,0 0 1 0 0,-1-1-1 0 0,-2 0 0 0 0,4 1-26 0 0,0-1-1 0 0,-1 1 1 0 0,1-1 0 0 0,0 0-1 0 0,-1 1 1 0 0,1-1-1 0 0,0 0 1 0 0,-1 1-1 0 0,1-1 1 0 0,0 0-1 0 0,0 1 1 0 0,0-1 0 0 0,0 0-1 0 0,0 0 1 0 0,0 1-1 0 0,0-1 1 0 0,0 0-1 0 0,0 1 1 0 0,0-1-1 0 0,0 0 1 0 0,0 1-1 0 0,1-1 1 0 0,-1 0 0 0 0,0 0-1 0 0,0 1 1 0 0,1-1-1 0 0,-1 1 1 0 0,0-1-1 0 0,2-1 1 0 0,8-14-6 0 0,1 0 0 0 0,0 0 0 0 0,1 1 0 0 0,1 1 0 0 0,28-25 1 0 0,-14 13-17 0 0,136-129-15 0 0,-58 57 68 0 0,-104 97-36 0 0,8-7-5 0 0,0-1 0 0 0,-1 1 0 0 0,0-1 0 0 0,0-1 0 0 0,-1 1-1 0 0,12-22 1 0 0,-19 30-30 0 0,0 0 29 0 0,0 1 0 0 0,0-1 0 0 0,0 1 0 0 0,0 0 0 0 0,0-1 0 0 0,0 1 0 0 0,0-1-1 0 0,0 1 1 0 0,0 0 0 0 0,0-1 0 0 0,-1 1 0 0 0,1 0 0 0 0,0-1 0 0 0,0 1 0 0 0,0 0 0 0 0,-1-1 0 0 0,1 1-1 0 0,0 0 1 0 0,0-1 0 0 0,-1 1 0 0 0,1 0 0 0 0,0-1 0 0 0,-1 1 0 0 0,1 0 0 0 0,0 0 0 0 0,-1 0 0 0 0,1-1-1 0 0,-9 5-8 0 0,1 1-1 0 0,0 0 0 0 0,0 0 0 0 0,1 0 1 0 0,-1 1-1 0 0,1 0 0 0 0,1 1 0 0 0,-13 13 1 0 0,-43 66-34 0 0,43-58 33 0 0,1 2 0 0 0,-17 38-1 0 0,31-59 24 0 0,0 1 0 0 0,0 0-1 0 0,1 0 1 0 0,1 0 0 0 0,-1 1 0 0 0,2-1-1 0 0,-1 0 1 0 0,2 1 0 0 0,-1 0 0 0 0,1-1-1 0 0,2 17 1 0 0,-1-23 4 0 0,0 0 0 0 0,1 0 1 0 0,-1 0-1 0 0,1 0 0 0 0,0 0 0 0 0,0 0 0 0 0,0-1 0 0 0,0 1 1 0 0,0-1-1 0 0,1 1 0 0 0,0-1 0 0 0,-1 0 0 0 0,6 4 0 0 0,-2-2 10 0 0,0-1-1 0 0,0 0 0 0 0,0 0 0 0 0,1-1 0 0 0,-1 1 0 0 0,1-2 1 0 0,8 4-1 0 0,5-1-95 0 0,0-1-1 0 0,1 0 1 0 0,-1-1 0 0 0,32 0 0 0 0,-13-4-1616 0 0,48-5-1 0 0,-2-6-5076 0 0,-31 2-453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85 1008 0 0,'-190'-3'18009'0'0,"241"4"-17657"0"0,1-3 0 0 0,84-13 0 0 0,-55 5-458 0 0,51-9-2749 0 0,-115 15 654 0 0,0-1 0 0 0,-1 0 0 0 0,17-9-1 0 0,-15 5-3701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21 272 0 0,'-12'-6'3473'0'0,"8"4"-2328"0"0,0 0 0 0 0,-1 0-1 0 0,1 0 1 0 0,0 0 0 0 0,-1 1 0 0 0,1 0-1 0 0,-10-1 1 0 0,11 3-900 0 0,0 0 1 0 0,0 1-1 0 0,1 0 0 0 0,-1-1 1 0 0,0 1-1 0 0,0 0 0 0 0,1 1 0 0 0,-1-1 1 0 0,1 0-1 0 0,0 1 0 0 0,-1-1 1 0 0,1 1-1 0 0,1 0 0 0 0,-1-1 0 0 0,0 1 1 0 0,0 0-1 0 0,1 0 0 0 0,0 0 1 0 0,-2 6-1 0 0,-5 14 751 0 0,-9 37 0 0 0,14-45-805 0 0,-7 30-97 0 0,2 1 1 0 0,1 0-1 0 0,3 1 1 0 0,3 75-1 0 0,7-56-3872 0 0,4-3-3504 0 0,-5-44 282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2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11 2976 0 0,'3'-10'11019'0'0,"3"19"-10547"0"0,-1 0 0 0 0,-1 0 0 0 0,0 0 0 0 0,0 1 0 0 0,0 0 0 0 0,2 14 0 0 0,4 8 74 0 0,-4-13-383 0 0,2 0 0 0 0,0-1 0 0 0,1 0 1 0 0,1-1-1 0 0,1 0 0 0 0,0 0 0 0 0,27 28 0 0 0,-32-38-130 0 0,0-1 1 0 0,1 0-1 0 0,0 0 0 0 0,0-1 0 0 0,1 0 0 0 0,0 0 0 0 0,0-1 1 0 0,0 0-1 0 0,0 0 0 0 0,0 0 0 0 0,1-2 0 0 0,0 1 1 0 0,-1-1-1 0 0,1 0 0 0 0,0 0 0 0 0,0-1 0 0 0,0-1 0 0 0,0 0 1 0 0,18-1-1 0 0,-21 0-24 0 0,0 0-1 0 0,0 0 1 0 0,0-1 0 0 0,0 0 0 0 0,-1 0-1 0 0,1 0 1 0 0,-1-1 0 0 0,1 0 0 0 0,-1 0-1 0 0,0 0 1 0 0,0 0 0 0 0,0-1 0 0 0,-1 0 0 0 0,1 0-1 0 0,-1 0 1 0 0,0-1 0 0 0,0 1 0 0 0,-1-1-1 0 0,1 0 1 0 0,-1 0 0 0 0,0-1 0 0 0,3-5-1 0 0,2-10 34 0 0,-1 0 1 0 0,-1-1-1 0 0,-1 0 0 0 0,5-35 0 0 0,-6 29 79 0 0,-4 28-120 0 0,0 0-1 0 0,1-1 1 0 0,-1 1-1 0 0,0 0 1 0 0,0 0 0 0 0,0 0-1 0 0,0 0 1 0 0,0-1-1 0 0,0 1 1 0 0,1 0-1 0 0,-1 0 1 0 0,0 0 0 0 0,0-1-1 0 0,0 1 1 0 0,0 0-1 0 0,0 0 1 0 0,0 0-1 0 0,0-1 1 0 0,0 1 0 0 0,0 0-1 0 0,0 0 1 0 0,0 0-1 0 0,0-1 1 0 0,0 1 0 0 0,0 0-1 0 0,0 0 1 0 0,0 0-1 0 0,0-1 1 0 0,0 1-1 0 0,-1 0 1 0 0,1 0 0 0 0,0 0-1 0 0,0-1 1 0 0,0 1-1 0 0,0 0 1 0 0,0 0-1 0 0,0 0 1 0 0,-1 0 0 0 0,1-1-1 0 0,0 1 1 0 0,0 0-1 0 0,0 0 1 0 0,0 0-1 0 0,-1 0 1 0 0,1 0 0 0 0,-7 10 6 0 0,-8 22-9 0 0,-96 353 1436 0 0,57-182-154 0 0,35-132-816 0 0,-63 192 1145 0 0,68-226-1184 0 0,-1-1 1 0 0,-2 0 0 0 0,-2-1 0 0 0,-44 61 0 0 0,50-80-102 0 0,-1-1 1 0 0,0 1-1 0 0,-2-2 1 0 0,-30 23-1 0 0,39-31-181 0 0,-1-1 0 0 0,0-1 0 0 0,0 1 0 0 0,0-2 0 0 0,0 1 0 0 0,0-1 0 0 0,-1 0 0 0 0,0 0 0 0 0,0-1 0 0 0,0-1 0 0 0,0 1 0 0 0,0-1 1 0 0,-14-1-2 0 0,19 0-112 0 0,0 0-1 0 0,1-1 1 0 0,-1 1-1 0 0,1-1 0 0 0,-1 0 1 0 0,1 0-1 0 0,-1-1 0 0 0,1 1 1 0 0,0-1-1 0 0,-1 1 0 0 0,1-1 1 0 0,0 0-1 0 0,0 0 0 0 0,0 0 1 0 0,1-1-1 0 0,-1 1 0 0 0,0-1 1 0 0,1 0-1 0 0,0 1 1 0 0,-1-1-1 0 0,1 0 0 0 0,0 0 1 0 0,1-1-1 0 0,-1 1 0 0 0,0 0 1 0 0,1-1-1 0 0,0 1 0 0 0,0-1 1 0 0,-1-5-1 0 0,0 1-14 0 0,1 0 0 0 0,1-1 0 0 0,0 1 0 0 0,0 0-1 0 0,0-1 1 0 0,1 1 0 0 0,0 0 0 0 0,1 0 0 0 0,0 0 0 0 0,0 0 0 0 0,1 0 0 0 0,3-8 0 0 0,5-5-29 0 0,1 0 1 0 0,1 2-1 0 0,1-1 1 0 0,0 2-1 0 0,1 0 1 0 0,1 0 0 0 0,31-25-1 0 0,6 1-781 0 0,82-51-1 0 0,150-63-5825 0 0,-89 64-6412 0 0,-150 70 4796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33 492 0 0,'-14'-4'13253'0'0,"57"4"-9136"0"0,45 1-3730 0 0,-51 0-230 0 0,99 0-886 0 0,-47-9-3253 0 0,-79 6 2425 0 0,0 0 0 0 0,-1-1 1 0 0,12-5-1 0 0,1 0-3507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2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2872 0 0,'-3'1'3666'0'0,"0"0"-3257"0"0,-1 1 1 0 0,1-1 0 0 0,0 1-1 0 0,0-1 1 0 0,0 1-1 0 0,0 0 1 0 0,0 1-1 0 0,1-1 1 0 0,-1 0-1 0 0,1 1 1 0 0,-1-1-1 0 0,1 1 1 0 0,0 0-1 0 0,0 0 1 0 0,0 0-1 0 0,-2 4 1 0 0,-6 11 861 0 0,-12 31-1 0 0,16-33-819 0 0,-24 55 893 0 0,-24 93-1 0 0,35-83-2898 0 0,6 1-3607 0 0,12-67 1076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3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85 178 2940 0 0,'3'-11'1513'0'0,"1"-1"1"0"0,0 1-1 0 0,0 0 0 0 0,8-13 0 0 0,-7 15-830 0 0,0 1 1 0 0,1-1-1 0 0,0 1 0 0 0,0 0 1 0 0,9-8-1 0 0,-9 11-513 0 0,0 0 1 0 0,0 0-1 0 0,0 1 0 0 0,1-1 0 0 0,-1 2 1 0 0,1-1-1 0 0,0 0 0 0 0,0 1 0 0 0,1 1 1 0 0,-1-1-1 0 0,1 1 0 0 0,-1 0 0 0 0,1 1 1 0 0,0 0-1 0 0,-1 0 0 0 0,16 1 0 0 0,-15 0-97 0 0,1 1-1 0 0,-1 0 0 0 0,1 1 1 0 0,-1 0-1 0 0,0 0 0 0 0,0 1 1 0 0,0 0-1 0 0,0 0 0 0 0,13 9 1 0 0,-18-10-5 0 0,0 0 0 0 0,0 0 1 0 0,0 0-1 0 0,0 1 0 0 0,-1-1 1 0 0,1 1-1 0 0,-1-1 0 0 0,0 1 1 0 0,0 0-1 0 0,0 0 0 0 0,0 0 1 0 0,0 0-1 0 0,-1 0 1 0 0,1 0-1 0 0,-1 1 0 0 0,0-1 1 0 0,0 1-1 0 0,0-1 0 0 0,0 1 1 0 0,-1-1-1 0 0,1 1 0 0 0,-1-1 1 0 0,0 1-1 0 0,0-1 0 0 0,0 1 1 0 0,-2 4-1 0 0,0 3 42 0 0,-1-1 1 0 0,-1 0-1 0 0,0 0 0 0 0,-1 0 1 0 0,0 0-1 0 0,0-1 0 0 0,-1 0 1 0 0,0 0-1 0 0,0 0 0 0 0,-1-1 1 0 0,0 0-1 0 0,-9 7 0 0 0,-15 13 106 0 0,-60 40 0 0 0,80-60-172 0 0,-200 131 1328 0 0,209-137-1252 0 0,2 0-25 0 0,0-1-92 0 0,0-1 0 0 0,-1 0 0 0 0,1 0 0 0 0,0 1 0 0 0,0-1-1 0 0,0 0 1 0 0,0 1 0 0 0,0-1 0 0 0,0 0 0 0 0,0 1 0 0 0,0-1 0 0 0,0 0 0 0 0,0 1 0 0 0,0-1 0 0 0,0 0 0 0 0,1 0 0 0 0,-1 1-1 0 0,0-1 1 0 0,0 0 0 0 0,0 1 0 0 0,0-1 0 0 0,0 0 0 0 0,1 0 0 0 0,-1 1 0 0 0,0-1 0 0 0,0 0 0 0 0,1 1 0 0 0,16 5 50 0 0,1 0 0 0 0,0-1 0 0 0,0-1 1 0 0,21 3-1 0 0,81 3-1135 0 0,-65-7-424 0 0,57 2-3036 0 0,-37-5-2867 0 0,-36-1 438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3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38 133 3028 0 0,'-2'-6'2219'0'0,"1"0"0"0"0,-1 0 0 0 0,1 0 0 0 0,0-10 0 0 0,-2-4 1624 0 0,3 19-3768 0 0,0 1 1 0 0,0-1-1 0 0,0 0 0 0 0,0 0 0 0 0,0 0 0 0 0,0 1 0 0 0,1-1 1 0 0,-1 0-1 0 0,0 0 0 0 0,0 1 0 0 0,1-1 0 0 0,-1 0 0 0 0,0 0 0 0 0,1 1 1 0 0,-1-1-1 0 0,1 0 0 0 0,-1 1 0 0 0,1-1 0 0 0,-1 0 0 0 0,1 1 0 0 0,-1-1 1 0 0,1 1-1 0 0,0-1 0 0 0,-1 1 0 0 0,1-1 0 0 0,0 1 0 0 0,1-1 1 0 0,20-8 192 0 0,-19 8-106 0 0,37-8 172 0 0,-1 1-1 0 0,77-5 1 0 0,-50 6-147 0 0,-43 4-103 0 0,28 0 68 0 0,-48 3-133 0 0,-3 0-18 0 0,0 0 0 0 0,1 0 0 0 0,-1 0 0 0 0,0 0 0 0 0,0 0 0 0 0,1 0 0 0 0,-1 0 0 0 0,0 0 0 0 0,1 0 0 0 0,-1 1 0 0 0,0-1 0 0 0,0 0 0 0 0,1 0-1 0 0,-1 0 1 0 0,0 1 0 0 0,0-1 0 0 0,1 0 0 0 0,-1 0 0 0 0,0 1 0 0 0,0-1 0 0 0,0 0 0 0 0,0 0 0 0 0,1 1 0 0 0,-1-1 0 0 0,0 0 0 0 0,0 1 0 0 0,0-1 0 0 0,0 0 0 0 0,0 0 0 0 0,0 1 0 0 0,0-1 0 0 0,0 0 0 0 0,0 1 0 0 0,0 0 0 0 0,-6 12 11 0 0,-20 15-18 0 0,22-24 5 0 0,-173 155 1608 0 0,-1 2 1283 0 0,176-159-2795 0 0,0 0 0 0 0,0 0-1 0 0,0 1 1 0 0,1-1 0 0 0,-1 1 0 0 0,1-1 0 0 0,-3 5 0 0 0,4-6-69 0 0,0-1-1 0 0,0 1 1 0 0,-1-1-1 0 0,1 1 1 0 0,0 0-1 0 0,0-1 1 0 0,0 1 0 0 0,0 0-1 0 0,0-1 1 0 0,0 1-1 0 0,0 0 1 0 0,0-1-1 0 0,0 1 1 0 0,0 0 0 0 0,0-1-1 0 0,0 1 1 0 0,0 0-1 0 0,1-1 1 0 0,-1 1-1 0 0,0-1 1 0 0,0 1 0 0 0,1 0-1 0 0,-1-1 1 0 0,1 1-1 0 0,-1-1 1 0 0,0 1-1 0 0,1-1 1 0 0,-1 1 0 0 0,1-1-1 0 0,-1 1 1 0 0,1-1-1 0 0,-1 0 1 0 0,1 1-1 0 0,-1-1 1 0 0,1 0 0 0 0,0 1-1 0 0,-1-1 1 0 0,1 0-1 0 0,0 1 1 0 0,11 2 39 0 0,0 0 0 0 0,0 0 0 0 0,0-2 0 0 0,1 1 0 0 0,-1-1 0 0 0,23-2 0 0 0,80-12-1458 0 0,-88 9 799 0 0,134-18-3119 0 0,-21 3-1269 0 0,-48 6-1628 0 0,-21 1-2411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3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71 1012 0 0,'-49'-48'21141'0'0,"49"48"-20985"0"0,-3-2 1096 0 0,3 1-1096 0 0,-1 1 1 0 0,1 0-1 0 0,0-1 0 0 0,0 1 1 0 0,-1-1-1 0 0,1 1 1 0 0,0-1-1 0 0,0 1 1 0 0,0 0-1 0 0,0-1 0 0 0,0 1 1 0 0,-1-2-1 0 0,3 1-116 0 0,-1 0 0 0 0,0-1-1 0 0,1 1 1 0 0,-1 0 0 0 0,1 0-1 0 0,0 0 1 0 0,-1 0-1 0 0,1 0 1 0 0,0 1 0 0 0,-1-1-1 0 0,1 0 1 0 0,0 1 0 0 0,0-1-1 0 0,0 1 1 0 0,0-1 0 0 0,-1 1-1 0 0,1 0 1 0 0,0 0-1 0 0,3 0 1 0 0,51 1 181 0 0,-38-1-149 0 0,139 1-597 0 0,-80 0-3512 0 0,-3-1-7187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0 1792 0 0,'-18'5'1458'0'0,"-184"57"14864"0"0,199-61-15430 0 0,3 0-856 0 0,0-1 0 0 0,0 0 0 0 0,1 1 1 0 0,-1-1-1 0 0,0 0 0 0 0,0 1 0 0 0,0-1 0 0 0,0 1 0 0 0,0-1 0 0 0,0 0 0 0 0,0 1 0 0 0,1-1 0 0 0,-1 0 0 0 0,0 1 1 0 0,0-1-1 0 0,0 0 0 0 0,1 1 0 0 0,-1-1 0 0 0,0 0 0 0 0,0 0 0 0 0,1 1 0 0 0,-1-1 0 0 0,0 0 0 0 0,1 0 0 0 0,-1 0 1 0 0,0 1-1 0 0,1-1 0 0 0,-1 0 0 0 0,0 0 0 0 0,1 0 0 0 0,-1 0 0 0 0,0 0 0 0 0,1 1 0 0 0,37 6-163 0 0,-1-1 0 0 0,1-1 0 0 0,0-2 0 0 0,0-2 0 0 0,39-4 0 0 0,-32-1-3570 0 0,0-2 1 0 0,44-12-1 0 0,-40 5-3738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82 3212 0 0,'7'-54'18840'0'0,"-4"39"-13711"0"0,-3 15-4991 0 0,0-1-1 0 0,0 1 1 0 0,0-1-1 0 0,0 1 0 0 0,1-1 1 0 0,-1 1-1 0 0,0-1 0 0 0,0 1 1 0 0,0-1-1 0 0,0 1 1 0 0,0 0-1 0 0,0-1 0 0 0,0 1 1 0 0,0-1-1 0 0,0 1 1 0 0,0-1-1 0 0,0 1 0 0 0,-1-1 1 0 0,1 1-1 0 0,0-1 0 0 0,0 1 1 0 0,0 0-1 0 0,-1-1 1 0 0,1 1-1 0 0,0-1 0 0 0,0 1 1 0 0,-1-1-1 0 0,-15 13-118 0 0,-1 0-1 0 0,2 1 1 0 0,0 0 0 0 0,1 1-1 0 0,-18 22 1 0 0,-6 6-5 0 0,1-3 79 0 0,1 2 0 0 0,3 1 1 0 0,1 2-1 0 0,3 1 0 0 0,-45 91 1 0 0,69-127-101 0 0,1 0 0 0 0,1 1 1 0 0,0 0-1 0 0,1 0 1 0 0,0 0-1 0 0,0 0 0 0 0,1 0 1 0 0,0 0-1 0 0,1 1 1 0 0,1 13-1 0 0,-1-20 15 0 0,1 0 0 0 0,-1 0 0 0 0,1 0 0 0 0,1 0-1 0 0,-1 0 1 0 0,1-1 0 0 0,-1 1 0 0 0,1 0 0 0 0,0-1 0 0 0,0 1 0 0 0,0-1 0 0 0,1 0-1 0 0,-1 1 1 0 0,1-1 0 0 0,0 0 0 0 0,0-1 0 0 0,0 1 0 0 0,0 0 0 0 0,1-1 0 0 0,-1 0 0 0 0,0 0-1 0 0,1 0 1 0 0,0 0 0 0 0,-1 0 0 0 0,1-1 0 0 0,0 0 0 0 0,0 0 0 0 0,6 1 0 0 0,1 0 20 0 0,0 0 0 0 0,0-1 0 0 0,0 0 0 0 0,0-1 0 0 0,0-1 0 0 0,0 1 0 0 0,0-2 0 0 0,0 0 0 0 0,0 0 0 0 0,18-6 0 0 0,-14 1-11 0 0,0 1 1 0 0,0-2 0 0 0,-1 0-1 0 0,1-1 1 0 0,-2 0-1 0 0,20-17 1 0 0,-5-1-5 0 0,-2-1-1 0 0,0-1 1 0 0,-2-1 0 0 0,-1-1-1 0 0,26-48 1 0 0,-40 64 15 0 0,-1 0 0 0 0,-1 0 0 0 0,0-1 0 0 0,-1 0 0 0 0,-1 0 0 0 0,6-24 0 0 0,-10 34-19 0 0,-1 1-1 0 0,1-1 0 0 0,-1 1 0 0 0,0 0 0 0 0,0-1 0 0 0,-1 1 0 0 0,1-1 0 0 0,-1 1 0 0 0,-1 0 0 0 0,1-1 0 0 0,-1 1 0 0 0,1 0 0 0 0,-2 0 0 0 0,1 0 0 0 0,0 0 1 0 0,-1 0-1 0 0,0 1 0 0 0,0-1 0 0 0,-1 1 0 0 0,1 0 0 0 0,-1 0 0 0 0,0 0 0 0 0,-7-5 0 0 0,-1 0-131 0 0,-1 1 0 0 0,-1 0 1 0 0,0 1-1 0 0,0 0 0 0 0,0 1 0 0 0,-1 1 0 0 0,0 0 1 0 0,0 2-1 0 0,0-1 0 0 0,0 2 0 0 0,0 0 0 0 0,-22 0 1 0 0,5 2-267 0 0,1 1 1 0 0,0 2-1 0 0,0 1 1 0 0,0 1-1 0 0,-34 11 1 0 0,31-5-1494 0 0,1 2 1 0 0,-60 30-1 0 0,-7 16-8305 0 0,54-30-417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4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2756 0 0,'-27'3'3041'0'0,"3"-3"-1145"0"0,6 0-880 0 0,1 0-736 0 0,1 0-1052 0 0,-1-3-5041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45 748 0 0,'10'-31'12689'0'0,"-7"18"-6867"0"0,-4 16-5571 0 0,-2 9-154 0 0,0 1-1 0 0,1-1 1 0 0,-1 25-1 0 0,-2 13-20 0 0,-19 88 355 0 0,14-79-2948 0 0,0 1-6115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6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145 152 880 0 0,'20'-132'12497'0'0,"-20"131"-12461"0"0,0 0 0 0 0,0 1 1 0 0,0-1-1 0 0,0 0 0 0 0,0 0 1 0 0,0 1-1 0 0,0-1 0 0 0,0 0 1 0 0,0 0-1 0 0,1 1 0 0 0,-1-1 1 0 0,0 0-1 0 0,1 1 1 0 0,-1-1-1 0 0,0 0 0 0 0,1 1 1 0 0,-1-1-1 0 0,1 0 0 0 0,-1 1 1 0 0,1-1-1 0 0,-1 1 0 0 0,1-1 1 0 0,-1 1-1 0 0,1-1 0 0 0,0 1 1 0 0,-1 0-1 0 0,1-1 1 0 0,0 1-1 0 0,-1 0 0 0 0,1-1 1 0 0,0 1-1 0 0,0 0 0 0 0,-1 0 1 0 0,1 0-1 0 0,0-1 0 0 0,0 1 1 0 0,-1 0-1 0 0,1 0 0 0 0,0 0 1 0 0,0 0-1 0 0,-1 0 0 0 0,1 1 1 0 0,0-1-1 0 0,0 0 1 0 0,-1 0-1 0 0,1 0 0 0 0,0 1 1 0 0,-1-1-1 0 0,1 0 0 0 0,0 1 1 0 0,0 0-1 0 0,6 2 95 0 0,-1 2-1 0 0,0-1 1 0 0,0 1-1 0 0,7 6 1 0 0,-7-5 106 0 0,36 35 81 0 0,-2 1-1 0 0,-2 3 1 0 0,-2 1 0 0 0,-1 2 0 0 0,-3 1 0 0 0,-2 1 0 0 0,-2 2-1 0 0,-3 1 1 0 0,29 84 0 0 0,-43-99-248 0 0,-1 1 0 0 0,-1 0-1 0 0,-3 0 1 0 0,-1 0 0 0 0,-2 1-1 0 0,-1-1 1 0 0,-2 1 0 0 0,-2 0 0 0 0,-11 57-1 0 0,3-50-104 0 0,-2-1-1 0 0,-2-1 0 0 0,-1 0 0 0 0,-3-1 1 0 0,-2-1-1 0 0,-1-1 0 0 0,-46 66 0 0 0,12-32-1717 0 0,-101 109 0 0 0,-8-28-5761 0 0,89-97 1192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62 1684 0 0,'-16'-44'11227'0'0,"10"30"-9038"0"0,0 10-1331 0 0,3 13-585 0 0,-2 87 1797 0 0,-32 174-1 0 0,10-93-2339 0 0,24-160-368 0 0,1-4-876 0 0,1 0-1 0 0,0 1 1 0 0,0 16 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24 175 2464 0 0,'102'-161'13128'0'0,"-101"161"-13060"0"0,-1-1 0 0 0,0 0 0 0 0,1 0 0 0 0,-1 0 0 0 0,1 0 0 0 0,-1 0 0 0 0,1 1 0 0 0,0-1 0 0 0,-1 0 0 0 0,1 1 0 0 0,0-1 0 0 0,-1 0 0 0 0,1 1 0 0 0,0-1 0 0 0,0 1 0 0 0,0-1 0 0 0,-1 1 0 0 0,3-1 0 0 0,-3 14 1322 0 0,-11 31 86 0 0,-37 73 129 0 0,-5 12-906 0 0,47-109-717 0 0,0 0-1 0 0,1 0 1 0 0,1 1-1 0 0,-2 31 0 0 0,6-45-258 0 0,0-1-1 0 0,0 0 0 0 0,0 1 0 0 0,1-1 1 0 0,3 11-1 0 0,7 4-2628 0 0,-9-19 2302 0 0,-1-1-1 0 0,0 0 0 0 0,1 1 1 0 0,-1-1-1 0 0,1 0 0 0 0,0 0 0 0 0,-1 0 1 0 0,1-1-1 0 0,0 1 0 0 0,0 0 1 0 0,2 0-1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7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116 126 2176 0 0,'-5'-17'2273'0'0,"-2"-10"990"0"0,-1 1 0 0 0,-13-28 0 0 0,20 52-2947 0 0,1 5 105 0 0,9 26 255 0 0,1-1 0 0 0,1 0 0 0 0,19 34 0 0 0,0-1-231 0 0,20 55 101 0 0,-5 2 1 0 0,-6 1-1 0 0,34 168 0 0 0,-60-211-445 0 0,-3 0-1 0 0,-3 0 1 0 0,-4 0-1 0 0,-3 1 1 0 0,-4 0 0 0 0,-23 135-1 0 0,11-141-285 0 0,-4 0 0 0 0,-2-1 0 0 0,-46 95-1 0 0,-23 12-2880 0 0,-13-6-4434 0 0,53-94 198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211 147 1380 0 0,'-12'-33'2746'0'0,"5"13"-509"0"0,-7-28 1 0 0,13 47-2154 0 0,1-1 1 0 0,-1 1 0 0 0,1-1-1 0 0,0 1 1 0 0,0-1-1 0 0,0 1 1 0 0,0-1 0 0 0,0 0-1 0 0,0 1 1 0 0,1-1-1 0 0,-1 1 1 0 0,0-1 0 0 0,1 1-1 0 0,-1 0 1 0 0,1-1 0 0 0,-1 1-1 0 0,1-1 1 0 0,0 1-1 0 0,0 0 1 0 0,0 0 0 0 0,-1-1-1 0 0,1 1 1 0 0,0 0-1 0 0,0 0 1 0 0,1 0 0 0 0,-1 0-1 0 0,0 0 1 0 0,0 0-1 0 0,0 0 1 0 0,1 0 0 0 0,-1 1-1 0 0,1-1 1 0 0,-1 0 0 0 0,0 1-1 0 0,1-1 1 0 0,-1 1-1 0 0,1 0 1 0 0,-1-1 0 0 0,1 1-1 0 0,-1 0 1 0 0,1 0-1 0 0,2 0 1 0 0,3 0 123 0 0,1 0 1 0 0,-1 0-1 0 0,0 1 0 0 0,0-1 0 0 0,0 2 1 0 0,0-1-1 0 0,9 4 0 0 0,-10-3-142 0 0,0 1 0 0 0,0 0 1 0 0,-1 0-1 0 0,1 0 0 0 0,-1 0 0 0 0,0 1 0 0 0,0 0 0 0 0,-1 0 0 0 0,1 1 0 0 0,-1-1 0 0 0,1 1 1 0 0,-2 0-1 0 0,1 0 0 0 0,0 0 0 0 0,-1 1 0 0 0,0-1 0 0 0,0 1 0 0 0,-1 0 0 0 0,0 0 0 0 0,0 0 0 0 0,2 6 1 0 0,-2-1 1 0 0,0 1-1 0 0,-1-1 1 0 0,0 1 0 0 0,-1-1 0 0 0,0 0 0 0 0,-1 1 0 0 0,0-1 0 0 0,-1 0 0 0 0,0 1 0 0 0,-7 18 0 0 0,-1-5-34 0 0,-1 0 1 0 0,-1-1 0 0 0,-1 0-1 0 0,-1-2 1 0 0,-1 1 0 0 0,-1-2-1 0 0,-26 29 1 0 0,7-15 455 0 0,-1-1 0 0 0,-2-2 0 0 0,-46 31 0 0 0,80-60-338 0 0,0-1 0 0 0,-1 0 0 0 0,1 0 0 0 0,0 0 0 0 0,-9 1 0 0 0,11-2-28 0 0,2-5-99 0 0,1 1-1 0 0,0-1 0 0 0,0 1 0 0 0,0-1 1 0 0,0 1-1 0 0,0-1 0 0 0,1 1 0 0 0,0 0 1 0 0,0 0-1 0 0,0 0 0 0 0,0 0 0 0 0,0 0 1 0 0,4-4-1 0 0,41-37 0 0 0,-36 34-8 0 0,400-329 72 0 0,-289 242-122 0 0,-120 96 12 0 0,-20 5-102 0 0,6 2 110 0 0,0 0 0 0 0,0 1-1 0 0,1 0 1 0 0,0 1-1 0 0,-17 16 1 0 0,2-3 15 0 0,-12 8 71 0 0,2 2-1 0 0,-35 39 0 0 0,59-57-34 0 0,0 1 0 0 0,1 0 0 0 0,1 1 0 0 0,0 0-1 0 0,1 0 1 0 0,1 1 0 0 0,0 0 0 0 0,-10 33 0 0 0,17-44-24 0 0,0 0 0 0 0,0 0 0 0 0,0 0 0 0 0,1 0 1 0 0,0 0-1 0 0,-1 0 0 0 0,2 0 0 0 0,-1 0 0 0 0,1 0 1 0 0,0 0-1 0 0,0 0 0 0 0,0 0 0 0 0,0 0 0 0 0,1 0 1 0 0,0-1-1 0 0,0 1 0 0 0,4 6 0 0 0,-2-6-2 0 0,0 0-1 0 0,0-1 0 0 0,0 1 1 0 0,0-1-1 0 0,0 0 1 0 0,1-1-1 0 0,0 1 0 0 0,0-1 1 0 0,0 0-1 0 0,0 0 0 0 0,0 0 1 0 0,1-1-1 0 0,-1 0 0 0 0,10 3 1 0 0,14 1-330 0 0,0 0 0 0 0,0-2 0 0 0,0-1 0 0 0,44-2 0 0 0,-10-4-4554 0 0,63-12-1 0 0,-70 7-1902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9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75 176 860 0 0,'-7'-9'3513'0'0,"-1"1"0"0"0,0-1 0 0 0,-17-12 0 0 0,2 0 1672 0 0,22 18-4575 0 0,0 3-599 0 0,1 0 0 0 0,0 0 0 0 0,0 0 0 0 0,0-1 0 0 0,0 1 0 0 0,0 0 0 0 0,0 0 0 0 0,-1 0 0 0 0,1 0 1 0 0,0 0-1 0 0,0 0 0 0 0,0-1 0 0 0,0 1 0 0 0,0 0 0 0 0,0 0 0 0 0,0 0 0 0 0,0 0 0 0 0,0-1 0 0 0,0 1 0 0 0,0 0 0 0 0,0 0 0 0 0,0 0 0 0 0,0 0 0 0 0,0-1 1 0 0,0 1-1 0 0,0 0 0 0 0,0 0 0 0 0,0 0 0 0 0,0 0 0 0 0,0-1 0 0 0,0 1 0 0 0,0 0 0 0 0,0 0 0 0 0,0 0 0 0 0,0 0 0 0 0,0-1 0 0 0,1 1 0 0 0,-1 0 0 0 0,0 0 1 0 0,0 0-1 0 0,0 0 0 0 0,0 0 0 0 0,0 0 0 0 0,0 0 0 0 0,1-1 0 0 0,21-6 162 0 0,0 1-1 0 0,1 1 1 0 0,-1 0-1 0 0,1 2 1 0 0,26-1 0 0 0,-16 2-92 0 0,35-4-51 0 0,44-4-888 0 0,-40-5-2859 0 0,-69 14 3228 0 0,1 0 0 0 0,-1 0-1 0 0,0 0 1 0 0,0-1 0 0 0,0 1 0 0 0,-1-1 0 0 0,1 0 0 0 0,3-2 0 0 0,-5 3 28 0 0,1-1-461 0 0,-1 1 461 0 0,0 0 1 0 0,0 0-1 0 0,-1-1 0 0 0,1 1 0 0 0,0 0 0 0 0,-1-1 0 0 0,1 1 0 0 0,-1 0 0 0 0,1-1 0 0 0,0-1 0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2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60 2020 0 0,'-14'-15'3501'0'0,"9"10"-2160"0"0,0-1 1 0 0,0 1-1 0 0,0 0 1 0 0,-1 0-1 0 0,0 1 1 0 0,0 0-1 0 0,-10-6 1 0 0,14 10-845 0 0,0 0-372 0 0,1 1 1 0 0,-1-1 0 0 0,0 1-1 0 0,0 0 1 0 0,0 0 0 0 0,0 0-1 0 0,1 0 1 0 0,-1 0 0 0 0,1 0-1 0 0,-1 1 1 0 0,1-1 0 0 0,-1 0-1 0 0,1 1 1 0 0,-1-1 0 0 0,1 1-1 0 0,0 0 1 0 0,0-1 0 0 0,0 1 0 0 0,0 0-1 0 0,0 0 1 0 0,0-1 0 0 0,0 3-1 0 0,-18 49 866 0 0,17-47-822 0 0,-14 60 432 0 0,-12 91-1 0 0,18-94-438 0 0,-1 35 11 0 0,10-84-865 0 0,1-1 0 0 0,1 0 0 0 0,0 0-1 0 0,1 0 1 0 0,5 19 0 0 0,-6-29 100 0 0,-1 0 1 0 0,2 0-1 0 0,-1 0 1 0 0,0 0-1 0 0,0-1 1 0 0,1 1-1 0 0,0 0 1 0 0,-1-1-1 0 0,1 1 1 0 0,0-1-1 0 0,0 0 1 0 0,1 0-1 0 0,-1 0 1 0 0,0 0-1 0 0,4 3 1 0 0,11 3-5724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93 145 904 0 0,'8'-13'2301'0'0,"1"-3"-334"0"0,-1 2 0 0 0,2-1 0 0 0,0 1 0 0 0,23-25 0 0 0,-29 35-1807 0 0,0 1 0 0 0,1 0 0 0 0,-1 0-1 0 0,1 0 1 0 0,0 0 0 0 0,-1 1-1 0 0,1-1 1 0 0,0 1 0 0 0,1 1-1 0 0,-1-1 1 0 0,0 1 0 0 0,0 0 0 0 0,1 0-1 0 0,-1 0 1 0 0,1 1 0 0 0,-1-1-1 0 0,0 1 1 0 0,1 1 0 0 0,-1-1-1 0 0,8 2 1 0 0,-8-1-99 0 0,-1 0 0 0 0,1 0 0 0 0,-1 0 0 0 0,1 1 0 0 0,-1-1 0 0 0,0 1 0 0 0,1 0 0 0 0,-1 0 0 0 0,0 1 0 0 0,0-1 0 0 0,-1 1 0 0 0,1 0 0 0 0,0 0 0 0 0,-1 0 0 0 0,0 0 0 0 0,1 1 0 0 0,-1-1 0 0 0,-1 1 0 0 0,1 0 0 0 0,0 0 0 0 0,-1 0 0 0 0,0 0 0 0 0,0 0 0 0 0,0 0 0 0 0,-1 1 0 0 0,1-1 0 0 0,-1 1 0 0 0,0-1 0 0 0,0 1 0 0 0,-1-1 0 0 0,1 1 0 0 0,-1 0 0 0 0,0-1 0 0 0,0 1 0 0 0,-1 0 0 0 0,1-1 0 0 0,-1 1 0 0 0,-2 5 0 0 0,-1 2 78 0 0,-2 1 0 0 0,1-1-1 0 0,-1 0 1 0 0,-1 0 0 0 0,-1 0-1 0 0,1-1 1 0 0,-2 0 0 0 0,-10 10 0 0 0,-83 75 731 0 0,88-84-721 0 0,-145 121 769 0 0,133-111-561 0 0,24-20-246 0 0,2-2-100 0 0,0 1-1 0 0,0-1 1 0 0,1 0 0 0 0,-1 1 0 0 0,0-1-1 0 0,0 1 1 0 0,0-1 0 0 0,1 0 0 0 0,-1 1 0 0 0,0-1-1 0 0,0 1 1 0 0,1-1 0 0 0,-1 0 0 0 0,0 1-1 0 0,0-1 1 0 0,1 0 0 0 0,-1 0 0 0 0,1 1 0 0 0,-1-1-1 0 0,0 0 1 0 0,1 0 0 0 0,-1 1 0 0 0,0-1 0 0 0,1 0-1 0 0,-1 0 1 0 0,1 0 0 0 0,-1 0 0 0 0,1 0-1 0 0,42 2-88 0 0,0-3-1 0 0,70-9 0 0 0,86-29-5520 0 0,-115 14-1805 0 0,-44 8 308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0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75 212 0 0,'8'-51'10363'0'0,"-6"28"-388"0"0,-4 35-9734 0 0,1 1 1 0 0,1-1-1 0 0,0 0 1 0 0,3 23-1 0 0,-2-30-201 0 0,0 0-1 0 0,1 0 1 0 0,-1 0 0 0 0,1 0-1 0 0,0 0 1 0 0,0-1 0 0 0,1 1-1 0 0,0 0 1 0 0,-1-1-1 0 0,1 0 1 0 0,1 0 0 0 0,-1 0-1 0 0,1 0 1 0 0,5 5-1 0 0,-3-5-19 0 0,0 1 0 0 0,1-1 0 0 0,-1-1 0 0 0,1 1-1 0 0,-1-1 1 0 0,1 0 0 0 0,0-1 0 0 0,0 1-1 0 0,0-1 1 0 0,1-1 0 0 0,-1 0 0 0 0,0 0 0 0 0,1 0-1 0 0,-1-1 1 0 0,1 0 0 0 0,11-1 0 0 0,-14 0-29 0 0,-1 0 1 0 0,1 0 0 0 0,-1 0 0 0 0,0 0 0 0 0,0-1 0 0 0,1 0-1 0 0,-1 0 1 0 0,0 0 0 0 0,0 0 0 0 0,-1-1 0 0 0,1 1-1 0 0,0-1 1 0 0,-1 0 0 0 0,0 0 0 0 0,0-1 0 0 0,0 1-1 0 0,0 0 1 0 0,0-1 0 0 0,-1 0 0 0 0,1 0 0 0 0,-1 0-1 0 0,0 0 1 0 0,0 0 0 0 0,0 0 0 0 0,-1 0 0 0 0,0-1-1 0 0,0 1 1 0 0,1-7 0 0 0,14-82-250 0 0,-16 91 215 0 0,-2 4-2 0 0,1 0 39 0 0,0-1 1 0 0,0 1 0 0 0,0 0 0 0 0,0 0 0 0 0,0-1 0 0 0,0 1 0 0 0,0 0 0 0 0,0 0 0 0 0,1 0 0 0 0,-1 0-1 0 0,1 0 1 0 0,-1 0 0 0 0,1 3 0 0 0,-1-1-2 0 0,-52 323 870 0 0,41-222 668 0 0,-37 145-1 0 0,41-218-922 0 0,-2 0 0 0 0,-1-1 0 0 0,-2 0 0 0 0,-24 43 0 0 0,31-64-389 0 0,-1 0-1 0 0,0 0 1 0 0,0-1 0 0 0,0 0-1 0 0,-1-1 1 0 0,-1 0-1 0 0,1 0 1 0 0,-2 0-1 0 0,1-2 1 0 0,-1 1 0 0 0,1-1-1 0 0,-2 0 1 0 0,1-1-1 0 0,-1 0 1 0 0,0-1-1 0 0,-15 5 1 0 0,16-7-212 0 0,1-1 0 0 0,0 0 0 0 0,-1 0 0 0 0,1-1 0 0 0,0 0 0 0 0,-1-1 0 0 0,1 0 0 0 0,0 0 0 0 0,0-1 0 0 0,-10-2 0 0 0,16 3-7 0 0,1 0 0 0 0,-1 0-1 0 0,1 0 1 0 0,-1 0 0 0 0,1 0-1 0 0,0-1 1 0 0,-1 1-1 0 0,1-1 1 0 0,0 1 0 0 0,0-1-1 0 0,0 0 1 0 0,0 0-1 0 0,0 0 1 0 0,0 0 0 0 0,1 0-1 0 0,-1 0 1 0 0,1 0 0 0 0,-1-1-1 0 0,1 1 1 0 0,0 0-1 0 0,0-1 1 0 0,0 1 0 0 0,0-1-1 0 0,0 0 1 0 0,1 1-1 0 0,-1-1 1 0 0,1 0 0 0 0,-1 1-1 0 0,1-1 1 0 0,0 0 0 0 0,0 1-1 0 0,1-1 1 0 0,-1 0-1 0 0,0 0 1 0 0,1 1 0 0 0,0-1-1 0 0,-1 1 1 0 0,1-1-1 0 0,2-3 1 0 0,3-10-272 0 0,2 0 0 0 0,0 0 0 0 0,0 1 0 0 0,2 0-1 0 0,13-17 1 0 0,62-66-2399 0 0,-69 80 2325 0 0,124-117-6143 0 0,-43 53-2901 0 0,-52 45-444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42 808 0 0,'27'-13'12339'0'0,"-8"6"-8226"0"0,29-3 1413 0 0,50 5-7518 0 0,-53 4 3340 0 0,35 0-3632 0 0,-28 0-964 0 0,0 0-3332 0 0,-17-1-1046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1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89 788 0 0,'0'-13'9830'0'0,"-1"-12"607"0"0,3 20-9626 0 0,9-3 480 0 0,20 0-930 0 0,1 2 1 0 0,0 0 0 0 0,52-1 0 0 0,14-2-246 0 0,-44 7-72 0 0,-53 2-44 0 0,-1 0 1 0 0,1 0-1 0 0,-1 1 0 0 0,1-1 0 0 0,-1 0 0 0 0,1 0 0 0 0,-1 0 0 0 0,1 0 1 0 0,-1 1-1 0 0,1-1 0 0 0,-1 0 0 0 0,0 0 0 0 0,1 1 0 0 0,-1-1 0 0 0,1 0 1 0 0,-1 1-1 0 0,0-1 0 0 0,1 0 0 0 0,-1 1 0 0 0,0-1 0 0 0,1 1 0 0 0,-1-1 1 0 0,0 0-1 0 0,0 1 0 0 0,1-1 0 0 0,-1 1 0 0 0,0-1 0 0 0,0 1 1 0 0,0-1-1 0 0,0 1 0 0 0,0-1 0 0 0,0 1 0 0 0,0-1 0 0 0,0 1 0 0 0,0-1 1 0 0,0 1-1 0 0,0-1 0 0 0,0 2 0 0 0,-4 18 13 0 0,-3-6 6 0 0,-1-1-1 0 0,-1 1 1 0 0,0-1-1 0 0,-1 0 1 0 0,-21 21 0 0 0,4-4 73 0 0,-172 179 1353 0 0,196-206-1407 0 0,2-2-14 0 0,1-1-1 0 0,-1 1 1 0 0,1-1-1 0 0,-1 1 0 0 0,1 0 1 0 0,-1-1-1 0 0,1 1 1 0 0,-1 0-1 0 0,1-1 0 0 0,-1 1 1 0 0,1 0-1 0 0,0-1 1 0 0,-1 1-1 0 0,1 0 0 0 0,0 0 1 0 0,0 0-1 0 0,0-1 0 0 0,-1 1 1 0 0,1 0-1 0 0,0 1 1 0 0,1-1-11 0 0,-1-1 0 0 0,0 1 0 0 0,0-1 0 0 0,1 1 1 0 0,-1-1-1 0 0,0 1 0 0 0,1-1 0 0 0,-1 1 0 0 0,1-1 0 0 0,-1 0 1 0 0,1 1-1 0 0,-1-1 0 0 0,1 1 0 0 0,-1-1 0 0 0,1 0 1 0 0,-1 0-1 0 0,1 1 0 0 0,-1-1 0 0 0,1 0 0 0 0,0 1 0 0 0,34 3 178 0 0,-33-4-180 0 0,51 0-1525 0 0,0-3 0 0 0,77-14 0 0 0,-47 5-1680 0 0,68-11-5998 0 0,-65 9 1084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1036 0 0,'21'-52'27621'0'0,"-20"49"-27434"0"0,1 1 1 0 0,0 0 0 0 0,0 0-1 0 0,-1 0 1 0 0,1 0 0 0 0,0 0 0 0 0,1 0-1 0 0,-1 0 1 0 0,0 0 0 0 0,1 1-1 0 0,-1 0 1 0 0,0-1 0 0 0,1 1-1 0 0,0 0 1 0 0,-1 0 0 0 0,5-1 0 0 0,49-12 335 0 0,-14 5-533 0 0,157-27-1076 0 0,-157 31-3776 0 0,45 0 0 0 0,-75 6 273 0 0,-4-1 2103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2376 0 0,'-72'30'8340'0'0,"3"7"3968"0"0,68-37-11707 0 0,1 1-550 0 0,1 0 0 0 0,-1-1 0 0 0,0 1 0 0 0,1-1 0 0 0,-1 1 0 0 0,1-1 0 0 0,-1 0 0 0 0,1 1 0 0 0,-1-1 0 0 0,1 1 0 0 0,-1-1 0 0 0,1 0 0 0 0,-1 0 0 0 0,1 1 0 0 0,-1-1 0 0 0,1 0 0 0 0,0 0 0 0 0,-1 1 0 0 0,1-1 0 0 0,-1 0 0 0 0,1 0 0 0 0,1 0 0 0 0,15 2 189 0 0,-16-2-211 0 0,54 6-535 0 0,62-2 1 0 0,54-13-6593 0 0,-111 2 1386 0 0,1-2-3130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748 198 1308 0 0,'-1'-10'2392'0'0,"0"-1"0"0"0,1 1-1 0 0,3-17 1 0 0,-2 20-1439 0 0,0 0 0 0 0,1-1 0 0 0,0 2-1 0 0,0-1 1 0 0,6-10 0 0 0,-5 11-692 0 0,0 1 1 0 0,0 0-1 0 0,1 0 1 0 0,0 0-1 0 0,0 0 1 0 0,1 1-1 0 0,-1-1 1 0 0,1 1-1 0 0,0 0 0 0 0,0 0 1 0 0,0 1-1 0 0,1 0 1 0 0,-1 0-1 0 0,1 0 1 0 0,0 0-1 0 0,6-1 1 0 0,0 0-95 0 0,1 0 0 0 0,-1 2 0 0 0,1-1 0 0 0,0 1 0 0 0,0 1 0 0 0,0 1 0 0 0,18 0 0 0 0,-27 0-155 0 0,0 1 0 0 0,0-1-1 0 0,0 1 1 0 0,0-1 0 0 0,0 1 0 0 0,1 0-1 0 0,-2 1 1 0 0,1-1 0 0 0,0 1 0 0 0,0 0-1 0 0,0 0 1 0 0,-1 0 0 0 0,1 0 0 0 0,-1 1 0 0 0,0-1-1 0 0,1 1 1 0 0,-1 0 0 0 0,0 0 0 0 0,-1 0-1 0 0,1 0 1 0 0,-1 0 0 0 0,1 1 0 0 0,-1-1-1 0 0,0 1 1 0 0,0 0 0 0 0,2 6 0 0 0,-3-6 1 0 0,-1 0 1 0 0,0-1-1 0 0,1 1 1 0 0,-1 0-1 0 0,-1 0 1 0 0,1 0-1 0 0,-1 0 1 0 0,1 0-1 0 0,-1 0 1 0 0,0-1-1 0 0,0 1 1 0 0,-1 0-1 0 0,1-1 1 0 0,-1 1-1 0 0,0-1 1 0 0,0 1-1 0 0,0-1 1 0 0,0 0-1 0 0,0 0 1 0 0,-1 0-1 0 0,-5 5 1 0 0,-6 6 45 0 0,-1-1 1 0 0,-30 22 0 0 0,38-30-48 0 0,-149 101 1209 0 0,156-106-1209 0 0,-1 0 0 0 0,1 0 0 0 0,0 1 0 0 0,-1-1 0 0 0,1 0 0 0 0,0 1 0 0 0,-1-1 0 0 0,1 0 0 0 0,0 1 0 0 0,-1-1 0 0 0,1 0 0 0 0,0 1 0 0 0,0-1 0 0 0,0 1 0 0 0,-1-1 0 0 0,1 0 0 0 0,0 1 0 0 0,0-1 0 0 0,0 1 0 0 0,0-1 0 0 0,0 1 0 0 0,0-1 0 0 0,0 0 0 0 0,0 1 1 0 0,0-1-1 0 0,0 1 0 0 0,0-1 0 0 0,0 1 0 0 0,0-1 0 0 0,0 1 0 0 0,0-1 0 0 0,0 0 0 0 0,1 1 0 0 0,-1-1 0 0 0,0 1 0 0 0,0-1 0 0 0,0 0 0 0 0,1 1 0 0 0,-1-1 0 0 0,0 1 0 0 0,1-1 0 0 0,-1 0 0 0 0,0 1 0 0 0,1-1 0 0 0,-1 0 0 0 0,0 0 0 0 0,1 1 0 0 0,-1-1 0 0 0,1 0 0 0 0,-1 0 1 0 0,1 1-1 0 0,23 12 23 0 0,-20-11-16 0 0,11 7-9 0 0,0 1 0 0 0,0 1 0 0 0,-1 0-1 0 0,18 19 1 0 0,-26-24 40 0 0,-1 1 0 0 0,0-1 0 0 0,0 1 1 0 0,0 0-1 0 0,-1 0 0 0 0,0 0 0 0 0,0 1 0 0 0,-1 0 1 0 0,0-1-1 0 0,-1 1 0 0 0,3 15 0 0 0,-4-20 42 0 0,-1 0 0 0 0,0 0-1 0 0,-1 0 1 0 0,1 0 0 0 0,0 0 0 0 0,-1 0-1 0 0,0 0 1 0 0,0 0 0 0 0,0 0 0 0 0,0 0-1 0 0,0 0 1 0 0,0-1 0 0 0,-1 1 0 0 0,0 0-1 0 0,1-1 1 0 0,-1 1 0 0 0,0-1 0 0 0,0 0-1 0 0,0 1 1 0 0,0-1 0 0 0,-1 0 0 0 0,1 0-1 0 0,-4 1 1 0 0,-5 5 178 0 0,-1 0 0 0 0,0-2 0 0 0,-21 10 0 0 0,3-5-107 0 0,0-1 0 0 0,0-1 0 0 0,-1-1 1 0 0,-61 5-1 0 0,-131-7-1510 0 0,11-18-3971 0 0,70-1-4667 0 0,66 5-790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66 2896 0 0,'-14'-10'4683'0'0,"10"8"-3948"0"0,1-1 1 0 0,0 1-1 0 0,0 0 0 0 0,0-1 0 0 0,0 1 1 0 0,0-1-1 0 0,1 0 0 0 0,-1 0 0 0 0,1 0 1 0 0,-3-5-1 0 0,5 7-694 0 0,0 0 1 0 0,0 0-1 0 0,1 0 1 0 0,-1 0-1 0 0,0 0 1 0 0,1 1-1 0 0,-1-1 0 0 0,1 0 1 0 0,-1 0-1 0 0,1 0 1 0 0,-1 1-1 0 0,1-1 1 0 0,0 0-1 0 0,-1 1 1 0 0,1-1-1 0 0,0 0 1 0 0,0 1-1 0 0,-1-1 0 0 0,1 1 1 0 0,0-1-1 0 0,0 1 1 0 0,0 0-1 0 0,-1-1 1 0 0,1 1-1 0 0,0 0 1 0 0,0 0-1 0 0,1-1 1 0 0,9-1-1 0 0,0 1 0 0 0,0 0 1 0 0,0 1-1 0 0,0 0 0 0 0,0 1 1 0 0,0 0-1 0 0,0 1 0 0 0,0 0 1 0 0,0 0-1 0 0,11 6 0 0 0,-17-7-35 0 0,-1 1-1 0 0,1 0 0 0 0,-1 0 1 0 0,0 1-1 0 0,0-1 0 0 0,0 1 0 0 0,0 0 1 0 0,-1 0-1 0 0,1 0 0 0 0,-1 0 0 0 0,6 8 1 0 0,-7-8-2 0 0,-1 0 0 0 0,1 0 1 0 0,-1 0-1 0 0,0 0 1 0 0,0 0-1 0 0,0 0 0 0 0,0 0 1 0 0,0 1-1 0 0,-1-1 1 0 0,0 0-1 0 0,1 1 0 0 0,-1-1 1 0 0,0 0-1 0 0,-1 1 0 0 0,1-1 1 0 0,-1 0-1 0 0,1 0 1 0 0,-3 7-1 0 0,1-4-1 0 0,0 0 0 0 0,-1 0-1 0 0,0 0 1 0 0,0-1 0 0 0,0 1 0 0 0,-1-1 0 0 0,0 1-1 0 0,0-1 1 0 0,-10 9 0 0 0,-1 0 27 0 0,-32 20 1 0 0,9-6 34 0 0,23-19-39 0 0,-1 4-9 0 0,15-12-21 0 0,14 6-38 0 0,1-4 28 0 0,0 1-1 0 0,-1 1 0 0 0,0 0 1 0 0,0 0-1 0 0,0 1 0 0 0,14 10 1 0 0,-21-13 24 0 0,0 1 0 0 0,-1 0 1 0 0,1 0-1 0 0,-1 1 1 0 0,0-1-1 0 0,0 1 1 0 0,-1 0-1 0 0,1 1 0 0 0,-1-1 1 0 0,0 1-1 0 0,-1 0 1 0 0,1-1-1 0 0,-1 2 0 0 0,0-1 1 0 0,2 9-1 0 0,-4-10 128 0 0,-1 0-1 0 0,1 1 0 0 0,-1-1 0 0 0,-1 1 0 0 0,1-1 1 0 0,-1 0-1 0 0,0 1 0 0 0,0-1 0 0 0,0 0 1 0 0,-1 0-1 0 0,1 0 0 0 0,-1 0 0 0 0,-1 0 1 0 0,1 0-1 0 0,-1-1 0 0 0,0 1 0 0 0,0-1 1 0 0,0 1-1 0 0,-6 5 0 0 0,-2 2 269 0 0,-1 0-1 0 0,0-1 1 0 0,0-1 0 0 0,-1 0-1 0 0,-16 9 1 0 0,13-10-110 0 0,-1 0 0 0 0,1-1 1 0 0,-1-1-1 0 0,-1-1 0 0 0,1-1 0 0 0,-1 0 1 0 0,0-1-1 0 0,-20 1 0 0 0,32-4-262 0 0,-1-1 0 0 0,1-1 0 0 0,0 1 1 0 0,0-1-1 0 0,0 0 0 0 0,-1 0 0 0 0,1-1 0 0 0,0 1 0 0 0,1-1 0 0 0,-11-5 0 0 0,14 6-164 0 0,1 0-1 0 0,0 1 1 0 0,-1-1-1 0 0,1 0 1 0 0,0 0-1 0 0,0 0 0 0 0,-1 0 1 0 0,1 0-1 0 0,0 0 1 0 0,0 0-1 0 0,0 0 0 0 0,0 0 1 0 0,0-1-1 0 0,0 1 1 0 0,1 0-1 0 0,-1-1 1 0 0,0 1-1 0 0,1-1 0 0 0,-1 1 1 0 0,1 0-1 0 0,-1-1 1 0 0,1 1-1 0 0,0-1 1 0 0,0 0-1 0 0,-1 1 0 0 0,1-1 1 0 0,0 1-1 0 0,0-1 1 0 0,1 1-1 0 0,-1-1 1 0 0,0 1-1 0 0,0-1 0 0 0,1 1 1 0 0,-1-1-1 0 0,1 1 1 0 0,-1-1-1 0 0,1 1 0 0 0,0 0 1 0 0,-1-1-1 0 0,1 1 1 0 0,0 0-1 0 0,0-1 1 0 0,0 1-1 0 0,0 0 0 0 0,2-1 1 0 0,2-4-1472 0 0,1 1 1 0 0,0 0-1 0 0,0 0 1 0 0,0 0-1 0 0,1 1 1 0 0,11-6-1 0 0,2 0-4641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75 480 0 0,'43'-61'14507'0'0,"-42"60"-14423"0"0,-1 1 0 0 0,1-1 0 0 0,-1 0 0 0 0,0 0 0 0 0,1 1 0 0 0,0-1 0 0 0,-1 0 0 0 0,1 1 0 0 0,-1-1 0 0 0,1 1 0 0 0,0-1-1 0 0,-1 1 1 0 0,1-1 0 0 0,0 1 0 0 0,-1-1 0 0 0,1 1 0 0 0,0 0 0 0 0,0-1 0 0 0,0 1 0 0 0,-1 0 0 0 0,1 0 0 0 0,0-1 0 0 0,0 1 0 0 0,0 0 0 0 0,1 0 0 0 0,0 1-32 0 0,0-1-1 0 0,-1 0 1 0 0,1 1-1 0 0,-1 0 1 0 0,1-1-1 0 0,0 1 1 0 0,-1 0-1 0 0,1 0 1 0 0,-1 0-1 0 0,0 0 1 0 0,1 0-1 0 0,0 1 1 0 0,3 3-19 0 0,0 0 0 0 0,-1 0 0 0 0,1 0 0 0 0,-1 0 0 0 0,4 9 0 0 0,-4-5 9 0 0,0 1 1 0 0,0-1 0 0 0,-1 1-1 0 0,0 0 1 0 0,0 0-1 0 0,-1 1 1 0 0,-1-1 0 0 0,0 0-1 0 0,0 1 1 0 0,-1-1 0 0 0,-1 1-1 0 0,1-1 1 0 0,-2 1 0 0 0,-2 13-1 0 0,-1-5 328 0 0,-1 1-1 0 0,-1-1 0 0 0,-1-1 1 0 0,0 1-1 0 0,-2-1 0 0 0,-16 24 1 0 0,4-9 1435 0 0,20-32-1434 0 0,6-15-144 0 0,3 1-201 0 0,-1 1 1 0 0,2 0 0 0 0,-1 1 0 0 0,2 0 0 0 0,11-13 0 0 0,-6 7-2 0 0,191-196-194 0 0,-125 135 147 0 0,-78 76 12 0 0,-15 20-57 0 0,-16 23 118 0 0,-32 60 0 0 0,53-85-54 0 0,1 0 0 0 0,0 0 0 0 0,1 0 0 0 0,1 1 0 0 0,0 0 0 0 0,1 0 0 0 0,-2 28 0 0 0,6-41-3 0 0,0 0 1 0 0,0 0 0 0 0,0 0-1 0 0,1 0 1 0 0,-1 0 0 0 0,1 0-1 0 0,0 0 1 0 0,0 0 0 0 0,1 0 0 0 0,-1-1-1 0 0,1 1 1 0 0,0 0 0 0 0,0-1-1 0 0,0 0 1 0 0,0 1 0 0 0,1-1-1 0 0,-1 0 1 0 0,1 0 0 0 0,0 0 0 0 0,0-1-1 0 0,0 1 1 0 0,0-1 0 0 0,0 1-1 0 0,0-1 1 0 0,1 0 0 0 0,-1 0-1 0 0,1-1 1 0 0,0 1 0 0 0,4 1 0 0 0,11 3-529 0 0,0-1 1 0 0,1-1 0 0 0,0-1 0 0 0,31 2 0 0 0,-32-3-287 0 0,126 3-9237 0 0,-96-7 2501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59 175 1184 0 0,'-53'-50'19787'0'0,"53"50"-19728"0"0,-1 0-1 0 0,1-1 1 0 0,0 1-1 0 0,-1 0 1 0 0,1-1-1 0 0,0 1 1 0 0,-1 0-1 0 0,1-1 1 0 0,0 1-1 0 0,0 0 1 0 0,-1-1-1 0 0,1 1 0 0 0,0-1 1 0 0,0 1-1 0 0,0-1 1 0 0,-1 1-1 0 0,1 0 1 0 0,0-1-1 0 0,0 1 1 0 0,0-1-1 0 0,0 1 1 0 0,0-1-1 0 0,0 1 1 0 0,0-1-1 0 0,0 1 1 0 0,0-1-1 0 0,0 1 1 0 0,0 0-1 0 0,0-1 1 0 0,0 1-1 0 0,1-1 1 0 0,-1 1-1 0 0,0-1 0 0 0,0 1 1 0 0,0 0-1 0 0,1-1 1 0 0,-1 1-1 0 0,0-1 1 0 0,1 1-1 0 0,-1 0 1 0 0,0-1-1 0 0,0 1 1 0 0,1 0-1 0 0,-1-1 1 0 0,1 1-1 0 0,-1 0 1 0 0,0 0-1 0 0,1-1 1 0 0,-1 1-1 0 0,1 0 1 0 0,-1 0-1 0 0,1 0 1 0 0,-1 0-1 0 0,1-1 0 0 0,27-10-13 0 0,-25 11 95 0 0,243-57-901 0 0,-80 31-9126 0 0,-131 20 5973 0 0,-3 1-3492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56 2528 0 0,'0'-2'2544'0'0,"-1"-30"5412"0"0,0 11 237 0 0,-10 44-6895 0 0,10-21-1257 0 0,-4 21 379 0 0,0 0 1 0 0,2 0-1 0 0,0 0 0 0 0,2 45 0 0 0,1-63-397 0 0,0 0 0 0 0,1 0 0 0 0,0 0 0 0 0,0 0 0 0 0,0 0 0 0 0,1 0-1 0 0,-1 0 1 0 0,1 0 0 0 0,1-1 0 0 0,-1 1 0 0 0,1-1 0 0 0,-1 1 0 0 0,1-1-1 0 0,0 0 1 0 0,1 0 0 0 0,-1 0 0 0 0,1-1 0 0 0,0 1 0 0 0,-1-1 0 0 0,2 0-1 0 0,-1 0 1 0 0,0 0 0 0 0,1 0 0 0 0,-1-1 0 0 0,1 0 0 0 0,0 0 0 0 0,-1 0-1 0 0,9 2 1 0 0,0-1-29 0 0,1-1-1 0 0,-1 0 0 0 0,1-1 1 0 0,-1 0-1 0 0,1-1 1 0 0,-1 0-1 0 0,1-1 0 0 0,-1-1 1 0 0,0 0-1 0 0,1-1 1 0 0,-1 0-1 0 0,0-1 0 0 0,23-11 1 0 0,-20 7-44 0 0,0-1 0 0 0,0 0 0 0 0,-1-2 0 0 0,0 0 0 0 0,-1 0 0 0 0,0-1 0 0 0,-1-1 0 0 0,-1 0 0 0 0,20-26 0 0 0,27-40-91 0 0,-58 81 139 0 0,0 0 0 0 0,0 0 1 0 0,-1-1-1 0 0,1 1 0 0 0,-1 0 0 0 0,1 0 1 0 0,-1 0-1 0 0,0 0 0 0 0,1 0 0 0 0,-2 3 1 0 0,-4 50 264 0 0,-20 91 1 0 0,-26 53 302 0 0,47-186-535 0 0,-12 49 138 0 0,-4-1 0 0 0,-2 0 1 0 0,-38 75-1 0 0,47-115-15 0 0,0 0 1 0 0,-1-1-1 0 0,0 0 0 0 0,-33 32 1 0 0,35-40-31 0 0,-1-1 1 0 0,0-1-1 0 0,-1 0 1 0 0,0-1 0 0 0,0 0-1 0 0,-1-2 1 0 0,0 1-1 0 0,-17 5 1 0 0,23-11-83 0 0,1 0-1 0 0,0 0 1 0 0,0 0 0 0 0,-1-1 0 0 0,1-1 0 0 0,0 1-1 0 0,-1-1 1 0 0,1 0 0 0 0,-1-1 0 0 0,-9-2-1 0 0,14 2-32 0 0,1 1 0 0 0,0-1 0 0 0,0 0 0 0 0,0 0-1 0 0,0-1 1 0 0,0 1 0 0 0,0-1 0 0 0,0 1-1 0 0,0-1 1 0 0,0 0 0 0 0,0 0 0 0 0,1 0 0 0 0,-1 0-1 0 0,1-1 1 0 0,0 1 0 0 0,0-1 0 0 0,0 0-1 0 0,0 1 1 0 0,0-1 0 0 0,0 0 0 0 0,1 0 0 0 0,-1 0-1 0 0,1 0 1 0 0,0 0 0 0 0,0 0 0 0 0,0-1-1 0 0,0 1 1 0 0,0-5 0 0 0,1 2-95 0 0,0 0 0 0 0,1 0 1 0 0,-1 1-1 0 0,1-1 0 0 0,1 0 0 0 0,-1 1 1 0 0,1-1-1 0 0,0 1 0 0 0,0-1 0 0 0,0 1 1 0 0,1 0-1 0 0,0 0 0 0 0,0 0 0 0 0,0 0 0 0 0,7-7 1 0 0,5-4-744 0 0,0 0 1 0 0,30-24 0 0 0,109-71-5342 0 0,-46 44-2101 0 0,-101 62 7424 0 0,42-25-6584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4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1572 0 0,'42'-2'10703'0'0,"0"-2"-4651"0"0,7-5-3009 0 0,24-7-3074 0 0,11-2 755 0 0,41-1-761 0 0,15-3-3564 0 0,-49-1-5364 0 0,-62 14 1909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4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3 1976 0 0,'-3'0'616'0'0,"-3"-1"735"0"0,1 0 1 0 0,-1 1 0 0 0,0-1 0 0 0,0 2-1 0 0,0-1 1 0 0,-6 1 0 0 0,10 0-1040 0 0,0-1-1 0 0,0 1 1 0 0,0 0 0 0 0,0 0 0 0 0,1 0 0 0 0,-1 0-1 0 0,0 0 1 0 0,0 0 0 0 0,1 1 0 0 0,-1-1 0 0 0,0 1-1 0 0,1-1 1 0 0,0 1 0 0 0,-1-1 0 0 0,1 1 0 0 0,0 0-1 0 0,0 0 1 0 0,0 0 0 0 0,0-1 0 0 0,-1 5 0 0 0,-6 17 976 0 0,2 0 1 0 0,1 0-1 0 0,0 1 1 0 0,2 0 0 0 0,0 43-1 0 0,-1-9-557 0 0,-15 106 372 0 0,10-93-2355 0 0,2 0-3468 0 0,6-43 221 0 0,5-9-2502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5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116 122 372 0 0,'16'-23'3724'0'0,"-3"6"-365"0"0,23-27 1 0 0,-33 40-3077 0 0,1 0 0 0 0,0 1 0 0 0,-1 0 0 0 0,1 0-1 0 0,0 0 1 0 0,0 1 0 0 0,1-1 0 0 0,-1 1 0 0 0,0 0 0 0 0,1 0 0 0 0,-1 0 0 0 0,10-1 0 0 0,-11 2-216 0 0,-1 1 0 0 0,1 0 0 0 0,0 0 0 0 0,0 0 0 0 0,-1 0 0 0 0,1 0 0 0 0,0 0 0 0 0,0 1 0 0 0,-1-1 0 0 0,1 1 0 0 0,-1 0 0 0 0,1 0 0 0 0,0 0 0 0 0,-1 0 1 0 0,1 0-1 0 0,-1 1 0 0 0,0-1 0 0 0,0 1 0 0 0,1-1 0 0 0,-1 1 0 0 0,0 0 0 0 0,0 0 0 0 0,0 0 0 0 0,-1 0 0 0 0,1 0 0 0 0,0 1 0 0 0,-1-1 0 0 0,0 0 0 0 0,1 1 0 0 0,-1-1 0 0 0,0 1 1 0 0,0-1-1 0 0,0 1 0 0 0,0 4 0 0 0,1 0 145 0 0,-1 0 0 0 0,0 0 1 0 0,0 0-1 0 0,-1 0 1 0 0,1 0-1 0 0,-2 0 0 0 0,1 0 1 0 0,-1 0-1 0 0,0 0 0 0 0,-1 0 1 0 0,1 0-1 0 0,-4 7 0 0 0,-4 6 282 0 0,-2 0 0 0 0,0-1 0 0 0,-1 0 0 0 0,0-1-1 0 0,-27 29 1 0 0,-86 75 1810 0 0,44-46-1351 0 0,80-76-931 0 0,0 1-1 0 0,1 0 0 0 0,-1 0 1 0 0,0 0-1 0 0,0 0 0 0 0,0 0 1 0 0,1 0-1 0 0,-1 0 0 0 0,0 0 1 0 0,1 0-1 0 0,-1 0 0 0 0,1 0 1 0 0,-1 0-1 0 0,1 0 0 0 0,0 0 1 0 0,-1 1-1 0 0,1-1 0 0 0,0 0 1 0 0,0 0-1 0 0,0 0 0 0 0,0 2 1 0 0,0-2-9 0 0,1 0 1 0 0,-1 0 0 0 0,1 0 0 0 0,-1 0 0 0 0,1 0 0 0 0,-1 0 0 0 0,1-1 0 0 0,0 1 0 0 0,0 0-1 0 0,-1 0 1 0 0,1-1 0 0 0,0 1 0 0 0,0 0 0 0 0,0-1 0 0 0,0 1 0 0 0,0-1 0 0 0,0 1 0 0 0,0-1 0 0 0,1 1-1 0 0,7 1-43 0 0,1 1-1 0 0,-1-1 0 0 0,1-1 0 0 0,11 1 1 0 0,-13-1-152 0 0,28 2-2079 0 0,70-5-1 0 0,-10-6-4160 0 0,-58 5 2245 0 0,22-4-4529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5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81 548 0 0,'-25'-16'4106'0'0,"8"5"1024"0"0,0 0 0 0 0,-23-21 0 0 0,39 31-4681 0 0,9-2-280 0 0,1 1 0 0 0,0 0 0 0 0,0 1 0 0 0,0 0 1 0 0,-1 1-1 0 0,1 0 0 0 0,0 0 0 0 0,13 2 0 0 0,1 0-38 0 0,-2-1-100 0 0,1 1-1 0 0,-1 1 1 0 0,0 2-1 0 0,-1 0 1 0 0,1 0-1 0 0,30 15 1 0 0,-49-20-29 0 0,-1 1 0 0 0,0 0 0 0 0,1 0 0 0 0,-1 0 0 0 0,0-1 0 0 0,0 1 0 0 0,0 0 0 0 0,0 0 0 0 0,0 1 0 0 0,0-1 0 0 0,0 0 0 0 0,0 0 0 0 0,0 0 0 0 0,-1 1 0 0 0,1-1 0 0 0,0 0 0 0 0,-1 1 1 0 0,1-1-1 0 0,-1 1 0 0 0,1-1 0 0 0,-1 1 0 0 0,0-1 0 0 0,0 0 0 0 0,1 1 0 0 0,-1-1 0 0 0,0 1 0 0 0,0-1 0 0 0,-1 1 0 0 0,1-1 0 0 0,0 1 0 0 0,0-1 0 0 0,-1 1 0 0 0,1-1 0 0 0,-1 1 0 0 0,1-1 0 0 0,-2 3 0 0 0,-3 5 67 0 0,0 0 0 0 0,0-1 0 0 0,-1 1 0 0 0,-8 9 0 0 0,8-11 56 0 0,-97 111 1901 0 0,62-75-488 0 0,-38 53-1 0 0,47-46-440 0 0,32-49-1075 0 0,0 0-1 0 0,-1 0 0 0 0,1 0 0 0 0,0 0 0 0 0,0 0 1 0 0,0-1-1 0 0,0 1 0 0 0,0 0 0 0 0,0 0 0 0 0,0 0 1 0 0,0 0-1 0 0,0 0 0 0 0,0 0 0 0 0,1 0 0 0 0,-1 0 1 0 0,0-1-1 0 0,0 1 0 0 0,1 0 0 0 0,-1 0 0 0 0,1 0 1 0 0,-1 0-1 0 0,1-1 0 0 0,-1 1 0 0 0,1 0 0 0 0,-1-1 1 0 0,1 1-1 0 0,0 0 0 0 0,-1-1 0 0 0,1 1 1 0 0,0-1-1 0 0,0 1 0 0 0,-1-1 0 0 0,1 1 0 0 0,0-1 1 0 0,0 1-1 0 0,1-1 0 0 0,3 2 24 0 0,-1 0 0 0 0,1 0 0 0 0,-1-1 0 0 0,1 1 0 0 0,5 0 0 0 0,13 0-457 0 0,-1-1 1 0 0,1-1-1 0 0,39-5 0 0 0,67-18-3489 0 0,-80 14 2304 0 0,163-36-10258 0 0,-134 24 3101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5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69 992 0 0,'-38'-37'20053'0'0,"30"26"-16468"0"0,11 10-3031 0 0,8-3-364 0 0,1 1 1 0 0,-1 1-1 0 0,1 0 0 0 0,0 1 0 0 0,0 0 0 0 0,-1 0 0 0 0,16 2 0 0 0,5-1-51 0 0,190-5-1153 0 0,-148 4-4026 0 0,1 1-5900 0 0,-58 0 3494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1928 0 0,'-150'48'17228'0'0,"150"-48"-17122"0"0,-1 0 0 0 0,0 0 0 0 0,1 0 0 0 0,-1 0 0 0 0,1 1 0 0 0,-1-1 0 0 0,1 0 0 0 0,-1 0 0 0 0,1 0 0 0 0,-1 0 0 0 0,1 0-1 0 0,-1 1 1 0 0,1-1 0 0 0,-1 0 0 0 0,1 0 0 0 0,0 1 0 0 0,-1-1 0 0 0,1 0 0 0 0,-1 1 0 0 0,1-1 0 0 0,0 1 0 0 0,-1-1 0 0 0,1 0 0 0 0,0 1-1 0 0,-1-1 1 0 0,1 1 0 0 0,0-1 0 0 0,-1 1 0 0 0,13 6 948 0 0,24 0-436 0 0,-3-6-1040 0 0,1 0 1 0 0,-1-3 0 0 0,57-8 0 0 0,34-20-10482 0 0,-78 15 1995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6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95 2024 0 0,'70'-95'27894'0'0,"-70"96"-27755"0"0,1-1 0 0 0,-1 0-1 0 0,0 1 1 0 0,1-1 0 0 0,-1 1 0 0 0,0-1 0 0 0,1 0-1 0 0,-1 1 1 0 0,0-1 0 0 0,0 1 0 0 0,1-1-1 0 0,-1 1 1 0 0,0-1 0 0 0,0 1 0 0 0,0-1 0 0 0,0 1-1 0 0,0-1 1 0 0,1 1 0 0 0,-1 0 0 0 0,-5 30-109 0 0,0 0 0 0 0,-19 56 0 0 0,-31 60-43 0 0,35-95 9 0 0,-53 114-2676 0 0,-52 77-7386 0 0,71-141 5398 0 0,35-67-8281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6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97 364 0 0,'1'-35'9124'0'0,"3"5"-4179"0"0,-4 28-4887 0 0,0 1 1 0 0,0 0-1 0 0,0 0 0 0 0,0 0 1 0 0,0-1-1 0 0,0 1 1 0 0,0 0-1 0 0,1 0 1 0 0,-1 0-1 0 0,1-1 1 0 0,-1 1-1 0 0,1 0 0 0 0,-1 0 1 0 0,1 0-1 0 0,-1 0 1 0 0,1 0-1 0 0,0 0 1 0 0,0 0-1 0 0,-1 0 1 0 0,1 0-1 0 0,0 1 0 0 0,0-1 1 0 0,0 0-1 0 0,0 0 1 0 0,0 1-1 0 0,0-1 1 0 0,0 1-1 0 0,0-1 1 0 0,0 1-1 0 0,1-1 0 0 0,-1 1 1 0 0,0 0-1 0 0,0-1 1 0 0,0 1-1 0 0,0 0 1 0 0,1 0-1 0 0,-1 0 1 0 0,0 0-1 0 0,0 0 0 0 0,1 0 1 0 0,-1 0-1 0 0,0 0 1 0 0,0 1-1 0 0,0-1 1 0 0,0 0-1 0 0,3 2 1 0 0,-1-1-49 0 0,0 0 0 0 0,0 1 1 0 0,0 0-1 0 0,0-1 1 0 0,0 1-1 0 0,0 0 1 0 0,0 1-1 0 0,-1-1 1 0 0,1 0-1 0 0,-1 1 0 0 0,0-1 1 0 0,1 1-1 0 0,-1 0 1 0 0,3 5-1 0 0,-2 1 21 0 0,-1 0-1 0 0,0 0 1 0 0,0 0-1 0 0,-1 0 1 0 0,0 0-1 0 0,-1 1 1 0 0,0-1-1 0 0,0 0 1 0 0,-1 0 0 0 0,0 0-1 0 0,0 0 1 0 0,-1 0-1 0 0,-1 0 1 0 0,-4 13-1 0 0,-3 3 195 0 0,-1 1 1 0 0,-1-2-1 0 0,-25 37 0 0 0,-2-7 767 0 0,-65 70 1 0 0,4-7 252 0 0,100-117-1225 0 0,-1 1 1 0 0,0 0-1 0 0,1-1 1 0 0,-1 1-1 0 0,1 0 1 0 0,-1-1-1 0 0,1 1 1 0 0,-1 0-1 0 0,1 0 1 0 0,0 0-1 0 0,-1-1 1 0 0,1 1-1 0 0,0 0 1 0 0,-1 0-1 0 0,1 0 1 0 0,0 0-1 0 0,0 0 1 0 0,0 0-1 0 0,0 0 1 0 0,0-1-1 0 0,0 1 1 0 0,0 2-1 0 0,1-3-13 0 0,0 1 0 0 0,-1-1 0 0 0,1 1 0 0 0,0-1 0 0 0,0 1 1 0 0,0-1-1 0 0,0 0 0 0 0,-1 1 0 0 0,1-1 0 0 0,0 0 0 0 0,0 0 0 0 0,0 1 0 0 0,0-1 0 0 0,0 0 0 0 0,0 0 0 0 0,0 0 0 0 0,0 0 1 0 0,-1 0-1 0 0,1 0 0 0 0,0-1 0 0 0,0 1 0 0 0,0 0 0 0 0,1-1 0 0 0,231-53-1127 0 0,-117 24-1877 0 0,52-13-6397 0 0,-112 27 2743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7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84 536 0 0,'-63'-74'16030'0'0,"60"65"-14195"0"0,11 9-1462 0 0,12 10-399 0 0,-17-7 48 0 0,0 1 0 0 0,0 0 0 0 0,0 0 0 0 0,0 0-1 0 0,-1 0 1 0 0,0 0 0 0 0,1 0 0 0 0,-1 1 0 0 0,-1-1-1 0 0,1 1 1 0 0,-1 0 0 0 0,0-1 0 0 0,0 1 0 0 0,0 0-1 0 0,-1 0 1 0 0,1 0 0 0 0,-1-1 0 0 0,0 1 0 0 0,-1 0-1 0 0,1 0 1 0 0,-1 0 0 0 0,0-1 0 0 0,-2 8 0 0 0,-2 5 152 0 0,-1 0 0 0 0,-1-1 0 0 0,0 0 0 0 0,-1 0 0 0 0,-11 16 0 0 0,-4-1 152 0 0,-1-2 1 0 0,-1 0 0 0 0,-1-1-1 0 0,-51 41 1 0 0,76-67-181 0 0,3-3-106 0 0,20-8-10 0 0,0-2 1 0 0,-1 0-1 0 0,0-1 1 0 0,33-25-1 0 0,-20 13-25 0 0,-19 14-1 0 0,135-96 17 0 0,-126 86-19 0 0,0-1 0 0 0,-1 0-1 0 0,36-46 1 0 0,-58 65-4 0 0,0 1 3 0 0,1 0 1 0 0,-1-1-1 0 0,0 1 1 0 0,0-1 0 0 0,0 1-1 0 0,0-1 1 0 0,0 1-1 0 0,0-1 1 0 0,0 0-1 0 0,-1 0 1 0 0,1 1-1 0 0,-1-1 1 0 0,1 0 0 0 0,-1 0-1 0 0,1 0 1 0 0,-1 0-1 0 0,0 1 1 0 0,0-1-1 0 0,0 0 1 0 0,0 0-1 0 0,0 0 1 0 0,-1 0 0 0 0,1 0-1 0 0,-1-2 1 0 0,-1 3-1 0 0,1 1 0 0 0,0 0 0 0 0,0 0 0 0 0,0 0 0 0 0,0 0 0 0 0,0 0 1 0 0,0 0-1 0 0,0 0 0 0 0,0 0 0 0 0,0 1 0 0 0,0-1 0 0 0,0 0 0 0 0,0 1 0 0 0,0-1 1 0 0,-1 1-1 0 0,-4 2 36 0 0,1 0 1 0 0,0 0 0 0 0,0 0-1 0 0,0 0 1 0 0,1 1-1 0 0,-1 0 1 0 0,1 0 0 0 0,0 0-1 0 0,0 1 1 0 0,-5 6 0 0 0,-1 4 276 0 0,-18 31 0 0 0,20-30-180 0 0,0 1-1 0 0,1 0 1 0 0,0 0 0 0 0,2 1-1 0 0,0-1 1 0 0,-4 27-1 0 0,8-39-107 0 0,0 0 0 0 0,1 0 0 0 0,0 0-1 0 0,0 0 1 0 0,0 0 0 0 0,1 0 0 0 0,-1 0 0 0 0,1 0 0 0 0,0 0 0 0 0,1-1-1 0 0,-1 1 1 0 0,1 0 0 0 0,0-1 0 0 0,0 1 0 0 0,1-1 0 0 0,-1 0-1 0 0,1 1 1 0 0,0-1 0 0 0,0-1 0 0 0,0 1 0 0 0,0 0 0 0 0,1-1 0 0 0,0 1-1 0 0,-1-1 1 0 0,1 0 0 0 0,1-1 0 0 0,-1 1 0 0 0,8 3 0 0 0,6 2-241 0 0,1-1 0 0 0,0-2 1 0 0,0 0-1 0 0,1 0 0 0 0,20 1 1 0 0,103 2-4334 0 0,-97-6 2421 0 0,16-1-3612 0 0,5-5-3261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54 158 1116 0 0,'-27'-35'16838'0'0,"1"8"-10038"0"0,26 26-6755 0 0,0 1 0 0 0,0-1 0 0 0,0 1 0 0 0,0-1 0 0 0,0 1 1 0 0,0-1-1 0 0,0 1 0 0 0,0 0 0 0 0,0-1 0 0 0,0 1 0 0 0,0-1 0 0 0,0 1 1 0 0,0-1-1 0 0,0 1 0 0 0,0-1 0 0 0,1 1 0 0 0,-1 0 0 0 0,0-1 0 0 0,0 1 1 0 0,0-1-1 0 0,1 1 0 0 0,-1 0 0 0 0,0-1 0 0 0,1 0 0 0 0,24-7 176 0 0,1 0 1 0 0,0 2-1 0 0,46-6 0 0 0,-35 7-370 0 0,116-13-3800 0 0,-70 10-851 0 0,-1-4-3800 0 0,-49 6 1735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7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155 110 3004 0 0,'-5'-18'5018'0'0,"1"0"0"0"0,-3-23 0 0 0,7 40-4950 0 0,0 0-1 0 0,0 0 1 0 0,0 0-1 0 0,0 0 0 0 0,0 0 1 0 0,0 0-1 0 0,1 1 1 0 0,-1-1-1 0 0,0 0 1 0 0,0 0-1 0 0,1 0 0 0 0,-1 0 1 0 0,1 0-1 0 0,-1 1 1 0 0,1-1-1 0 0,-1 0 1 0 0,1 0-1 0 0,0 1 0 0 0,-1-1 1 0 0,1 0-1 0 0,0 1 1 0 0,-1-1-1 0 0,3 0 1 0 0,18-8 405 0 0,-15 8-422 0 0,1 0 1 0 0,0 0-1 0 0,-1 0 1 0 0,1 1 0 0 0,-1 0-1 0 0,1 1 1 0 0,0-1-1 0 0,-1 1 1 0 0,1 1-1 0 0,-1-1 1 0 0,0 1-1 0 0,1 0 1 0 0,-1 1-1 0 0,0-1 1 0 0,7 5-1 0 0,-10-5-12 0 0,1 1-1 0 0,-1 0 1 0 0,0-1-1 0 0,1 1 1 0 0,-1 0-1 0 0,-1 1 0 0 0,1-1 1 0 0,0 1-1 0 0,-1-1 1 0 0,0 1-1 0 0,1 0 1 0 0,-2-1-1 0 0,1 1 0 0 0,0 0 1 0 0,-1 0-1 0 0,0 1 1 0 0,0-1-1 0 0,0 0 1 0 0,0 0-1 0 0,0 1 1 0 0,-1-1-1 0 0,0 0 0 0 0,0 1 1 0 0,-1 3-1 0 0,-1 6 192 0 0,-1 0 0 0 0,0 0 0 0 0,-1 0 1 0 0,0-1-1 0 0,-1 0 0 0 0,-1 0 0 0 0,0 0 0 0 0,-1-1 0 0 0,-8 13 0 0 0,-13 14 909 0 0,-41 47 1 0 0,10-23-114 0 0,34-38-629 0 0,1 1 0 0 0,-34 48 0 0 0,57-73-377 0 0,1 0 0 0 0,-1 0 0 0 0,0 0 0 0 0,0 0 0 0 0,1 0 0 0 0,-1 0 0 0 0,1 0 0 0 0,-1 1 0 0 0,1-1 0 0 0,-1 0 0 0 0,1 0 0 0 0,0 1-1 0 0,0-1 1 0 0,-1 0 0 0 0,1 0 0 0 0,0 1 0 0 0,0-1 0 0 0,0 0 0 0 0,0 1 0 0 0,1-1 0 0 0,-1 0 0 0 0,0 1 0 0 0,1-1 0 0 0,-1 0 0 0 0,1 2 0 0 0,0-2-4 0 0,1 0 0 0 0,-1 1 0 0 0,0-1 0 0 0,1 0 0 0 0,-1 0 0 0 0,1 0 0 0 0,0 0 0 0 0,-1 0 1 0 0,1 0-1 0 0,0-1 0 0 0,-1 1 0 0 0,1 0 0 0 0,0-1 0 0 0,0 0 0 0 0,2 1 0 0 0,8 0-82 0 0,0 0 1 0 0,0 0 0 0 0,-1-2-1 0 0,19-1 1 0 0,251-53-7758 0 0,-99-1-3744 0 0,-126 35 4180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49 2176 0 0,'-2'-49'15065'0'0,"1"51"-14786"0"0,0 1 0 0 0,-1-1 1 0 0,1 0-1 0 0,1 0 0 0 0,-1 0 1 0 0,0 1-1 0 0,0-1 0 0 0,0 5 0 0 0,-5 29 1302 0 0,0 1-1 0 0,1 45 1 0 0,5-65-1366 0 0,0-1 0 0 0,1 0 0 0 0,1 0 0 0 0,0 0 0 0 0,2 0 0 0 0,0 0 0 0 0,9 25 0 0 0,-11-37-185 0 0,1 0-1 0 0,-1 0 1 0 0,1 0-1 0 0,-1 0 1 0 0,1 0-1 0 0,0 0 1 0 0,1-1-1 0 0,-1 1 0 0 0,0-1 1 0 0,1 0-1 0 0,0 0 1 0 0,0 0-1 0 0,0-1 1 0 0,0 1-1 0 0,0-1 1 0 0,1 0-1 0 0,-1 0 0 0 0,0-1 1 0 0,1 1-1 0 0,0-1 1 0 0,-1 0-1 0 0,1 0 1 0 0,0-1-1 0 0,0 1 1 0 0,-1-1-1 0 0,1 0 1 0 0,9-1-1 0 0,-4 0-48 0 0,0-1 1 0 0,0 0-1 0 0,0-1 0 0 0,-1 0 0 0 0,1 0 1 0 0,-1-1-1 0 0,0 0 0 0 0,0 0 1 0 0,0-1-1 0 0,-1-1 0 0 0,0 1 0 0 0,12-10 1 0 0,1-8-191 0 0,-1-1 0 0 0,-1 0-1 0 0,-2-1 1 0 0,0-1 0 0 0,23-47 0 0 0,-33 60 166 0 0,1 0-45 0 0,-11 24-9 0 0,-12 26 100 0 0,-103 287 1938 0 0,28-71 148 0 0,63-186-868 0 0,-59 105 0 0 0,76-154-1132 0 0,-1-1 0 0 0,-1-1 0 0 0,0 0 1 0 0,-1 0-1 0 0,0-2 0 0 0,-29 25 0 0 0,34-33-67 0 0,0 0 0 0 0,-1-1 0 0 0,1 0 0 0 0,-1-1 1 0 0,0 0-1 0 0,0 0 0 0 0,-1-1 0 0 0,1 0 0 0 0,-1 0 0 0 0,0-1 0 0 0,0-1 0 0 0,1 1 0 0 0,-1-2 0 0 0,0 1 0 0 0,-17-2 0 0 0,16-1-22 0 0,1 1 0 0 0,-1-1 0 0 0,1-1 0 0 0,0 0 0 0 0,-1 0 0 0 0,1-1 0 0 0,1-1 0 0 0,-1 1 0 0 0,1-1 0 0 0,0-1 0 0 0,0 0 0 0 0,-9-8 0 0 0,13 10 0 0 0,1 0 0 0 0,0 0 0 0 0,0 0 0 0 0,0-1 0 0 0,1 0 0 0 0,-1 0 0 0 0,1 0 0 0 0,0 0 0 0 0,1 0 0 0 0,-1-1 0 0 0,1 1 0 0 0,0-1 0 0 0,1 1 0 0 0,-1-1 0 0 0,1 0 0 0 0,0 0 0 0 0,1 1 0 0 0,-1-1 0 0 0,1 0 0 0 0,0 0 0 0 0,1 0 0 0 0,-1 0 0 0 0,2-6 0 0 0,3-4 0 0 0,-1 1 0 0 0,2 1 0 0 0,0-1 0 0 0,1 1 0 0 0,0 0 0 0 0,1 1 0 0 0,18-24 0 0 0,78-79 0 0 0,23 1-3958 0 0,-56 63-2165 0 0,1 3 1 0 0,124-62-1 0 0,-144 85-1914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2804 0 0,'47'-22'19268'0'0,"-43"21"-18843"0"0,1 0-1 0 0,-1 0 1 0 0,1 0 0 0 0,-1-1-1 0 0,8-3 1 0 0,9-3 134 0 0,154-30-266 0 0,-24 7-7772 0 0,-112 18-612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8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11 3560 0 0,'-14'-8'6922'0'0,"13"8"-6573"0"0,0 0 1 0 0,0-1 0 0 0,0 1 0 0 0,0-1 0 0 0,0 1-1 0 0,0 0 1 0 0,0 0 0 0 0,0 0 0 0 0,0 0 0 0 0,0 0-1 0 0,0 0 1 0 0,0 0 0 0 0,-1 0 0 0 0,1 0 0 0 0,0 0 0 0 0,0 0-1 0 0,0 1 1 0 0,0-1 0 0 0,0 0 0 0 0,0 1 0 0 0,0-1-1 0 0,0 1 1 0 0,-1 0 0 0 0,1 2 137 0 0,-1-1 0 0 0,1 1-1 0 0,-1 0 1 0 0,1-1 0 0 0,0 1 0 0 0,0 0 0 0 0,0 0-1 0 0,0 5 1 0 0,-7 31 2773 0 0,-4 77 0 0 0,6-53-2462 0 0,-11 68 210 0 0,1-15-3280 0 0,9-39-5027 0 0,7-58 3464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18 168 3104 0 0,'9'-17'2026'0'0,"1"0"1"0"0,1 0-1 0 0,0 1 0 0 0,2 0 0 0 0,19-19 0 0 0,-27 30-1829 0 0,0 0-1 0 0,1 0 1 0 0,0 1 0 0 0,0 0-1 0 0,0 0 1 0 0,1 1 0 0 0,-1-1-1 0 0,1 1 1 0 0,-1 1-1 0 0,1-1 1 0 0,0 1 0 0 0,0 1-1 0 0,1-1 1 0 0,-1 1 0 0 0,0 0-1 0 0,0 1 1 0 0,1-1-1 0 0,7 2 1 0 0,-11-1-150 0 0,0 1 0 0 0,1 0 0 0 0,-1 0 0 0 0,0 0 0 0 0,0 0 0 0 0,0 1 0 0 0,0-1 0 0 0,0 1 0 0 0,0 0 0 0 0,0 0 0 0 0,0 1 0 0 0,-1-1 0 0 0,1 1 0 0 0,-1 0 0 0 0,0 0 0 0 0,6 6 0 0 0,-7-6-3 0 0,-1 0 1 0 0,1 0-1 0 0,0 0 0 0 0,-1 0 0 0 0,1 1 0 0 0,-1-1 1 0 0,0 0-1 0 0,0 1 0 0 0,0-1 0 0 0,-1 1 0 0 0,1-1 1 0 0,-1 1-1 0 0,0-1 0 0 0,0 1 0 0 0,0-1 0 0 0,0 1 1 0 0,-1-1-1 0 0,1 1 0 0 0,-1-1 0 0 0,0 1 0 0 0,-1 3 1 0 0,-2 3 66 0 0,-1 0 0 0 0,1 0 0 0 0,-2-1 0 0 0,1 0 0 0 0,-1 0 0 0 0,-1 0 0 0 0,-13 15 0 0 0,-4-2 199 0 0,-33 26 0 0 0,2-4 148 0 0,40-33-78 0 0,8-5 907 0 0,25-3-883 0 0,-8-2-404 0 0,0 2-1 0 0,-1-1 0 0 0,1 1 0 0 0,-1 0 1 0 0,0 1-1 0 0,0 0 0 0 0,0 1 1 0 0,-1 0-1 0 0,1 0 0 0 0,-1 0 0 0 0,0 1 1 0 0,-1 1-1 0 0,14 13 0 0 0,-7-5 25 0 0,0 1 0 0 0,-2 1 1 0 0,1 0-1 0 0,-2 0 0 0 0,16 34 0 0 0,-23-44 114 0 0,-1 1 1 0 0,-1-1-1 0 0,1 1 1 0 0,-1-1-1 0 0,0 1 0 0 0,-1 0 1 0 0,0 0-1 0 0,0-1 1 0 0,-1 1-1 0 0,0 0 0 0 0,0 0 1 0 0,-2 9-1 0 0,1-12 42 0 0,0-1-1 0 0,-1 1 1 0 0,1-1-1 0 0,-1 1 1 0 0,0-1-1 0 0,0 0 1 0 0,-1 0-1 0 0,1 0 1 0 0,-1 0-1 0 0,0 0 1 0 0,0-1-1 0 0,0 1 1 0 0,0-1-1 0 0,-1 0 1 0 0,1 0-1 0 0,-1 0 1 0 0,0 0-1 0 0,0 0 1 0 0,0-1-1 0 0,0 0 1 0 0,-7 3-1 0 0,-2-1 25 0 0,0 0-1 0 0,0 0 0 0 0,0-1 0 0 0,0-1 0 0 0,0-1 0 0 0,0 1 0 0 0,-1-2 0 0 0,-18-1 0 0 0,22 0-187 0 0,0 0 1 0 0,0-1-1 0 0,-1 0 0 0 0,1 0 1 0 0,1-1-1 0 0,-1-1 0 0 0,0 1 1 0 0,1-2-1 0 0,0 1 0 0 0,0-1 1 0 0,-13-9-1 0 0,20 12-249 0 0,0 1-1 0 0,0-1 1 0 0,0 0 0 0 0,0 0-1 0 0,0 0 1 0 0,0 0 0 0 0,0 0 0 0 0,0 0-1 0 0,1 0 1 0 0,-1-1 0 0 0,1 1-1 0 0,0-1 1 0 0,0 1 0 0 0,0-1-1 0 0,0 1 1 0 0,0-1 0 0 0,0 0-1 0 0,1 1 1 0 0,-1-1 0 0 0,1 0 0 0 0,0 0-1 0 0,-1 1 1 0 0,1-1 0 0 0,1 0-1 0 0,-1 0 1 0 0,0 1 0 0 0,1-1-1 0 0,-1 0 1 0 0,1 1 0 0 0,0-1-1 0 0,2-4 1 0 0,1 0-1204 0 0,0 1 0 0 0,1-1 1 0 0,0 1-1 0 0,0 0 0 0 0,0 0 0 0 0,1 0 0 0 0,0 1 1 0 0,0 0-1 0 0,12-8 0 0 0,5-2-7038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27 3364 0 0,'2'-1'2676'0'0,"45"-18"12435"0"0,-46 18-14923 0 0,0 0 0 0 0,-1 1-1 0 0,1-1 1 0 0,0 0 0 0 0,0 1 0 0 0,0-1-1 0 0,0 1 1 0 0,1 0 0 0 0,-1-1 0 0 0,0 1-1 0 0,0 0 1 0 0,0 0 0 0 0,0-1 0 0 0,0 1-1 0 0,0 0 1 0 0,0 0 0 0 0,3 1 0 0 0,20-2 724 0 0,19 3-527 0 0,1 2 1 0 0,57 12-1 0 0,-98-15-380 0 0,0 0 1 0 0,-1-1-1 0 0,1 1 0 0 0,-1 0 0 0 0,1 0 1 0 0,-1 1-1 0 0,1-1 0 0 0,-1 0 0 0 0,1 1 1 0 0,-1-1-1 0 0,0 1 0 0 0,0 0 0 0 0,3 3 1 0 0,-5-4-5 0 0,1 0 0 0 0,0 1 0 0 0,-1-1 1 0 0,1 0-1 0 0,-1 1 0 0 0,1-1 0 0 0,-1 1 1 0 0,0-1-1 0 0,0 1 0 0 0,0-1 0 0 0,1 1 1 0 0,-1-1-1 0 0,-1 1 0 0 0,1-1 0 0 0,0 0 1 0 0,0 1-1 0 0,0-1 0 0 0,-1 1 0 0 0,1-1 1 0 0,-1 1-1 0 0,1-1 0 0 0,-1 0 0 0 0,0 1 1 0 0,1-1-1 0 0,-1 0 0 0 0,0 0 1 0 0,-2 2-1 0 0,-20 28 8 0 0,-2 0 0 0 0,-29 26 1 0 0,19-20 7 0 0,-163 188 1695 0 0,197-224-1651 0 0,0 0 0 0 0,0 0 0 0 0,0 1 0 0 0,0-1 0 0 0,0 1 0 0 0,0-1 0 0 0,0 1 0 0 0,0-1 0 0 0,1 1 0 0 0,-1-1 0 0 0,1 1 0 0 0,-1-1 0 0 0,1 1 0 0 0,-1 0 0 0 0,1-1 0 0 0,0 1 0 0 0,0 0 0 0 0,0 0 0 0 0,0 1 0 0 0,1-2-33 0 0,-1 0 0 0 0,1 0 1 0 0,-1 0-1 0 0,1 0 1 0 0,0 0-1 0 0,-1 0 1 0 0,1 0-1 0 0,0 0 0 0 0,0 0 1 0 0,0 0-1 0 0,0 0 1 0 0,0-1-1 0 0,0 1 1 0 0,0 0-1 0 0,0-1 0 0 0,0 1 1 0 0,0 0-1 0 0,0-1 1 0 0,2 1-1 0 0,7 2 31 0 0,0-1-1 0 0,0-1 1 0 0,0 1-1 0 0,19-1 1 0 0,-22-1-19 0 0,69 0-1615 0 0,0-3 0 0 0,93-17 0 0 0,42-24-11161 0 0,-129 21 2015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3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29 564 0 0,'-29'-6'6568'0'0,"-17"-5"10700"0"0,77 6-15776 0 0,189-1-1485 0 0,-147 7-4956 0 0,-1 1-5912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4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2008 0 0,'-121'67'19543'0'0,"120"-66"-19004"0"0,1-1-497 0 0,1 1-1 0 0,-1 0 1 0 0,0-1 0 0 0,0 1 0 0 0,1-1-1 0 0,-1 1 1 0 0,0 0 0 0 0,1-1 0 0 0,-1 1-1 0 0,1-1 1 0 0,-1 1 0 0 0,1-1-1 0 0,-1 0 1 0 0,1 1 0 0 0,-1-1 0 0 0,1 1-1 0 0,-1-1 1 0 0,1 0 0 0 0,-1 0-1 0 0,1 1 1 0 0,0-1 0 0 0,-1 0 0 0 0,1 0-1 0 0,0 0 1 0 0,0 1 0 0 0,17 2 197 0 0,-16-2-224 0 0,66 6-2874 0 0,111-2 0 0 0,-150-5 1339 0 0,27-1-3880 0 0,6-3-2987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00:40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250 128 2700 0 0,'-2'-4'1415'0'0,"0"1"0"0"0,1-1 0 0 0,0 0-1 0 0,0 0 1 0 0,0 1 0 0 0,0-1 0 0 0,0 0 0 0 0,0-7 0 0 0,1 8-923 0 0,0 0 0 0 0,1 0 0 0 0,-1 1 0 0 0,1-1 0 0 0,-1 0 0 0 0,1 1 0 0 0,0-1 0 0 0,0 0 0 0 0,0 1 0 0 0,3-5 0 0 0,-1 3-325 0 0,-1 1 0 0 0,2-1 1 0 0,-1 1-1 0 0,0 0 0 0 0,0 0 0 0 0,1 0 0 0 0,0 1 0 0 0,-1-1 1 0 0,1 1-1 0 0,0 0 0 0 0,0 0 0 0 0,1 0 0 0 0,-1 0 0 0 0,0 1 1 0 0,6-2-1 0 0,4 0-11 0 0,0 0-1 0 0,1 1 1 0 0,-1 0 0 0 0,1 1 0 0 0,28 2-1 0 0,-38-1-136 0 0,0 1-1 0 0,0-1 1 0 0,0 1-1 0 0,0 1 1 0 0,0-1 0 0 0,0 0-1 0 0,0 1 1 0 0,0 0-1 0 0,-1 1 1 0 0,1-1-1 0 0,0 1 1 0 0,-1-1-1 0 0,0 1 1 0 0,0 1-1 0 0,0-1 1 0 0,0 0-1 0 0,0 1 1 0 0,-1 0-1 0 0,0 0 1 0 0,4 5-1 0 0,-5-5 18 0 0,0 0 0 0 0,-1 1 0 0 0,0-1 0 0 0,0 0-1 0 0,0 0 1 0 0,0 0 0 0 0,0 1 0 0 0,-1-1 0 0 0,0 0-1 0 0,0 1 1 0 0,0-1 0 0 0,-1 0 0 0 0,1 1 0 0 0,-1-1-1 0 0,0 0 1 0 0,0 0 0 0 0,0 1 0 0 0,-1-1 0 0 0,0 0-1 0 0,0 0 1 0 0,-3 6 0 0 0,-4 4 121 0 0,-1 1 0 0 0,0-1 0 0 0,-1 0 1 0 0,-13 11-1 0 0,1-2 344 0 0,-1-1 1 0 0,-1-1 0 0 0,-40 26-1 0 0,-88 41 2122 0 0,36-23-944 0 0,82-46-1638 0 0,23-8-41 0 0,12-5 0 0 0,11-1 0 0 0,-10-5 0 0 0,39 7 0 0 0,1-2 0 0 0,0-2 0 0 0,0-1 0 0 0,50-5 0 0 0,-30 1 0 0 0,93-3-2404 0 0,174-28 1 0 0,-310 29 450 0 0,1-2-3536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C5B6D-BD06-4047-AE75-2AAD84B6F70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612BB-F2CA-4139-AD46-F449491F6A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74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612BB-F2CA-4139-AD46-F449491F6A7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04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5672-AEBF-E4A4-EBF8-02476F45C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BDB1-A019-6D08-97E2-C6DCD7348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63DFA-EC67-4C2F-6512-516FE2D3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9D8B-F4B5-FE67-0E47-810AECBD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6D03-52DE-AB7C-41D3-B6105049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7812-AF2B-ED19-327D-BB5214D8A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BB42-0A7B-36F8-3588-BD01DC09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0A1B-E329-3D3B-8A81-9A035280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18BD4-EE30-BB1B-9232-16A397A8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7461C-C049-3078-0F15-499A15BC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31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68E8-72F0-AE7C-5063-1AEC35A9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DAB03-63CB-46F8-964D-958EDFDC9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CF175-C5B3-B123-378B-CA42F340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FBBD3-920E-51B1-B01E-BF4FD836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2EFCF-5A6A-FD80-1FF9-220C8038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13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B77A-9949-84AA-0C29-AD904054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6E1B-F93D-91A3-6A08-32C97EB28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965DF-CEB9-D221-C1AA-66FFCE0AB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4C301-F3A2-6E86-3EB4-B581A37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89AD-E6E4-C57B-1FCB-B897DD53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3D7D8-AA22-DD11-6C43-C8AEF0B7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13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C9C8-7F23-4F19-2A6B-C16F6BD10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389CB-BC1B-C0A5-BC10-3116A794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16278-3182-5E5E-3AFD-97B93980D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7B08B-D27A-3AD1-14C3-BAAA77D03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7094A-5761-9FC8-8CC3-CCC5525B5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3E472-D56F-6860-9B8A-4F64E430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D6AF0-E999-E93E-287E-B4425D3F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2038-89A7-D548-4F61-44C80BBA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92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D2B4-DD7F-002C-B8FD-BA62805A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093FF-C7DD-6BE1-B779-021470E1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D578D-F87A-F70D-3729-3248F6B53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8031B-2F19-7CAA-8BF5-73F07067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22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17756-3C76-69B9-B4F1-8EFAB123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8E069-905D-740D-CEFD-4ACC012D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60CC-3041-AA53-8497-F7C8917B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30E3-80F1-8D6F-AC72-A397D559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FA73-A36E-0989-5877-8E7C1FA0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5497D-BDCC-F568-BA1D-FC09CB082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A996F-136A-2A05-71C9-18EDED4D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AEE02-2E75-79F8-F420-86DFEF68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CFFCC-CC87-63B7-0361-CB6C929F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04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5F93-F54C-DA22-DBD2-DABEA1A7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CD4C6-C5FF-853A-36F7-BB5F09836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4914-9C6F-FDB1-1784-9AB1455B0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89B05-8178-9B59-03E1-A89C28FE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BB9F-EC70-99B0-7425-1812346F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C3083-0F9D-A6C7-6995-54549B7F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50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C307-8B50-A29D-85E6-E88EC73A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84692-697C-F56E-ADDF-1FE8A1974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6C8D8-58F3-050D-7049-7457E0CA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21DD-98A3-7CFF-69D7-2C4244AF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CDC02-1504-C6A9-F165-A66DF48D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0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86465-CABC-4888-5BC5-929C8F968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16E62-837E-B963-E01C-FA90B6839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758E3-26BF-8EDC-0AE8-4017A446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B5003-0129-FE36-B775-F34D9070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2C8B-66B9-5D88-7F06-830CFADC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25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FA4D07-E18A-2805-E57E-D776917B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0EA6E-EC32-70C7-A729-FB43B38B6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9F3A7-10AA-6706-EF99-6F68834CB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2F98E-DEE0-428B-ACF3-3076AD76B1F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6BCF7-C7E6-E6A0-E8A4-C837D59F2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C994-8AE4-3CD0-6A3E-325779238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3BEBD-6567-433A-A80F-8B9007789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1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324" Type="http://schemas.openxmlformats.org/officeDocument/2006/relationships/customXml" Target="../ink/ink162.xml"/><Relationship Id="rId531" Type="http://schemas.openxmlformats.org/officeDocument/2006/relationships/image" Target="../media/image262.png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4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42" Type="http://schemas.openxmlformats.org/officeDocument/2006/relationships/customXml" Target="../ink/ink274.xml"/><Relationship Id="rId181" Type="http://schemas.openxmlformats.org/officeDocument/2006/relationships/image" Target="../media/image90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86" Type="http://schemas.openxmlformats.org/officeDocument/2006/relationships/customXml" Target="../ink/ink246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3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497" Type="http://schemas.openxmlformats.org/officeDocument/2006/relationships/image" Target="../media/image245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22" Type="http://schemas.openxmlformats.org/officeDocument/2006/relationships/customXml" Target="../ink/ink264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24" Type="http://schemas.openxmlformats.org/officeDocument/2006/relationships/customXml" Target="../ink/ink212.xml"/><Relationship Id="rId466" Type="http://schemas.openxmlformats.org/officeDocument/2006/relationships/image" Target="../media/image230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533" Type="http://schemas.openxmlformats.org/officeDocument/2006/relationships/image" Target="../media/image263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477" Type="http://schemas.openxmlformats.org/officeDocument/2006/relationships/image" Target="../media/image235.png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502" Type="http://schemas.openxmlformats.org/officeDocument/2006/relationships/customXml" Target="../ink/ink254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544" Type="http://schemas.openxmlformats.org/officeDocument/2006/relationships/customXml" Target="../ink/ink275.xml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446" Type="http://schemas.openxmlformats.org/officeDocument/2006/relationships/customXml" Target="../ink/ink223.xml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88" Type="http://schemas.openxmlformats.org/officeDocument/2006/relationships/customXml" Target="../ink/ink247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13" Type="http://schemas.openxmlformats.org/officeDocument/2006/relationships/image" Target="../media/image253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457" Type="http://schemas.openxmlformats.org/officeDocument/2006/relationships/customXml" Target="../ink/ink229.xml"/><Relationship Id="rId261" Type="http://schemas.openxmlformats.org/officeDocument/2006/relationships/image" Target="../media/image130.png"/><Relationship Id="rId499" Type="http://schemas.openxmlformats.org/officeDocument/2006/relationships/image" Target="../media/image246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524" Type="http://schemas.openxmlformats.org/officeDocument/2006/relationships/customXml" Target="../ink/ink265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426" Type="http://schemas.openxmlformats.org/officeDocument/2006/relationships/customXml" Target="../ink/ink213.xml"/><Relationship Id="rId230" Type="http://schemas.openxmlformats.org/officeDocument/2006/relationships/customXml" Target="../ink/ink115.xml"/><Relationship Id="rId468" Type="http://schemas.openxmlformats.org/officeDocument/2006/relationships/image" Target="../media/image231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535" Type="http://schemas.openxmlformats.org/officeDocument/2006/relationships/image" Target="../media/image264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437" Type="http://schemas.openxmlformats.org/officeDocument/2006/relationships/image" Target="../media/image218.png"/><Relationship Id="rId479" Type="http://schemas.openxmlformats.org/officeDocument/2006/relationships/image" Target="../media/image236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490" Type="http://schemas.openxmlformats.org/officeDocument/2006/relationships/customXml" Target="../ink/ink248.xml"/><Relationship Id="rId504" Type="http://schemas.openxmlformats.org/officeDocument/2006/relationships/customXml" Target="../ink/ink255.xml"/><Relationship Id="rId546" Type="http://schemas.openxmlformats.org/officeDocument/2006/relationships/customXml" Target="../ink/ink276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448" Type="http://schemas.openxmlformats.org/officeDocument/2006/relationships/customXml" Target="../ink/ink224.xml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4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459" Type="http://schemas.openxmlformats.org/officeDocument/2006/relationships/customXml" Target="../ink/ink23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470" Type="http://schemas.openxmlformats.org/officeDocument/2006/relationships/customXml" Target="../ink/ink238.xml"/><Relationship Id="rId526" Type="http://schemas.openxmlformats.org/officeDocument/2006/relationships/customXml" Target="../ink/ink266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37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37" Type="http://schemas.openxmlformats.org/officeDocument/2006/relationships/image" Target="../media/image265.png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0.png"/><Relationship Id="rId383" Type="http://schemas.openxmlformats.org/officeDocument/2006/relationships/image" Target="../media/image191.png"/><Relationship Id="rId439" Type="http://schemas.openxmlformats.org/officeDocument/2006/relationships/image" Target="../media/image219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customXml" Target="../ink/ink225.xml"/><Relationship Id="rId506" Type="http://schemas.openxmlformats.org/officeDocument/2006/relationships/customXml" Target="../ink/ink256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492" Type="http://schemas.openxmlformats.org/officeDocument/2006/relationships/customXml" Target="../ink/ink249.xml"/><Relationship Id="rId548" Type="http://schemas.openxmlformats.org/officeDocument/2006/relationships/customXml" Target="../ink/ink277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customXml" Target="../ink/ink232.xml"/><Relationship Id="rId517" Type="http://schemas.openxmlformats.org/officeDocument/2006/relationships/image" Target="../media/image255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image" Target="../media/image209.png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9.xml"/><Relationship Id="rId528" Type="http://schemas.openxmlformats.org/officeDocument/2006/relationships/customXml" Target="../ink/ink267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20.png"/><Relationship Id="rId483" Type="http://schemas.openxmlformats.org/officeDocument/2006/relationships/image" Target="../media/image238.png"/><Relationship Id="rId539" Type="http://schemas.openxmlformats.org/officeDocument/2006/relationships/image" Target="../media/image266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550" Type="http://schemas.openxmlformats.org/officeDocument/2006/relationships/customXml" Target="../ink/ink279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image" Target="../media/image225.png"/><Relationship Id="rId494" Type="http://schemas.openxmlformats.org/officeDocument/2006/relationships/customXml" Target="../ink/ink250.xml"/><Relationship Id="rId508" Type="http://schemas.openxmlformats.org/officeDocument/2006/relationships/customXml" Target="../ink/ink257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0.png"/><Relationship Id="rId463" Type="http://schemas.openxmlformats.org/officeDocument/2006/relationships/customXml" Target="../ink/ink234.xml"/><Relationship Id="rId519" Type="http://schemas.openxmlformats.org/officeDocument/2006/relationships/image" Target="../media/image256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1.png"/><Relationship Id="rId530" Type="http://schemas.openxmlformats.org/officeDocument/2006/relationships/customXml" Target="../ink/ink268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225" Type="http://schemas.openxmlformats.org/officeDocument/2006/relationships/image" Target="../media/image112.png"/><Relationship Id="rId267" Type="http://schemas.openxmlformats.org/officeDocument/2006/relationships/image" Target="../media/image133.png"/><Relationship Id="rId432" Type="http://schemas.openxmlformats.org/officeDocument/2006/relationships/customXml" Target="../ink/ink216.xml"/><Relationship Id="rId474" Type="http://schemas.openxmlformats.org/officeDocument/2006/relationships/customXml" Target="../ink/ink240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image" Target="../media/image267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43" Type="http://schemas.openxmlformats.org/officeDocument/2006/relationships/image" Target="../media/image221.png"/><Relationship Id="rId303" Type="http://schemas.openxmlformats.org/officeDocument/2006/relationships/image" Target="../media/image151.png"/><Relationship Id="rId485" Type="http://schemas.openxmlformats.org/officeDocument/2006/relationships/image" Target="../media/image239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510" Type="http://schemas.openxmlformats.org/officeDocument/2006/relationships/customXml" Target="../ink/ink258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image" Target="../media/image226.png"/><Relationship Id="rId496" Type="http://schemas.openxmlformats.org/officeDocument/2006/relationships/customXml" Target="../ink/ink251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57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258" Type="http://schemas.openxmlformats.org/officeDocument/2006/relationships/customXml" Target="../ink/ink129.xml"/><Relationship Id="rId465" Type="http://schemas.openxmlformats.org/officeDocument/2006/relationships/customXml" Target="../ink/ink235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532" Type="http://schemas.openxmlformats.org/officeDocument/2006/relationships/customXml" Target="../ink/ink269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7.xml"/><Relationship Id="rId476" Type="http://schemas.openxmlformats.org/officeDocument/2006/relationships/customXml" Target="../ink/ink241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47.png"/><Relationship Id="rId543" Type="http://schemas.openxmlformats.org/officeDocument/2006/relationships/image" Target="../media/image268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487" Type="http://schemas.openxmlformats.org/officeDocument/2006/relationships/image" Target="../media/image240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512" Type="http://schemas.openxmlformats.org/officeDocument/2006/relationships/customXml" Target="../ink/ink259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7.xml"/><Relationship Id="rId456" Type="http://schemas.openxmlformats.org/officeDocument/2006/relationships/image" Target="../media/image227.png"/><Relationship Id="rId498" Type="http://schemas.openxmlformats.org/officeDocument/2006/relationships/customXml" Target="../ink/ink252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image" Target="../media/image258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467" Type="http://schemas.openxmlformats.org/officeDocument/2006/relationships/customXml" Target="../ink/ink236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534" Type="http://schemas.openxmlformats.org/officeDocument/2006/relationships/customXml" Target="../ink/ink270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240" Type="http://schemas.openxmlformats.org/officeDocument/2006/relationships/customXml" Target="../ink/ink120.xml"/><Relationship Id="rId478" Type="http://schemas.openxmlformats.org/officeDocument/2006/relationships/customXml" Target="../ink/ink242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48.png"/><Relationship Id="rId545" Type="http://schemas.openxmlformats.org/officeDocument/2006/relationships/image" Target="../media/image269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251" Type="http://schemas.openxmlformats.org/officeDocument/2006/relationships/image" Target="../media/image125.png"/><Relationship Id="rId489" Type="http://schemas.openxmlformats.org/officeDocument/2006/relationships/image" Target="../media/image241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514" Type="http://schemas.openxmlformats.org/officeDocument/2006/relationships/customXml" Target="../ink/ink260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220" Type="http://schemas.openxmlformats.org/officeDocument/2006/relationships/customXml" Target="../ink/ink110.xml"/><Relationship Id="rId458" Type="http://schemas.openxmlformats.org/officeDocument/2006/relationships/image" Target="../media/image228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image" Target="../media/image259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image" Target="../media/image213.png"/><Relationship Id="rId469" Type="http://schemas.openxmlformats.org/officeDocument/2006/relationships/customXml" Target="../ink/ink237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3.xml"/><Relationship Id="rId536" Type="http://schemas.openxmlformats.org/officeDocument/2006/relationships/customXml" Target="../ink/ink271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2.png"/><Relationship Id="rId505" Type="http://schemas.openxmlformats.org/officeDocument/2006/relationships/image" Target="../media/image249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70.png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1.xml"/><Relationship Id="rId516" Type="http://schemas.openxmlformats.org/officeDocument/2006/relationships/customXml" Target="../ink/ink261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2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60.png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4.xml"/><Relationship Id="rId538" Type="http://schemas.openxmlformats.org/officeDocument/2006/relationships/customXml" Target="../ink/ink272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customXml" Target="../ink/ink226.xml"/><Relationship Id="rId493" Type="http://schemas.openxmlformats.org/officeDocument/2006/relationships/image" Target="../media/image243.png"/><Relationship Id="rId507" Type="http://schemas.openxmlformats.org/officeDocument/2006/relationships/image" Target="../media/image250.png"/><Relationship Id="rId549" Type="http://schemas.openxmlformats.org/officeDocument/2006/relationships/customXml" Target="../ink/ink278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3.xml"/><Relationship Id="rId518" Type="http://schemas.openxmlformats.org/officeDocument/2006/relationships/customXml" Target="../ink/ink262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3.png"/><Relationship Id="rId529" Type="http://schemas.openxmlformats.org/officeDocument/2006/relationships/image" Target="../media/image261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540" Type="http://schemas.openxmlformats.org/officeDocument/2006/relationships/customXml" Target="../ink/ink273.xml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5.xml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customXml" Target="../ink/ink227.xml"/><Relationship Id="rId509" Type="http://schemas.openxmlformats.org/officeDocument/2006/relationships/image" Target="../media/image251.png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image" Target="../media/image244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Relationship Id="rId520" Type="http://schemas.openxmlformats.org/officeDocument/2006/relationships/customXml" Target="../ink/ink263.xml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customXml" Target="../ink/ink211.xml"/><Relationship Id="rId464" Type="http://schemas.openxmlformats.org/officeDocument/2006/relationships/image" Target="../media/image229.png"/><Relationship Id="rId299" Type="http://schemas.openxmlformats.org/officeDocument/2006/relationships/image" Target="../media/image149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3.xml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74" Type="http://schemas.openxmlformats.org/officeDocument/2006/relationships/customXml" Target="../ink/ink37.xml"/><Relationship Id="rId377" Type="http://schemas.openxmlformats.org/officeDocument/2006/relationships/image" Target="../media/image188.png"/><Relationship Id="rId500" Type="http://schemas.openxmlformats.org/officeDocument/2006/relationships/customXml" Target="../ink/ink253.xml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2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248" Type="http://schemas.openxmlformats.org/officeDocument/2006/relationships/customXml" Target="../ink/ink124.xml"/><Relationship Id="rId455" Type="http://schemas.openxmlformats.org/officeDocument/2006/relationships/customXml" Target="../ink/ink22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010.png"/><Relationship Id="rId299" Type="http://schemas.openxmlformats.org/officeDocument/2006/relationships/image" Target="../media/image311.png"/><Relationship Id="rId21" Type="http://schemas.openxmlformats.org/officeDocument/2006/relationships/image" Target="../media/image17310.png"/><Relationship Id="rId63" Type="http://schemas.openxmlformats.org/officeDocument/2006/relationships/image" Target="../media/image19410.png"/><Relationship Id="rId159" Type="http://schemas.openxmlformats.org/officeDocument/2006/relationships/image" Target="../media/image2410.png"/><Relationship Id="rId324" Type="http://schemas.openxmlformats.org/officeDocument/2006/relationships/customXml" Target="../ink/ink441.xml"/><Relationship Id="rId366" Type="http://schemas.openxmlformats.org/officeDocument/2006/relationships/customXml" Target="../ink/ink462.xml"/><Relationship Id="rId170" Type="http://schemas.openxmlformats.org/officeDocument/2006/relationships/customXml" Target="../ink/ink364.xml"/><Relationship Id="rId226" Type="http://schemas.openxmlformats.org/officeDocument/2006/relationships/customXml" Target="../ink/ink392.xml"/><Relationship Id="rId433" Type="http://schemas.openxmlformats.org/officeDocument/2006/relationships/image" Target="../media/image375.png"/><Relationship Id="rId268" Type="http://schemas.openxmlformats.org/officeDocument/2006/relationships/customXml" Target="../ink/ink413.xml"/><Relationship Id="rId32" Type="http://schemas.openxmlformats.org/officeDocument/2006/relationships/customXml" Target="../ink/ink295.xml"/><Relationship Id="rId74" Type="http://schemas.openxmlformats.org/officeDocument/2006/relationships/customXml" Target="../ink/ink316.xml"/><Relationship Id="rId128" Type="http://schemas.openxmlformats.org/officeDocument/2006/relationships/customXml" Target="../ink/ink343.xml"/><Relationship Id="rId335" Type="http://schemas.openxmlformats.org/officeDocument/2006/relationships/image" Target="../media/image329.png"/><Relationship Id="rId377" Type="http://schemas.openxmlformats.org/officeDocument/2006/relationships/image" Target="../media/image349.png"/><Relationship Id="rId5" Type="http://schemas.openxmlformats.org/officeDocument/2006/relationships/image" Target="../media/image16510.png"/><Relationship Id="rId181" Type="http://schemas.openxmlformats.org/officeDocument/2006/relationships/image" Target="../media/image2520.png"/><Relationship Id="rId237" Type="http://schemas.openxmlformats.org/officeDocument/2006/relationships/image" Target="../media/image280.png"/><Relationship Id="rId402" Type="http://schemas.openxmlformats.org/officeDocument/2006/relationships/customXml" Target="../ink/ink480.xml"/><Relationship Id="rId279" Type="http://schemas.openxmlformats.org/officeDocument/2006/relationships/image" Target="../media/image301.png"/><Relationship Id="rId444" Type="http://schemas.openxmlformats.org/officeDocument/2006/relationships/customXml" Target="../ink/ink503.xml"/><Relationship Id="rId43" Type="http://schemas.openxmlformats.org/officeDocument/2006/relationships/image" Target="../media/image18410.png"/><Relationship Id="rId139" Type="http://schemas.openxmlformats.org/officeDocument/2006/relationships/image" Target="../media/image2310.png"/><Relationship Id="rId290" Type="http://schemas.openxmlformats.org/officeDocument/2006/relationships/customXml" Target="../ink/ink424.xml"/><Relationship Id="rId304" Type="http://schemas.openxmlformats.org/officeDocument/2006/relationships/customXml" Target="../ink/ink431.xml"/><Relationship Id="rId346" Type="http://schemas.openxmlformats.org/officeDocument/2006/relationships/customXml" Target="../ink/ink452.xml"/><Relationship Id="rId388" Type="http://schemas.openxmlformats.org/officeDocument/2006/relationships/customXml" Target="../ink/ink473.xml"/><Relationship Id="rId85" Type="http://schemas.openxmlformats.org/officeDocument/2006/relationships/image" Target="../media/image20510.png"/><Relationship Id="rId150" Type="http://schemas.openxmlformats.org/officeDocument/2006/relationships/customXml" Target="../ink/ink354.xml"/><Relationship Id="rId192" Type="http://schemas.openxmlformats.org/officeDocument/2006/relationships/customXml" Target="../ink/ink375.xml"/><Relationship Id="rId206" Type="http://schemas.openxmlformats.org/officeDocument/2006/relationships/customXml" Target="../ink/ink382.xml"/><Relationship Id="rId413" Type="http://schemas.openxmlformats.org/officeDocument/2006/relationships/image" Target="../media/image367.png"/><Relationship Id="rId248" Type="http://schemas.openxmlformats.org/officeDocument/2006/relationships/customXml" Target="../ink/ink403.xml"/><Relationship Id="rId455" Type="http://schemas.openxmlformats.org/officeDocument/2006/relationships/image" Target="../media/image386.png"/><Relationship Id="rId12" Type="http://schemas.openxmlformats.org/officeDocument/2006/relationships/customXml" Target="../ink/ink285.xml"/><Relationship Id="rId108" Type="http://schemas.openxmlformats.org/officeDocument/2006/relationships/customXml" Target="../ink/ink333.xml"/><Relationship Id="rId315" Type="http://schemas.openxmlformats.org/officeDocument/2006/relationships/image" Target="../media/image319.png"/><Relationship Id="rId357" Type="http://schemas.openxmlformats.org/officeDocument/2006/relationships/image" Target="../media/image339.png"/><Relationship Id="rId54" Type="http://schemas.openxmlformats.org/officeDocument/2006/relationships/customXml" Target="../ink/ink306.xml"/><Relationship Id="rId96" Type="http://schemas.openxmlformats.org/officeDocument/2006/relationships/customXml" Target="../ink/ink327.xml"/><Relationship Id="rId161" Type="http://schemas.openxmlformats.org/officeDocument/2006/relationships/image" Target="../media/image2420.png"/><Relationship Id="rId217" Type="http://schemas.openxmlformats.org/officeDocument/2006/relationships/image" Target="../media/image2700.png"/><Relationship Id="rId399" Type="http://schemas.openxmlformats.org/officeDocument/2006/relationships/image" Target="../media/image360.png"/><Relationship Id="rId259" Type="http://schemas.openxmlformats.org/officeDocument/2006/relationships/image" Target="../media/image291.png"/><Relationship Id="rId424" Type="http://schemas.openxmlformats.org/officeDocument/2006/relationships/customXml" Target="../ink/ink491.xml"/><Relationship Id="rId23" Type="http://schemas.openxmlformats.org/officeDocument/2006/relationships/image" Target="../media/image17410.png"/><Relationship Id="rId119" Type="http://schemas.openxmlformats.org/officeDocument/2006/relationships/image" Target="../media/image22110.png"/><Relationship Id="rId270" Type="http://schemas.openxmlformats.org/officeDocument/2006/relationships/customXml" Target="../ink/ink414.xml"/><Relationship Id="rId326" Type="http://schemas.openxmlformats.org/officeDocument/2006/relationships/customXml" Target="../ink/ink442.xml"/><Relationship Id="rId65" Type="http://schemas.openxmlformats.org/officeDocument/2006/relationships/image" Target="../media/image19510.png"/><Relationship Id="rId130" Type="http://schemas.openxmlformats.org/officeDocument/2006/relationships/customXml" Target="../ink/ink344.xml"/><Relationship Id="rId368" Type="http://schemas.openxmlformats.org/officeDocument/2006/relationships/customXml" Target="../ink/ink463.xml"/><Relationship Id="rId172" Type="http://schemas.openxmlformats.org/officeDocument/2006/relationships/customXml" Target="../ink/ink365.xml"/><Relationship Id="rId228" Type="http://schemas.openxmlformats.org/officeDocument/2006/relationships/customXml" Target="../ink/ink393.xml"/><Relationship Id="rId435" Type="http://schemas.openxmlformats.org/officeDocument/2006/relationships/image" Target="../media/image376.png"/><Relationship Id="rId281" Type="http://schemas.openxmlformats.org/officeDocument/2006/relationships/image" Target="../media/image302.png"/><Relationship Id="rId337" Type="http://schemas.openxmlformats.org/officeDocument/2006/relationships/image" Target="../media/image330.png"/><Relationship Id="rId34" Type="http://schemas.openxmlformats.org/officeDocument/2006/relationships/customXml" Target="../ink/ink296.xml"/><Relationship Id="rId76" Type="http://schemas.openxmlformats.org/officeDocument/2006/relationships/customXml" Target="../ink/ink317.xml"/><Relationship Id="rId141" Type="http://schemas.openxmlformats.org/officeDocument/2006/relationships/image" Target="../media/image2320.png"/><Relationship Id="rId379" Type="http://schemas.openxmlformats.org/officeDocument/2006/relationships/image" Target="../media/image350.png"/><Relationship Id="rId7" Type="http://schemas.openxmlformats.org/officeDocument/2006/relationships/image" Target="../media/image16610.png"/><Relationship Id="rId183" Type="http://schemas.openxmlformats.org/officeDocument/2006/relationships/image" Target="../media/image2530.png"/><Relationship Id="rId239" Type="http://schemas.openxmlformats.org/officeDocument/2006/relationships/image" Target="../media/image281.png"/><Relationship Id="rId390" Type="http://schemas.openxmlformats.org/officeDocument/2006/relationships/customXml" Target="../ink/ink474.xml"/><Relationship Id="rId404" Type="http://schemas.openxmlformats.org/officeDocument/2006/relationships/customXml" Target="../ink/ink481.xml"/><Relationship Id="rId446" Type="http://schemas.openxmlformats.org/officeDocument/2006/relationships/customXml" Target="../ink/ink504.xml"/><Relationship Id="rId250" Type="http://schemas.openxmlformats.org/officeDocument/2006/relationships/customXml" Target="../ink/ink404.xml"/><Relationship Id="rId292" Type="http://schemas.openxmlformats.org/officeDocument/2006/relationships/customXml" Target="../ink/ink425.xml"/><Relationship Id="rId306" Type="http://schemas.openxmlformats.org/officeDocument/2006/relationships/customXml" Target="../ink/ink432.xml"/><Relationship Id="rId45" Type="http://schemas.openxmlformats.org/officeDocument/2006/relationships/image" Target="../media/image18510.png"/><Relationship Id="rId87" Type="http://schemas.openxmlformats.org/officeDocument/2006/relationships/image" Target="../media/image20610.png"/><Relationship Id="rId110" Type="http://schemas.openxmlformats.org/officeDocument/2006/relationships/customXml" Target="../ink/ink334.xml"/><Relationship Id="rId348" Type="http://schemas.openxmlformats.org/officeDocument/2006/relationships/customXml" Target="../ink/ink453.xml"/><Relationship Id="rId152" Type="http://schemas.openxmlformats.org/officeDocument/2006/relationships/customXml" Target="../ink/ink355.xml"/><Relationship Id="rId194" Type="http://schemas.openxmlformats.org/officeDocument/2006/relationships/customXml" Target="../ink/ink376.xml"/><Relationship Id="rId208" Type="http://schemas.openxmlformats.org/officeDocument/2006/relationships/customXml" Target="../ink/ink383.xml"/><Relationship Id="rId415" Type="http://schemas.openxmlformats.org/officeDocument/2006/relationships/image" Target="../media/image368.png"/><Relationship Id="rId457" Type="http://schemas.openxmlformats.org/officeDocument/2006/relationships/image" Target="../media/image387.png"/><Relationship Id="rId261" Type="http://schemas.openxmlformats.org/officeDocument/2006/relationships/image" Target="../media/image292.png"/><Relationship Id="rId14" Type="http://schemas.openxmlformats.org/officeDocument/2006/relationships/customXml" Target="../ink/ink286.xml"/><Relationship Id="rId56" Type="http://schemas.openxmlformats.org/officeDocument/2006/relationships/customXml" Target="../ink/ink307.xml"/><Relationship Id="rId317" Type="http://schemas.openxmlformats.org/officeDocument/2006/relationships/image" Target="../media/image320.png"/><Relationship Id="rId359" Type="http://schemas.openxmlformats.org/officeDocument/2006/relationships/image" Target="../media/image340.png"/><Relationship Id="rId98" Type="http://schemas.openxmlformats.org/officeDocument/2006/relationships/customXml" Target="../ink/ink328.xml"/><Relationship Id="rId121" Type="http://schemas.openxmlformats.org/officeDocument/2006/relationships/image" Target="../media/image22210.png"/><Relationship Id="rId163" Type="http://schemas.openxmlformats.org/officeDocument/2006/relationships/image" Target="../media/image2430.png"/><Relationship Id="rId219" Type="http://schemas.openxmlformats.org/officeDocument/2006/relationships/image" Target="../media/image271.png"/><Relationship Id="rId370" Type="http://schemas.openxmlformats.org/officeDocument/2006/relationships/customXml" Target="../ink/ink464.xml"/><Relationship Id="rId426" Type="http://schemas.openxmlformats.org/officeDocument/2006/relationships/customXml" Target="../ink/ink492.xml"/><Relationship Id="rId230" Type="http://schemas.openxmlformats.org/officeDocument/2006/relationships/customXml" Target="../ink/ink394.xml"/><Relationship Id="rId25" Type="http://schemas.openxmlformats.org/officeDocument/2006/relationships/image" Target="../media/image17510.png"/><Relationship Id="rId67" Type="http://schemas.openxmlformats.org/officeDocument/2006/relationships/image" Target="../media/image19610.png"/><Relationship Id="rId272" Type="http://schemas.openxmlformats.org/officeDocument/2006/relationships/customXml" Target="../ink/ink415.xml"/><Relationship Id="rId328" Type="http://schemas.openxmlformats.org/officeDocument/2006/relationships/customXml" Target="../ink/ink443.xml"/><Relationship Id="rId132" Type="http://schemas.openxmlformats.org/officeDocument/2006/relationships/customXml" Target="../ink/ink345.xml"/><Relationship Id="rId174" Type="http://schemas.openxmlformats.org/officeDocument/2006/relationships/customXml" Target="../ink/ink366.xml"/><Relationship Id="rId381" Type="http://schemas.openxmlformats.org/officeDocument/2006/relationships/image" Target="../media/image351.png"/><Relationship Id="rId241" Type="http://schemas.openxmlformats.org/officeDocument/2006/relationships/image" Target="../media/image282.png"/><Relationship Id="rId437" Type="http://schemas.openxmlformats.org/officeDocument/2006/relationships/image" Target="../media/image377.png"/><Relationship Id="rId36" Type="http://schemas.openxmlformats.org/officeDocument/2006/relationships/customXml" Target="../ink/ink297.xml"/><Relationship Id="rId283" Type="http://schemas.openxmlformats.org/officeDocument/2006/relationships/image" Target="../media/image303.png"/><Relationship Id="rId339" Type="http://schemas.openxmlformats.org/officeDocument/2006/relationships/image" Target="../media/image331.png"/><Relationship Id="rId78" Type="http://schemas.openxmlformats.org/officeDocument/2006/relationships/customXml" Target="../ink/ink318.xml"/><Relationship Id="rId101" Type="http://schemas.openxmlformats.org/officeDocument/2006/relationships/image" Target="../media/image21210.png"/><Relationship Id="rId143" Type="http://schemas.openxmlformats.org/officeDocument/2006/relationships/image" Target="../media/image2330.png"/><Relationship Id="rId185" Type="http://schemas.openxmlformats.org/officeDocument/2006/relationships/image" Target="../media/image2540.png"/><Relationship Id="rId350" Type="http://schemas.openxmlformats.org/officeDocument/2006/relationships/customXml" Target="../ink/ink454.xml"/><Relationship Id="rId406" Type="http://schemas.openxmlformats.org/officeDocument/2006/relationships/customXml" Target="../ink/ink482.xml"/><Relationship Id="rId9" Type="http://schemas.openxmlformats.org/officeDocument/2006/relationships/image" Target="../media/image16710.png"/><Relationship Id="rId210" Type="http://schemas.openxmlformats.org/officeDocument/2006/relationships/customXml" Target="../ink/ink384.xml"/><Relationship Id="rId392" Type="http://schemas.openxmlformats.org/officeDocument/2006/relationships/customXml" Target="../ink/ink475.xml"/><Relationship Id="rId448" Type="http://schemas.openxmlformats.org/officeDocument/2006/relationships/customXml" Target="../ink/ink505.xml"/><Relationship Id="rId252" Type="http://schemas.openxmlformats.org/officeDocument/2006/relationships/customXml" Target="../ink/ink405.xml"/><Relationship Id="rId294" Type="http://schemas.openxmlformats.org/officeDocument/2006/relationships/customXml" Target="../ink/ink426.xml"/><Relationship Id="rId308" Type="http://schemas.openxmlformats.org/officeDocument/2006/relationships/customXml" Target="../ink/ink433.xml"/><Relationship Id="rId47" Type="http://schemas.openxmlformats.org/officeDocument/2006/relationships/image" Target="../media/image18610.png"/><Relationship Id="rId89" Type="http://schemas.openxmlformats.org/officeDocument/2006/relationships/image" Target="../media/image20710.png"/><Relationship Id="rId112" Type="http://schemas.openxmlformats.org/officeDocument/2006/relationships/customXml" Target="../ink/ink335.xml"/><Relationship Id="rId154" Type="http://schemas.openxmlformats.org/officeDocument/2006/relationships/customXml" Target="../ink/ink356.xml"/><Relationship Id="rId361" Type="http://schemas.openxmlformats.org/officeDocument/2006/relationships/image" Target="../media/image341.png"/><Relationship Id="rId196" Type="http://schemas.openxmlformats.org/officeDocument/2006/relationships/customXml" Target="../ink/ink377.xml"/><Relationship Id="rId417" Type="http://schemas.openxmlformats.org/officeDocument/2006/relationships/image" Target="../media/image369.png"/><Relationship Id="rId459" Type="http://schemas.openxmlformats.org/officeDocument/2006/relationships/image" Target="../media/image388.png"/><Relationship Id="rId16" Type="http://schemas.openxmlformats.org/officeDocument/2006/relationships/customXml" Target="../ink/ink287.xml"/><Relationship Id="rId221" Type="http://schemas.openxmlformats.org/officeDocument/2006/relationships/image" Target="../media/image272.png"/><Relationship Id="rId263" Type="http://schemas.openxmlformats.org/officeDocument/2006/relationships/image" Target="../media/image293.png"/><Relationship Id="rId319" Type="http://schemas.openxmlformats.org/officeDocument/2006/relationships/image" Target="../media/image321.png"/><Relationship Id="rId58" Type="http://schemas.openxmlformats.org/officeDocument/2006/relationships/customXml" Target="../ink/ink308.xml"/><Relationship Id="rId123" Type="http://schemas.openxmlformats.org/officeDocument/2006/relationships/image" Target="../media/image22310.png"/><Relationship Id="rId330" Type="http://schemas.openxmlformats.org/officeDocument/2006/relationships/customXml" Target="../ink/ink444.xml"/><Relationship Id="rId165" Type="http://schemas.openxmlformats.org/officeDocument/2006/relationships/image" Target="../media/image2440.png"/><Relationship Id="rId372" Type="http://schemas.openxmlformats.org/officeDocument/2006/relationships/customXml" Target="../ink/ink465.xml"/><Relationship Id="rId428" Type="http://schemas.openxmlformats.org/officeDocument/2006/relationships/customXml" Target="../ink/ink494.xml"/><Relationship Id="rId232" Type="http://schemas.openxmlformats.org/officeDocument/2006/relationships/customXml" Target="../ink/ink395.xml"/><Relationship Id="rId274" Type="http://schemas.openxmlformats.org/officeDocument/2006/relationships/customXml" Target="../ink/ink416.xml"/><Relationship Id="rId27" Type="http://schemas.openxmlformats.org/officeDocument/2006/relationships/image" Target="../media/image17610.png"/><Relationship Id="rId69" Type="http://schemas.openxmlformats.org/officeDocument/2006/relationships/image" Target="../media/image19710.png"/><Relationship Id="rId134" Type="http://schemas.openxmlformats.org/officeDocument/2006/relationships/customXml" Target="../ink/ink346.xml"/><Relationship Id="rId80" Type="http://schemas.openxmlformats.org/officeDocument/2006/relationships/customXml" Target="../ink/ink319.xml"/><Relationship Id="rId176" Type="http://schemas.openxmlformats.org/officeDocument/2006/relationships/customXml" Target="../ink/ink367.xml"/><Relationship Id="rId341" Type="http://schemas.openxmlformats.org/officeDocument/2006/relationships/image" Target="../media/image332.png"/><Relationship Id="rId383" Type="http://schemas.openxmlformats.org/officeDocument/2006/relationships/image" Target="../media/image352.png"/><Relationship Id="rId439" Type="http://schemas.openxmlformats.org/officeDocument/2006/relationships/image" Target="../media/image378.png"/><Relationship Id="rId201" Type="http://schemas.openxmlformats.org/officeDocument/2006/relationships/image" Target="../media/image2620.png"/><Relationship Id="rId243" Type="http://schemas.openxmlformats.org/officeDocument/2006/relationships/image" Target="../media/image283.png"/><Relationship Id="rId285" Type="http://schemas.openxmlformats.org/officeDocument/2006/relationships/image" Target="../media/image304.png"/><Relationship Id="rId450" Type="http://schemas.openxmlformats.org/officeDocument/2006/relationships/customXml" Target="../ink/ink506.xml"/><Relationship Id="rId38" Type="http://schemas.openxmlformats.org/officeDocument/2006/relationships/customXml" Target="../ink/ink298.xml"/><Relationship Id="rId103" Type="http://schemas.openxmlformats.org/officeDocument/2006/relationships/image" Target="../media/image21310.png"/><Relationship Id="rId310" Type="http://schemas.openxmlformats.org/officeDocument/2006/relationships/customXml" Target="../ink/ink434.xml"/><Relationship Id="rId91" Type="http://schemas.openxmlformats.org/officeDocument/2006/relationships/image" Target="../media/image20810.png"/><Relationship Id="rId145" Type="http://schemas.openxmlformats.org/officeDocument/2006/relationships/image" Target="../media/image2340.png"/><Relationship Id="rId187" Type="http://schemas.openxmlformats.org/officeDocument/2006/relationships/image" Target="../media/image2550.png"/><Relationship Id="rId352" Type="http://schemas.openxmlformats.org/officeDocument/2006/relationships/customXml" Target="../ink/ink455.xml"/><Relationship Id="rId394" Type="http://schemas.openxmlformats.org/officeDocument/2006/relationships/customXml" Target="../ink/ink476.xml"/><Relationship Id="rId408" Type="http://schemas.openxmlformats.org/officeDocument/2006/relationships/customXml" Target="../ink/ink483.xml"/><Relationship Id="rId212" Type="http://schemas.openxmlformats.org/officeDocument/2006/relationships/customXml" Target="../ink/ink385.xml"/><Relationship Id="rId254" Type="http://schemas.openxmlformats.org/officeDocument/2006/relationships/customXml" Target="../ink/ink406.xml"/><Relationship Id="rId49" Type="http://schemas.openxmlformats.org/officeDocument/2006/relationships/image" Target="../media/image18710.png"/><Relationship Id="rId114" Type="http://schemas.openxmlformats.org/officeDocument/2006/relationships/customXml" Target="../ink/ink336.xml"/><Relationship Id="rId296" Type="http://schemas.openxmlformats.org/officeDocument/2006/relationships/customXml" Target="../ink/ink427.xml"/><Relationship Id="rId461" Type="http://schemas.openxmlformats.org/officeDocument/2006/relationships/image" Target="../media/image389.png"/><Relationship Id="rId60" Type="http://schemas.openxmlformats.org/officeDocument/2006/relationships/customXml" Target="../ink/ink309.xml"/><Relationship Id="rId156" Type="http://schemas.openxmlformats.org/officeDocument/2006/relationships/customXml" Target="../ink/ink357.xml"/><Relationship Id="rId198" Type="http://schemas.openxmlformats.org/officeDocument/2006/relationships/customXml" Target="../ink/ink378.xml"/><Relationship Id="rId321" Type="http://schemas.openxmlformats.org/officeDocument/2006/relationships/image" Target="../media/image322.png"/><Relationship Id="rId363" Type="http://schemas.openxmlformats.org/officeDocument/2006/relationships/image" Target="../media/image342.png"/><Relationship Id="rId419" Type="http://schemas.openxmlformats.org/officeDocument/2006/relationships/image" Target="../media/image370.png"/><Relationship Id="rId223" Type="http://schemas.openxmlformats.org/officeDocument/2006/relationships/image" Target="../media/image273.png"/><Relationship Id="rId430" Type="http://schemas.openxmlformats.org/officeDocument/2006/relationships/customXml" Target="../ink/ink496.xml"/><Relationship Id="rId18" Type="http://schemas.openxmlformats.org/officeDocument/2006/relationships/customXml" Target="../ink/ink288.xml"/><Relationship Id="rId265" Type="http://schemas.openxmlformats.org/officeDocument/2006/relationships/image" Target="../media/image294.png"/><Relationship Id="rId125" Type="http://schemas.openxmlformats.org/officeDocument/2006/relationships/image" Target="../media/image22410.png"/><Relationship Id="rId167" Type="http://schemas.openxmlformats.org/officeDocument/2006/relationships/image" Target="../media/image2450.png"/><Relationship Id="rId332" Type="http://schemas.openxmlformats.org/officeDocument/2006/relationships/customXml" Target="../ink/ink445.xml"/><Relationship Id="rId374" Type="http://schemas.openxmlformats.org/officeDocument/2006/relationships/customXml" Target="../ink/ink466.xml"/><Relationship Id="rId71" Type="http://schemas.openxmlformats.org/officeDocument/2006/relationships/image" Target="../media/image19810.png"/><Relationship Id="rId234" Type="http://schemas.openxmlformats.org/officeDocument/2006/relationships/customXml" Target="../ink/ink396.xml"/><Relationship Id="rId2" Type="http://schemas.openxmlformats.org/officeDocument/2006/relationships/customXml" Target="../ink/ink280.xml"/><Relationship Id="rId29" Type="http://schemas.openxmlformats.org/officeDocument/2006/relationships/image" Target="../media/image17710.png"/><Relationship Id="rId276" Type="http://schemas.openxmlformats.org/officeDocument/2006/relationships/customXml" Target="../ink/ink417.xml"/><Relationship Id="rId441" Type="http://schemas.openxmlformats.org/officeDocument/2006/relationships/image" Target="../media/image379.png"/><Relationship Id="rId40" Type="http://schemas.openxmlformats.org/officeDocument/2006/relationships/customXml" Target="../ink/ink299.xml"/><Relationship Id="rId136" Type="http://schemas.openxmlformats.org/officeDocument/2006/relationships/customXml" Target="../ink/ink347.xml"/><Relationship Id="rId178" Type="http://schemas.openxmlformats.org/officeDocument/2006/relationships/customXml" Target="../ink/ink368.xml"/><Relationship Id="rId301" Type="http://schemas.openxmlformats.org/officeDocument/2006/relationships/image" Target="../media/image312.png"/><Relationship Id="rId343" Type="http://schemas.openxmlformats.org/officeDocument/2006/relationships/image" Target="../media/image131.png"/><Relationship Id="rId61" Type="http://schemas.openxmlformats.org/officeDocument/2006/relationships/image" Target="../media/image19310.png"/><Relationship Id="rId82" Type="http://schemas.openxmlformats.org/officeDocument/2006/relationships/customXml" Target="../ink/ink320.xml"/><Relationship Id="rId199" Type="http://schemas.openxmlformats.org/officeDocument/2006/relationships/image" Target="../media/image2610.png"/><Relationship Id="rId203" Type="http://schemas.openxmlformats.org/officeDocument/2006/relationships/image" Target="../media/image2630.png"/><Relationship Id="rId385" Type="http://schemas.openxmlformats.org/officeDocument/2006/relationships/image" Target="../media/image353.png"/><Relationship Id="rId19" Type="http://schemas.openxmlformats.org/officeDocument/2006/relationships/image" Target="../media/image17210.png"/><Relationship Id="rId224" Type="http://schemas.openxmlformats.org/officeDocument/2006/relationships/customXml" Target="../ink/ink391.xml"/><Relationship Id="rId245" Type="http://schemas.openxmlformats.org/officeDocument/2006/relationships/image" Target="../media/image284.png"/><Relationship Id="rId266" Type="http://schemas.openxmlformats.org/officeDocument/2006/relationships/customXml" Target="../ink/ink412.xml"/><Relationship Id="rId287" Type="http://schemas.openxmlformats.org/officeDocument/2006/relationships/image" Target="../media/image305.png"/><Relationship Id="rId410" Type="http://schemas.openxmlformats.org/officeDocument/2006/relationships/customXml" Target="../ink/ink484.xml"/><Relationship Id="rId431" Type="http://schemas.openxmlformats.org/officeDocument/2006/relationships/image" Target="../media/image374.png"/><Relationship Id="rId452" Type="http://schemas.openxmlformats.org/officeDocument/2006/relationships/customXml" Target="../ink/ink507.xml"/><Relationship Id="rId30" Type="http://schemas.openxmlformats.org/officeDocument/2006/relationships/customXml" Target="../ink/ink294.xml"/><Relationship Id="rId105" Type="http://schemas.openxmlformats.org/officeDocument/2006/relationships/image" Target="../media/image21410.png"/><Relationship Id="rId126" Type="http://schemas.openxmlformats.org/officeDocument/2006/relationships/customXml" Target="../ink/ink342.xml"/><Relationship Id="rId147" Type="http://schemas.openxmlformats.org/officeDocument/2006/relationships/image" Target="../media/image2350.png"/><Relationship Id="rId168" Type="http://schemas.openxmlformats.org/officeDocument/2006/relationships/customXml" Target="../ink/ink363.xml"/><Relationship Id="rId312" Type="http://schemas.openxmlformats.org/officeDocument/2006/relationships/customXml" Target="../ink/ink435.xml"/><Relationship Id="rId333" Type="http://schemas.openxmlformats.org/officeDocument/2006/relationships/image" Target="../media/image328.png"/><Relationship Id="rId354" Type="http://schemas.openxmlformats.org/officeDocument/2006/relationships/customXml" Target="../ink/ink456.xml"/><Relationship Id="rId51" Type="http://schemas.openxmlformats.org/officeDocument/2006/relationships/image" Target="../media/image18810.png"/><Relationship Id="rId72" Type="http://schemas.openxmlformats.org/officeDocument/2006/relationships/customXml" Target="../ink/ink315.xml"/><Relationship Id="rId93" Type="http://schemas.openxmlformats.org/officeDocument/2006/relationships/image" Target="../media/image20910.png"/><Relationship Id="rId189" Type="http://schemas.openxmlformats.org/officeDocument/2006/relationships/image" Target="../media/image2560.png"/><Relationship Id="rId375" Type="http://schemas.openxmlformats.org/officeDocument/2006/relationships/image" Target="../media/image348.png"/><Relationship Id="rId396" Type="http://schemas.openxmlformats.org/officeDocument/2006/relationships/customXml" Target="../ink/ink477.xml"/><Relationship Id="rId3" Type="http://schemas.openxmlformats.org/officeDocument/2006/relationships/image" Target="../media/image16410.png"/><Relationship Id="rId214" Type="http://schemas.openxmlformats.org/officeDocument/2006/relationships/customXml" Target="../ink/ink386.xml"/><Relationship Id="rId235" Type="http://schemas.openxmlformats.org/officeDocument/2006/relationships/image" Target="../media/image279.png"/><Relationship Id="rId256" Type="http://schemas.openxmlformats.org/officeDocument/2006/relationships/customXml" Target="../ink/ink407.xml"/><Relationship Id="rId277" Type="http://schemas.openxmlformats.org/officeDocument/2006/relationships/image" Target="../media/image300.png"/><Relationship Id="rId298" Type="http://schemas.openxmlformats.org/officeDocument/2006/relationships/customXml" Target="../ink/ink428.xml"/><Relationship Id="rId400" Type="http://schemas.openxmlformats.org/officeDocument/2006/relationships/customXml" Target="../ink/ink479.xml"/><Relationship Id="rId421" Type="http://schemas.openxmlformats.org/officeDocument/2006/relationships/image" Target="../media/image371.png"/><Relationship Id="rId442" Type="http://schemas.openxmlformats.org/officeDocument/2006/relationships/customXml" Target="../ink/ink502.xml"/><Relationship Id="rId463" Type="http://schemas.openxmlformats.org/officeDocument/2006/relationships/image" Target="../media/image390.png"/><Relationship Id="rId116" Type="http://schemas.openxmlformats.org/officeDocument/2006/relationships/customXml" Target="../ink/ink337.xml"/><Relationship Id="rId137" Type="http://schemas.openxmlformats.org/officeDocument/2006/relationships/image" Target="../media/image2300.png"/><Relationship Id="rId158" Type="http://schemas.openxmlformats.org/officeDocument/2006/relationships/customXml" Target="../ink/ink358.xml"/><Relationship Id="rId302" Type="http://schemas.openxmlformats.org/officeDocument/2006/relationships/customXml" Target="../ink/ink430.xml"/><Relationship Id="rId323" Type="http://schemas.openxmlformats.org/officeDocument/2006/relationships/image" Target="../media/image323.png"/><Relationship Id="rId344" Type="http://schemas.openxmlformats.org/officeDocument/2006/relationships/customXml" Target="../ink/ink451.xml"/><Relationship Id="rId20" Type="http://schemas.openxmlformats.org/officeDocument/2006/relationships/customXml" Target="../ink/ink289.xml"/><Relationship Id="rId41" Type="http://schemas.openxmlformats.org/officeDocument/2006/relationships/image" Target="../media/image18310.png"/><Relationship Id="rId62" Type="http://schemas.openxmlformats.org/officeDocument/2006/relationships/customXml" Target="../ink/ink310.xml"/><Relationship Id="rId83" Type="http://schemas.openxmlformats.org/officeDocument/2006/relationships/image" Target="../media/image20410.png"/><Relationship Id="rId179" Type="http://schemas.openxmlformats.org/officeDocument/2006/relationships/image" Target="../media/image2510.png"/><Relationship Id="rId365" Type="http://schemas.openxmlformats.org/officeDocument/2006/relationships/image" Target="../media/image343.png"/><Relationship Id="rId386" Type="http://schemas.openxmlformats.org/officeDocument/2006/relationships/customXml" Target="../ink/ink472.xml"/><Relationship Id="rId190" Type="http://schemas.openxmlformats.org/officeDocument/2006/relationships/customXml" Target="../ink/ink374.xml"/><Relationship Id="rId204" Type="http://schemas.openxmlformats.org/officeDocument/2006/relationships/customXml" Target="../ink/ink381.xml"/><Relationship Id="rId225" Type="http://schemas.openxmlformats.org/officeDocument/2006/relationships/image" Target="../media/image274.png"/><Relationship Id="rId246" Type="http://schemas.openxmlformats.org/officeDocument/2006/relationships/customXml" Target="../ink/ink402.xml"/><Relationship Id="rId267" Type="http://schemas.openxmlformats.org/officeDocument/2006/relationships/image" Target="../media/image295.png"/><Relationship Id="rId288" Type="http://schemas.openxmlformats.org/officeDocument/2006/relationships/customXml" Target="../ink/ink423.xml"/><Relationship Id="rId411" Type="http://schemas.openxmlformats.org/officeDocument/2006/relationships/image" Target="../media/image366.png"/><Relationship Id="rId432" Type="http://schemas.openxmlformats.org/officeDocument/2006/relationships/customXml" Target="../ink/ink497.xml"/><Relationship Id="rId453" Type="http://schemas.openxmlformats.org/officeDocument/2006/relationships/image" Target="../media/image385.png"/><Relationship Id="rId106" Type="http://schemas.openxmlformats.org/officeDocument/2006/relationships/customXml" Target="../ink/ink332.xml"/><Relationship Id="rId127" Type="http://schemas.openxmlformats.org/officeDocument/2006/relationships/image" Target="../media/image22510.png"/><Relationship Id="rId313" Type="http://schemas.openxmlformats.org/officeDocument/2006/relationships/image" Target="../media/image318.png"/><Relationship Id="rId10" Type="http://schemas.openxmlformats.org/officeDocument/2006/relationships/customXml" Target="../ink/ink284.xml"/><Relationship Id="rId31" Type="http://schemas.openxmlformats.org/officeDocument/2006/relationships/image" Target="../media/image17810.png"/><Relationship Id="rId52" Type="http://schemas.openxmlformats.org/officeDocument/2006/relationships/customXml" Target="../ink/ink305.xml"/><Relationship Id="rId73" Type="http://schemas.openxmlformats.org/officeDocument/2006/relationships/image" Target="../media/image19910.png"/><Relationship Id="rId94" Type="http://schemas.openxmlformats.org/officeDocument/2006/relationships/customXml" Target="../ink/ink326.xml"/><Relationship Id="rId148" Type="http://schemas.openxmlformats.org/officeDocument/2006/relationships/customXml" Target="../ink/ink353.xml"/><Relationship Id="rId169" Type="http://schemas.openxmlformats.org/officeDocument/2006/relationships/image" Target="../media/image2460.png"/><Relationship Id="rId334" Type="http://schemas.openxmlformats.org/officeDocument/2006/relationships/customXml" Target="../ink/ink446.xml"/><Relationship Id="rId355" Type="http://schemas.openxmlformats.org/officeDocument/2006/relationships/image" Target="../media/image338.png"/><Relationship Id="rId376" Type="http://schemas.openxmlformats.org/officeDocument/2006/relationships/customXml" Target="../ink/ink467.xml"/><Relationship Id="rId397" Type="http://schemas.openxmlformats.org/officeDocument/2006/relationships/image" Target="../media/image359.png"/><Relationship Id="rId4" Type="http://schemas.openxmlformats.org/officeDocument/2006/relationships/customXml" Target="../ink/ink281.xml"/><Relationship Id="rId180" Type="http://schemas.openxmlformats.org/officeDocument/2006/relationships/customXml" Target="../ink/ink369.xml"/><Relationship Id="rId215" Type="http://schemas.openxmlformats.org/officeDocument/2006/relationships/image" Target="../media/image2690.png"/><Relationship Id="rId236" Type="http://schemas.openxmlformats.org/officeDocument/2006/relationships/customXml" Target="../ink/ink397.xml"/><Relationship Id="rId257" Type="http://schemas.openxmlformats.org/officeDocument/2006/relationships/image" Target="../media/image290.png"/><Relationship Id="rId278" Type="http://schemas.openxmlformats.org/officeDocument/2006/relationships/customXml" Target="../ink/ink418.xml"/><Relationship Id="rId401" Type="http://schemas.openxmlformats.org/officeDocument/2006/relationships/image" Target="../media/image361.png"/><Relationship Id="rId422" Type="http://schemas.openxmlformats.org/officeDocument/2006/relationships/customXml" Target="../ink/ink490.xml"/><Relationship Id="rId443" Type="http://schemas.openxmlformats.org/officeDocument/2006/relationships/image" Target="../media/image380.png"/><Relationship Id="rId464" Type="http://schemas.openxmlformats.org/officeDocument/2006/relationships/customXml" Target="../ink/ink513.xml"/><Relationship Id="rId303" Type="http://schemas.openxmlformats.org/officeDocument/2006/relationships/image" Target="../media/image313.png"/><Relationship Id="rId42" Type="http://schemas.openxmlformats.org/officeDocument/2006/relationships/customXml" Target="../ink/ink300.xml"/><Relationship Id="rId84" Type="http://schemas.openxmlformats.org/officeDocument/2006/relationships/customXml" Target="../ink/ink321.xml"/><Relationship Id="rId138" Type="http://schemas.openxmlformats.org/officeDocument/2006/relationships/customXml" Target="../ink/ink348.xml"/><Relationship Id="rId345" Type="http://schemas.openxmlformats.org/officeDocument/2006/relationships/image" Target="../media/image333.png"/><Relationship Id="rId387" Type="http://schemas.openxmlformats.org/officeDocument/2006/relationships/image" Target="../media/image354.png"/><Relationship Id="rId191" Type="http://schemas.openxmlformats.org/officeDocument/2006/relationships/image" Target="../media/image2570.png"/><Relationship Id="rId205" Type="http://schemas.openxmlformats.org/officeDocument/2006/relationships/image" Target="../media/image2640.png"/><Relationship Id="rId247" Type="http://schemas.openxmlformats.org/officeDocument/2006/relationships/image" Target="../media/image285.png"/><Relationship Id="rId412" Type="http://schemas.openxmlformats.org/officeDocument/2006/relationships/customXml" Target="../ink/ink485.xml"/><Relationship Id="rId107" Type="http://schemas.openxmlformats.org/officeDocument/2006/relationships/image" Target="../media/image21510.png"/><Relationship Id="rId289" Type="http://schemas.openxmlformats.org/officeDocument/2006/relationships/image" Target="../media/image306.png"/><Relationship Id="rId454" Type="http://schemas.openxmlformats.org/officeDocument/2006/relationships/customXml" Target="../ink/ink508.xml"/><Relationship Id="rId11" Type="http://schemas.openxmlformats.org/officeDocument/2006/relationships/image" Target="../media/image16810.png"/><Relationship Id="rId53" Type="http://schemas.openxmlformats.org/officeDocument/2006/relationships/image" Target="../media/image18910.png"/><Relationship Id="rId149" Type="http://schemas.openxmlformats.org/officeDocument/2006/relationships/image" Target="../media/image2360.png"/><Relationship Id="rId314" Type="http://schemas.openxmlformats.org/officeDocument/2006/relationships/customXml" Target="../ink/ink436.xml"/><Relationship Id="rId356" Type="http://schemas.openxmlformats.org/officeDocument/2006/relationships/customXml" Target="../ink/ink457.xml"/><Relationship Id="rId398" Type="http://schemas.openxmlformats.org/officeDocument/2006/relationships/customXml" Target="../ink/ink478.xml"/><Relationship Id="rId95" Type="http://schemas.openxmlformats.org/officeDocument/2006/relationships/image" Target="../media/image128.png"/><Relationship Id="rId160" Type="http://schemas.openxmlformats.org/officeDocument/2006/relationships/customXml" Target="../ink/ink359.xml"/><Relationship Id="rId216" Type="http://schemas.openxmlformats.org/officeDocument/2006/relationships/customXml" Target="../ink/ink387.xml"/><Relationship Id="rId423" Type="http://schemas.openxmlformats.org/officeDocument/2006/relationships/image" Target="../media/image372.png"/><Relationship Id="rId258" Type="http://schemas.openxmlformats.org/officeDocument/2006/relationships/customXml" Target="../ink/ink408.xml"/><Relationship Id="rId465" Type="http://schemas.openxmlformats.org/officeDocument/2006/relationships/image" Target="../media/image391.png"/><Relationship Id="rId22" Type="http://schemas.openxmlformats.org/officeDocument/2006/relationships/customXml" Target="../ink/ink290.xml"/><Relationship Id="rId64" Type="http://schemas.openxmlformats.org/officeDocument/2006/relationships/customXml" Target="../ink/ink311.xml"/><Relationship Id="rId118" Type="http://schemas.openxmlformats.org/officeDocument/2006/relationships/customXml" Target="../ink/ink338.xml"/><Relationship Id="rId325" Type="http://schemas.openxmlformats.org/officeDocument/2006/relationships/image" Target="../media/image324.png"/><Relationship Id="rId367" Type="http://schemas.openxmlformats.org/officeDocument/2006/relationships/image" Target="../media/image344.png"/><Relationship Id="rId171" Type="http://schemas.openxmlformats.org/officeDocument/2006/relationships/image" Target="../media/image2470.png"/><Relationship Id="rId227" Type="http://schemas.openxmlformats.org/officeDocument/2006/relationships/image" Target="../media/image275.png"/><Relationship Id="rId269" Type="http://schemas.openxmlformats.org/officeDocument/2006/relationships/image" Target="../media/image296.png"/><Relationship Id="rId434" Type="http://schemas.openxmlformats.org/officeDocument/2006/relationships/customXml" Target="../ink/ink498.xml"/><Relationship Id="rId33" Type="http://schemas.openxmlformats.org/officeDocument/2006/relationships/image" Target="../media/image17910.png"/><Relationship Id="rId129" Type="http://schemas.openxmlformats.org/officeDocument/2006/relationships/image" Target="../media/image2269.png"/><Relationship Id="rId280" Type="http://schemas.openxmlformats.org/officeDocument/2006/relationships/customXml" Target="../ink/ink419.xml"/><Relationship Id="rId336" Type="http://schemas.openxmlformats.org/officeDocument/2006/relationships/customXml" Target="../ink/ink447.xml"/><Relationship Id="rId75" Type="http://schemas.openxmlformats.org/officeDocument/2006/relationships/image" Target="../media/image20010.png"/><Relationship Id="rId140" Type="http://schemas.openxmlformats.org/officeDocument/2006/relationships/customXml" Target="../ink/ink349.xml"/><Relationship Id="rId182" Type="http://schemas.openxmlformats.org/officeDocument/2006/relationships/customXml" Target="../ink/ink370.xml"/><Relationship Id="rId378" Type="http://schemas.openxmlformats.org/officeDocument/2006/relationships/customXml" Target="../ink/ink468.xml"/><Relationship Id="rId403" Type="http://schemas.openxmlformats.org/officeDocument/2006/relationships/image" Target="../media/image362.png"/><Relationship Id="rId6" Type="http://schemas.openxmlformats.org/officeDocument/2006/relationships/customXml" Target="../ink/ink282.xml"/><Relationship Id="rId238" Type="http://schemas.openxmlformats.org/officeDocument/2006/relationships/customXml" Target="../ink/ink398.xml"/><Relationship Id="rId445" Type="http://schemas.openxmlformats.org/officeDocument/2006/relationships/image" Target="../media/image381.png"/><Relationship Id="rId291" Type="http://schemas.openxmlformats.org/officeDocument/2006/relationships/image" Target="../media/image307.png"/><Relationship Id="rId305" Type="http://schemas.openxmlformats.org/officeDocument/2006/relationships/image" Target="../media/image314.png"/><Relationship Id="rId347" Type="http://schemas.openxmlformats.org/officeDocument/2006/relationships/image" Target="../media/image334.png"/><Relationship Id="rId44" Type="http://schemas.openxmlformats.org/officeDocument/2006/relationships/customXml" Target="../ink/ink301.xml"/><Relationship Id="rId86" Type="http://schemas.openxmlformats.org/officeDocument/2006/relationships/customXml" Target="../ink/ink322.xml"/><Relationship Id="rId151" Type="http://schemas.openxmlformats.org/officeDocument/2006/relationships/image" Target="../media/image2370.png"/><Relationship Id="rId389" Type="http://schemas.openxmlformats.org/officeDocument/2006/relationships/image" Target="../media/image355.png"/><Relationship Id="rId193" Type="http://schemas.openxmlformats.org/officeDocument/2006/relationships/image" Target="../media/image2580.png"/><Relationship Id="rId207" Type="http://schemas.openxmlformats.org/officeDocument/2006/relationships/image" Target="../media/image2650.png"/><Relationship Id="rId249" Type="http://schemas.openxmlformats.org/officeDocument/2006/relationships/image" Target="../media/image286.png"/><Relationship Id="rId414" Type="http://schemas.openxmlformats.org/officeDocument/2006/relationships/customXml" Target="../ink/ink486.xml"/><Relationship Id="rId456" Type="http://schemas.openxmlformats.org/officeDocument/2006/relationships/customXml" Target="../ink/ink509.xml"/><Relationship Id="rId13" Type="http://schemas.openxmlformats.org/officeDocument/2006/relationships/image" Target="../media/image16910.png"/><Relationship Id="rId109" Type="http://schemas.openxmlformats.org/officeDocument/2006/relationships/image" Target="../media/image21610.png"/><Relationship Id="rId260" Type="http://schemas.openxmlformats.org/officeDocument/2006/relationships/customXml" Target="../ink/ink409.xml"/><Relationship Id="rId316" Type="http://schemas.openxmlformats.org/officeDocument/2006/relationships/customXml" Target="../ink/ink437.xml"/><Relationship Id="rId55" Type="http://schemas.openxmlformats.org/officeDocument/2006/relationships/image" Target="../media/image19010.png"/><Relationship Id="rId97" Type="http://schemas.openxmlformats.org/officeDocument/2006/relationships/image" Target="../media/image21010.png"/><Relationship Id="rId120" Type="http://schemas.openxmlformats.org/officeDocument/2006/relationships/customXml" Target="../ink/ink339.xml"/><Relationship Id="rId358" Type="http://schemas.openxmlformats.org/officeDocument/2006/relationships/customXml" Target="../ink/ink458.xml"/><Relationship Id="rId162" Type="http://schemas.openxmlformats.org/officeDocument/2006/relationships/customXml" Target="../ink/ink360.xml"/><Relationship Id="rId218" Type="http://schemas.openxmlformats.org/officeDocument/2006/relationships/customXml" Target="../ink/ink388.xml"/><Relationship Id="rId425" Type="http://schemas.openxmlformats.org/officeDocument/2006/relationships/image" Target="../media/image373.png"/><Relationship Id="rId271" Type="http://schemas.openxmlformats.org/officeDocument/2006/relationships/image" Target="../media/image297.png"/><Relationship Id="rId24" Type="http://schemas.openxmlformats.org/officeDocument/2006/relationships/customXml" Target="../ink/ink291.xml"/><Relationship Id="rId66" Type="http://schemas.openxmlformats.org/officeDocument/2006/relationships/customXml" Target="../ink/ink312.xml"/><Relationship Id="rId131" Type="http://schemas.openxmlformats.org/officeDocument/2006/relationships/image" Target="../media/image2270.png"/><Relationship Id="rId327" Type="http://schemas.openxmlformats.org/officeDocument/2006/relationships/image" Target="../media/image325.png"/><Relationship Id="rId369" Type="http://schemas.openxmlformats.org/officeDocument/2006/relationships/image" Target="../media/image345.png"/><Relationship Id="rId173" Type="http://schemas.openxmlformats.org/officeDocument/2006/relationships/image" Target="../media/image2480.png"/><Relationship Id="rId229" Type="http://schemas.openxmlformats.org/officeDocument/2006/relationships/image" Target="../media/image276.png"/><Relationship Id="rId380" Type="http://schemas.openxmlformats.org/officeDocument/2006/relationships/customXml" Target="../ink/ink469.xml"/><Relationship Id="rId436" Type="http://schemas.openxmlformats.org/officeDocument/2006/relationships/customXml" Target="../ink/ink499.xml"/><Relationship Id="rId240" Type="http://schemas.openxmlformats.org/officeDocument/2006/relationships/customXml" Target="../ink/ink399.xml"/><Relationship Id="rId35" Type="http://schemas.openxmlformats.org/officeDocument/2006/relationships/image" Target="../media/image18010.png"/><Relationship Id="rId77" Type="http://schemas.openxmlformats.org/officeDocument/2006/relationships/image" Target="../media/image20110.png"/><Relationship Id="rId100" Type="http://schemas.openxmlformats.org/officeDocument/2006/relationships/customXml" Target="../ink/ink329.xml"/><Relationship Id="rId282" Type="http://schemas.openxmlformats.org/officeDocument/2006/relationships/customXml" Target="../ink/ink420.xml"/><Relationship Id="rId338" Type="http://schemas.openxmlformats.org/officeDocument/2006/relationships/customXml" Target="../ink/ink448.xml"/><Relationship Id="rId8" Type="http://schemas.openxmlformats.org/officeDocument/2006/relationships/customXml" Target="../ink/ink283.xml"/><Relationship Id="rId142" Type="http://schemas.openxmlformats.org/officeDocument/2006/relationships/customXml" Target="../ink/ink350.xml"/><Relationship Id="rId184" Type="http://schemas.openxmlformats.org/officeDocument/2006/relationships/customXml" Target="../ink/ink371.xml"/><Relationship Id="rId391" Type="http://schemas.openxmlformats.org/officeDocument/2006/relationships/image" Target="../media/image356.png"/><Relationship Id="rId405" Type="http://schemas.openxmlformats.org/officeDocument/2006/relationships/image" Target="../media/image363.png"/><Relationship Id="rId447" Type="http://schemas.openxmlformats.org/officeDocument/2006/relationships/image" Target="../media/image382.png"/><Relationship Id="rId251" Type="http://schemas.openxmlformats.org/officeDocument/2006/relationships/image" Target="../media/image287.png"/><Relationship Id="rId46" Type="http://schemas.openxmlformats.org/officeDocument/2006/relationships/customXml" Target="../ink/ink302.xml"/><Relationship Id="rId293" Type="http://schemas.openxmlformats.org/officeDocument/2006/relationships/image" Target="../media/image308.png"/><Relationship Id="rId307" Type="http://schemas.openxmlformats.org/officeDocument/2006/relationships/image" Target="../media/image315.png"/><Relationship Id="rId349" Type="http://schemas.openxmlformats.org/officeDocument/2006/relationships/image" Target="../media/image335.png"/><Relationship Id="rId88" Type="http://schemas.openxmlformats.org/officeDocument/2006/relationships/customXml" Target="../ink/ink323.xml"/><Relationship Id="rId111" Type="http://schemas.openxmlformats.org/officeDocument/2006/relationships/image" Target="../media/image21710.png"/><Relationship Id="rId153" Type="http://schemas.openxmlformats.org/officeDocument/2006/relationships/image" Target="../media/image2380.png"/><Relationship Id="rId195" Type="http://schemas.openxmlformats.org/officeDocument/2006/relationships/image" Target="../media/image2590.png"/><Relationship Id="rId209" Type="http://schemas.openxmlformats.org/officeDocument/2006/relationships/image" Target="../media/image2660.png"/><Relationship Id="rId360" Type="http://schemas.openxmlformats.org/officeDocument/2006/relationships/customXml" Target="../ink/ink459.xml"/><Relationship Id="rId416" Type="http://schemas.openxmlformats.org/officeDocument/2006/relationships/customXml" Target="../ink/ink487.xml"/><Relationship Id="rId220" Type="http://schemas.openxmlformats.org/officeDocument/2006/relationships/customXml" Target="../ink/ink389.xml"/><Relationship Id="rId458" Type="http://schemas.openxmlformats.org/officeDocument/2006/relationships/customXml" Target="../ink/ink510.xml"/><Relationship Id="rId15" Type="http://schemas.openxmlformats.org/officeDocument/2006/relationships/image" Target="../media/image17010.png"/><Relationship Id="rId57" Type="http://schemas.openxmlformats.org/officeDocument/2006/relationships/image" Target="../media/image19110.png"/><Relationship Id="rId262" Type="http://schemas.openxmlformats.org/officeDocument/2006/relationships/customXml" Target="../ink/ink410.xml"/><Relationship Id="rId318" Type="http://schemas.openxmlformats.org/officeDocument/2006/relationships/customXml" Target="../ink/ink438.xml"/><Relationship Id="rId99" Type="http://schemas.openxmlformats.org/officeDocument/2006/relationships/image" Target="../media/image21110.png"/><Relationship Id="rId122" Type="http://schemas.openxmlformats.org/officeDocument/2006/relationships/customXml" Target="../ink/ink340.xml"/><Relationship Id="rId164" Type="http://schemas.openxmlformats.org/officeDocument/2006/relationships/customXml" Target="../ink/ink361.xml"/><Relationship Id="rId371" Type="http://schemas.openxmlformats.org/officeDocument/2006/relationships/image" Target="../media/image346.png"/><Relationship Id="rId427" Type="http://schemas.openxmlformats.org/officeDocument/2006/relationships/customXml" Target="../ink/ink493.xml"/><Relationship Id="rId26" Type="http://schemas.openxmlformats.org/officeDocument/2006/relationships/customXml" Target="../ink/ink292.xml"/><Relationship Id="rId231" Type="http://schemas.openxmlformats.org/officeDocument/2006/relationships/image" Target="../media/image277.png"/><Relationship Id="rId273" Type="http://schemas.openxmlformats.org/officeDocument/2006/relationships/image" Target="../media/image298.png"/><Relationship Id="rId329" Type="http://schemas.openxmlformats.org/officeDocument/2006/relationships/image" Target="../media/image326.png"/><Relationship Id="rId68" Type="http://schemas.openxmlformats.org/officeDocument/2006/relationships/customXml" Target="../ink/ink313.xml"/><Relationship Id="rId133" Type="http://schemas.openxmlformats.org/officeDocument/2006/relationships/image" Target="../media/image2280.png"/><Relationship Id="rId175" Type="http://schemas.openxmlformats.org/officeDocument/2006/relationships/image" Target="../media/image2490.png"/><Relationship Id="rId340" Type="http://schemas.openxmlformats.org/officeDocument/2006/relationships/customXml" Target="../ink/ink449.xml"/><Relationship Id="rId200" Type="http://schemas.openxmlformats.org/officeDocument/2006/relationships/customXml" Target="../ink/ink379.xml"/><Relationship Id="rId382" Type="http://schemas.openxmlformats.org/officeDocument/2006/relationships/customXml" Target="../ink/ink470.xml"/><Relationship Id="rId438" Type="http://schemas.openxmlformats.org/officeDocument/2006/relationships/customXml" Target="../ink/ink500.xml"/><Relationship Id="rId242" Type="http://schemas.openxmlformats.org/officeDocument/2006/relationships/customXml" Target="../ink/ink400.xml"/><Relationship Id="rId284" Type="http://schemas.openxmlformats.org/officeDocument/2006/relationships/customXml" Target="../ink/ink421.xml"/><Relationship Id="rId37" Type="http://schemas.openxmlformats.org/officeDocument/2006/relationships/image" Target="../media/image18110.png"/><Relationship Id="rId79" Type="http://schemas.openxmlformats.org/officeDocument/2006/relationships/image" Target="../media/image20210.png"/><Relationship Id="rId102" Type="http://schemas.openxmlformats.org/officeDocument/2006/relationships/customXml" Target="../ink/ink330.xml"/><Relationship Id="rId144" Type="http://schemas.openxmlformats.org/officeDocument/2006/relationships/customXml" Target="../ink/ink351.xml"/><Relationship Id="rId90" Type="http://schemas.openxmlformats.org/officeDocument/2006/relationships/customXml" Target="../ink/ink324.xml"/><Relationship Id="rId186" Type="http://schemas.openxmlformats.org/officeDocument/2006/relationships/customXml" Target="../ink/ink372.xml"/><Relationship Id="rId351" Type="http://schemas.openxmlformats.org/officeDocument/2006/relationships/image" Target="../media/image336.png"/><Relationship Id="rId393" Type="http://schemas.openxmlformats.org/officeDocument/2006/relationships/image" Target="../media/image357.png"/><Relationship Id="rId407" Type="http://schemas.openxmlformats.org/officeDocument/2006/relationships/image" Target="../media/image364.png"/><Relationship Id="rId449" Type="http://schemas.openxmlformats.org/officeDocument/2006/relationships/image" Target="../media/image383.png"/><Relationship Id="rId211" Type="http://schemas.openxmlformats.org/officeDocument/2006/relationships/image" Target="../media/image2670.png"/><Relationship Id="rId253" Type="http://schemas.openxmlformats.org/officeDocument/2006/relationships/image" Target="../media/image288.png"/><Relationship Id="rId295" Type="http://schemas.openxmlformats.org/officeDocument/2006/relationships/image" Target="../media/image309.png"/><Relationship Id="rId309" Type="http://schemas.openxmlformats.org/officeDocument/2006/relationships/image" Target="../media/image316.png"/><Relationship Id="rId460" Type="http://schemas.openxmlformats.org/officeDocument/2006/relationships/customXml" Target="../ink/ink511.xml"/><Relationship Id="rId48" Type="http://schemas.openxmlformats.org/officeDocument/2006/relationships/customXml" Target="../ink/ink303.xml"/><Relationship Id="rId113" Type="http://schemas.openxmlformats.org/officeDocument/2006/relationships/image" Target="../media/image21810.png"/><Relationship Id="rId320" Type="http://schemas.openxmlformats.org/officeDocument/2006/relationships/customXml" Target="../ink/ink439.xml"/><Relationship Id="rId155" Type="http://schemas.openxmlformats.org/officeDocument/2006/relationships/image" Target="../media/image2390.png"/><Relationship Id="rId197" Type="http://schemas.openxmlformats.org/officeDocument/2006/relationships/image" Target="../media/image2600.png"/><Relationship Id="rId362" Type="http://schemas.openxmlformats.org/officeDocument/2006/relationships/customXml" Target="../ink/ink460.xml"/><Relationship Id="rId418" Type="http://schemas.openxmlformats.org/officeDocument/2006/relationships/customXml" Target="../ink/ink488.xml"/><Relationship Id="rId222" Type="http://schemas.openxmlformats.org/officeDocument/2006/relationships/customXml" Target="../ink/ink390.xml"/><Relationship Id="rId264" Type="http://schemas.openxmlformats.org/officeDocument/2006/relationships/customXml" Target="../ink/ink411.xml"/><Relationship Id="rId17" Type="http://schemas.openxmlformats.org/officeDocument/2006/relationships/image" Target="../media/image17110.png"/><Relationship Id="rId59" Type="http://schemas.openxmlformats.org/officeDocument/2006/relationships/image" Target="../media/image19210.png"/><Relationship Id="rId124" Type="http://schemas.openxmlformats.org/officeDocument/2006/relationships/customXml" Target="../ink/ink341.xml"/><Relationship Id="rId70" Type="http://schemas.openxmlformats.org/officeDocument/2006/relationships/customXml" Target="../ink/ink314.xml"/><Relationship Id="rId166" Type="http://schemas.openxmlformats.org/officeDocument/2006/relationships/customXml" Target="../ink/ink362.xml"/><Relationship Id="rId331" Type="http://schemas.openxmlformats.org/officeDocument/2006/relationships/image" Target="../media/image327.png"/><Relationship Id="rId373" Type="http://schemas.openxmlformats.org/officeDocument/2006/relationships/image" Target="../media/image347.png"/><Relationship Id="rId429" Type="http://schemas.openxmlformats.org/officeDocument/2006/relationships/customXml" Target="../ink/ink49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78.png"/><Relationship Id="rId440" Type="http://schemas.openxmlformats.org/officeDocument/2006/relationships/customXml" Target="../ink/ink501.xml"/><Relationship Id="rId28" Type="http://schemas.openxmlformats.org/officeDocument/2006/relationships/customXml" Target="../ink/ink293.xml"/><Relationship Id="rId275" Type="http://schemas.openxmlformats.org/officeDocument/2006/relationships/image" Target="../media/image299.png"/><Relationship Id="rId300" Type="http://schemas.openxmlformats.org/officeDocument/2006/relationships/customXml" Target="../ink/ink429.xml"/><Relationship Id="rId81" Type="http://schemas.openxmlformats.org/officeDocument/2006/relationships/image" Target="../media/image20310.png"/><Relationship Id="rId135" Type="http://schemas.openxmlformats.org/officeDocument/2006/relationships/image" Target="../media/image2290.png"/><Relationship Id="rId177" Type="http://schemas.openxmlformats.org/officeDocument/2006/relationships/image" Target="../media/image2500.png"/><Relationship Id="rId342" Type="http://schemas.openxmlformats.org/officeDocument/2006/relationships/customXml" Target="../ink/ink450.xml"/><Relationship Id="rId384" Type="http://schemas.openxmlformats.org/officeDocument/2006/relationships/customXml" Target="../ink/ink471.xml"/><Relationship Id="rId202" Type="http://schemas.openxmlformats.org/officeDocument/2006/relationships/customXml" Target="../ink/ink380.xml"/><Relationship Id="rId244" Type="http://schemas.openxmlformats.org/officeDocument/2006/relationships/customXml" Target="../ink/ink401.xml"/><Relationship Id="rId39" Type="http://schemas.openxmlformats.org/officeDocument/2006/relationships/image" Target="../media/image18210.png"/><Relationship Id="rId286" Type="http://schemas.openxmlformats.org/officeDocument/2006/relationships/customXml" Target="../ink/ink422.xml"/><Relationship Id="rId451" Type="http://schemas.openxmlformats.org/officeDocument/2006/relationships/image" Target="../media/image384.png"/><Relationship Id="rId50" Type="http://schemas.openxmlformats.org/officeDocument/2006/relationships/customXml" Target="../ink/ink304.xml"/><Relationship Id="rId104" Type="http://schemas.openxmlformats.org/officeDocument/2006/relationships/customXml" Target="../ink/ink331.xml"/><Relationship Id="rId146" Type="http://schemas.openxmlformats.org/officeDocument/2006/relationships/customXml" Target="../ink/ink352.xml"/><Relationship Id="rId188" Type="http://schemas.openxmlformats.org/officeDocument/2006/relationships/customXml" Target="../ink/ink373.xml"/><Relationship Id="rId311" Type="http://schemas.openxmlformats.org/officeDocument/2006/relationships/image" Target="../media/image317.png"/><Relationship Id="rId353" Type="http://schemas.openxmlformats.org/officeDocument/2006/relationships/image" Target="../media/image337.png"/><Relationship Id="rId395" Type="http://schemas.openxmlformats.org/officeDocument/2006/relationships/image" Target="../media/image358.png"/><Relationship Id="rId409" Type="http://schemas.openxmlformats.org/officeDocument/2006/relationships/image" Target="../media/image365.png"/><Relationship Id="rId92" Type="http://schemas.openxmlformats.org/officeDocument/2006/relationships/customXml" Target="../ink/ink325.xml"/><Relationship Id="rId213" Type="http://schemas.openxmlformats.org/officeDocument/2006/relationships/image" Target="../media/image2680.png"/><Relationship Id="rId420" Type="http://schemas.openxmlformats.org/officeDocument/2006/relationships/customXml" Target="../ink/ink489.xml"/><Relationship Id="rId255" Type="http://schemas.openxmlformats.org/officeDocument/2006/relationships/image" Target="../media/image289.png"/><Relationship Id="rId297" Type="http://schemas.openxmlformats.org/officeDocument/2006/relationships/image" Target="../media/image310.png"/><Relationship Id="rId462" Type="http://schemas.openxmlformats.org/officeDocument/2006/relationships/customXml" Target="../ink/ink512.xml"/><Relationship Id="rId115" Type="http://schemas.openxmlformats.org/officeDocument/2006/relationships/image" Target="../media/image21910.png"/><Relationship Id="rId157" Type="http://schemas.openxmlformats.org/officeDocument/2006/relationships/image" Target="../media/image2400.png"/><Relationship Id="rId322" Type="http://schemas.openxmlformats.org/officeDocument/2006/relationships/customXml" Target="../ink/ink440.xml"/><Relationship Id="rId364" Type="http://schemas.openxmlformats.org/officeDocument/2006/relationships/customXml" Target="../ink/ink46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1.png"/><Relationship Id="rId21" Type="http://schemas.openxmlformats.org/officeDocument/2006/relationships/image" Target="../media/image3830.png"/><Relationship Id="rId42" Type="http://schemas.openxmlformats.org/officeDocument/2006/relationships/customXml" Target="../ink/ink534.xml"/><Relationship Id="rId63" Type="http://schemas.openxmlformats.org/officeDocument/2006/relationships/image" Target="../media/image404.png"/><Relationship Id="rId84" Type="http://schemas.openxmlformats.org/officeDocument/2006/relationships/customXml" Target="../ink/ink555.xml"/><Relationship Id="rId138" Type="http://schemas.openxmlformats.org/officeDocument/2006/relationships/customXml" Target="../ink/ink582.xml"/><Relationship Id="rId16" Type="http://schemas.openxmlformats.org/officeDocument/2006/relationships/customXml" Target="../ink/ink521.xml"/><Relationship Id="rId107" Type="http://schemas.openxmlformats.org/officeDocument/2006/relationships/image" Target="../media/image426.png"/><Relationship Id="rId11" Type="http://schemas.openxmlformats.org/officeDocument/2006/relationships/image" Target="../media/image3780.png"/><Relationship Id="rId32" Type="http://schemas.openxmlformats.org/officeDocument/2006/relationships/customXml" Target="../ink/ink529.xml"/><Relationship Id="rId37" Type="http://schemas.openxmlformats.org/officeDocument/2006/relationships/image" Target="../media/image3910.png"/><Relationship Id="rId53" Type="http://schemas.openxmlformats.org/officeDocument/2006/relationships/image" Target="../media/image399.png"/><Relationship Id="rId58" Type="http://schemas.openxmlformats.org/officeDocument/2006/relationships/customXml" Target="../ink/ink542.xml"/><Relationship Id="rId74" Type="http://schemas.openxmlformats.org/officeDocument/2006/relationships/customXml" Target="../ink/ink550.xml"/><Relationship Id="rId79" Type="http://schemas.openxmlformats.org/officeDocument/2006/relationships/image" Target="../media/image412.png"/><Relationship Id="rId102" Type="http://schemas.openxmlformats.org/officeDocument/2006/relationships/customXml" Target="../ink/ink564.xml"/><Relationship Id="rId123" Type="http://schemas.openxmlformats.org/officeDocument/2006/relationships/image" Target="../media/image434.png"/><Relationship Id="rId128" Type="http://schemas.openxmlformats.org/officeDocument/2006/relationships/customXml" Target="../ink/ink577.xml"/><Relationship Id="rId5" Type="http://schemas.openxmlformats.org/officeDocument/2006/relationships/image" Target="../media/image3750.png"/><Relationship Id="rId90" Type="http://schemas.openxmlformats.org/officeDocument/2006/relationships/customXml" Target="../ink/ink558.xml"/><Relationship Id="rId95" Type="http://schemas.openxmlformats.org/officeDocument/2006/relationships/image" Target="../media/image420.png"/><Relationship Id="rId22" Type="http://schemas.openxmlformats.org/officeDocument/2006/relationships/customXml" Target="../ink/ink524.xml"/><Relationship Id="rId27" Type="http://schemas.openxmlformats.org/officeDocument/2006/relationships/image" Target="../media/image3860.png"/><Relationship Id="rId43" Type="http://schemas.openxmlformats.org/officeDocument/2006/relationships/image" Target="../media/image394.png"/><Relationship Id="rId48" Type="http://schemas.openxmlformats.org/officeDocument/2006/relationships/customXml" Target="../ink/ink537.xml"/><Relationship Id="rId64" Type="http://schemas.openxmlformats.org/officeDocument/2006/relationships/customXml" Target="../ink/ink545.xml"/><Relationship Id="rId69" Type="http://schemas.openxmlformats.org/officeDocument/2006/relationships/image" Target="../media/image407.png"/><Relationship Id="rId113" Type="http://schemas.openxmlformats.org/officeDocument/2006/relationships/image" Target="../media/image429.png"/><Relationship Id="rId118" Type="http://schemas.openxmlformats.org/officeDocument/2006/relationships/customXml" Target="../ink/ink572.xml"/><Relationship Id="rId134" Type="http://schemas.openxmlformats.org/officeDocument/2006/relationships/customXml" Target="../ink/ink580.xml"/><Relationship Id="rId139" Type="http://schemas.openxmlformats.org/officeDocument/2006/relationships/image" Target="../media/image442.png"/><Relationship Id="rId80" Type="http://schemas.openxmlformats.org/officeDocument/2006/relationships/customXml" Target="../ink/ink553.xml"/><Relationship Id="rId85" Type="http://schemas.openxmlformats.org/officeDocument/2006/relationships/image" Target="../media/image415.png"/><Relationship Id="rId12" Type="http://schemas.openxmlformats.org/officeDocument/2006/relationships/customXml" Target="../ink/ink519.xml"/><Relationship Id="rId17" Type="http://schemas.openxmlformats.org/officeDocument/2006/relationships/image" Target="../media/image3810.png"/><Relationship Id="rId33" Type="http://schemas.openxmlformats.org/officeDocument/2006/relationships/image" Target="../media/image3890.png"/><Relationship Id="rId38" Type="http://schemas.openxmlformats.org/officeDocument/2006/relationships/customXml" Target="../ink/ink532.xml"/><Relationship Id="rId59" Type="http://schemas.openxmlformats.org/officeDocument/2006/relationships/image" Target="../media/image402.png"/><Relationship Id="rId103" Type="http://schemas.openxmlformats.org/officeDocument/2006/relationships/image" Target="../media/image424.png"/><Relationship Id="rId108" Type="http://schemas.openxmlformats.org/officeDocument/2006/relationships/customXml" Target="../ink/ink567.xml"/><Relationship Id="rId124" Type="http://schemas.openxmlformats.org/officeDocument/2006/relationships/customXml" Target="../ink/ink575.xml"/><Relationship Id="rId129" Type="http://schemas.openxmlformats.org/officeDocument/2006/relationships/image" Target="../media/image437.png"/><Relationship Id="rId54" Type="http://schemas.openxmlformats.org/officeDocument/2006/relationships/customXml" Target="../ink/ink540.xml"/><Relationship Id="rId70" Type="http://schemas.openxmlformats.org/officeDocument/2006/relationships/customXml" Target="../ink/ink548.xml"/><Relationship Id="rId75" Type="http://schemas.openxmlformats.org/officeDocument/2006/relationships/image" Target="../media/image410.png"/><Relationship Id="rId91" Type="http://schemas.openxmlformats.org/officeDocument/2006/relationships/image" Target="../media/image418.png"/><Relationship Id="rId96" Type="http://schemas.openxmlformats.org/officeDocument/2006/relationships/customXml" Target="../ink/ink5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6.xml"/><Relationship Id="rId23" Type="http://schemas.openxmlformats.org/officeDocument/2006/relationships/image" Target="../media/image3840.png"/><Relationship Id="rId28" Type="http://schemas.openxmlformats.org/officeDocument/2006/relationships/customXml" Target="../ink/ink527.xml"/><Relationship Id="rId49" Type="http://schemas.openxmlformats.org/officeDocument/2006/relationships/image" Target="../media/image397.png"/><Relationship Id="rId114" Type="http://schemas.openxmlformats.org/officeDocument/2006/relationships/customXml" Target="../ink/ink570.xml"/><Relationship Id="rId119" Type="http://schemas.openxmlformats.org/officeDocument/2006/relationships/image" Target="../media/image432.png"/><Relationship Id="rId44" Type="http://schemas.openxmlformats.org/officeDocument/2006/relationships/customXml" Target="../ink/ink535.xml"/><Relationship Id="rId60" Type="http://schemas.openxmlformats.org/officeDocument/2006/relationships/customXml" Target="../ink/ink543.xml"/><Relationship Id="rId65" Type="http://schemas.openxmlformats.org/officeDocument/2006/relationships/image" Target="../media/image405.png"/><Relationship Id="rId81" Type="http://schemas.openxmlformats.org/officeDocument/2006/relationships/image" Target="../media/image413.png"/><Relationship Id="rId86" Type="http://schemas.openxmlformats.org/officeDocument/2006/relationships/customXml" Target="../ink/ink556.xml"/><Relationship Id="rId130" Type="http://schemas.openxmlformats.org/officeDocument/2006/relationships/customXml" Target="../ink/ink578.xml"/><Relationship Id="rId135" Type="http://schemas.openxmlformats.org/officeDocument/2006/relationships/image" Target="../media/image440.png"/><Relationship Id="rId13" Type="http://schemas.openxmlformats.org/officeDocument/2006/relationships/image" Target="../media/image3790.png"/><Relationship Id="rId18" Type="http://schemas.openxmlformats.org/officeDocument/2006/relationships/customXml" Target="../ink/ink522.xml"/><Relationship Id="rId39" Type="http://schemas.openxmlformats.org/officeDocument/2006/relationships/image" Target="../media/image392.png"/><Relationship Id="rId109" Type="http://schemas.openxmlformats.org/officeDocument/2006/relationships/image" Target="../media/image427.png"/><Relationship Id="rId34" Type="http://schemas.openxmlformats.org/officeDocument/2006/relationships/customXml" Target="../ink/ink530.xml"/><Relationship Id="rId50" Type="http://schemas.openxmlformats.org/officeDocument/2006/relationships/customXml" Target="../ink/ink538.xml"/><Relationship Id="rId55" Type="http://schemas.openxmlformats.org/officeDocument/2006/relationships/image" Target="../media/image400.png"/><Relationship Id="rId76" Type="http://schemas.openxmlformats.org/officeDocument/2006/relationships/customXml" Target="../ink/ink551.xml"/><Relationship Id="rId97" Type="http://schemas.openxmlformats.org/officeDocument/2006/relationships/image" Target="../media/image421.png"/><Relationship Id="rId104" Type="http://schemas.openxmlformats.org/officeDocument/2006/relationships/customXml" Target="../ink/ink565.xml"/><Relationship Id="rId120" Type="http://schemas.openxmlformats.org/officeDocument/2006/relationships/customXml" Target="../ink/ink573.xml"/><Relationship Id="rId125" Type="http://schemas.openxmlformats.org/officeDocument/2006/relationships/image" Target="../media/image435.png"/><Relationship Id="rId7" Type="http://schemas.openxmlformats.org/officeDocument/2006/relationships/image" Target="../media/image3760.png"/><Relationship Id="rId71" Type="http://schemas.openxmlformats.org/officeDocument/2006/relationships/image" Target="../media/image408.png"/><Relationship Id="rId92" Type="http://schemas.openxmlformats.org/officeDocument/2006/relationships/customXml" Target="../ink/ink559.xml"/><Relationship Id="rId2" Type="http://schemas.openxmlformats.org/officeDocument/2006/relationships/customXml" Target="../ink/ink514.xml"/><Relationship Id="rId29" Type="http://schemas.openxmlformats.org/officeDocument/2006/relationships/image" Target="../media/image3870.png"/><Relationship Id="rId24" Type="http://schemas.openxmlformats.org/officeDocument/2006/relationships/customXml" Target="../ink/ink525.xml"/><Relationship Id="rId40" Type="http://schemas.openxmlformats.org/officeDocument/2006/relationships/customXml" Target="../ink/ink533.xml"/><Relationship Id="rId45" Type="http://schemas.openxmlformats.org/officeDocument/2006/relationships/image" Target="../media/image395.png"/><Relationship Id="rId66" Type="http://schemas.openxmlformats.org/officeDocument/2006/relationships/customXml" Target="../ink/ink546.xml"/><Relationship Id="rId87" Type="http://schemas.openxmlformats.org/officeDocument/2006/relationships/image" Target="../media/image416.png"/><Relationship Id="rId110" Type="http://schemas.openxmlformats.org/officeDocument/2006/relationships/customXml" Target="../ink/ink568.xml"/><Relationship Id="rId115" Type="http://schemas.openxmlformats.org/officeDocument/2006/relationships/image" Target="../media/image430.png"/><Relationship Id="rId131" Type="http://schemas.openxmlformats.org/officeDocument/2006/relationships/image" Target="../media/image438.png"/><Relationship Id="rId136" Type="http://schemas.openxmlformats.org/officeDocument/2006/relationships/customXml" Target="../ink/ink581.xml"/><Relationship Id="rId61" Type="http://schemas.openxmlformats.org/officeDocument/2006/relationships/image" Target="../media/image403.png"/><Relationship Id="rId82" Type="http://schemas.openxmlformats.org/officeDocument/2006/relationships/customXml" Target="../ink/ink554.xml"/><Relationship Id="rId19" Type="http://schemas.openxmlformats.org/officeDocument/2006/relationships/image" Target="../media/image3820.png"/><Relationship Id="rId14" Type="http://schemas.openxmlformats.org/officeDocument/2006/relationships/customXml" Target="../ink/ink520.xml"/><Relationship Id="rId30" Type="http://schemas.openxmlformats.org/officeDocument/2006/relationships/customXml" Target="../ink/ink528.xml"/><Relationship Id="rId35" Type="http://schemas.openxmlformats.org/officeDocument/2006/relationships/image" Target="../media/image3900.png"/><Relationship Id="rId56" Type="http://schemas.openxmlformats.org/officeDocument/2006/relationships/customXml" Target="../ink/ink541.xml"/><Relationship Id="rId77" Type="http://schemas.openxmlformats.org/officeDocument/2006/relationships/image" Target="../media/image411.png"/><Relationship Id="rId100" Type="http://schemas.openxmlformats.org/officeDocument/2006/relationships/customXml" Target="../ink/ink563.xml"/><Relationship Id="rId105" Type="http://schemas.openxmlformats.org/officeDocument/2006/relationships/image" Target="../media/image425.png"/><Relationship Id="rId126" Type="http://schemas.openxmlformats.org/officeDocument/2006/relationships/customXml" Target="../ink/ink576.xml"/><Relationship Id="rId8" Type="http://schemas.openxmlformats.org/officeDocument/2006/relationships/customXml" Target="../ink/ink517.xml"/><Relationship Id="rId51" Type="http://schemas.openxmlformats.org/officeDocument/2006/relationships/image" Target="../media/image398.png"/><Relationship Id="rId72" Type="http://schemas.openxmlformats.org/officeDocument/2006/relationships/customXml" Target="../ink/ink549.xml"/><Relationship Id="rId93" Type="http://schemas.openxmlformats.org/officeDocument/2006/relationships/image" Target="../media/image419.png"/><Relationship Id="rId98" Type="http://schemas.openxmlformats.org/officeDocument/2006/relationships/customXml" Target="../ink/ink562.xml"/><Relationship Id="rId121" Type="http://schemas.openxmlformats.org/officeDocument/2006/relationships/image" Target="../media/image433.png"/><Relationship Id="rId3" Type="http://schemas.openxmlformats.org/officeDocument/2006/relationships/image" Target="../media/image3740.png"/><Relationship Id="rId25" Type="http://schemas.openxmlformats.org/officeDocument/2006/relationships/image" Target="../media/image3850.png"/><Relationship Id="rId46" Type="http://schemas.openxmlformats.org/officeDocument/2006/relationships/customXml" Target="../ink/ink536.xml"/><Relationship Id="rId67" Type="http://schemas.openxmlformats.org/officeDocument/2006/relationships/image" Target="../media/image406.png"/><Relationship Id="rId116" Type="http://schemas.openxmlformats.org/officeDocument/2006/relationships/customXml" Target="../ink/ink571.xml"/><Relationship Id="rId137" Type="http://schemas.openxmlformats.org/officeDocument/2006/relationships/image" Target="../media/image441.png"/><Relationship Id="rId20" Type="http://schemas.openxmlformats.org/officeDocument/2006/relationships/customXml" Target="../ink/ink523.xml"/><Relationship Id="rId41" Type="http://schemas.openxmlformats.org/officeDocument/2006/relationships/image" Target="../media/image393.png"/><Relationship Id="rId62" Type="http://schemas.openxmlformats.org/officeDocument/2006/relationships/customXml" Target="../ink/ink544.xml"/><Relationship Id="rId83" Type="http://schemas.openxmlformats.org/officeDocument/2006/relationships/image" Target="../media/image414.png"/><Relationship Id="rId88" Type="http://schemas.openxmlformats.org/officeDocument/2006/relationships/customXml" Target="../ink/ink557.xml"/><Relationship Id="rId111" Type="http://schemas.openxmlformats.org/officeDocument/2006/relationships/image" Target="../media/image428.png"/><Relationship Id="rId132" Type="http://schemas.openxmlformats.org/officeDocument/2006/relationships/customXml" Target="../ink/ink579.xml"/><Relationship Id="rId15" Type="http://schemas.openxmlformats.org/officeDocument/2006/relationships/image" Target="../media/image3800.png"/><Relationship Id="rId36" Type="http://schemas.openxmlformats.org/officeDocument/2006/relationships/customXml" Target="../ink/ink531.xml"/><Relationship Id="rId57" Type="http://schemas.openxmlformats.org/officeDocument/2006/relationships/image" Target="../media/image401.png"/><Relationship Id="rId106" Type="http://schemas.openxmlformats.org/officeDocument/2006/relationships/customXml" Target="../ink/ink566.xml"/><Relationship Id="rId127" Type="http://schemas.openxmlformats.org/officeDocument/2006/relationships/image" Target="../media/image436.png"/><Relationship Id="rId10" Type="http://schemas.openxmlformats.org/officeDocument/2006/relationships/customXml" Target="../ink/ink518.xml"/><Relationship Id="rId31" Type="http://schemas.openxmlformats.org/officeDocument/2006/relationships/image" Target="../media/image3880.png"/><Relationship Id="rId52" Type="http://schemas.openxmlformats.org/officeDocument/2006/relationships/customXml" Target="../ink/ink539.xml"/><Relationship Id="rId73" Type="http://schemas.openxmlformats.org/officeDocument/2006/relationships/image" Target="../media/image409.png"/><Relationship Id="rId78" Type="http://schemas.openxmlformats.org/officeDocument/2006/relationships/customXml" Target="../ink/ink552.xml"/><Relationship Id="rId94" Type="http://schemas.openxmlformats.org/officeDocument/2006/relationships/customXml" Target="../ink/ink560.xml"/><Relationship Id="rId99" Type="http://schemas.openxmlformats.org/officeDocument/2006/relationships/image" Target="../media/image422.png"/><Relationship Id="rId101" Type="http://schemas.openxmlformats.org/officeDocument/2006/relationships/image" Target="../media/image423.png"/><Relationship Id="rId122" Type="http://schemas.openxmlformats.org/officeDocument/2006/relationships/customXml" Target="../ink/ink574.xml"/><Relationship Id="rId4" Type="http://schemas.openxmlformats.org/officeDocument/2006/relationships/customXml" Target="../ink/ink515.xml"/><Relationship Id="rId9" Type="http://schemas.openxmlformats.org/officeDocument/2006/relationships/image" Target="../media/image3770.png"/><Relationship Id="rId26" Type="http://schemas.openxmlformats.org/officeDocument/2006/relationships/customXml" Target="../ink/ink526.xml"/><Relationship Id="rId47" Type="http://schemas.openxmlformats.org/officeDocument/2006/relationships/image" Target="../media/image396.png"/><Relationship Id="rId68" Type="http://schemas.openxmlformats.org/officeDocument/2006/relationships/customXml" Target="../ink/ink547.xml"/><Relationship Id="rId89" Type="http://schemas.openxmlformats.org/officeDocument/2006/relationships/image" Target="../media/image417.png"/><Relationship Id="rId112" Type="http://schemas.openxmlformats.org/officeDocument/2006/relationships/customXml" Target="../ink/ink569.xml"/><Relationship Id="rId133" Type="http://schemas.openxmlformats.org/officeDocument/2006/relationships/image" Target="../media/image439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0.png"/><Relationship Id="rId299" Type="http://schemas.openxmlformats.org/officeDocument/2006/relationships/image" Target="../media/image591.png"/><Relationship Id="rId21" Type="http://schemas.openxmlformats.org/officeDocument/2006/relationships/image" Target="../media/image452.png"/><Relationship Id="rId63" Type="http://schemas.openxmlformats.org/officeDocument/2006/relationships/image" Target="../media/image473.png"/><Relationship Id="rId159" Type="http://schemas.openxmlformats.org/officeDocument/2006/relationships/image" Target="../media/image521.png"/><Relationship Id="rId324" Type="http://schemas.openxmlformats.org/officeDocument/2006/relationships/customXml" Target="../ink/ink744.xml"/><Relationship Id="rId170" Type="http://schemas.openxmlformats.org/officeDocument/2006/relationships/customXml" Target="../ink/ink667.xml"/><Relationship Id="rId226" Type="http://schemas.openxmlformats.org/officeDocument/2006/relationships/customXml" Target="../ink/ink695.xml"/><Relationship Id="rId268" Type="http://schemas.openxmlformats.org/officeDocument/2006/relationships/customXml" Target="../ink/ink716.xml"/><Relationship Id="rId32" Type="http://schemas.openxmlformats.org/officeDocument/2006/relationships/customXml" Target="../ink/ink598.xml"/><Relationship Id="rId74" Type="http://schemas.openxmlformats.org/officeDocument/2006/relationships/customXml" Target="../ink/ink619.xml"/><Relationship Id="rId128" Type="http://schemas.openxmlformats.org/officeDocument/2006/relationships/customXml" Target="../ink/ink646.xml"/><Relationship Id="rId335" Type="http://schemas.openxmlformats.org/officeDocument/2006/relationships/image" Target="../media/image609.png"/><Relationship Id="rId5" Type="http://schemas.openxmlformats.org/officeDocument/2006/relationships/image" Target="../media/image444.png"/><Relationship Id="rId181" Type="http://schemas.openxmlformats.org/officeDocument/2006/relationships/image" Target="../media/image532.png"/><Relationship Id="rId237" Type="http://schemas.openxmlformats.org/officeDocument/2006/relationships/image" Target="../media/image560.png"/><Relationship Id="rId279" Type="http://schemas.openxmlformats.org/officeDocument/2006/relationships/image" Target="../media/image581.png"/><Relationship Id="rId43" Type="http://schemas.openxmlformats.org/officeDocument/2006/relationships/image" Target="../media/image463.png"/><Relationship Id="rId139" Type="http://schemas.openxmlformats.org/officeDocument/2006/relationships/image" Target="../media/image511.png"/><Relationship Id="rId290" Type="http://schemas.openxmlformats.org/officeDocument/2006/relationships/customXml" Target="../ink/ink727.xml"/><Relationship Id="rId304" Type="http://schemas.openxmlformats.org/officeDocument/2006/relationships/customXml" Target="../ink/ink734.xml"/><Relationship Id="rId85" Type="http://schemas.openxmlformats.org/officeDocument/2006/relationships/image" Target="../media/image484.png"/><Relationship Id="rId150" Type="http://schemas.openxmlformats.org/officeDocument/2006/relationships/customXml" Target="../ink/ink657.xml"/><Relationship Id="rId192" Type="http://schemas.openxmlformats.org/officeDocument/2006/relationships/customXml" Target="../ink/ink678.xml"/><Relationship Id="rId206" Type="http://schemas.openxmlformats.org/officeDocument/2006/relationships/customXml" Target="../ink/ink685.xml"/><Relationship Id="rId248" Type="http://schemas.openxmlformats.org/officeDocument/2006/relationships/customXml" Target="../ink/ink706.xml"/><Relationship Id="rId12" Type="http://schemas.openxmlformats.org/officeDocument/2006/relationships/customXml" Target="../ink/ink588.xml"/><Relationship Id="rId108" Type="http://schemas.openxmlformats.org/officeDocument/2006/relationships/customXml" Target="../ink/ink636.xml"/><Relationship Id="rId315" Type="http://schemas.openxmlformats.org/officeDocument/2006/relationships/image" Target="../media/image599.png"/><Relationship Id="rId54" Type="http://schemas.openxmlformats.org/officeDocument/2006/relationships/customXml" Target="../ink/ink609.xml"/><Relationship Id="rId96" Type="http://schemas.openxmlformats.org/officeDocument/2006/relationships/customXml" Target="../ink/ink630.xml"/><Relationship Id="rId161" Type="http://schemas.openxmlformats.org/officeDocument/2006/relationships/image" Target="../media/image522.png"/><Relationship Id="rId217" Type="http://schemas.openxmlformats.org/officeDocument/2006/relationships/image" Target="../media/image550.png"/><Relationship Id="rId259" Type="http://schemas.openxmlformats.org/officeDocument/2006/relationships/image" Target="../media/image571.png"/><Relationship Id="rId23" Type="http://schemas.openxmlformats.org/officeDocument/2006/relationships/image" Target="../media/image453.png"/><Relationship Id="rId119" Type="http://schemas.openxmlformats.org/officeDocument/2006/relationships/image" Target="../media/image501.png"/><Relationship Id="rId270" Type="http://schemas.openxmlformats.org/officeDocument/2006/relationships/customXml" Target="../ink/ink717.xml"/><Relationship Id="rId326" Type="http://schemas.openxmlformats.org/officeDocument/2006/relationships/customXml" Target="../ink/ink745.xml"/><Relationship Id="rId65" Type="http://schemas.openxmlformats.org/officeDocument/2006/relationships/image" Target="../media/image474.png"/><Relationship Id="rId130" Type="http://schemas.openxmlformats.org/officeDocument/2006/relationships/customXml" Target="../ink/ink647.xml"/><Relationship Id="rId172" Type="http://schemas.openxmlformats.org/officeDocument/2006/relationships/customXml" Target="../ink/ink668.xml"/><Relationship Id="rId228" Type="http://schemas.openxmlformats.org/officeDocument/2006/relationships/customXml" Target="../ink/ink696.xml"/><Relationship Id="rId281" Type="http://schemas.openxmlformats.org/officeDocument/2006/relationships/image" Target="../media/image582.png"/><Relationship Id="rId337" Type="http://schemas.openxmlformats.org/officeDocument/2006/relationships/image" Target="../media/image610.png"/><Relationship Id="rId34" Type="http://schemas.openxmlformats.org/officeDocument/2006/relationships/customXml" Target="../ink/ink599.xml"/><Relationship Id="rId76" Type="http://schemas.openxmlformats.org/officeDocument/2006/relationships/customXml" Target="../ink/ink620.xml"/><Relationship Id="rId141" Type="http://schemas.openxmlformats.org/officeDocument/2006/relationships/image" Target="../media/image512.png"/><Relationship Id="rId7" Type="http://schemas.openxmlformats.org/officeDocument/2006/relationships/image" Target="../media/image445.png"/><Relationship Id="rId183" Type="http://schemas.openxmlformats.org/officeDocument/2006/relationships/image" Target="../media/image533.png"/><Relationship Id="rId239" Type="http://schemas.openxmlformats.org/officeDocument/2006/relationships/image" Target="../media/image561.png"/><Relationship Id="rId250" Type="http://schemas.openxmlformats.org/officeDocument/2006/relationships/customXml" Target="../ink/ink707.xml"/><Relationship Id="rId292" Type="http://schemas.openxmlformats.org/officeDocument/2006/relationships/customXml" Target="../ink/ink728.xml"/><Relationship Id="rId306" Type="http://schemas.openxmlformats.org/officeDocument/2006/relationships/customXml" Target="../ink/ink735.xml"/><Relationship Id="rId45" Type="http://schemas.openxmlformats.org/officeDocument/2006/relationships/image" Target="../media/image464.png"/><Relationship Id="rId87" Type="http://schemas.openxmlformats.org/officeDocument/2006/relationships/image" Target="../media/image485.png"/><Relationship Id="rId110" Type="http://schemas.openxmlformats.org/officeDocument/2006/relationships/customXml" Target="../ink/ink637.xml"/><Relationship Id="rId152" Type="http://schemas.openxmlformats.org/officeDocument/2006/relationships/customXml" Target="../ink/ink658.xml"/><Relationship Id="rId194" Type="http://schemas.openxmlformats.org/officeDocument/2006/relationships/customXml" Target="../ink/ink679.xml"/><Relationship Id="rId208" Type="http://schemas.openxmlformats.org/officeDocument/2006/relationships/customXml" Target="../ink/ink686.xml"/><Relationship Id="rId240" Type="http://schemas.openxmlformats.org/officeDocument/2006/relationships/customXml" Target="../ink/ink702.xml"/><Relationship Id="rId261" Type="http://schemas.openxmlformats.org/officeDocument/2006/relationships/image" Target="../media/image572.png"/><Relationship Id="rId14" Type="http://schemas.openxmlformats.org/officeDocument/2006/relationships/customXml" Target="../ink/ink589.xml"/><Relationship Id="rId35" Type="http://schemas.openxmlformats.org/officeDocument/2006/relationships/image" Target="../media/image459.png"/><Relationship Id="rId56" Type="http://schemas.openxmlformats.org/officeDocument/2006/relationships/customXml" Target="../ink/ink610.xml"/><Relationship Id="rId77" Type="http://schemas.openxmlformats.org/officeDocument/2006/relationships/image" Target="../media/image480.png"/><Relationship Id="rId100" Type="http://schemas.openxmlformats.org/officeDocument/2006/relationships/customXml" Target="../ink/ink632.xml"/><Relationship Id="rId282" Type="http://schemas.openxmlformats.org/officeDocument/2006/relationships/customXml" Target="../ink/ink723.xml"/><Relationship Id="rId317" Type="http://schemas.openxmlformats.org/officeDocument/2006/relationships/image" Target="../media/image600.png"/><Relationship Id="rId338" Type="http://schemas.openxmlformats.org/officeDocument/2006/relationships/customXml" Target="../ink/ink751.xml"/><Relationship Id="rId8" Type="http://schemas.openxmlformats.org/officeDocument/2006/relationships/customXml" Target="../ink/ink586.xml"/><Relationship Id="rId98" Type="http://schemas.openxmlformats.org/officeDocument/2006/relationships/customXml" Target="../ink/ink631.xml"/><Relationship Id="rId121" Type="http://schemas.openxmlformats.org/officeDocument/2006/relationships/image" Target="../media/image502.png"/><Relationship Id="rId142" Type="http://schemas.openxmlformats.org/officeDocument/2006/relationships/customXml" Target="../ink/ink653.xml"/><Relationship Id="rId163" Type="http://schemas.openxmlformats.org/officeDocument/2006/relationships/image" Target="../media/image523.png"/><Relationship Id="rId184" Type="http://schemas.openxmlformats.org/officeDocument/2006/relationships/customXml" Target="../ink/ink674.xml"/><Relationship Id="rId219" Type="http://schemas.openxmlformats.org/officeDocument/2006/relationships/image" Target="../media/image551.png"/><Relationship Id="rId230" Type="http://schemas.openxmlformats.org/officeDocument/2006/relationships/customXml" Target="../ink/ink697.xml"/><Relationship Id="rId251" Type="http://schemas.openxmlformats.org/officeDocument/2006/relationships/image" Target="../media/image567.png"/><Relationship Id="rId25" Type="http://schemas.openxmlformats.org/officeDocument/2006/relationships/image" Target="../media/image454.png"/><Relationship Id="rId46" Type="http://schemas.openxmlformats.org/officeDocument/2006/relationships/customXml" Target="../ink/ink605.xml"/><Relationship Id="rId67" Type="http://schemas.openxmlformats.org/officeDocument/2006/relationships/image" Target="../media/image475.png"/><Relationship Id="rId272" Type="http://schemas.openxmlformats.org/officeDocument/2006/relationships/customXml" Target="../ink/ink718.xml"/><Relationship Id="rId293" Type="http://schemas.openxmlformats.org/officeDocument/2006/relationships/image" Target="../media/image588.png"/><Relationship Id="rId307" Type="http://schemas.openxmlformats.org/officeDocument/2006/relationships/image" Target="../media/image595.png"/><Relationship Id="rId328" Type="http://schemas.openxmlformats.org/officeDocument/2006/relationships/customXml" Target="../ink/ink746.xml"/><Relationship Id="rId88" Type="http://schemas.openxmlformats.org/officeDocument/2006/relationships/customXml" Target="../ink/ink626.xml"/><Relationship Id="rId111" Type="http://schemas.openxmlformats.org/officeDocument/2006/relationships/image" Target="../media/image497.png"/><Relationship Id="rId132" Type="http://schemas.openxmlformats.org/officeDocument/2006/relationships/customXml" Target="../ink/ink648.xml"/><Relationship Id="rId153" Type="http://schemas.openxmlformats.org/officeDocument/2006/relationships/image" Target="../media/image518.png"/><Relationship Id="rId174" Type="http://schemas.openxmlformats.org/officeDocument/2006/relationships/customXml" Target="../ink/ink669.xml"/><Relationship Id="rId195" Type="http://schemas.openxmlformats.org/officeDocument/2006/relationships/image" Target="../media/image539.png"/><Relationship Id="rId209" Type="http://schemas.openxmlformats.org/officeDocument/2006/relationships/image" Target="../media/image546.png"/><Relationship Id="rId220" Type="http://schemas.openxmlformats.org/officeDocument/2006/relationships/customXml" Target="../ink/ink692.xml"/><Relationship Id="rId241" Type="http://schemas.openxmlformats.org/officeDocument/2006/relationships/image" Target="../media/image562.png"/><Relationship Id="rId15" Type="http://schemas.openxmlformats.org/officeDocument/2006/relationships/image" Target="../media/image449.png"/><Relationship Id="rId36" Type="http://schemas.openxmlformats.org/officeDocument/2006/relationships/customXml" Target="../ink/ink600.xml"/><Relationship Id="rId57" Type="http://schemas.openxmlformats.org/officeDocument/2006/relationships/image" Target="../media/image470.png"/><Relationship Id="rId262" Type="http://schemas.openxmlformats.org/officeDocument/2006/relationships/customXml" Target="../ink/ink713.xml"/><Relationship Id="rId283" Type="http://schemas.openxmlformats.org/officeDocument/2006/relationships/image" Target="../media/image583.png"/><Relationship Id="rId318" Type="http://schemas.openxmlformats.org/officeDocument/2006/relationships/customXml" Target="../ink/ink741.xml"/><Relationship Id="rId339" Type="http://schemas.openxmlformats.org/officeDocument/2006/relationships/image" Target="../media/image611.png"/><Relationship Id="rId78" Type="http://schemas.openxmlformats.org/officeDocument/2006/relationships/customXml" Target="../ink/ink621.xml"/><Relationship Id="rId99" Type="http://schemas.openxmlformats.org/officeDocument/2006/relationships/image" Target="../media/image491.png"/><Relationship Id="rId101" Type="http://schemas.openxmlformats.org/officeDocument/2006/relationships/image" Target="../media/image492.png"/><Relationship Id="rId122" Type="http://schemas.openxmlformats.org/officeDocument/2006/relationships/customXml" Target="../ink/ink643.xml"/><Relationship Id="rId143" Type="http://schemas.openxmlformats.org/officeDocument/2006/relationships/image" Target="../media/image513.png"/><Relationship Id="rId164" Type="http://schemas.openxmlformats.org/officeDocument/2006/relationships/customXml" Target="../ink/ink664.xml"/><Relationship Id="rId185" Type="http://schemas.openxmlformats.org/officeDocument/2006/relationships/image" Target="../media/image534.png"/><Relationship Id="rId9" Type="http://schemas.openxmlformats.org/officeDocument/2006/relationships/image" Target="../media/image446.png"/><Relationship Id="rId210" Type="http://schemas.openxmlformats.org/officeDocument/2006/relationships/customXml" Target="../ink/ink687.xml"/><Relationship Id="rId26" Type="http://schemas.openxmlformats.org/officeDocument/2006/relationships/customXml" Target="../ink/ink595.xml"/><Relationship Id="rId231" Type="http://schemas.openxmlformats.org/officeDocument/2006/relationships/image" Target="../media/image557.png"/><Relationship Id="rId252" Type="http://schemas.openxmlformats.org/officeDocument/2006/relationships/customXml" Target="../ink/ink708.xml"/><Relationship Id="rId273" Type="http://schemas.openxmlformats.org/officeDocument/2006/relationships/image" Target="../media/image578.png"/><Relationship Id="rId294" Type="http://schemas.openxmlformats.org/officeDocument/2006/relationships/customXml" Target="../ink/ink729.xml"/><Relationship Id="rId308" Type="http://schemas.openxmlformats.org/officeDocument/2006/relationships/customXml" Target="../ink/ink736.xml"/><Relationship Id="rId329" Type="http://schemas.openxmlformats.org/officeDocument/2006/relationships/image" Target="../media/image606.png"/><Relationship Id="rId47" Type="http://schemas.openxmlformats.org/officeDocument/2006/relationships/image" Target="../media/image465.png"/><Relationship Id="rId68" Type="http://schemas.openxmlformats.org/officeDocument/2006/relationships/customXml" Target="../ink/ink616.xml"/><Relationship Id="rId89" Type="http://schemas.openxmlformats.org/officeDocument/2006/relationships/image" Target="../media/image486.png"/><Relationship Id="rId112" Type="http://schemas.openxmlformats.org/officeDocument/2006/relationships/customXml" Target="../ink/ink638.xml"/><Relationship Id="rId133" Type="http://schemas.openxmlformats.org/officeDocument/2006/relationships/image" Target="../media/image508.png"/><Relationship Id="rId154" Type="http://schemas.openxmlformats.org/officeDocument/2006/relationships/customXml" Target="../ink/ink659.xml"/><Relationship Id="rId175" Type="http://schemas.openxmlformats.org/officeDocument/2006/relationships/image" Target="../media/image529.png"/><Relationship Id="rId340" Type="http://schemas.openxmlformats.org/officeDocument/2006/relationships/customXml" Target="../ink/ink752.xml"/><Relationship Id="rId196" Type="http://schemas.openxmlformats.org/officeDocument/2006/relationships/customXml" Target="../ink/ink680.xml"/><Relationship Id="rId200" Type="http://schemas.openxmlformats.org/officeDocument/2006/relationships/customXml" Target="../ink/ink682.xml"/><Relationship Id="rId16" Type="http://schemas.openxmlformats.org/officeDocument/2006/relationships/customXml" Target="../ink/ink590.xml"/><Relationship Id="rId221" Type="http://schemas.openxmlformats.org/officeDocument/2006/relationships/image" Target="../media/image552.png"/><Relationship Id="rId242" Type="http://schemas.openxmlformats.org/officeDocument/2006/relationships/customXml" Target="../ink/ink703.xml"/><Relationship Id="rId263" Type="http://schemas.openxmlformats.org/officeDocument/2006/relationships/image" Target="../media/image573.png"/><Relationship Id="rId284" Type="http://schemas.openxmlformats.org/officeDocument/2006/relationships/customXml" Target="../ink/ink724.xml"/><Relationship Id="rId319" Type="http://schemas.openxmlformats.org/officeDocument/2006/relationships/image" Target="../media/image601.png"/><Relationship Id="rId37" Type="http://schemas.openxmlformats.org/officeDocument/2006/relationships/image" Target="../media/image460.png"/><Relationship Id="rId58" Type="http://schemas.openxmlformats.org/officeDocument/2006/relationships/customXml" Target="../ink/ink611.xml"/><Relationship Id="rId79" Type="http://schemas.openxmlformats.org/officeDocument/2006/relationships/image" Target="../media/image481.png"/><Relationship Id="rId102" Type="http://schemas.openxmlformats.org/officeDocument/2006/relationships/customXml" Target="../ink/ink633.xml"/><Relationship Id="rId123" Type="http://schemas.openxmlformats.org/officeDocument/2006/relationships/image" Target="../media/image503.png"/><Relationship Id="rId144" Type="http://schemas.openxmlformats.org/officeDocument/2006/relationships/customXml" Target="../ink/ink654.xml"/><Relationship Id="rId330" Type="http://schemas.openxmlformats.org/officeDocument/2006/relationships/customXml" Target="../ink/ink747.xml"/><Relationship Id="rId90" Type="http://schemas.openxmlformats.org/officeDocument/2006/relationships/customXml" Target="../ink/ink627.xml"/><Relationship Id="rId165" Type="http://schemas.openxmlformats.org/officeDocument/2006/relationships/image" Target="../media/image524.png"/><Relationship Id="rId186" Type="http://schemas.openxmlformats.org/officeDocument/2006/relationships/customXml" Target="../ink/ink675.xml"/><Relationship Id="rId211" Type="http://schemas.openxmlformats.org/officeDocument/2006/relationships/image" Target="../media/image547.png"/><Relationship Id="rId232" Type="http://schemas.openxmlformats.org/officeDocument/2006/relationships/customXml" Target="../ink/ink698.xml"/><Relationship Id="rId253" Type="http://schemas.openxmlformats.org/officeDocument/2006/relationships/image" Target="../media/image568.png"/><Relationship Id="rId274" Type="http://schemas.openxmlformats.org/officeDocument/2006/relationships/customXml" Target="../ink/ink719.xml"/><Relationship Id="rId295" Type="http://schemas.openxmlformats.org/officeDocument/2006/relationships/image" Target="../media/image589.png"/><Relationship Id="rId309" Type="http://schemas.openxmlformats.org/officeDocument/2006/relationships/image" Target="../media/image596.png"/><Relationship Id="rId27" Type="http://schemas.openxmlformats.org/officeDocument/2006/relationships/image" Target="../media/image455.png"/><Relationship Id="rId48" Type="http://schemas.openxmlformats.org/officeDocument/2006/relationships/customXml" Target="../ink/ink606.xml"/><Relationship Id="rId69" Type="http://schemas.openxmlformats.org/officeDocument/2006/relationships/image" Target="../media/image476.png"/><Relationship Id="rId113" Type="http://schemas.openxmlformats.org/officeDocument/2006/relationships/image" Target="../media/image498.png"/><Relationship Id="rId134" Type="http://schemas.openxmlformats.org/officeDocument/2006/relationships/customXml" Target="../ink/ink649.xml"/><Relationship Id="rId320" Type="http://schemas.openxmlformats.org/officeDocument/2006/relationships/customXml" Target="../ink/ink742.xml"/><Relationship Id="rId80" Type="http://schemas.openxmlformats.org/officeDocument/2006/relationships/customXml" Target="../ink/ink622.xml"/><Relationship Id="rId155" Type="http://schemas.openxmlformats.org/officeDocument/2006/relationships/image" Target="../media/image519.png"/><Relationship Id="rId176" Type="http://schemas.openxmlformats.org/officeDocument/2006/relationships/customXml" Target="../ink/ink670.xml"/><Relationship Id="rId197" Type="http://schemas.openxmlformats.org/officeDocument/2006/relationships/image" Target="../media/image540.png"/><Relationship Id="rId341" Type="http://schemas.openxmlformats.org/officeDocument/2006/relationships/image" Target="../media/image612.png"/><Relationship Id="rId201" Type="http://schemas.openxmlformats.org/officeDocument/2006/relationships/image" Target="../media/image542.png"/><Relationship Id="rId222" Type="http://schemas.openxmlformats.org/officeDocument/2006/relationships/customXml" Target="../ink/ink693.xml"/><Relationship Id="rId243" Type="http://schemas.openxmlformats.org/officeDocument/2006/relationships/image" Target="../media/image563.png"/><Relationship Id="rId264" Type="http://schemas.openxmlformats.org/officeDocument/2006/relationships/customXml" Target="../ink/ink714.xml"/><Relationship Id="rId285" Type="http://schemas.openxmlformats.org/officeDocument/2006/relationships/image" Target="../media/image584.png"/><Relationship Id="rId17" Type="http://schemas.openxmlformats.org/officeDocument/2006/relationships/image" Target="../media/image450.png"/><Relationship Id="rId38" Type="http://schemas.openxmlformats.org/officeDocument/2006/relationships/customXml" Target="../ink/ink601.xml"/><Relationship Id="rId59" Type="http://schemas.openxmlformats.org/officeDocument/2006/relationships/image" Target="../media/image471.png"/><Relationship Id="rId103" Type="http://schemas.openxmlformats.org/officeDocument/2006/relationships/image" Target="../media/image493.png"/><Relationship Id="rId124" Type="http://schemas.openxmlformats.org/officeDocument/2006/relationships/customXml" Target="../ink/ink644.xml"/><Relationship Id="rId310" Type="http://schemas.openxmlformats.org/officeDocument/2006/relationships/customXml" Target="../ink/ink737.xml"/><Relationship Id="rId70" Type="http://schemas.openxmlformats.org/officeDocument/2006/relationships/customXml" Target="../ink/ink617.xml"/><Relationship Id="rId91" Type="http://schemas.openxmlformats.org/officeDocument/2006/relationships/image" Target="../media/image487.png"/><Relationship Id="rId145" Type="http://schemas.openxmlformats.org/officeDocument/2006/relationships/image" Target="../media/image514.png"/><Relationship Id="rId166" Type="http://schemas.openxmlformats.org/officeDocument/2006/relationships/customXml" Target="../ink/ink665.xml"/><Relationship Id="rId187" Type="http://schemas.openxmlformats.org/officeDocument/2006/relationships/image" Target="../media/image535.png"/><Relationship Id="rId331" Type="http://schemas.openxmlformats.org/officeDocument/2006/relationships/image" Target="../media/image6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8.xml"/><Relationship Id="rId233" Type="http://schemas.openxmlformats.org/officeDocument/2006/relationships/image" Target="../media/image558.png"/><Relationship Id="rId254" Type="http://schemas.openxmlformats.org/officeDocument/2006/relationships/customXml" Target="../ink/ink709.xml"/><Relationship Id="rId28" Type="http://schemas.openxmlformats.org/officeDocument/2006/relationships/customXml" Target="../ink/ink596.xml"/><Relationship Id="rId49" Type="http://schemas.openxmlformats.org/officeDocument/2006/relationships/image" Target="../media/image466.png"/><Relationship Id="rId114" Type="http://schemas.openxmlformats.org/officeDocument/2006/relationships/customXml" Target="../ink/ink639.xml"/><Relationship Id="rId275" Type="http://schemas.openxmlformats.org/officeDocument/2006/relationships/image" Target="../media/image579.png"/><Relationship Id="rId296" Type="http://schemas.openxmlformats.org/officeDocument/2006/relationships/customXml" Target="../ink/ink730.xml"/><Relationship Id="rId300" Type="http://schemas.openxmlformats.org/officeDocument/2006/relationships/customXml" Target="../ink/ink732.xml"/><Relationship Id="rId60" Type="http://schemas.openxmlformats.org/officeDocument/2006/relationships/customXml" Target="../ink/ink612.xml"/><Relationship Id="rId81" Type="http://schemas.openxmlformats.org/officeDocument/2006/relationships/image" Target="../media/image482.png"/><Relationship Id="rId135" Type="http://schemas.openxmlformats.org/officeDocument/2006/relationships/image" Target="../media/image509.png"/><Relationship Id="rId156" Type="http://schemas.openxmlformats.org/officeDocument/2006/relationships/customXml" Target="../ink/ink660.xml"/><Relationship Id="rId177" Type="http://schemas.openxmlformats.org/officeDocument/2006/relationships/image" Target="../media/image530.png"/><Relationship Id="rId198" Type="http://schemas.openxmlformats.org/officeDocument/2006/relationships/customXml" Target="../ink/ink681.xml"/><Relationship Id="rId321" Type="http://schemas.openxmlformats.org/officeDocument/2006/relationships/image" Target="../media/image602.png"/><Relationship Id="rId342" Type="http://schemas.openxmlformats.org/officeDocument/2006/relationships/customXml" Target="../ink/ink753.xml"/><Relationship Id="rId202" Type="http://schemas.openxmlformats.org/officeDocument/2006/relationships/customXml" Target="../ink/ink683.xml"/><Relationship Id="rId223" Type="http://schemas.openxmlformats.org/officeDocument/2006/relationships/image" Target="../media/image553.png"/><Relationship Id="rId244" Type="http://schemas.openxmlformats.org/officeDocument/2006/relationships/customXml" Target="../ink/ink704.xml"/><Relationship Id="rId18" Type="http://schemas.openxmlformats.org/officeDocument/2006/relationships/customXml" Target="../ink/ink591.xml"/><Relationship Id="rId39" Type="http://schemas.openxmlformats.org/officeDocument/2006/relationships/image" Target="../media/image461.png"/><Relationship Id="rId265" Type="http://schemas.openxmlformats.org/officeDocument/2006/relationships/image" Target="../media/image574.png"/><Relationship Id="rId286" Type="http://schemas.openxmlformats.org/officeDocument/2006/relationships/customXml" Target="../ink/ink725.xml"/><Relationship Id="rId50" Type="http://schemas.openxmlformats.org/officeDocument/2006/relationships/customXml" Target="../ink/ink607.xml"/><Relationship Id="rId104" Type="http://schemas.openxmlformats.org/officeDocument/2006/relationships/customXml" Target="../ink/ink634.xml"/><Relationship Id="rId125" Type="http://schemas.openxmlformats.org/officeDocument/2006/relationships/image" Target="../media/image504.png"/><Relationship Id="rId146" Type="http://schemas.openxmlformats.org/officeDocument/2006/relationships/customXml" Target="../ink/ink655.xml"/><Relationship Id="rId167" Type="http://schemas.openxmlformats.org/officeDocument/2006/relationships/image" Target="../media/image525.png"/><Relationship Id="rId188" Type="http://schemas.openxmlformats.org/officeDocument/2006/relationships/customXml" Target="../ink/ink676.xml"/><Relationship Id="rId311" Type="http://schemas.openxmlformats.org/officeDocument/2006/relationships/image" Target="../media/image597.png"/><Relationship Id="rId332" Type="http://schemas.openxmlformats.org/officeDocument/2006/relationships/customXml" Target="../ink/ink748.xml"/><Relationship Id="rId71" Type="http://schemas.openxmlformats.org/officeDocument/2006/relationships/image" Target="../media/image477.png"/><Relationship Id="rId92" Type="http://schemas.openxmlformats.org/officeDocument/2006/relationships/customXml" Target="../ink/ink628.xml"/><Relationship Id="rId213" Type="http://schemas.openxmlformats.org/officeDocument/2006/relationships/image" Target="../media/image548.png"/><Relationship Id="rId234" Type="http://schemas.openxmlformats.org/officeDocument/2006/relationships/customXml" Target="../ink/ink699.xml"/><Relationship Id="rId2" Type="http://schemas.openxmlformats.org/officeDocument/2006/relationships/customXml" Target="../ink/ink583.xml"/><Relationship Id="rId29" Type="http://schemas.openxmlformats.org/officeDocument/2006/relationships/image" Target="../media/image456.png"/><Relationship Id="rId255" Type="http://schemas.openxmlformats.org/officeDocument/2006/relationships/image" Target="../media/image569.png"/><Relationship Id="rId276" Type="http://schemas.openxmlformats.org/officeDocument/2006/relationships/customXml" Target="../ink/ink720.xml"/><Relationship Id="rId297" Type="http://schemas.openxmlformats.org/officeDocument/2006/relationships/image" Target="../media/image590.png"/><Relationship Id="rId40" Type="http://schemas.openxmlformats.org/officeDocument/2006/relationships/customXml" Target="../ink/ink602.xml"/><Relationship Id="rId115" Type="http://schemas.openxmlformats.org/officeDocument/2006/relationships/image" Target="../media/image499.png"/><Relationship Id="rId136" Type="http://schemas.openxmlformats.org/officeDocument/2006/relationships/customXml" Target="../ink/ink650.xml"/><Relationship Id="rId157" Type="http://schemas.openxmlformats.org/officeDocument/2006/relationships/image" Target="../media/image520.png"/><Relationship Id="rId178" Type="http://schemas.openxmlformats.org/officeDocument/2006/relationships/customXml" Target="../ink/ink671.xml"/><Relationship Id="rId301" Type="http://schemas.openxmlformats.org/officeDocument/2006/relationships/image" Target="../media/image592.png"/><Relationship Id="rId322" Type="http://schemas.openxmlformats.org/officeDocument/2006/relationships/customXml" Target="../ink/ink743.xml"/><Relationship Id="rId343" Type="http://schemas.openxmlformats.org/officeDocument/2006/relationships/image" Target="../media/image613.png"/><Relationship Id="rId61" Type="http://schemas.openxmlformats.org/officeDocument/2006/relationships/image" Target="../media/image472.png"/><Relationship Id="rId82" Type="http://schemas.openxmlformats.org/officeDocument/2006/relationships/customXml" Target="../ink/ink623.xml"/><Relationship Id="rId199" Type="http://schemas.openxmlformats.org/officeDocument/2006/relationships/image" Target="../media/image541.png"/><Relationship Id="rId203" Type="http://schemas.openxmlformats.org/officeDocument/2006/relationships/image" Target="../media/image543.png"/><Relationship Id="rId19" Type="http://schemas.openxmlformats.org/officeDocument/2006/relationships/image" Target="../media/image451.png"/><Relationship Id="rId224" Type="http://schemas.openxmlformats.org/officeDocument/2006/relationships/customXml" Target="../ink/ink694.xml"/><Relationship Id="rId245" Type="http://schemas.openxmlformats.org/officeDocument/2006/relationships/image" Target="../media/image564.png"/><Relationship Id="rId266" Type="http://schemas.openxmlformats.org/officeDocument/2006/relationships/customXml" Target="../ink/ink715.xml"/><Relationship Id="rId287" Type="http://schemas.openxmlformats.org/officeDocument/2006/relationships/image" Target="../media/image585.png"/><Relationship Id="rId30" Type="http://schemas.openxmlformats.org/officeDocument/2006/relationships/customXml" Target="../ink/ink597.xml"/><Relationship Id="rId105" Type="http://schemas.openxmlformats.org/officeDocument/2006/relationships/image" Target="../media/image494.png"/><Relationship Id="rId126" Type="http://schemas.openxmlformats.org/officeDocument/2006/relationships/customXml" Target="../ink/ink645.xml"/><Relationship Id="rId147" Type="http://schemas.openxmlformats.org/officeDocument/2006/relationships/image" Target="../media/image515.png"/><Relationship Id="rId168" Type="http://schemas.openxmlformats.org/officeDocument/2006/relationships/customXml" Target="../ink/ink666.xml"/><Relationship Id="rId312" Type="http://schemas.openxmlformats.org/officeDocument/2006/relationships/customXml" Target="../ink/ink738.xml"/><Relationship Id="rId333" Type="http://schemas.openxmlformats.org/officeDocument/2006/relationships/image" Target="../media/image608.png"/><Relationship Id="rId51" Type="http://schemas.openxmlformats.org/officeDocument/2006/relationships/image" Target="../media/image467.png"/><Relationship Id="rId72" Type="http://schemas.openxmlformats.org/officeDocument/2006/relationships/customXml" Target="../ink/ink618.xml"/><Relationship Id="rId93" Type="http://schemas.openxmlformats.org/officeDocument/2006/relationships/image" Target="../media/image488.png"/><Relationship Id="rId189" Type="http://schemas.openxmlformats.org/officeDocument/2006/relationships/image" Target="../media/image536.png"/><Relationship Id="rId3" Type="http://schemas.openxmlformats.org/officeDocument/2006/relationships/image" Target="../media/image443.png"/><Relationship Id="rId214" Type="http://schemas.openxmlformats.org/officeDocument/2006/relationships/customXml" Target="../ink/ink689.xml"/><Relationship Id="rId235" Type="http://schemas.openxmlformats.org/officeDocument/2006/relationships/image" Target="../media/image559.png"/><Relationship Id="rId256" Type="http://schemas.openxmlformats.org/officeDocument/2006/relationships/customXml" Target="../ink/ink710.xml"/><Relationship Id="rId277" Type="http://schemas.openxmlformats.org/officeDocument/2006/relationships/image" Target="../media/image580.png"/><Relationship Id="rId298" Type="http://schemas.openxmlformats.org/officeDocument/2006/relationships/customXml" Target="../ink/ink731.xml"/><Relationship Id="rId116" Type="http://schemas.openxmlformats.org/officeDocument/2006/relationships/customXml" Target="../ink/ink640.xml"/><Relationship Id="rId137" Type="http://schemas.openxmlformats.org/officeDocument/2006/relationships/image" Target="../media/image510.png"/><Relationship Id="rId158" Type="http://schemas.openxmlformats.org/officeDocument/2006/relationships/customXml" Target="../ink/ink661.xml"/><Relationship Id="rId302" Type="http://schemas.openxmlformats.org/officeDocument/2006/relationships/customXml" Target="../ink/ink733.xml"/><Relationship Id="rId323" Type="http://schemas.openxmlformats.org/officeDocument/2006/relationships/image" Target="../media/image603.png"/><Relationship Id="rId20" Type="http://schemas.openxmlformats.org/officeDocument/2006/relationships/customXml" Target="../ink/ink592.xml"/><Relationship Id="rId41" Type="http://schemas.openxmlformats.org/officeDocument/2006/relationships/image" Target="../media/image462.png"/><Relationship Id="rId62" Type="http://schemas.openxmlformats.org/officeDocument/2006/relationships/customXml" Target="../ink/ink613.xml"/><Relationship Id="rId83" Type="http://schemas.openxmlformats.org/officeDocument/2006/relationships/image" Target="../media/image483.png"/><Relationship Id="rId179" Type="http://schemas.openxmlformats.org/officeDocument/2006/relationships/image" Target="../media/image531.png"/><Relationship Id="rId190" Type="http://schemas.openxmlformats.org/officeDocument/2006/relationships/customXml" Target="../ink/ink677.xml"/><Relationship Id="rId204" Type="http://schemas.openxmlformats.org/officeDocument/2006/relationships/customXml" Target="../ink/ink684.xml"/><Relationship Id="rId225" Type="http://schemas.openxmlformats.org/officeDocument/2006/relationships/image" Target="../media/image554.png"/><Relationship Id="rId246" Type="http://schemas.openxmlformats.org/officeDocument/2006/relationships/customXml" Target="../ink/ink705.xml"/><Relationship Id="rId267" Type="http://schemas.openxmlformats.org/officeDocument/2006/relationships/image" Target="../media/image575.png"/><Relationship Id="rId288" Type="http://schemas.openxmlformats.org/officeDocument/2006/relationships/customXml" Target="../ink/ink726.xml"/><Relationship Id="rId106" Type="http://schemas.openxmlformats.org/officeDocument/2006/relationships/customXml" Target="../ink/ink635.xml"/><Relationship Id="rId127" Type="http://schemas.openxmlformats.org/officeDocument/2006/relationships/image" Target="../media/image505.png"/><Relationship Id="rId313" Type="http://schemas.openxmlformats.org/officeDocument/2006/relationships/image" Target="../media/image598.png"/><Relationship Id="rId10" Type="http://schemas.openxmlformats.org/officeDocument/2006/relationships/customXml" Target="../ink/ink587.xml"/><Relationship Id="rId31" Type="http://schemas.openxmlformats.org/officeDocument/2006/relationships/image" Target="../media/image457.png"/><Relationship Id="rId52" Type="http://schemas.openxmlformats.org/officeDocument/2006/relationships/customXml" Target="../ink/ink608.xml"/><Relationship Id="rId73" Type="http://schemas.openxmlformats.org/officeDocument/2006/relationships/image" Target="../media/image478.png"/><Relationship Id="rId94" Type="http://schemas.openxmlformats.org/officeDocument/2006/relationships/customXml" Target="../ink/ink629.xml"/><Relationship Id="rId148" Type="http://schemas.openxmlformats.org/officeDocument/2006/relationships/customXml" Target="../ink/ink656.xml"/><Relationship Id="rId169" Type="http://schemas.openxmlformats.org/officeDocument/2006/relationships/image" Target="../media/image526.png"/><Relationship Id="rId334" Type="http://schemas.openxmlformats.org/officeDocument/2006/relationships/customXml" Target="../ink/ink749.xml"/><Relationship Id="rId4" Type="http://schemas.openxmlformats.org/officeDocument/2006/relationships/customXml" Target="../ink/ink584.xml"/><Relationship Id="rId180" Type="http://schemas.openxmlformats.org/officeDocument/2006/relationships/customXml" Target="../ink/ink672.xml"/><Relationship Id="rId215" Type="http://schemas.openxmlformats.org/officeDocument/2006/relationships/image" Target="../media/image549.png"/><Relationship Id="rId236" Type="http://schemas.openxmlformats.org/officeDocument/2006/relationships/customXml" Target="../ink/ink700.xml"/><Relationship Id="rId257" Type="http://schemas.openxmlformats.org/officeDocument/2006/relationships/image" Target="../media/image570.png"/><Relationship Id="rId278" Type="http://schemas.openxmlformats.org/officeDocument/2006/relationships/customXml" Target="../ink/ink721.xml"/><Relationship Id="rId303" Type="http://schemas.openxmlformats.org/officeDocument/2006/relationships/image" Target="../media/image593.png"/><Relationship Id="rId42" Type="http://schemas.openxmlformats.org/officeDocument/2006/relationships/customXml" Target="../ink/ink603.xml"/><Relationship Id="rId84" Type="http://schemas.openxmlformats.org/officeDocument/2006/relationships/customXml" Target="../ink/ink624.xml"/><Relationship Id="rId138" Type="http://schemas.openxmlformats.org/officeDocument/2006/relationships/customXml" Target="../ink/ink651.xml"/><Relationship Id="rId191" Type="http://schemas.openxmlformats.org/officeDocument/2006/relationships/image" Target="../media/image537.png"/><Relationship Id="rId205" Type="http://schemas.openxmlformats.org/officeDocument/2006/relationships/image" Target="../media/image544.png"/><Relationship Id="rId247" Type="http://schemas.openxmlformats.org/officeDocument/2006/relationships/image" Target="../media/image565.png"/><Relationship Id="rId107" Type="http://schemas.openxmlformats.org/officeDocument/2006/relationships/image" Target="../media/image495.png"/><Relationship Id="rId289" Type="http://schemas.openxmlformats.org/officeDocument/2006/relationships/image" Target="../media/image586.png"/><Relationship Id="rId11" Type="http://schemas.openxmlformats.org/officeDocument/2006/relationships/image" Target="../media/image447.png"/><Relationship Id="rId53" Type="http://schemas.openxmlformats.org/officeDocument/2006/relationships/image" Target="../media/image468.png"/><Relationship Id="rId149" Type="http://schemas.openxmlformats.org/officeDocument/2006/relationships/image" Target="../media/image516.png"/><Relationship Id="rId314" Type="http://schemas.openxmlformats.org/officeDocument/2006/relationships/customXml" Target="../ink/ink739.xml"/><Relationship Id="rId95" Type="http://schemas.openxmlformats.org/officeDocument/2006/relationships/image" Target="../media/image489.png"/><Relationship Id="rId160" Type="http://schemas.openxmlformats.org/officeDocument/2006/relationships/customXml" Target="../ink/ink662.xml"/><Relationship Id="rId216" Type="http://schemas.openxmlformats.org/officeDocument/2006/relationships/customXml" Target="../ink/ink690.xml"/><Relationship Id="rId258" Type="http://schemas.openxmlformats.org/officeDocument/2006/relationships/customXml" Target="../ink/ink711.xml"/><Relationship Id="rId22" Type="http://schemas.openxmlformats.org/officeDocument/2006/relationships/customXml" Target="../ink/ink593.xml"/><Relationship Id="rId64" Type="http://schemas.openxmlformats.org/officeDocument/2006/relationships/customXml" Target="../ink/ink614.xml"/><Relationship Id="rId118" Type="http://schemas.openxmlformats.org/officeDocument/2006/relationships/customXml" Target="../ink/ink641.xml"/><Relationship Id="rId325" Type="http://schemas.openxmlformats.org/officeDocument/2006/relationships/image" Target="../media/image604.png"/><Relationship Id="rId171" Type="http://schemas.openxmlformats.org/officeDocument/2006/relationships/image" Target="../media/image527.png"/><Relationship Id="rId227" Type="http://schemas.openxmlformats.org/officeDocument/2006/relationships/image" Target="../media/image555.png"/><Relationship Id="rId269" Type="http://schemas.openxmlformats.org/officeDocument/2006/relationships/image" Target="../media/image576.png"/><Relationship Id="rId33" Type="http://schemas.openxmlformats.org/officeDocument/2006/relationships/image" Target="../media/image458.png"/><Relationship Id="rId129" Type="http://schemas.openxmlformats.org/officeDocument/2006/relationships/image" Target="../media/image506.png"/><Relationship Id="rId280" Type="http://schemas.openxmlformats.org/officeDocument/2006/relationships/customXml" Target="../ink/ink722.xml"/><Relationship Id="rId336" Type="http://schemas.openxmlformats.org/officeDocument/2006/relationships/customXml" Target="../ink/ink750.xml"/><Relationship Id="rId75" Type="http://schemas.openxmlformats.org/officeDocument/2006/relationships/image" Target="../media/image479.png"/><Relationship Id="rId140" Type="http://schemas.openxmlformats.org/officeDocument/2006/relationships/customXml" Target="../ink/ink652.xml"/><Relationship Id="rId182" Type="http://schemas.openxmlformats.org/officeDocument/2006/relationships/customXml" Target="../ink/ink673.xml"/><Relationship Id="rId6" Type="http://schemas.openxmlformats.org/officeDocument/2006/relationships/customXml" Target="../ink/ink585.xml"/><Relationship Id="rId238" Type="http://schemas.openxmlformats.org/officeDocument/2006/relationships/customXml" Target="../ink/ink701.xml"/><Relationship Id="rId291" Type="http://schemas.openxmlformats.org/officeDocument/2006/relationships/image" Target="../media/image587.png"/><Relationship Id="rId305" Type="http://schemas.openxmlformats.org/officeDocument/2006/relationships/image" Target="../media/image594.png"/><Relationship Id="rId44" Type="http://schemas.openxmlformats.org/officeDocument/2006/relationships/customXml" Target="../ink/ink604.xml"/><Relationship Id="rId86" Type="http://schemas.openxmlformats.org/officeDocument/2006/relationships/customXml" Target="../ink/ink625.xml"/><Relationship Id="rId151" Type="http://schemas.openxmlformats.org/officeDocument/2006/relationships/image" Target="../media/image517.png"/><Relationship Id="rId193" Type="http://schemas.openxmlformats.org/officeDocument/2006/relationships/image" Target="../media/image538.png"/><Relationship Id="rId207" Type="http://schemas.openxmlformats.org/officeDocument/2006/relationships/image" Target="../media/image545.png"/><Relationship Id="rId249" Type="http://schemas.openxmlformats.org/officeDocument/2006/relationships/image" Target="../media/image566.png"/><Relationship Id="rId13" Type="http://schemas.openxmlformats.org/officeDocument/2006/relationships/image" Target="../media/image448.png"/><Relationship Id="rId109" Type="http://schemas.openxmlformats.org/officeDocument/2006/relationships/image" Target="../media/image496.png"/><Relationship Id="rId260" Type="http://schemas.openxmlformats.org/officeDocument/2006/relationships/customXml" Target="../ink/ink712.xml"/><Relationship Id="rId316" Type="http://schemas.openxmlformats.org/officeDocument/2006/relationships/customXml" Target="../ink/ink740.xml"/><Relationship Id="rId55" Type="http://schemas.openxmlformats.org/officeDocument/2006/relationships/image" Target="../media/image469.png"/><Relationship Id="rId97" Type="http://schemas.openxmlformats.org/officeDocument/2006/relationships/image" Target="../media/image490.png"/><Relationship Id="rId120" Type="http://schemas.openxmlformats.org/officeDocument/2006/relationships/customXml" Target="../ink/ink642.xml"/><Relationship Id="rId162" Type="http://schemas.openxmlformats.org/officeDocument/2006/relationships/customXml" Target="../ink/ink663.xml"/><Relationship Id="rId218" Type="http://schemas.openxmlformats.org/officeDocument/2006/relationships/customXml" Target="../ink/ink691.xml"/><Relationship Id="rId271" Type="http://schemas.openxmlformats.org/officeDocument/2006/relationships/image" Target="../media/image577.png"/><Relationship Id="rId24" Type="http://schemas.openxmlformats.org/officeDocument/2006/relationships/customXml" Target="../ink/ink594.xml"/><Relationship Id="rId66" Type="http://schemas.openxmlformats.org/officeDocument/2006/relationships/customXml" Target="../ink/ink615.xml"/><Relationship Id="rId131" Type="http://schemas.openxmlformats.org/officeDocument/2006/relationships/image" Target="../media/image507.png"/><Relationship Id="rId327" Type="http://schemas.openxmlformats.org/officeDocument/2006/relationships/image" Target="../media/image605.png"/><Relationship Id="rId173" Type="http://schemas.openxmlformats.org/officeDocument/2006/relationships/image" Target="../media/image528.png"/><Relationship Id="rId229" Type="http://schemas.openxmlformats.org/officeDocument/2006/relationships/image" Target="../media/image55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9.png"/><Relationship Id="rId21" Type="http://schemas.openxmlformats.org/officeDocument/2006/relationships/image" Target="../media/image623.png"/><Relationship Id="rId63" Type="http://schemas.openxmlformats.org/officeDocument/2006/relationships/image" Target="../media/image642.png"/><Relationship Id="rId159" Type="http://schemas.openxmlformats.org/officeDocument/2006/relationships/image" Target="../media/image690.png"/><Relationship Id="rId170" Type="http://schemas.openxmlformats.org/officeDocument/2006/relationships/customXml" Target="../ink/ink838.xml"/><Relationship Id="rId226" Type="http://schemas.openxmlformats.org/officeDocument/2006/relationships/customXml" Target="../ink/ink866.xml"/><Relationship Id="rId107" Type="http://schemas.openxmlformats.org/officeDocument/2006/relationships/image" Target="../media/image664.png"/><Relationship Id="rId11" Type="http://schemas.openxmlformats.org/officeDocument/2006/relationships/image" Target="../media/image618.png"/><Relationship Id="rId32" Type="http://schemas.openxmlformats.org/officeDocument/2006/relationships/customXml" Target="../ink/ink769.xml"/><Relationship Id="rId53" Type="http://schemas.openxmlformats.org/officeDocument/2006/relationships/image" Target="../media/image639.png"/><Relationship Id="rId74" Type="http://schemas.openxmlformats.org/officeDocument/2006/relationships/customXml" Target="../ink/ink790.xml"/><Relationship Id="rId128" Type="http://schemas.openxmlformats.org/officeDocument/2006/relationships/customXml" Target="../ink/ink817.xml"/><Relationship Id="rId149" Type="http://schemas.openxmlformats.org/officeDocument/2006/relationships/image" Target="../media/image685.png"/><Relationship Id="rId5" Type="http://schemas.openxmlformats.org/officeDocument/2006/relationships/image" Target="../media/image615.png"/><Relationship Id="rId95" Type="http://schemas.openxmlformats.org/officeDocument/2006/relationships/image" Target="../media/image658.png"/><Relationship Id="rId160" Type="http://schemas.openxmlformats.org/officeDocument/2006/relationships/customXml" Target="../ink/ink833.xml"/><Relationship Id="rId181" Type="http://schemas.openxmlformats.org/officeDocument/2006/relationships/image" Target="../media/image701.png"/><Relationship Id="rId216" Type="http://schemas.openxmlformats.org/officeDocument/2006/relationships/customXml" Target="../ink/ink861.xml"/><Relationship Id="rId237" Type="http://schemas.openxmlformats.org/officeDocument/2006/relationships/image" Target="../media/image729.png"/><Relationship Id="rId258" Type="http://schemas.openxmlformats.org/officeDocument/2006/relationships/customXml" Target="../ink/ink882.xml"/><Relationship Id="rId22" Type="http://schemas.openxmlformats.org/officeDocument/2006/relationships/customXml" Target="../ink/ink764.xml"/><Relationship Id="rId43" Type="http://schemas.openxmlformats.org/officeDocument/2006/relationships/image" Target="../media/image634.png"/><Relationship Id="rId64" Type="http://schemas.openxmlformats.org/officeDocument/2006/relationships/customXml" Target="../ink/ink785.xml"/><Relationship Id="rId118" Type="http://schemas.openxmlformats.org/officeDocument/2006/relationships/customXml" Target="../ink/ink812.xml"/><Relationship Id="rId139" Type="http://schemas.openxmlformats.org/officeDocument/2006/relationships/image" Target="../media/image680.png"/><Relationship Id="rId85" Type="http://schemas.openxmlformats.org/officeDocument/2006/relationships/image" Target="../media/image653.png"/><Relationship Id="rId150" Type="http://schemas.openxmlformats.org/officeDocument/2006/relationships/customXml" Target="../ink/ink828.xml"/><Relationship Id="rId171" Type="http://schemas.openxmlformats.org/officeDocument/2006/relationships/image" Target="../media/image696.png"/><Relationship Id="rId192" Type="http://schemas.openxmlformats.org/officeDocument/2006/relationships/customXml" Target="../ink/ink849.xml"/><Relationship Id="rId206" Type="http://schemas.openxmlformats.org/officeDocument/2006/relationships/customXml" Target="../ink/ink856.xml"/><Relationship Id="rId227" Type="http://schemas.openxmlformats.org/officeDocument/2006/relationships/image" Target="../media/image724.png"/><Relationship Id="rId248" Type="http://schemas.openxmlformats.org/officeDocument/2006/relationships/customXml" Target="../ink/ink877.xml"/><Relationship Id="rId12" Type="http://schemas.openxmlformats.org/officeDocument/2006/relationships/customXml" Target="../ink/ink759.xml"/><Relationship Id="rId33" Type="http://schemas.openxmlformats.org/officeDocument/2006/relationships/image" Target="../media/image629.png"/><Relationship Id="rId108" Type="http://schemas.openxmlformats.org/officeDocument/2006/relationships/customXml" Target="../ink/ink807.xml"/><Relationship Id="rId129" Type="http://schemas.openxmlformats.org/officeDocument/2006/relationships/image" Target="../media/image675.png"/><Relationship Id="rId54" Type="http://schemas.openxmlformats.org/officeDocument/2006/relationships/customXml" Target="../ink/ink780.xml"/><Relationship Id="rId75" Type="http://schemas.openxmlformats.org/officeDocument/2006/relationships/image" Target="../media/image648.png"/><Relationship Id="rId96" Type="http://schemas.openxmlformats.org/officeDocument/2006/relationships/customXml" Target="../ink/ink801.xml"/><Relationship Id="rId140" Type="http://schemas.openxmlformats.org/officeDocument/2006/relationships/customXml" Target="../ink/ink823.xml"/><Relationship Id="rId161" Type="http://schemas.openxmlformats.org/officeDocument/2006/relationships/image" Target="../media/image691.png"/><Relationship Id="rId182" Type="http://schemas.openxmlformats.org/officeDocument/2006/relationships/customXml" Target="../ink/ink844.xml"/><Relationship Id="rId217" Type="http://schemas.openxmlformats.org/officeDocument/2006/relationships/image" Target="../media/image719.png"/><Relationship Id="rId6" Type="http://schemas.openxmlformats.org/officeDocument/2006/relationships/customXml" Target="../ink/ink756.xml"/><Relationship Id="rId238" Type="http://schemas.openxmlformats.org/officeDocument/2006/relationships/customXml" Target="../ink/ink872.xml"/><Relationship Id="rId259" Type="http://schemas.openxmlformats.org/officeDocument/2006/relationships/image" Target="../media/image740.png"/><Relationship Id="rId23" Type="http://schemas.openxmlformats.org/officeDocument/2006/relationships/image" Target="../media/image624.png"/><Relationship Id="rId119" Type="http://schemas.openxmlformats.org/officeDocument/2006/relationships/image" Target="../media/image670.png"/><Relationship Id="rId44" Type="http://schemas.openxmlformats.org/officeDocument/2006/relationships/customXml" Target="../ink/ink775.xml"/><Relationship Id="rId65" Type="http://schemas.openxmlformats.org/officeDocument/2006/relationships/image" Target="../media/image643.png"/><Relationship Id="rId86" Type="http://schemas.openxmlformats.org/officeDocument/2006/relationships/customXml" Target="../ink/ink796.xml"/><Relationship Id="rId130" Type="http://schemas.openxmlformats.org/officeDocument/2006/relationships/customXml" Target="../ink/ink818.xml"/><Relationship Id="rId151" Type="http://schemas.openxmlformats.org/officeDocument/2006/relationships/image" Target="../media/image686.png"/><Relationship Id="rId172" Type="http://schemas.openxmlformats.org/officeDocument/2006/relationships/customXml" Target="../ink/ink839.xml"/><Relationship Id="rId193" Type="http://schemas.openxmlformats.org/officeDocument/2006/relationships/image" Target="../media/image707.png"/><Relationship Id="rId207" Type="http://schemas.openxmlformats.org/officeDocument/2006/relationships/image" Target="../media/image714.png"/><Relationship Id="rId228" Type="http://schemas.openxmlformats.org/officeDocument/2006/relationships/customXml" Target="../ink/ink867.xml"/><Relationship Id="rId249" Type="http://schemas.openxmlformats.org/officeDocument/2006/relationships/image" Target="../media/image735.png"/><Relationship Id="rId13" Type="http://schemas.openxmlformats.org/officeDocument/2006/relationships/image" Target="../media/image619.png"/><Relationship Id="rId109" Type="http://schemas.openxmlformats.org/officeDocument/2006/relationships/image" Target="../media/image665.png"/><Relationship Id="rId260" Type="http://schemas.openxmlformats.org/officeDocument/2006/relationships/customXml" Target="../ink/ink883.xml"/><Relationship Id="rId34" Type="http://schemas.openxmlformats.org/officeDocument/2006/relationships/customXml" Target="../ink/ink770.xml"/><Relationship Id="rId55" Type="http://schemas.openxmlformats.org/officeDocument/2006/relationships/image" Target="../media/image378.png"/><Relationship Id="rId76" Type="http://schemas.openxmlformats.org/officeDocument/2006/relationships/customXml" Target="../ink/ink791.xml"/><Relationship Id="rId97" Type="http://schemas.openxmlformats.org/officeDocument/2006/relationships/image" Target="../media/image659.png"/><Relationship Id="rId120" Type="http://schemas.openxmlformats.org/officeDocument/2006/relationships/customXml" Target="../ink/ink813.xml"/><Relationship Id="rId141" Type="http://schemas.openxmlformats.org/officeDocument/2006/relationships/image" Target="../media/image681.png"/><Relationship Id="rId7" Type="http://schemas.openxmlformats.org/officeDocument/2006/relationships/image" Target="../media/image616.png"/><Relationship Id="rId162" Type="http://schemas.openxmlformats.org/officeDocument/2006/relationships/customXml" Target="../ink/ink834.xml"/><Relationship Id="rId183" Type="http://schemas.openxmlformats.org/officeDocument/2006/relationships/image" Target="../media/image702.png"/><Relationship Id="rId218" Type="http://schemas.openxmlformats.org/officeDocument/2006/relationships/customXml" Target="../ink/ink862.xml"/><Relationship Id="rId239" Type="http://schemas.openxmlformats.org/officeDocument/2006/relationships/image" Target="../media/image730.png"/><Relationship Id="rId250" Type="http://schemas.openxmlformats.org/officeDocument/2006/relationships/customXml" Target="../ink/ink878.xml"/><Relationship Id="rId24" Type="http://schemas.openxmlformats.org/officeDocument/2006/relationships/customXml" Target="../ink/ink765.xml"/><Relationship Id="rId45" Type="http://schemas.openxmlformats.org/officeDocument/2006/relationships/image" Target="../media/image635.png"/><Relationship Id="rId66" Type="http://schemas.openxmlformats.org/officeDocument/2006/relationships/customXml" Target="../ink/ink786.xml"/><Relationship Id="rId87" Type="http://schemas.openxmlformats.org/officeDocument/2006/relationships/image" Target="../media/image654.png"/><Relationship Id="rId110" Type="http://schemas.openxmlformats.org/officeDocument/2006/relationships/customXml" Target="../ink/ink808.xml"/><Relationship Id="rId131" Type="http://schemas.openxmlformats.org/officeDocument/2006/relationships/image" Target="../media/image676.png"/><Relationship Id="rId152" Type="http://schemas.openxmlformats.org/officeDocument/2006/relationships/customXml" Target="../ink/ink829.xml"/><Relationship Id="rId173" Type="http://schemas.openxmlformats.org/officeDocument/2006/relationships/image" Target="../media/image697.png"/><Relationship Id="rId194" Type="http://schemas.openxmlformats.org/officeDocument/2006/relationships/customXml" Target="../ink/ink850.xml"/><Relationship Id="rId208" Type="http://schemas.openxmlformats.org/officeDocument/2006/relationships/customXml" Target="../ink/ink857.xml"/><Relationship Id="rId229" Type="http://schemas.openxmlformats.org/officeDocument/2006/relationships/image" Target="../media/image725.png"/><Relationship Id="rId240" Type="http://schemas.openxmlformats.org/officeDocument/2006/relationships/customXml" Target="../ink/ink873.xml"/><Relationship Id="rId261" Type="http://schemas.openxmlformats.org/officeDocument/2006/relationships/image" Target="../media/image741.png"/><Relationship Id="rId14" Type="http://schemas.openxmlformats.org/officeDocument/2006/relationships/customXml" Target="../ink/ink760.xml"/><Relationship Id="rId35" Type="http://schemas.openxmlformats.org/officeDocument/2006/relationships/image" Target="../media/image630.png"/><Relationship Id="rId56" Type="http://schemas.openxmlformats.org/officeDocument/2006/relationships/customXml" Target="../ink/ink781.xml"/><Relationship Id="rId77" Type="http://schemas.openxmlformats.org/officeDocument/2006/relationships/image" Target="../media/image649.png"/><Relationship Id="rId100" Type="http://schemas.openxmlformats.org/officeDocument/2006/relationships/customXml" Target="../ink/ink803.xml"/><Relationship Id="rId8" Type="http://schemas.openxmlformats.org/officeDocument/2006/relationships/customXml" Target="../ink/ink757.xml"/><Relationship Id="rId98" Type="http://schemas.openxmlformats.org/officeDocument/2006/relationships/customXml" Target="../ink/ink802.xml"/><Relationship Id="rId121" Type="http://schemas.openxmlformats.org/officeDocument/2006/relationships/image" Target="../media/image671.png"/><Relationship Id="rId142" Type="http://schemas.openxmlformats.org/officeDocument/2006/relationships/customXml" Target="../ink/ink824.xml"/><Relationship Id="rId163" Type="http://schemas.openxmlformats.org/officeDocument/2006/relationships/image" Target="../media/image692.png"/><Relationship Id="rId184" Type="http://schemas.openxmlformats.org/officeDocument/2006/relationships/customXml" Target="../ink/ink845.xml"/><Relationship Id="rId219" Type="http://schemas.openxmlformats.org/officeDocument/2006/relationships/image" Target="../media/image720.png"/><Relationship Id="rId230" Type="http://schemas.openxmlformats.org/officeDocument/2006/relationships/customXml" Target="../ink/ink868.xml"/><Relationship Id="rId251" Type="http://schemas.openxmlformats.org/officeDocument/2006/relationships/image" Target="../media/image736.png"/><Relationship Id="rId25" Type="http://schemas.openxmlformats.org/officeDocument/2006/relationships/image" Target="../media/image625.png"/><Relationship Id="rId46" Type="http://schemas.openxmlformats.org/officeDocument/2006/relationships/customXml" Target="../ink/ink776.xml"/><Relationship Id="rId67" Type="http://schemas.openxmlformats.org/officeDocument/2006/relationships/image" Target="../media/image644.png"/><Relationship Id="rId88" Type="http://schemas.openxmlformats.org/officeDocument/2006/relationships/customXml" Target="../ink/ink797.xml"/><Relationship Id="rId111" Type="http://schemas.openxmlformats.org/officeDocument/2006/relationships/image" Target="../media/image666.png"/><Relationship Id="rId132" Type="http://schemas.openxmlformats.org/officeDocument/2006/relationships/customXml" Target="../ink/ink819.xml"/><Relationship Id="rId153" Type="http://schemas.openxmlformats.org/officeDocument/2006/relationships/image" Target="../media/image687.png"/><Relationship Id="rId174" Type="http://schemas.openxmlformats.org/officeDocument/2006/relationships/customXml" Target="../ink/ink840.xml"/><Relationship Id="rId195" Type="http://schemas.openxmlformats.org/officeDocument/2006/relationships/image" Target="../media/image708.png"/><Relationship Id="rId209" Type="http://schemas.openxmlformats.org/officeDocument/2006/relationships/image" Target="../media/image715.png"/><Relationship Id="rId220" Type="http://schemas.openxmlformats.org/officeDocument/2006/relationships/customXml" Target="../ink/ink863.xml"/><Relationship Id="rId241" Type="http://schemas.openxmlformats.org/officeDocument/2006/relationships/image" Target="../media/image731.png"/><Relationship Id="rId15" Type="http://schemas.openxmlformats.org/officeDocument/2006/relationships/image" Target="../media/image620.png"/><Relationship Id="rId36" Type="http://schemas.openxmlformats.org/officeDocument/2006/relationships/customXml" Target="../ink/ink771.xml"/><Relationship Id="rId57" Type="http://schemas.openxmlformats.org/officeDocument/2006/relationships/image" Target="../media/image640.png"/><Relationship Id="rId262" Type="http://schemas.openxmlformats.org/officeDocument/2006/relationships/customXml" Target="../ink/ink884.xml"/><Relationship Id="rId78" Type="http://schemas.openxmlformats.org/officeDocument/2006/relationships/customXml" Target="../ink/ink792.xml"/><Relationship Id="rId99" Type="http://schemas.openxmlformats.org/officeDocument/2006/relationships/image" Target="../media/image660.png"/><Relationship Id="rId101" Type="http://schemas.openxmlformats.org/officeDocument/2006/relationships/image" Target="../media/image661.png"/><Relationship Id="rId122" Type="http://schemas.openxmlformats.org/officeDocument/2006/relationships/customXml" Target="../ink/ink814.xml"/><Relationship Id="rId143" Type="http://schemas.openxmlformats.org/officeDocument/2006/relationships/image" Target="../media/image682.png"/><Relationship Id="rId164" Type="http://schemas.openxmlformats.org/officeDocument/2006/relationships/customXml" Target="../ink/ink835.xml"/><Relationship Id="rId185" Type="http://schemas.openxmlformats.org/officeDocument/2006/relationships/image" Target="../media/image703.png"/><Relationship Id="rId9" Type="http://schemas.openxmlformats.org/officeDocument/2006/relationships/image" Target="../media/image617.png"/><Relationship Id="rId210" Type="http://schemas.openxmlformats.org/officeDocument/2006/relationships/customXml" Target="../ink/ink858.xml"/><Relationship Id="rId26" Type="http://schemas.openxmlformats.org/officeDocument/2006/relationships/customXml" Target="../ink/ink766.xml"/><Relationship Id="rId231" Type="http://schemas.openxmlformats.org/officeDocument/2006/relationships/image" Target="../media/image726.png"/><Relationship Id="rId252" Type="http://schemas.openxmlformats.org/officeDocument/2006/relationships/customXml" Target="../ink/ink879.xml"/><Relationship Id="rId47" Type="http://schemas.openxmlformats.org/officeDocument/2006/relationships/image" Target="../media/image636.png"/><Relationship Id="rId68" Type="http://schemas.openxmlformats.org/officeDocument/2006/relationships/customXml" Target="../ink/ink787.xml"/><Relationship Id="rId89" Type="http://schemas.openxmlformats.org/officeDocument/2006/relationships/image" Target="../media/image655.png"/><Relationship Id="rId112" Type="http://schemas.openxmlformats.org/officeDocument/2006/relationships/customXml" Target="../ink/ink809.xml"/><Relationship Id="rId133" Type="http://schemas.openxmlformats.org/officeDocument/2006/relationships/image" Target="../media/image677.png"/><Relationship Id="rId154" Type="http://schemas.openxmlformats.org/officeDocument/2006/relationships/customXml" Target="../ink/ink830.xml"/><Relationship Id="rId175" Type="http://schemas.openxmlformats.org/officeDocument/2006/relationships/image" Target="../media/image698.png"/><Relationship Id="rId196" Type="http://schemas.openxmlformats.org/officeDocument/2006/relationships/customXml" Target="../ink/ink851.xml"/><Relationship Id="rId200" Type="http://schemas.openxmlformats.org/officeDocument/2006/relationships/customXml" Target="../ink/ink853.xml"/><Relationship Id="rId16" Type="http://schemas.openxmlformats.org/officeDocument/2006/relationships/customXml" Target="../ink/ink761.xml"/><Relationship Id="rId221" Type="http://schemas.openxmlformats.org/officeDocument/2006/relationships/image" Target="../media/image721.png"/><Relationship Id="rId242" Type="http://schemas.openxmlformats.org/officeDocument/2006/relationships/customXml" Target="../ink/ink874.xml"/><Relationship Id="rId263" Type="http://schemas.openxmlformats.org/officeDocument/2006/relationships/image" Target="../media/image742.png"/><Relationship Id="rId37" Type="http://schemas.openxmlformats.org/officeDocument/2006/relationships/image" Target="../media/image631.png"/><Relationship Id="rId58" Type="http://schemas.openxmlformats.org/officeDocument/2006/relationships/customXml" Target="../ink/ink782.xml"/><Relationship Id="rId79" Type="http://schemas.openxmlformats.org/officeDocument/2006/relationships/image" Target="../media/image650.png"/><Relationship Id="rId102" Type="http://schemas.openxmlformats.org/officeDocument/2006/relationships/customXml" Target="../ink/ink804.xml"/><Relationship Id="rId123" Type="http://schemas.openxmlformats.org/officeDocument/2006/relationships/image" Target="../media/image672.png"/><Relationship Id="rId144" Type="http://schemas.openxmlformats.org/officeDocument/2006/relationships/customXml" Target="../ink/ink825.xml"/><Relationship Id="rId90" Type="http://schemas.openxmlformats.org/officeDocument/2006/relationships/customXml" Target="../ink/ink798.xml"/><Relationship Id="rId165" Type="http://schemas.openxmlformats.org/officeDocument/2006/relationships/image" Target="../media/image693.png"/><Relationship Id="rId186" Type="http://schemas.openxmlformats.org/officeDocument/2006/relationships/customXml" Target="../ink/ink846.xml"/><Relationship Id="rId211" Type="http://schemas.openxmlformats.org/officeDocument/2006/relationships/image" Target="../media/image716.png"/><Relationship Id="rId232" Type="http://schemas.openxmlformats.org/officeDocument/2006/relationships/customXml" Target="../ink/ink869.xml"/><Relationship Id="rId253" Type="http://schemas.openxmlformats.org/officeDocument/2006/relationships/image" Target="../media/image737.png"/><Relationship Id="rId27" Type="http://schemas.openxmlformats.org/officeDocument/2006/relationships/image" Target="../media/image626.png"/><Relationship Id="rId48" Type="http://schemas.openxmlformats.org/officeDocument/2006/relationships/customXml" Target="../ink/ink777.xml"/><Relationship Id="rId69" Type="http://schemas.openxmlformats.org/officeDocument/2006/relationships/image" Target="../media/image645.png"/><Relationship Id="rId113" Type="http://schemas.openxmlformats.org/officeDocument/2006/relationships/image" Target="../media/image667.png"/><Relationship Id="rId134" Type="http://schemas.openxmlformats.org/officeDocument/2006/relationships/customXml" Target="../ink/ink820.xml"/><Relationship Id="rId80" Type="http://schemas.openxmlformats.org/officeDocument/2006/relationships/customXml" Target="../ink/ink793.xml"/><Relationship Id="rId155" Type="http://schemas.openxmlformats.org/officeDocument/2006/relationships/image" Target="../media/image688.png"/><Relationship Id="rId176" Type="http://schemas.openxmlformats.org/officeDocument/2006/relationships/customXml" Target="../ink/ink841.xml"/><Relationship Id="rId197" Type="http://schemas.openxmlformats.org/officeDocument/2006/relationships/image" Target="../media/image709.png"/><Relationship Id="rId201" Type="http://schemas.openxmlformats.org/officeDocument/2006/relationships/image" Target="../media/image711.png"/><Relationship Id="rId222" Type="http://schemas.openxmlformats.org/officeDocument/2006/relationships/customXml" Target="../ink/ink864.xml"/><Relationship Id="rId243" Type="http://schemas.openxmlformats.org/officeDocument/2006/relationships/image" Target="../media/image732.png"/><Relationship Id="rId264" Type="http://schemas.openxmlformats.org/officeDocument/2006/relationships/customXml" Target="../ink/ink885.xml"/><Relationship Id="rId17" Type="http://schemas.openxmlformats.org/officeDocument/2006/relationships/image" Target="../media/image621.png"/><Relationship Id="rId38" Type="http://schemas.openxmlformats.org/officeDocument/2006/relationships/customXml" Target="../ink/ink772.xml"/><Relationship Id="rId59" Type="http://schemas.openxmlformats.org/officeDocument/2006/relationships/image" Target="../media/image388.png"/><Relationship Id="rId103" Type="http://schemas.openxmlformats.org/officeDocument/2006/relationships/image" Target="../media/image662.png"/><Relationship Id="rId124" Type="http://schemas.openxmlformats.org/officeDocument/2006/relationships/customXml" Target="../ink/ink815.xml"/><Relationship Id="rId70" Type="http://schemas.openxmlformats.org/officeDocument/2006/relationships/customXml" Target="../ink/ink788.xml"/><Relationship Id="rId91" Type="http://schemas.openxmlformats.org/officeDocument/2006/relationships/image" Target="../media/image656.png"/><Relationship Id="rId145" Type="http://schemas.openxmlformats.org/officeDocument/2006/relationships/image" Target="../media/image683.png"/><Relationship Id="rId166" Type="http://schemas.openxmlformats.org/officeDocument/2006/relationships/customXml" Target="../ink/ink836.xml"/><Relationship Id="rId187" Type="http://schemas.openxmlformats.org/officeDocument/2006/relationships/image" Target="../media/image70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59.xml"/><Relationship Id="rId233" Type="http://schemas.openxmlformats.org/officeDocument/2006/relationships/image" Target="../media/image727.png"/><Relationship Id="rId254" Type="http://schemas.openxmlformats.org/officeDocument/2006/relationships/customXml" Target="../ink/ink880.xml"/><Relationship Id="rId28" Type="http://schemas.openxmlformats.org/officeDocument/2006/relationships/customXml" Target="../ink/ink767.xml"/><Relationship Id="rId49" Type="http://schemas.openxmlformats.org/officeDocument/2006/relationships/image" Target="../media/image637.png"/><Relationship Id="rId114" Type="http://schemas.openxmlformats.org/officeDocument/2006/relationships/customXml" Target="../ink/ink810.xml"/><Relationship Id="rId60" Type="http://schemas.openxmlformats.org/officeDocument/2006/relationships/customXml" Target="../ink/ink783.xml"/><Relationship Id="rId81" Type="http://schemas.openxmlformats.org/officeDocument/2006/relationships/image" Target="../media/image651.png"/><Relationship Id="rId135" Type="http://schemas.openxmlformats.org/officeDocument/2006/relationships/image" Target="../media/image678.png"/><Relationship Id="rId156" Type="http://schemas.openxmlformats.org/officeDocument/2006/relationships/customXml" Target="../ink/ink831.xml"/><Relationship Id="rId177" Type="http://schemas.openxmlformats.org/officeDocument/2006/relationships/image" Target="../media/image699.png"/><Relationship Id="rId198" Type="http://schemas.openxmlformats.org/officeDocument/2006/relationships/customXml" Target="../ink/ink852.xml"/><Relationship Id="rId202" Type="http://schemas.openxmlformats.org/officeDocument/2006/relationships/customXml" Target="../ink/ink854.xml"/><Relationship Id="rId223" Type="http://schemas.openxmlformats.org/officeDocument/2006/relationships/image" Target="../media/image722.png"/><Relationship Id="rId244" Type="http://schemas.openxmlformats.org/officeDocument/2006/relationships/customXml" Target="../ink/ink875.xml"/><Relationship Id="rId18" Type="http://schemas.openxmlformats.org/officeDocument/2006/relationships/customXml" Target="../ink/ink762.xml"/><Relationship Id="rId39" Type="http://schemas.openxmlformats.org/officeDocument/2006/relationships/image" Target="../media/image632.png"/><Relationship Id="rId265" Type="http://schemas.openxmlformats.org/officeDocument/2006/relationships/image" Target="../media/image743.png"/><Relationship Id="rId50" Type="http://schemas.openxmlformats.org/officeDocument/2006/relationships/customXml" Target="../ink/ink778.xml"/><Relationship Id="rId104" Type="http://schemas.openxmlformats.org/officeDocument/2006/relationships/customXml" Target="../ink/ink805.xml"/><Relationship Id="rId125" Type="http://schemas.openxmlformats.org/officeDocument/2006/relationships/image" Target="../media/image673.png"/><Relationship Id="rId146" Type="http://schemas.openxmlformats.org/officeDocument/2006/relationships/customXml" Target="../ink/ink826.xml"/><Relationship Id="rId167" Type="http://schemas.openxmlformats.org/officeDocument/2006/relationships/image" Target="../media/image694.png"/><Relationship Id="rId188" Type="http://schemas.openxmlformats.org/officeDocument/2006/relationships/customXml" Target="../ink/ink847.xml"/><Relationship Id="rId71" Type="http://schemas.openxmlformats.org/officeDocument/2006/relationships/image" Target="../media/image646.png"/><Relationship Id="rId92" Type="http://schemas.openxmlformats.org/officeDocument/2006/relationships/customXml" Target="../ink/ink799.xml"/><Relationship Id="rId213" Type="http://schemas.openxmlformats.org/officeDocument/2006/relationships/image" Target="../media/image717.png"/><Relationship Id="rId234" Type="http://schemas.openxmlformats.org/officeDocument/2006/relationships/customXml" Target="../ink/ink870.xml"/><Relationship Id="rId2" Type="http://schemas.openxmlformats.org/officeDocument/2006/relationships/customXml" Target="../ink/ink754.xml"/><Relationship Id="rId29" Type="http://schemas.openxmlformats.org/officeDocument/2006/relationships/image" Target="../media/image627.png"/><Relationship Id="rId255" Type="http://schemas.openxmlformats.org/officeDocument/2006/relationships/image" Target="../media/image738.png"/><Relationship Id="rId40" Type="http://schemas.openxmlformats.org/officeDocument/2006/relationships/customXml" Target="../ink/ink773.xml"/><Relationship Id="rId115" Type="http://schemas.openxmlformats.org/officeDocument/2006/relationships/image" Target="../media/image668.png"/><Relationship Id="rId136" Type="http://schemas.openxmlformats.org/officeDocument/2006/relationships/customXml" Target="../ink/ink821.xml"/><Relationship Id="rId157" Type="http://schemas.openxmlformats.org/officeDocument/2006/relationships/image" Target="../media/image689.png"/><Relationship Id="rId178" Type="http://schemas.openxmlformats.org/officeDocument/2006/relationships/customXml" Target="../ink/ink842.xml"/><Relationship Id="rId61" Type="http://schemas.openxmlformats.org/officeDocument/2006/relationships/image" Target="../media/image641.png"/><Relationship Id="rId82" Type="http://schemas.openxmlformats.org/officeDocument/2006/relationships/customXml" Target="../ink/ink794.xml"/><Relationship Id="rId199" Type="http://schemas.openxmlformats.org/officeDocument/2006/relationships/image" Target="../media/image710.png"/><Relationship Id="rId203" Type="http://schemas.openxmlformats.org/officeDocument/2006/relationships/image" Target="../media/image712.png"/><Relationship Id="rId19" Type="http://schemas.openxmlformats.org/officeDocument/2006/relationships/image" Target="../media/image622.png"/><Relationship Id="rId224" Type="http://schemas.openxmlformats.org/officeDocument/2006/relationships/customXml" Target="../ink/ink865.xml"/><Relationship Id="rId245" Type="http://schemas.openxmlformats.org/officeDocument/2006/relationships/image" Target="../media/image733.png"/><Relationship Id="rId266" Type="http://schemas.openxmlformats.org/officeDocument/2006/relationships/customXml" Target="../ink/ink886.xml"/><Relationship Id="rId30" Type="http://schemas.openxmlformats.org/officeDocument/2006/relationships/customXml" Target="../ink/ink768.xml"/><Relationship Id="rId105" Type="http://schemas.openxmlformats.org/officeDocument/2006/relationships/image" Target="../media/image663.png"/><Relationship Id="rId126" Type="http://schemas.openxmlformats.org/officeDocument/2006/relationships/customXml" Target="../ink/ink816.xml"/><Relationship Id="rId147" Type="http://schemas.openxmlformats.org/officeDocument/2006/relationships/image" Target="../media/image684.png"/><Relationship Id="rId168" Type="http://schemas.openxmlformats.org/officeDocument/2006/relationships/customXml" Target="../ink/ink837.xml"/><Relationship Id="rId51" Type="http://schemas.openxmlformats.org/officeDocument/2006/relationships/image" Target="../media/image638.png"/><Relationship Id="rId72" Type="http://schemas.openxmlformats.org/officeDocument/2006/relationships/customXml" Target="../ink/ink789.xml"/><Relationship Id="rId93" Type="http://schemas.openxmlformats.org/officeDocument/2006/relationships/image" Target="../media/image657.png"/><Relationship Id="rId189" Type="http://schemas.openxmlformats.org/officeDocument/2006/relationships/image" Target="../media/image705.png"/><Relationship Id="rId3" Type="http://schemas.openxmlformats.org/officeDocument/2006/relationships/image" Target="../media/image614.png"/><Relationship Id="rId214" Type="http://schemas.openxmlformats.org/officeDocument/2006/relationships/customXml" Target="../ink/ink860.xml"/><Relationship Id="rId235" Type="http://schemas.openxmlformats.org/officeDocument/2006/relationships/image" Target="../media/image728.png"/><Relationship Id="rId256" Type="http://schemas.openxmlformats.org/officeDocument/2006/relationships/customXml" Target="../ink/ink881.xml"/><Relationship Id="rId116" Type="http://schemas.openxmlformats.org/officeDocument/2006/relationships/customXml" Target="../ink/ink811.xml"/><Relationship Id="rId137" Type="http://schemas.openxmlformats.org/officeDocument/2006/relationships/image" Target="../media/image679.png"/><Relationship Id="rId158" Type="http://schemas.openxmlformats.org/officeDocument/2006/relationships/customXml" Target="../ink/ink832.xml"/><Relationship Id="rId20" Type="http://schemas.openxmlformats.org/officeDocument/2006/relationships/customXml" Target="../ink/ink763.xml"/><Relationship Id="rId41" Type="http://schemas.openxmlformats.org/officeDocument/2006/relationships/image" Target="../media/image633.png"/><Relationship Id="rId62" Type="http://schemas.openxmlformats.org/officeDocument/2006/relationships/customXml" Target="../ink/ink784.xml"/><Relationship Id="rId83" Type="http://schemas.openxmlformats.org/officeDocument/2006/relationships/image" Target="../media/image652.png"/><Relationship Id="rId179" Type="http://schemas.openxmlformats.org/officeDocument/2006/relationships/image" Target="../media/image700.png"/><Relationship Id="rId190" Type="http://schemas.openxmlformats.org/officeDocument/2006/relationships/customXml" Target="../ink/ink848.xml"/><Relationship Id="rId204" Type="http://schemas.openxmlformats.org/officeDocument/2006/relationships/customXml" Target="../ink/ink855.xml"/><Relationship Id="rId225" Type="http://schemas.openxmlformats.org/officeDocument/2006/relationships/image" Target="../media/image723.png"/><Relationship Id="rId246" Type="http://schemas.openxmlformats.org/officeDocument/2006/relationships/customXml" Target="../ink/ink876.xml"/><Relationship Id="rId267" Type="http://schemas.openxmlformats.org/officeDocument/2006/relationships/image" Target="../media/image744.png"/><Relationship Id="rId106" Type="http://schemas.openxmlformats.org/officeDocument/2006/relationships/customXml" Target="../ink/ink806.xml"/><Relationship Id="rId127" Type="http://schemas.openxmlformats.org/officeDocument/2006/relationships/image" Target="../media/image674.png"/><Relationship Id="rId10" Type="http://schemas.openxmlformats.org/officeDocument/2006/relationships/customXml" Target="../ink/ink758.xml"/><Relationship Id="rId31" Type="http://schemas.openxmlformats.org/officeDocument/2006/relationships/image" Target="../media/image628.png"/><Relationship Id="rId52" Type="http://schemas.openxmlformats.org/officeDocument/2006/relationships/customXml" Target="../ink/ink779.xml"/><Relationship Id="rId73" Type="http://schemas.openxmlformats.org/officeDocument/2006/relationships/image" Target="../media/image647.png"/><Relationship Id="rId94" Type="http://schemas.openxmlformats.org/officeDocument/2006/relationships/customXml" Target="../ink/ink800.xml"/><Relationship Id="rId148" Type="http://schemas.openxmlformats.org/officeDocument/2006/relationships/customXml" Target="../ink/ink827.xml"/><Relationship Id="rId169" Type="http://schemas.openxmlformats.org/officeDocument/2006/relationships/image" Target="../media/image695.png"/><Relationship Id="rId4" Type="http://schemas.openxmlformats.org/officeDocument/2006/relationships/customXml" Target="../ink/ink755.xml"/><Relationship Id="rId180" Type="http://schemas.openxmlformats.org/officeDocument/2006/relationships/customXml" Target="../ink/ink843.xml"/><Relationship Id="rId215" Type="http://schemas.openxmlformats.org/officeDocument/2006/relationships/image" Target="../media/image718.png"/><Relationship Id="rId236" Type="http://schemas.openxmlformats.org/officeDocument/2006/relationships/customXml" Target="../ink/ink871.xml"/><Relationship Id="rId257" Type="http://schemas.openxmlformats.org/officeDocument/2006/relationships/image" Target="../media/image739.png"/><Relationship Id="rId42" Type="http://schemas.openxmlformats.org/officeDocument/2006/relationships/customXml" Target="../ink/ink774.xml"/><Relationship Id="rId84" Type="http://schemas.openxmlformats.org/officeDocument/2006/relationships/customXml" Target="../ink/ink795.xml"/><Relationship Id="rId138" Type="http://schemas.openxmlformats.org/officeDocument/2006/relationships/customXml" Target="../ink/ink822.xml"/><Relationship Id="rId191" Type="http://schemas.openxmlformats.org/officeDocument/2006/relationships/image" Target="../media/image706.png"/><Relationship Id="rId205" Type="http://schemas.openxmlformats.org/officeDocument/2006/relationships/image" Target="../media/image713.png"/><Relationship Id="rId247" Type="http://schemas.openxmlformats.org/officeDocument/2006/relationships/image" Target="../media/image73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2.png"/><Relationship Id="rId21" Type="http://schemas.openxmlformats.org/officeDocument/2006/relationships/image" Target="../media/image754.png"/><Relationship Id="rId63" Type="http://schemas.openxmlformats.org/officeDocument/2006/relationships/image" Target="../media/image775.png"/><Relationship Id="rId159" Type="http://schemas.openxmlformats.org/officeDocument/2006/relationships/image" Target="../media/image823.png"/><Relationship Id="rId170" Type="http://schemas.openxmlformats.org/officeDocument/2006/relationships/customXml" Target="../ink/ink971.xml"/><Relationship Id="rId226" Type="http://schemas.openxmlformats.org/officeDocument/2006/relationships/customXml" Target="../ink/ink999.xml"/><Relationship Id="rId268" Type="http://schemas.openxmlformats.org/officeDocument/2006/relationships/customXml" Target="../ink/ink1020.xml"/><Relationship Id="rId32" Type="http://schemas.openxmlformats.org/officeDocument/2006/relationships/customXml" Target="../ink/ink902.xml"/><Relationship Id="rId74" Type="http://schemas.openxmlformats.org/officeDocument/2006/relationships/customXml" Target="../ink/ink923.xml"/><Relationship Id="rId128" Type="http://schemas.openxmlformats.org/officeDocument/2006/relationships/customXml" Target="../ink/ink950.xml"/><Relationship Id="rId5" Type="http://schemas.openxmlformats.org/officeDocument/2006/relationships/image" Target="../media/image746.png"/><Relationship Id="rId181" Type="http://schemas.openxmlformats.org/officeDocument/2006/relationships/image" Target="../media/image834.png"/><Relationship Id="rId237" Type="http://schemas.openxmlformats.org/officeDocument/2006/relationships/image" Target="../media/image862.png"/><Relationship Id="rId279" Type="http://schemas.openxmlformats.org/officeDocument/2006/relationships/image" Target="../media/image883.png"/><Relationship Id="rId43" Type="http://schemas.openxmlformats.org/officeDocument/2006/relationships/image" Target="../media/image765.png"/><Relationship Id="rId139" Type="http://schemas.openxmlformats.org/officeDocument/2006/relationships/image" Target="../media/image813.png"/><Relationship Id="rId85" Type="http://schemas.openxmlformats.org/officeDocument/2006/relationships/image" Target="../media/image786.png"/><Relationship Id="rId150" Type="http://schemas.openxmlformats.org/officeDocument/2006/relationships/customXml" Target="../ink/ink961.xml"/><Relationship Id="rId192" Type="http://schemas.openxmlformats.org/officeDocument/2006/relationships/customXml" Target="../ink/ink982.xml"/><Relationship Id="rId206" Type="http://schemas.openxmlformats.org/officeDocument/2006/relationships/customXml" Target="../ink/ink989.xml"/><Relationship Id="rId248" Type="http://schemas.openxmlformats.org/officeDocument/2006/relationships/customXml" Target="../ink/ink1010.xml"/><Relationship Id="rId269" Type="http://schemas.openxmlformats.org/officeDocument/2006/relationships/image" Target="../media/image878.png"/><Relationship Id="rId12" Type="http://schemas.openxmlformats.org/officeDocument/2006/relationships/customXml" Target="../ink/ink892.xml"/><Relationship Id="rId33" Type="http://schemas.openxmlformats.org/officeDocument/2006/relationships/image" Target="../media/image760.png"/><Relationship Id="rId108" Type="http://schemas.openxmlformats.org/officeDocument/2006/relationships/customXml" Target="../ink/ink940.xml"/><Relationship Id="rId129" Type="http://schemas.openxmlformats.org/officeDocument/2006/relationships/image" Target="../media/image808.png"/><Relationship Id="rId280" Type="http://schemas.openxmlformats.org/officeDocument/2006/relationships/customXml" Target="../ink/ink1026.xml"/><Relationship Id="rId54" Type="http://schemas.openxmlformats.org/officeDocument/2006/relationships/customXml" Target="../ink/ink913.xml"/><Relationship Id="rId75" Type="http://schemas.openxmlformats.org/officeDocument/2006/relationships/image" Target="../media/image781.png"/><Relationship Id="rId96" Type="http://schemas.openxmlformats.org/officeDocument/2006/relationships/customXml" Target="../ink/ink934.xml"/><Relationship Id="rId140" Type="http://schemas.openxmlformats.org/officeDocument/2006/relationships/customXml" Target="../ink/ink956.xml"/><Relationship Id="rId161" Type="http://schemas.openxmlformats.org/officeDocument/2006/relationships/image" Target="../media/image824.png"/><Relationship Id="rId182" Type="http://schemas.openxmlformats.org/officeDocument/2006/relationships/customXml" Target="../ink/ink977.xml"/><Relationship Id="rId217" Type="http://schemas.openxmlformats.org/officeDocument/2006/relationships/image" Target="../media/image852.png"/><Relationship Id="rId6" Type="http://schemas.openxmlformats.org/officeDocument/2006/relationships/customXml" Target="../ink/ink889.xml"/><Relationship Id="rId238" Type="http://schemas.openxmlformats.org/officeDocument/2006/relationships/customXml" Target="../ink/ink1005.xml"/><Relationship Id="rId259" Type="http://schemas.openxmlformats.org/officeDocument/2006/relationships/image" Target="../media/image873.png"/><Relationship Id="rId23" Type="http://schemas.openxmlformats.org/officeDocument/2006/relationships/image" Target="../media/image755.png"/><Relationship Id="rId119" Type="http://schemas.openxmlformats.org/officeDocument/2006/relationships/image" Target="../media/image803.png"/><Relationship Id="rId270" Type="http://schemas.openxmlformats.org/officeDocument/2006/relationships/customXml" Target="../ink/ink1021.xml"/><Relationship Id="rId44" Type="http://schemas.openxmlformats.org/officeDocument/2006/relationships/customXml" Target="../ink/ink908.xml"/><Relationship Id="rId65" Type="http://schemas.openxmlformats.org/officeDocument/2006/relationships/image" Target="../media/image776.png"/><Relationship Id="rId86" Type="http://schemas.openxmlformats.org/officeDocument/2006/relationships/customXml" Target="../ink/ink929.xml"/><Relationship Id="rId130" Type="http://schemas.openxmlformats.org/officeDocument/2006/relationships/customXml" Target="../ink/ink951.xml"/><Relationship Id="rId151" Type="http://schemas.openxmlformats.org/officeDocument/2006/relationships/image" Target="../media/image819.png"/><Relationship Id="rId172" Type="http://schemas.openxmlformats.org/officeDocument/2006/relationships/customXml" Target="../ink/ink972.xml"/><Relationship Id="rId193" Type="http://schemas.openxmlformats.org/officeDocument/2006/relationships/image" Target="../media/image840.png"/><Relationship Id="rId207" Type="http://schemas.openxmlformats.org/officeDocument/2006/relationships/image" Target="../media/image847.png"/><Relationship Id="rId228" Type="http://schemas.openxmlformats.org/officeDocument/2006/relationships/customXml" Target="../ink/ink1000.xml"/><Relationship Id="rId249" Type="http://schemas.openxmlformats.org/officeDocument/2006/relationships/image" Target="../media/image868.png"/><Relationship Id="rId13" Type="http://schemas.openxmlformats.org/officeDocument/2006/relationships/image" Target="../media/image750.png"/><Relationship Id="rId109" Type="http://schemas.openxmlformats.org/officeDocument/2006/relationships/image" Target="../media/image798.png"/><Relationship Id="rId260" Type="http://schemas.openxmlformats.org/officeDocument/2006/relationships/customXml" Target="../ink/ink1016.xml"/><Relationship Id="rId281" Type="http://schemas.openxmlformats.org/officeDocument/2006/relationships/image" Target="../media/image884.png"/><Relationship Id="rId34" Type="http://schemas.openxmlformats.org/officeDocument/2006/relationships/customXml" Target="../ink/ink903.xml"/><Relationship Id="rId55" Type="http://schemas.openxmlformats.org/officeDocument/2006/relationships/image" Target="../media/image771.png"/><Relationship Id="rId76" Type="http://schemas.openxmlformats.org/officeDocument/2006/relationships/customXml" Target="../ink/ink924.xml"/><Relationship Id="rId97" Type="http://schemas.openxmlformats.org/officeDocument/2006/relationships/image" Target="../media/image792.png"/><Relationship Id="rId120" Type="http://schemas.openxmlformats.org/officeDocument/2006/relationships/customXml" Target="../ink/ink946.xml"/><Relationship Id="rId141" Type="http://schemas.openxmlformats.org/officeDocument/2006/relationships/image" Target="../media/image814.png"/><Relationship Id="rId7" Type="http://schemas.openxmlformats.org/officeDocument/2006/relationships/image" Target="../media/image747.png"/><Relationship Id="rId162" Type="http://schemas.openxmlformats.org/officeDocument/2006/relationships/customXml" Target="../ink/ink967.xml"/><Relationship Id="rId183" Type="http://schemas.openxmlformats.org/officeDocument/2006/relationships/image" Target="../media/image835.png"/><Relationship Id="rId218" Type="http://schemas.openxmlformats.org/officeDocument/2006/relationships/customXml" Target="../ink/ink995.xml"/><Relationship Id="rId239" Type="http://schemas.openxmlformats.org/officeDocument/2006/relationships/image" Target="../media/image863.png"/><Relationship Id="rId250" Type="http://schemas.openxmlformats.org/officeDocument/2006/relationships/customXml" Target="../ink/ink1011.xml"/><Relationship Id="rId271" Type="http://schemas.openxmlformats.org/officeDocument/2006/relationships/image" Target="../media/image879.png"/><Relationship Id="rId24" Type="http://schemas.openxmlformats.org/officeDocument/2006/relationships/customXml" Target="../ink/ink898.xml"/><Relationship Id="rId45" Type="http://schemas.openxmlformats.org/officeDocument/2006/relationships/image" Target="../media/image766.png"/><Relationship Id="rId66" Type="http://schemas.openxmlformats.org/officeDocument/2006/relationships/customXml" Target="../ink/ink919.xml"/><Relationship Id="rId87" Type="http://schemas.openxmlformats.org/officeDocument/2006/relationships/image" Target="../media/image787.png"/><Relationship Id="rId110" Type="http://schemas.openxmlformats.org/officeDocument/2006/relationships/customXml" Target="../ink/ink941.xml"/><Relationship Id="rId131" Type="http://schemas.openxmlformats.org/officeDocument/2006/relationships/image" Target="../media/image809.png"/><Relationship Id="rId152" Type="http://schemas.openxmlformats.org/officeDocument/2006/relationships/customXml" Target="../ink/ink962.xml"/><Relationship Id="rId173" Type="http://schemas.openxmlformats.org/officeDocument/2006/relationships/image" Target="../media/image830.png"/><Relationship Id="rId194" Type="http://schemas.openxmlformats.org/officeDocument/2006/relationships/customXml" Target="../ink/ink983.xml"/><Relationship Id="rId208" Type="http://schemas.openxmlformats.org/officeDocument/2006/relationships/customXml" Target="../ink/ink990.xml"/><Relationship Id="rId229" Type="http://schemas.openxmlformats.org/officeDocument/2006/relationships/image" Target="../media/image858.png"/><Relationship Id="rId240" Type="http://schemas.openxmlformats.org/officeDocument/2006/relationships/customXml" Target="../ink/ink1006.xml"/><Relationship Id="rId261" Type="http://schemas.openxmlformats.org/officeDocument/2006/relationships/image" Target="../media/image874.png"/><Relationship Id="rId14" Type="http://schemas.openxmlformats.org/officeDocument/2006/relationships/customXml" Target="../ink/ink893.xml"/><Relationship Id="rId35" Type="http://schemas.openxmlformats.org/officeDocument/2006/relationships/image" Target="../media/image761.png"/><Relationship Id="rId56" Type="http://schemas.openxmlformats.org/officeDocument/2006/relationships/customXml" Target="../ink/ink914.xml"/><Relationship Id="rId77" Type="http://schemas.openxmlformats.org/officeDocument/2006/relationships/image" Target="../media/image782.png"/><Relationship Id="rId100" Type="http://schemas.openxmlformats.org/officeDocument/2006/relationships/customXml" Target="../ink/ink936.xml"/><Relationship Id="rId282" Type="http://schemas.openxmlformats.org/officeDocument/2006/relationships/customXml" Target="../ink/ink1027.xml"/><Relationship Id="rId8" Type="http://schemas.openxmlformats.org/officeDocument/2006/relationships/customXml" Target="../ink/ink890.xml"/><Relationship Id="rId98" Type="http://schemas.openxmlformats.org/officeDocument/2006/relationships/customXml" Target="../ink/ink935.xml"/><Relationship Id="rId121" Type="http://schemas.openxmlformats.org/officeDocument/2006/relationships/image" Target="../media/image804.png"/><Relationship Id="rId142" Type="http://schemas.openxmlformats.org/officeDocument/2006/relationships/customXml" Target="../ink/ink957.xml"/><Relationship Id="rId163" Type="http://schemas.openxmlformats.org/officeDocument/2006/relationships/image" Target="../media/image825.png"/><Relationship Id="rId184" Type="http://schemas.openxmlformats.org/officeDocument/2006/relationships/customXml" Target="../ink/ink978.xml"/><Relationship Id="rId219" Type="http://schemas.openxmlformats.org/officeDocument/2006/relationships/image" Target="../media/image853.png"/><Relationship Id="rId230" Type="http://schemas.openxmlformats.org/officeDocument/2006/relationships/customXml" Target="../ink/ink1001.xml"/><Relationship Id="rId251" Type="http://schemas.openxmlformats.org/officeDocument/2006/relationships/image" Target="../media/image869.png"/><Relationship Id="rId25" Type="http://schemas.openxmlformats.org/officeDocument/2006/relationships/image" Target="../media/image756.png"/><Relationship Id="rId46" Type="http://schemas.openxmlformats.org/officeDocument/2006/relationships/customXml" Target="../ink/ink909.xml"/><Relationship Id="rId67" Type="http://schemas.openxmlformats.org/officeDocument/2006/relationships/image" Target="../media/image777.png"/><Relationship Id="rId272" Type="http://schemas.openxmlformats.org/officeDocument/2006/relationships/customXml" Target="../ink/ink1022.xml"/><Relationship Id="rId88" Type="http://schemas.openxmlformats.org/officeDocument/2006/relationships/customXml" Target="../ink/ink930.xml"/><Relationship Id="rId111" Type="http://schemas.openxmlformats.org/officeDocument/2006/relationships/image" Target="../media/image799.png"/><Relationship Id="rId132" Type="http://schemas.openxmlformats.org/officeDocument/2006/relationships/customXml" Target="../ink/ink952.xml"/><Relationship Id="rId153" Type="http://schemas.openxmlformats.org/officeDocument/2006/relationships/image" Target="../media/image820.png"/><Relationship Id="rId174" Type="http://schemas.openxmlformats.org/officeDocument/2006/relationships/customXml" Target="../ink/ink973.xml"/><Relationship Id="rId195" Type="http://schemas.openxmlformats.org/officeDocument/2006/relationships/image" Target="../media/image841.png"/><Relationship Id="rId209" Type="http://schemas.openxmlformats.org/officeDocument/2006/relationships/image" Target="../media/image848.png"/><Relationship Id="rId220" Type="http://schemas.openxmlformats.org/officeDocument/2006/relationships/customXml" Target="../ink/ink996.xml"/><Relationship Id="rId241" Type="http://schemas.openxmlformats.org/officeDocument/2006/relationships/image" Target="../media/image864.png"/><Relationship Id="rId15" Type="http://schemas.openxmlformats.org/officeDocument/2006/relationships/image" Target="../media/image751.png"/><Relationship Id="rId36" Type="http://schemas.openxmlformats.org/officeDocument/2006/relationships/customXml" Target="../ink/ink904.xml"/><Relationship Id="rId57" Type="http://schemas.openxmlformats.org/officeDocument/2006/relationships/image" Target="../media/image772.png"/><Relationship Id="rId262" Type="http://schemas.openxmlformats.org/officeDocument/2006/relationships/customXml" Target="../ink/ink1017.xml"/><Relationship Id="rId283" Type="http://schemas.openxmlformats.org/officeDocument/2006/relationships/image" Target="../media/image885.png"/><Relationship Id="rId78" Type="http://schemas.openxmlformats.org/officeDocument/2006/relationships/customXml" Target="../ink/ink925.xml"/><Relationship Id="rId99" Type="http://schemas.openxmlformats.org/officeDocument/2006/relationships/image" Target="../media/image793.png"/><Relationship Id="rId101" Type="http://schemas.openxmlformats.org/officeDocument/2006/relationships/image" Target="../media/image794.png"/><Relationship Id="rId122" Type="http://schemas.openxmlformats.org/officeDocument/2006/relationships/customXml" Target="../ink/ink947.xml"/><Relationship Id="rId143" Type="http://schemas.openxmlformats.org/officeDocument/2006/relationships/image" Target="../media/image815.png"/><Relationship Id="rId164" Type="http://schemas.openxmlformats.org/officeDocument/2006/relationships/customXml" Target="../ink/ink968.xml"/><Relationship Id="rId185" Type="http://schemas.openxmlformats.org/officeDocument/2006/relationships/image" Target="../media/image836.png"/><Relationship Id="rId9" Type="http://schemas.openxmlformats.org/officeDocument/2006/relationships/image" Target="../media/image748.png"/><Relationship Id="rId210" Type="http://schemas.openxmlformats.org/officeDocument/2006/relationships/customXml" Target="../ink/ink991.xml"/><Relationship Id="rId26" Type="http://schemas.openxmlformats.org/officeDocument/2006/relationships/customXml" Target="../ink/ink899.xml"/><Relationship Id="rId231" Type="http://schemas.openxmlformats.org/officeDocument/2006/relationships/image" Target="../media/image859.png"/><Relationship Id="rId252" Type="http://schemas.openxmlformats.org/officeDocument/2006/relationships/customXml" Target="../ink/ink1012.xml"/><Relationship Id="rId273" Type="http://schemas.openxmlformats.org/officeDocument/2006/relationships/image" Target="../media/image880.png"/><Relationship Id="rId47" Type="http://schemas.openxmlformats.org/officeDocument/2006/relationships/image" Target="../media/image767.png"/><Relationship Id="rId68" Type="http://schemas.openxmlformats.org/officeDocument/2006/relationships/customXml" Target="../ink/ink920.xml"/><Relationship Id="rId89" Type="http://schemas.openxmlformats.org/officeDocument/2006/relationships/image" Target="../media/image788.png"/><Relationship Id="rId112" Type="http://schemas.openxmlformats.org/officeDocument/2006/relationships/customXml" Target="../ink/ink942.xml"/><Relationship Id="rId133" Type="http://schemas.openxmlformats.org/officeDocument/2006/relationships/image" Target="../media/image810.png"/><Relationship Id="rId154" Type="http://schemas.openxmlformats.org/officeDocument/2006/relationships/customXml" Target="../ink/ink963.xml"/><Relationship Id="rId175" Type="http://schemas.openxmlformats.org/officeDocument/2006/relationships/image" Target="../media/image831.png"/><Relationship Id="rId196" Type="http://schemas.openxmlformats.org/officeDocument/2006/relationships/customXml" Target="../ink/ink984.xml"/><Relationship Id="rId200" Type="http://schemas.openxmlformats.org/officeDocument/2006/relationships/customXml" Target="../ink/ink986.xml"/><Relationship Id="rId16" Type="http://schemas.openxmlformats.org/officeDocument/2006/relationships/customXml" Target="../ink/ink894.xml"/><Relationship Id="rId221" Type="http://schemas.openxmlformats.org/officeDocument/2006/relationships/image" Target="../media/image854.png"/><Relationship Id="rId242" Type="http://schemas.openxmlformats.org/officeDocument/2006/relationships/customXml" Target="../ink/ink1007.xml"/><Relationship Id="rId263" Type="http://schemas.openxmlformats.org/officeDocument/2006/relationships/image" Target="../media/image875.png"/><Relationship Id="rId284" Type="http://schemas.openxmlformats.org/officeDocument/2006/relationships/customXml" Target="../ink/ink1028.xml"/><Relationship Id="rId37" Type="http://schemas.openxmlformats.org/officeDocument/2006/relationships/image" Target="../media/image762.png"/><Relationship Id="rId58" Type="http://schemas.openxmlformats.org/officeDocument/2006/relationships/customXml" Target="../ink/ink915.xml"/><Relationship Id="rId79" Type="http://schemas.openxmlformats.org/officeDocument/2006/relationships/image" Target="../media/image783.png"/><Relationship Id="rId102" Type="http://schemas.openxmlformats.org/officeDocument/2006/relationships/customXml" Target="../ink/ink937.xml"/><Relationship Id="rId123" Type="http://schemas.openxmlformats.org/officeDocument/2006/relationships/image" Target="../media/image805.png"/><Relationship Id="rId144" Type="http://schemas.openxmlformats.org/officeDocument/2006/relationships/customXml" Target="../ink/ink958.xml"/><Relationship Id="rId90" Type="http://schemas.openxmlformats.org/officeDocument/2006/relationships/customXml" Target="../ink/ink931.xml"/><Relationship Id="rId165" Type="http://schemas.openxmlformats.org/officeDocument/2006/relationships/image" Target="../media/image826.png"/><Relationship Id="rId186" Type="http://schemas.openxmlformats.org/officeDocument/2006/relationships/customXml" Target="../ink/ink979.xml"/><Relationship Id="rId211" Type="http://schemas.openxmlformats.org/officeDocument/2006/relationships/image" Target="../media/image849.png"/><Relationship Id="rId232" Type="http://schemas.openxmlformats.org/officeDocument/2006/relationships/customXml" Target="../ink/ink1002.xml"/><Relationship Id="rId253" Type="http://schemas.openxmlformats.org/officeDocument/2006/relationships/image" Target="../media/image870.png"/><Relationship Id="rId274" Type="http://schemas.openxmlformats.org/officeDocument/2006/relationships/customXml" Target="../ink/ink1023.xml"/><Relationship Id="rId27" Type="http://schemas.openxmlformats.org/officeDocument/2006/relationships/image" Target="../media/image757.png"/><Relationship Id="rId48" Type="http://schemas.openxmlformats.org/officeDocument/2006/relationships/customXml" Target="../ink/ink910.xml"/><Relationship Id="rId69" Type="http://schemas.openxmlformats.org/officeDocument/2006/relationships/image" Target="../media/image778.png"/><Relationship Id="rId113" Type="http://schemas.openxmlformats.org/officeDocument/2006/relationships/image" Target="../media/image800.png"/><Relationship Id="rId134" Type="http://schemas.openxmlformats.org/officeDocument/2006/relationships/customXml" Target="../ink/ink953.xml"/><Relationship Id="rId80" Type="http://schemas.openxmlformats.org/officeDocument/2006/relationships/customXml" Target="../ink/ink926.xml"/><Relationship Id="rId155" Type="http://schemas.openxmlformats.org/officeDocument/2006/relationships/image" Target="../media/image821.png"/><Relationship Id="rId176" Type="http://schemas.openxmlformats.org/officeDocument/2006/relationships/customXml" Target="../ink/ink974.xml"/><Relationship Id="rId197" Type="http://schemas.openxmlformats.org/officeDocument/2006/relationships/image" Target="../media/image842.png"/><Relationship Id="rId201" Type="http://schemas.openxmlformats.org/officeDocument/2006/relationships/image" Target="../media/image844.png"/><Relationship Id="rId222" Type="http://schemas.openxmlformats.org/officeDocument/2006/relationships/customXml" Target="../ink/ink997.xml"/><Relationship Id="rId243" Type="http://schemas.openxmlformats.org/officeDocument/2006/relationships/image" Target="../media/image865.png"/><Relationship Id="rId264" Type="http://schemas.openxmlformats.org/officeDocument/2006/relationships/customXml" Target="../ink/ink1018.xml"/><Relationship Id="rId285" Type="http://schemas.openxmlformats.org/officeDocument/2006/relationships/image" Target="../media/image886.png"/><Relationship Id="rId17" Type="http://schemas.openxmlformats.org/officeDocument/2006/relationships/image" Target="../media/image752.png"/><Relationship Id="rId38" Type="http://schemas.openxmlformats.org/officeDocument/2006/relationships/customXml" Target="../ink/ink905.xml"/><Relationship Id="rId59" Type="http://schemas.openxmlformats.org/officeDocument/2006/relationships/image" Target="../media/image773.png"/><Relationship Id="rId103" Type="http://schemas.openxmlformats.org/officeDocument/2006/relationships/image" Target="../media/image795.png"/><Relationship Id="rId124" Type="http://schemas.openxmlformats.org/officeDocument/2006/relationships/customXml" Target="../ink/ink948.xml"/><Relationship Id="rId70" Type="http://schemas.openxmlformats.org/officeDocument/2006/relationships/customXml" Target="../ink/ink921.xml"/><Relationship Id="rId91" Type="http://schemas.openxmlformats.org/officeDocument/2006/relationships/image" Target="../media/image789.png"/><Relationship Id="rId145" Type="http://schemas.openxmlformats.org/officeDocument/2006/relationships/image" Target="../media/image816.png"/><Relationship Id="rId166" Type="http://schemas.openxmlformats.org/officeDocument/2006/relationships/customXml" Target="../ink/ink969.xml"/><Relationship Id="rId187" Type="http://schemas.openxmlformats.org/officeDocument/2006/relationships/image" Target="../media/image83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92.xml"/><Relationship Id="rId233" Type="http://schemas.openxmlformats.org/officeDocument/2006/relationships/image" Target="../media/image860.png"/><Relationship Id="rId254" Type="http://schemas.openxmlformats.org/officeDocument/2006/relationships/customXml" Target="../ink/ink1013.xml"/><Relationship Id="rId28" Type="http://schemas.openxmlformats.org/officeDocument/2006/relationships/customXml" Target="../ink/ink900.xml"/><Relationship Id="rId49" Type="http://schemas.openxmlformats.org/officeDocument/2006/relationships/image" Target="../media/image768.png"/><Relationship Id="rId114" Type="http://schemas.openxmlformats.org/officeDocument/2006/relationships/customXml" Target="../ink/ink943.xml"/><Relationship Id="rId275" Type="http://schemas.openxmlformats.org/officeDocument/2006/relationships/image" Target="../media/image881.png"/><Relationship Id="rId60" Type="http://schemas.openxmlformats.org/officeDocument/2006/relationships/customXml" Target="../ink/ink916.xml"/><Relationship Id="rId81" Type="http://schemas.openxmlformats.org/officeDocument/2006/relationships/image" Target="../media/image784.png"/><Relationship Id="rId135" Type="http://schemas.openxmlformats.org/officeDocument/2006/relationships/image" Target="../media/image811.png"/><Relationship Id="rId156" Type="http://schemas.openxmlformats.org/officeDocument/2006/relationships/customXml" Target="../ink/ink964.xml"/><Relationship Id="rId177" Type="http://schemas.openxmlformats.org/officeDocument/2006/relationships/image" Target="../media/image832.png"/><Relationship Id="rId198" Type="http://schemas.openxmlformats.org/officeDocument/2006/relationships/customXml" Target="../ink/ink985.xml"/><Relationship Id="rId202" Type="http://schemas.openxmlformats.org/officeDocument/2006/relationships/customXml" Target="../ink/ink987.xml"/><Relationship Id="rId223" Type="http://schemas.openxmlformats.org/officeDocument/2006/relationships/image" Target="../media/image855.png"/><Relationship Id="rId244" Type="http://schemas.openxmlformats.org/officeDocument/2006/relationships/customXml" Target="../ink/ink1008.xml"/><Relationship Id="rId18" Type="http://schemas.openxmlformats.org/officeDocument/2006/relationships/customXml" Target="../ink/ink895.xml"/><Relationship Id="rId39" Type="http://schemas.openxmlformats.org/officeDocument/2006/relationships/image" Target="../media/image763.png"/><Relationship Id="rId265" Type="http://schemas.openxmlformats.org/officeDocument/2006/relationships/image" Target="../media/image876.png"/><Relationship Id="rId286" Type="http://schemas.openxmlformats.org/officeDocument/2006/relationships/customXml" Target="../ink/ink1029.xml"/><Relationship Id="rId50" Type="http://schemas.openxmlformats.org/officeDocument/2006/relationships/customXml" Target="../ink/ink911.xml"/><Relationship Id="rId104" Type="http://schemas.openxmlformats.org/officeDocument/2006/relationships/customXml" Target="../ink/ink938.xml"/><Relationship Id="rId125" Type="http://schemas.openxmlformats.org/officeDocument/2006/relationships/image" Target="../media/image806.png"/><Relationship Id="rId146" Type="http://schemas.openxmlformats.org/officeDocument/2006/relationships/customXml" Target="../ink/ink959.xml"/><Relationship Id="rId167" Type="http://schemas.openxmlformats.org/officeDocument/2006/relationships/image" Target="../media/image827.png"/><Relationship Id="rId188" Type="http://schemas.openxmlformats.org/officeDocument/2006/relationships/customXml" Target="../ink/ink980.xml"/><Relationship Id="rId71" Type="http://schemas.openxmlformats.org/officeDocument/2006/relationships/image" Target="../media/image779.png"/><Relationship Id="rId92" Type="http://schemas.openxmlformats.org/officeDocument/2006/relationships/customXml" Target="../ink/ink932.xml"/><Relationship Id="rId213" Type="http://schemas.openxmlformats.org/officeDocument/2006/relationships/image" Target="../media/image850.png"/><Relationship Id="rId234" Type="http://schemas.openxmlformats.org/officeDocument/2006/relationships/customXml" Target="../ink/ink1003.xml"/><Relationship Id="rId2" Type="http://schemas.openxmlformats.org/officeDocument/2006/relationships/customXml" Target="../ink/ink887.xml"/><Relationship Id="rId29" Type="http://schemas.openxmlformats.org/officeDocument/2006/relationships/image" Target="../media/image758.png"/><Relationship Id="rId255" Type="http://schemas.openxmlformats.org/officeDocument/2006/relationships/image" Target="../media/image871.png"/><Relationship Id="rId276" Type="http://schemas.openxmlformats.org/officeDocument/2006/relationships/customXml" Target="../ink/ink1024.xml"/><Relationship Id="rId40" Type="http://schemas.openxmlformats.org/officeDocument/2006/relationships/customXml" Target="../ink/ink906.xml"/><Relationship Id="rId115" Type="http://schemas.openxmlformats.org/officeDocument/2006/relationships/image" Target="../media/image801.png"/><Relationship Id="rId136" Type="http://schemas.openxmlformats.org/officeDocument/2006/relationships/customXml" Target="../ink/ink954.xml"/><Relationship Id="rId157" Type="http://schemas.openxmlformats.org/officeDocument/2006/relationships/image" Target="../media/image822.png"/><Relationship Id="rId178" Type="http://schemas.openxmlformats.org/officeDocument/2006/relationships/customXml" Target="../ink/ink975.xml"/><Relationship Id="rId61" Type="http://schemas.openxmlformats.org/officeDocument/2006/relationships/image" Target="../media/image774.png"/><Relationship Id="rId82" Type="http://schemas.openxmlformats.org/officeDocument/2006/relationships/customXml" Target="../ink/ink927.xml"/><Relationship Id="rId199" Type="http://schemas.openxmlformats.org/officeDocument/2006/relationships/image" Target="../media/image843.png"/><Relationship Id="rId203" Type="http://schemas.openxmlformats.org/officeDocument/2006/relationships/image" Target="../media/image845.png"/><Relationship Id="rId19" Type="http://schemas.openxmlformats.org/officeDocument/2006/relationships/image" Target="../media/image753.png"/><Relationship Id="rId224" Type="http://schemas.openxmlformats.org/officeDocument/2006/relationships/customXml" Target="../ink/ink998.xml"/><Relationship Id="rId245" Type="http://schemas.openxmlformats.org/officeDocument/2006/relationships/image" Target="../media/image866.png"/><Relationship Id="rId266" Type="http://schemas.openxmlformats.org/officeDocument/2006/relationships/customXml" Target="../ink/ink1019.xml"/><Relationship Id="rId287" Type="http://schemas.openxmlformats.org/officeDocument/2006/relationships/image" Target="../media/image887.png"/><Relationship Id="rId30" Type="http://schemas.openxmlformats.org/officeDocument/2006/relationships/customXml" Target="../ink/ink901.xml"/><Relationship Id="rId105" Type="http://schemas.openxmlformats.org/officeDocument/2006/relationships/image" Target="../media/image796.png"/><Relationship Id="rId126" Type="http://schemas.openxmlformats.org/officeDocument/2006/relationships/customXml" Target="../ink/ink949.xml"/><Relationship Id="rId147" Type="http://schemas.openxmlformats.org/officeDocument/2006/relationships/image" Target="../media/image817.png"/><Relationship Id="rId168" Type="http://schemas.openxmlformats.org/officeDocument/2006/relationships/customXml" Target="../ink/ink970.xml"/><Relationship Id="rId51" Type="http://schemas.openxmlformats.org/officeDocument/2006/relationships/image" Target="../media/image769.png"/><Relationship Id="rId72" Type="http://schemas.openxmlformats.org/officeDocument/2006/relationships/customXml" Target="../ink/ink922.xml"/><Relationship Id="rId93" Type="http://schemas.openxmlformats.org/officeDocument/2006/relationships/image" Target="../media/image790.png"/><Relationship Id="rId189" Type="http://schemas.openxmlformats.org/officeDocument/2006/relationships/image" Target="../media/image838.png"/><Relationship Id="rId3" Type="http://schemas.openxmlformats.org/officeDocument/2006/relationships/image" Target="../media/image745.png"/><Relationship Id="rId214" Type="http://schemas.openxmlformats.org/officeDocument/2006/relationships/customXml" Target="../ink/ink993.xml"/><Relationship Id="rId235" Type="http://schemas.openxmlformats.org/officeDocument/2006/relationships/image" Target="../media/image861.png"/><Relationship Id="rId256" Type="http://schemas.openxmlformats.org/officeDocument/2006/relationships/customXml" Target="../ink/ink1014.xml"/><Relationship Id="rId277" Type="http://schemas.openxmlformats.org/officeDocument/2006/relationships/image" Target="../media/image882.png"/><Relationship Id="rId116" Type="http://schemas.openxmlformats.org/officeDocument/2006/relationships/customXml" Target="../ink/ink944.xml"/><Relationship Id="rId137" Type="http://schemas.openxmlformats.org/officeDocument/2006/relationships/image" Target="../media/image812.png"/><Relationship Id="rId158" Type="http://schemas.openxmlformats.org/officeDocument/2006/relationships/customXml" Target="../ink/ink965.xml"/><Relationship Id="rId20" Type="http://schemas.openxmlformats.org/officeDocument/2006/relationships/customXml" Target="../ink/ink896.xml"/><Relationship Id="rId41" Type="http://schemas.openxmlformats.org/officeDocument/2006/relationships/image" Target="../media/image764.png"/><Relationship Id="rId62" Type="http://schemas.openxmlformats.org/officeDocument/2006/relationships/customXml" Target="../ink/ink917.xml"/><Relationship Id="rId83" Type="http://schemas.openxmlformats.org/officeDocument/2006/relationships/image" Target="../media/image785.png"/><Relationship Id="rId179" Type="http://schemas.openxmlformats.org/officeDocument/2006/relationships/image" Target="../media/image833.png"/><Relationship Id="rId190" Type="http://schemas.openxmlformats.org/officeDocument/2006/relationships/customXml" Target="../ink/ink981.xml"/><Relationship Id="rId204" Type="http://schemas.openxmlformats.org/officeDocument/2006/relationships/customXml" Target="../ink/ink988.xml"/><Relationship Id="rId225" Type="http://schemas.openxmlformats.org/officeDocument/2006/relationships/image" Target="../media/image856.png"/><Relationship Id="rId246" Type="http://schemas.openxmlformats.org/officeDocument/2006/relationships/customXml" Target="../ink/ink1009.xml"/><Relationship Id="rId267" Type="http://schemas.openxmlformats.org/officeDocument/2006/relationships/image" Target="../media/image877.png"/><Relationship Id="rId288" Type="http://schemas.openxmlformats.org/officeDocument/2006/relationships/customXml" Target="../ink/ink1030.xml"/><Relationship Id="rId106" Type="http://schemas.openxmlformats.org/officeDocument/2006/relationships/customXml" Target="../ink/ink939.xml"/><Relationship Id="rId127" Type="http://schemas.openxmlformats.org/officeDocument/2006/relationships/image" Target="../media/image807.png"/><Relationship Id="rId10" Type="http://schemas.openxmlformats.org/officeDocument/2006/relationships/customXml" Target="../ink/ink891.xml"/><Relationship Id="rId31" Type="http://schemas.openxmlformats.org/officeDocument/2006/relationships/image" Target="../media/image759.png"/><Relationship Id="rId52" Type="http://schemas.openxmlformats.org/officeDocument/2006/relationships/customXml" Target="../ink/ink912.xml"/><Relationship Id="rId73" Type="http://schemas.openxmlformats.org/officeDocument/2006/relationships/image" Target="../media/image780.png"/><Relationship Id="rId94" Type="http://schemas.openxmlformats.org/officeDocument/2006/relationships/customXml" Target="../ink/ink933.xml"/><Relationship Id="rId148" Type="http://schemas.openxmlformats.org/officeDocument/2006/relationships/customXml" Target="../ink/ink960.xml"/><Relationship Id="rId169" Type="http://schemas.openxmlformats.org/officeDocument/2006/relationships/image" Target="../media/image828.png"/><Relationship Id="rId4" Type="http://schemas.openxmlformats.org/officeDocument/2006/relationships/customXml" Target="../ink/ink888.xml"/><Relationship Id="rId180" Type="http://schemas.openxmlformats.org/officeDocument/2006/relationships/customXml" Target="../ink/ink976.xml"/><Relationship Id="rId215" Type="http://schemas.openxmlformats.org/officeDocument/2006/relationships/image" Target="../media/image851.png"/><Relationship Id="rId236" Type="http://schemas.openxmlformats.org/officeDocument/2006/relationships/customXml" Target="../ink/ink1004.xml"/><Relationship Id="rId257" Type="http://schemas.openxmlformats.org/officeDocument/2006/relationships/image" Target="../media/image872.png"/><Relationship Id="rId278" Type="http://schemas.openxmlformats.org/officeDocument/2006/relationships/customXml" Target="../ink/ink1025.xml"/><Relationship Id="rId42" Type="http://schemas.openxmlformats.org/officeDocument/2006/relationships/customXml" Target="../ink/ink907.xml"/><Relationship Id="rId84" Type="http://schemas.openxmlformats.org/officeDocument/2006/relationships/customXml" Target="../ink/ink928.xml"/><Relationship Id="rId138" Type="http://schemas.openxmlformats.org/officeDocument/2006/relationships/customXml" Target="../ink/ink955.xml"/><Relationship Id="rId191" Type="http://schemas.openxmlformats.org/officeDocument/2006/relationships/image" Target="../media/image839.png"/><Relationship Id="rId205" Type="http://schemas.openxmlformats.org/officeDocument/2006/relationships/image" Target="../media/image846.png"/><Relationship Id="rId247" Type="http://schemas.openxmlformats.org/officeDocument/2006/relationships/image" Target="../media/image867.png"/><Relationship Id="rId107" Type="http://schemas.openxmlformats.org/officeDocument/2006/relationships/image" Target="../media/image797.png"/><Relationship Id="rId289" Type="http://schemas.openxmlformats.org/officeDocument/2006/relationships/image" Target="../media/image888.png"/><Relationship Id="rId11" Type="http://schemas.openxmlformats.org/officeDocument/2006/relationships/image" Target="../media/image749.png"/><Relationship Id="rId53" Type="http://schemas.openxmlformats.org/officeDocument/2006/relationships/image" Target="../media/image770.png"/><Relationship Id="rId149" Type="http://schemas.openxmlformats.org/officeDocument/2006/relationships/image" Target="../media/image818.png"/><Relationship Id="rId95" Type="http://schemas.openxmlformats.org/officeDocument/2006/relationships/image" Target="../media/image791.png"/><Relationship Id="rId160" Type="http://schemas.openxmlformats.org/officeDocument/2006/relationships/customXml" Target="../ink/ink966.xml"/><Relationship Id="rId216" Type="http://schemas.openxmlformats.org/officeDocument/2006/relationships/customXml" Target="../ink/ink994.xml"/><Relationship Id="rId258" Type="http://schemas.openxmlformats.org/officeDocument/2006/relationships/customXml" Target="../ink/ink1015.xml"/><Relationship Id="rId22" Type="http://schemas.openxmlformats.org/officeDocument/2006/relationships/customXml" Target="../ink/ink897.xml"/><Relationship Id="rId64" Type="http://schemas.openxmlformats.org/officeDocument/2006/relationships/customXml" Target="../ink/ink918.xml"/><Relationship Id="rId118" Type="http://schemas.openxmlformats.org/officeDocument/2006/relationships/customXml" Target="../ink/ink945.xml"/><Relationship Id="rId171" Type="http://schemas.openxmlformats.org/officeDocument/2006/relationships/image" Target="../media/image829.png"/><Relationship Id="rId227" Type="http://schemas.openxmlformats.org/officeDocument/2006/relationships/image" Target="../media/image85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20.png"/><Relationship Id="rId299" Type="http://schemas.openxmlformats.org/officeDocument/2006/relationships/image" Target="../media/image957.png"/><Relationship Id="rId21" Type="http://schemas.openxmlformats.org/officeDocument/2006/relationships/image" Target="../media/image8040.png"/><Relationship Id="rId63" Type="http://schemas.openxmlformats.org/officeDocument/2006/relationships/image" Target="../media/image8250.png"/><Relationship Id="rId159" Type="http://schemas.openxmlformats.org/officeDocument/2006/relationships/image" Target="../media/image890.png"/><Relationship Id="rId170" Type="http://schemas.openxmlformats.org/officeDocument/2006/relationships/customXml" Target="../ink/ink1115.xml"/><Relationship Id="rId226" Type="http://schemas.openxmlformats.org/officeDocument/2006/relationships/customXml" Target="../ink/ink1143.xml"/><Relationship Id="rId268" Type="http://schemas.openxmlformats.org/officeDocument/2006/relationships/customXml" Target="../ink/ink1164.xml"/><Relationship Id="rId32" Type="http://schemas.openxmlformats.org/officeDocument/2006/relationships/customXml" Target="../ink/ink1046.xml"/><Relationship Id="rId74" Type="http://schemas.openxmlformats.org/officeDocument/2006/relationships/customXml" Target="../ink/ink1067.xml"/><Relationship Id="rId128" Type="http://schemas.openxmlformats.org/officeDocument/2006/relationships/customXml" Target="../ink/ink1094.xml"/><Relationship Id="rId5" Type="http://schemas.openxmlformats.org/officeDocument/2006/relationships/image" Target="../media/image7960.png"/><Relationship Id="rId181" Type="http://schemas.openxmlformats.org/officeDocument/2006/relationships/image" Target="../media/image901.png"/><Relationship Id="rId237" Type="http://schemas.openxmlformats.org/officeDocument/2006/relationships/image" Target="../media/image927.png"/><Relationship Id="rId279" Type="http://schemas.openxmlformats.org/officeDocument/2006/relationships/image" Target="../media/image948.png"/><Relationship Id="rId43" Type="http://schemas.openxmlformats.org/officeDocument/2006/relationships/image" Target="../media/image8150.png"/><Relationship Id="rId139" Type="http://schemas.openxmlformats.org/officeDocument/2006/relationships/image" Target="../media/image8630.png"/><Relationship Id="rId290" Type="http://schemas.openxmlformats.org/officeDocument/2006/relationships/customXml" Target="../ink/ink1175.xml"/><Relationship Id="rId304" Type="http://schemas.openxmlformats.org/officeDocument/2006/relationships/customXml" Target="../ink/ink1182.xml"/><Relationship Id="rId85" Type="http://schemas.openxmlformats.org/officeDocument/2006/relationships/image" Target="../media/image8360.png"/><Relationship Id="rId150" Type="http://schemas.openxmlformats.org/officeDocument/2006/relationships/customXml" Target="../ink/ink1105.xml"/><Relationship Id="rId192" Type="http://schemas.openxmlformats.org/officeDocument/2006/relationships/customXml" Target="../ink/ink1126.xml"/><Relationship Id="rId206" Type="http://schemas.openxmlformats.org/officeDocument/2006/relationships/customXml" Target="../ink/ink1133.xml"/><Relationship Id="rId248" Type="http://schemas.openxmlformats.org/officeDocument/2006/relationships/customXml" Target="../ink/ink1154.xml"/><Relationship Id="rId12" Type="http://schemas.openxmlformats.org/officeDocument/2006/relationships/customXml" Target="../ink/ink1036.xml"/><Relationship Id="rId108" Type="http://schemas.openxmlformats.org/officeDocument/2006/relationships/customXml" Target="../ink/ink1084.xml"/><Relationship Id="rId54" Type="http://schemas.openxmlformats.org/officeDocument/2006/relationships/customXml" Target="../ink/ink1057.xml"/><Relationship Id="rId96" Type="http://schemas.openxmlformats.org/officeDocument/2006/relationships/customXml" Target="../ink/ink1078.xml"/><Relationship Id="rId161" Type="http://schemas.openxmlformats.org/officeDocument/2006/relationships/image" Target="../media/image891.png"/><Relationship Id="rId217" Type="http://schemas.openxmlformats.org/officeDocument/2006/relationships/image" Target="../media/image917.png"/><Relationship Id="rId259" Type="http://schemas.openxmlformats.org/officeDocument/2006/relationships/image" Target="../media/image938.png"/><Relationship Id="rId23" Type="http://schemas.openxmlformats.org/officeDocument/2006/relationships/image" Target="../media/image8050.png"/><Relationship Id="rId119" Type="http://schemas.openxmlformats.org/officeDocument/2006/relationships/image" Target="../media/image8530.png"/><Relationship Id="rId270" Type="http://schemas.openxmlformats.org/officeDocument/2006/relationships/customXml" Target="../ink/ink1165.xml"/><Relationship Id="rId291" Type="http://schemas.openxmlformats.org/officeDocument/2006/relationships/image" Target="../media/image953.png"/><Relationship Id="rId305" Type="http://schemas.openxmlformats.org/officeDocument/2006/relationships/image" Target="../media/image960.png"/><Relationship Id="rId44" Type="http://schemas.openxmlformats.org/officeDocument/2006/relationships/customXml" Target="../ink/ink1052.xml"/><Relationship Id="rId65" Type="http://schemas.openxmlformats.org/officeDocument/2006/relationships/image" Target="../media/image8260.png"/><Relationship Id="rId86" Type="http://schemas.openxmlformats.org/officeDocument/2006/relationships/customXml" Target="../ink/ink1073.xml"/><Relationship Id="rId130" Type="http://schemas.openxmlformats.org/officeDocument/2006/relationships/customXml" Target="../ink/ink1095.xml"/><Relationship Id="rId151" Type="http://schemas.openxmlformats.org/officeDocument/2006/relationships/image" Target="../media/image8690.png"/><Relationship Id="rId172" Type="http://schemas.openxmlformats.org/officeDocument/2006/relationships/customXml" Target="../ink/ink1116.xml"/><Relationship Id="rId193" Type="http://schemas.openxmlformats.org/officeDocument/2006/relationships/image" Target="../media/image573.png"/><Relationship Id="rId207" Type="http://schemas.openxmlformats.org/officeDocument/2006/relationships/image" Target="../media/image912.png"/><Relationship Id="rId228" Type="http://schemas.openxmlformats.org/officeDocument/2006/relationships/customXml" Target="../ink/ink1144.xml"/><Relationship Id="rId249" Type="http://schemas.openxmlformats.org/officeDocument/2006/relationships/image" Target="../media/image933.png"/><Relationship Id="rId13" Type="http://schemas.openxmlformats.org/officeDocument/2006/relationships/image" Target="../media/image8000.png"/><Relationship Id="rId109" Type="http://schemas.openxmlformats.org/officeDocument/2006/relationships/image" Target="../media/image8480.png"/><Relationship Id="rId260" Type="http://schemas.openxmlformats.org/officeDocument/2006/relationships/customXml" Target="../ink/ink1160.xml"/><Relationship Id="rId281" Type="http://schemas.openxmlformats.org/officeDocument/2006/relationships/image" Target="../media/image949.png"/><Relationship Id="rId34" Type="http://schemas.openxmlformats.org/officeDocument/2006/relationships/customXml" Target="../ink/ink1047.xml"/><Relationship Id="rId55" Type="http://schemas.openxmlformats.org/officeDocument/2006/relationships/image" Target="../media/image8210.png"/><Relationship Id="rId76" Type="http://schemas.openxmlformats.org/officeDocument/2006/relationships/customXml" Target="../ink/ink1068.xml"/><Relationship Id="rId97" Type="http://schemas.openxmlformats.org/officeDocument/2006/relationships/image" Target="../media/image8420.png"/><Relationship Id="rId120" Type="http://schemas.openxmlformats.org/officeDocument/2006/relationships/customXml" Target="../ink/ink1090.xml"/><Relationship Id="rId141" Type="http://schemas.openxmlformats.org/officeDocument/2006/relationships/image" Target="../media/image8640.png"/><Relationship Id="rId7" Type="http://schemas.openxmlformats.org/officeDocument/2006/relationships/image" Target="../media/image7970.png"/><Relationship Id="rId162" Type="http://schemas.openxmlformats.org/officeDocument/2006/relationships/customXml" Target="../ink/ink1111.xml"/><Relationship Id="rId183" Type="http://schemas.openxmlformats.org/officeDocument/2006/relationships/image" Target="../media/image902.png"/><Relationship Id="rId218" Type="http://schemas.openxmlformats.org/officeDocument/2006/relationships/customXml" Target="../ink/ink1139.xml"/><Relationship Id="rId239" Type="http://schemas.openxmlformats.org/officeDocument/2006/relationships/image" Target="../media/image928.png"/><Relationship Id="rId250" Type="http://schemas.openxmlformats.org/officeDocument/2006/relationships/customXml" Target="../ink/ink1155.xml"/><Relationship Id="rId271" Type="http://schemas.openxmlformats.org/officeDocument/2006/relationships/image" Target="../media/image944.png"/><Relationship Id="rId292" Type="http://schemas.openxmlformats.org/officeDocument/2006/relationships/customXml" Target="../ink/ink1176.xml"/><Relationship Id="rId24" Type="http://schemas.openxmlformats.org/officeDocument/2006/relationships/customXml" Target="../ink/ink1042.xml"/><Relationship Id="rId45" Type="http://schemas.openxmlformats.org/officeDocument/2006/relationships/image" Target="../media/image8160.png"/><Relationship Id="rId66" Type="http://schemas.openxmlformats.org/officeDocument/2006/relationships/customXml" Target="../ink/ink1063.xml"/><Relationship Id="rId87" Type="http://schemas.openxmlformats.org/officeDocument/2006/relationships/image" Target="../media/image8370.png"/><Relationship Id="rId110" Type="http://schemas.openxmlformats.org/officeDocument/2006/relationships/customXml" Target="../ink/ink1085.xml"/><Relationship Id="rId131" Type="http://schemas.openxmlformats.org/officeDocument/2006/relationships/image" Target="../media/image8590.png"/><Relationship Id="rId152" Type="http://schemas.openxmlformats.org/officeDocument/2006/relationships/customXml" Target="../ink/ink1106.xml"/><Relationship Id="rId173" Type="http://schemas.openxmlformats.org/officeDocument/2006/relationships/image" Target="../media/image897.png"/><Relationship Id="rId194" Type="http://schemas.openxmlformats.org/officeDocument/2006/relationships/customXml" Target="../ink/ink1127.xml"/><Relationship Id="rId208" Type="http://schemas.openxmlformats.org/officeDocument/2006/relationships/customXml" Target="../ink/ink1134.xml"/><Relationship Id="rId229" Type="http://schemas.openxmlformats.org/officeDocument/2006/relationships/image" Target="../media/image923.png"/><Relationship Id="rId240" Type="http://schemas.openxmlformats.org/officeDocument/2006/relationships/customXml" Target="../ink/ink1150.xml"/><Relationship Id="rId261" Type="http://schemas.openxmlformats.org/officeDocument/2006/relationships/image" Target="../media/image939.png"/><Relationship Id="rId14" Type="http://schemas.openxmlformats.org/officeDocument/2006/relationships/customXml" Target="../ink/ink1037.xml"/><Relationship Id="rId35" Type="http://schemas.openxmlformats.org/officeDocument/2006/relationships/image" Target="../media/image8110.png"/><Relationship Id="rId56" Type="http://schemas.openxmlformats.org/officeDocument/2006/relationships/customXml" Target="../ink/ink1058.xml"/><Relationship Id="rId77" Type="http://schemas.openxmlformats.org/officeDocument/2006/relationships/image" Target="../media/image8320.png"/><Relationship Id="rId100" Type="http://schemas.openxmlformats.org/officeDocument/2006/relationships/customXml" Target="../ink/ink1080.xml"/><Relationship Id="rId282" Type="http://schemas.openxmlformats.org/officeDocument/2006/relationships/customXml" Target="../ink/ink1171.xml"/><Relationship Id="rId8" Type="http://schemas.openxmlformats.org/officeDocument/2006/relationships/customXml" Target="../ink/ink1034.xml"/><Relationship Id="rId98" Type="http://schemas.openxmlformats.org/officeDocument/2006/relationships/customXml" Target="../ink/ink1079.xml"/><Relationship Id="rId121" Type="http://schemas.openxmlformats.org/officeDocument/2006/relationships/image" Target="../media/image8540.png"/><Relationship Id="rId142" Type="http://schemas.openxmlformats.org/officeDocument/2006/relationships/customXml" Target="../ink/ink1101.xml"/><Relationship Id="rId163" Type="http://schemas.openxmlformats.org/officeDocument/2006/relationships/image" Target="../media/image892.png"/><Relationship Id="rId184" Type="http://schemas.openxmlformats.org/officeDocument/2006/relationships/customXml" Target="../ink/ink1122.xml"/><Relationship Id="rId219" Type="http://schemas.openxmlformats.org/officeDocument/2006/relationships/image" Target="../media/image918.png"/><Relationship Id="rId230" Type="http://schemas.openxmlformats.org/officeDocument/2006/relationships/customXml" Target="../ink/ink1145.xml"/><Relationship Id="rId251" Type="http://schemas.openxmlformats.org/officeDocument/2006/relationships/image" Target="../media/image934.png"/><Relationship Id="rId25" Type="http://schemas.openxmlformats.org/officeDocument/2006/relationships/image" Target="../media/image8060.png"/><Relationship Id="rId46" Type="http://schemas.openxmlformats.org/officeDocument/2006/relationships/customXml" Target="../ink/ink1053.xml"/><Relationship Id="rId67" Type="http://schemas.openxmlformats.org/officeDocument/2006/relationships/image" Target="../media/image8270.png"/><Relationship Id="rId272" Type="http://schemas.openxmlformats.org/officeDocument/2006/relationships/customXml" Target="../ink/ink1166.xml"/><Relationship Id="rId293" Type="http://schemas.openxmlformats.org/officeDocument/2006/relationships/image" Target="../media/image954.png"/><Relationship Id="rId88" Type="http://schemas.openxmlformats.org/officeDocument/2006/relationships/customXml" Target="../ink/ink1074.xml"/><Relationship Id="rId111" Type="http://schemas.openxmlformats.org/officeDocument/2006/relationships/image" Target="../media/image8490.png"/><Relationship Id="rId132" Type="http://schemas.openxmlformats.org/officeDocument/2006/relationships/customXml" Target="../ink/ink1096.xml"/><Relationship Id="rId153" Type="http://schemas.openxmlformats.org/officeDocument/2006/relationships/image" Target="../media/image8700.png"/><Relationship Id="rId174" Type="http://schemas.openxmlformats.org/officeDocument/2006/relationships/customXml" Target="../ink/ink1117.xml"/><Relationship Id="rId195" Type="http://schemas.openxmlformats.org/officeDocument/2006/relationships/image" Target="../media/image906.png"/><Relationship Id="rId209" Type="http://schemas.openxmlformats.org/officeDocument/2006/relationships/image" Target="../media/image913.png"/><Relationship Id="rId220" Type="http://schemas.openxmlformats.org/officeDocument/2006/relationships/customXml" Target="../ink/ink1140.xml"/><Relationship Id="rId241" Type="http://schemas.openxmlformats.org/officeDocument/2006/relationships/image" Target="../media/image929.png"/><Relationship Id="rId15" Type="http://schemas.openxmlformats.org/officeDocument/2006/relationships/image" Target="../media/image8010.png"/><Relationship Id="rId36" Type="http://schemas.openxmlformats.org/officeDocument/2006/relationships/customXml" Target="../ink/ink1048.xml"/><Relationship Id="rId57" Type="http://schemas.openxmlformats.org/officeDocument/2006/relationships/image" Target="../media/image8220.png"/><Relationship Id="rId262" Type="http://schemas.openxmlformats.org/officeDocument/2006/relationships/customXml" Target="../ink/ink1161.xml"/><Relationship Id="rId283" Type="http://schemas.openxmlformats.org/officeDocument/2006/relationships/image" Target="../media/image950.png"/><Relationship Id="rId78" Type="http://schemas.openxmlformats.org/officeDocument/2006/relationships/customXml" Target="../ink/ink1069.xml"/><Relationship Id="rId99" Type="http://schemas.openxmlformats.org/officeDocument/2006/relationships/image" Target="../media/image8430.png"/><Relationship Id="rId101" Type="http://schemas.openxmlformats.org/officeDocument/2006/relationships/image" Target="../media/image8440.png"/><Relationship Id="rId122" Type="http://schemas.openxmlformats.org/officeDocument/2006/relationships/customXml" Target="../ink/ink1091.xml"/><Relationship Id="rId143" Type="http://schemas.openxmlformats.org/officeDocument/2006/relationships/image" Target="../media/image8650.png"/><Relationship Id="rId164" Type="http://schemas.openxmlformats.org/officeDocument/2006/relationships/customXml" Target="../ink/ink1112.xml"/><Relationship Id="rId185" Type="http://schemas.openxmlformats.org/officeDocument/2006/relationships/image" Target="../media/image903.png"/><Relationship Id="rId9" Type="http://schemas.openxmlformats.org/officeDocument/2006/relationships/image" Target="../media/image7980.png"/><Relationship Id="rId210" Type="http://schemas.openxmlformats.org/officeDocument/2006/relationships/customXml" Target="../ink/ink1135.xml"/><Relationship Id="rId26" Type="http://schemas.openxmlformats.org/officeDocument/2006/relationships/customXml" Target="../ink/ink1043.xml"/><Relationship Id="rId231" Type="http://schemas.openxmlformats.org/officeDocument/2006/relationships/image" Target="../media/image924.png"/><Relationship Id="rId252" Type="http://schemas.openxmlformats.org/officeDocument/2006/relationships/customXml" Target="../ink/ink1156.xml"/><Relationship Id="rId273" Type="http://schemas.openxmlformats.org/officeDocument/2006/relationships/image" Target="../media/image945.png"/><Relationship Id="rId294" Type="http://schemas.openxmlformats.org/officeDocument/2006/relationships/customXml" Target="../ink/ink1177.xml"/><Relationship Id="rId47" Type="http://schemas.openxmlformats.org/officeDocument/2006/relationships/image" Target="../media/image8170.png"/><Relationship Id="rId68" Type="http://schemas.openxmlformats.org/officeDocument/2006/relationships/customXml" Target="../ink/ink1064.xml"/><Relationship Id="rId89" Type="http://schemas.openxmlformats.org/officeDocument/2006/relationships/image" Target="../media/image8380.png"/><Relationship Id="rId112" Type="http://schemas.openxmlformats.org/officeDocument/2006/relationships/customXml" Target="../ink/ink1086.xml"/><Relationship Id="rId133" Type="http://schemas.openxmlformats.org/officeDocument/2006/relationships/image" Target="../media/image8600.png"/><Relationship Id="rId154" Type="http://schemas.openxmlformats.org/officeDocument/2006/relationships/customXml" Target="../ink/ink1107.xml"/><Relationship Id="rId175" Type="http://schemas.openxmlformats.org/officeDocument/2006/relationships/image" Target="../media/image898.png"/><Relationship Id="rId196" Type="http://schemas.openxmlformats.org/officeDocument/2006/relationships/customXml" Target="../ink/ink1128.xml"/><Relationship Id="rId200" Type="http://schemas.openxmlformats.org/officeDocument/2006/relationships/customXml" Target="../ink/ink1130.xml"/><Relationship Id="rId16" Type="http://schemas.openxmlformats.org/officeDocument/2006/relationships/customXml" Target="../ink/ink1038.xml"/><Relationship Id="rId221" Type="http://schemas.openxmlformats.org/officeDocument/2006/relationships/image" Target="../media/image919.png"/><Relationship Id="rId242" Type="http://schemas.openxmlformats.org/officeDocument/2006/relationships/customXml" Target="../ink/ink1151.xml"/><Relationship Id="rId263" Type="http://schemas.openxmlformats.org/officeDocument/2006/relationships/image" Target="../media/image940.png"/><Relationship Id="rId284" Type="http://schemas.openxmlformats.org/officeDocument/2006/relationships/customXml" Target="../ink/ink1172.xml"/><Relationship Id="rId37" Type="http://schemas.openxmlformats.org/officeDocument/2006/relationships/image" Target="../media/image8120.png"/><Relationship Id="rId58" Type="http://schemas.openxmlformats.org/officeDocument/2006/relationships/customXml" Target="../ink/ink1059.xml"/><Relationship Id="rId79" Type="http://schemas.openxmlformats.org/officeDocument/2006/relationships/image" Target="../media/image8330.png"/><Relationship Id="rId102" Type="http://schemas.openxmlformats.org/officeDocument/2006/relationships/customXml" Target="../ink/ink1081.xml"/><Relationship Id="rId123" Type="http://schemas.openxmlformats.org/officeDocument/2006/relationships/image" Target="../media/image8550.png"/><Relationship Id="rId144" Type="http://schemas.openxmlformats.org/officeDocument/2006/relationships/customXml" Target="../ink/ink1102.xml"/><Relationship Id="rId90" Type="http://schemas.openxmlformats.org/officeDocument/2006/relationships/customXml" Target="../ink/ink1075.xml"/><Relationship Id="rId165" Type="http://schemas.openxmlformats.org/officeDocument/2006/relationships/image" Target="../media/image893.png"/><Relationship Id="rId186" Type="http://schemas.openxmlformats.org/officeDocument/2006/relationships/customXml" Target="../ink/ink1123.xml"/><Relationship Id="rId211" Type="http://schemas.openxmlformats.org/officeDocument/2006/relationships/image" Target="../media/image914.png"/><Relationship Id="rId232" Type="http://schemas.openxmlformats.org/officeDocument/2006/relationships/customXml" Target="../ink/ink1146.xml"/><Relationship Id="rId253" Type="http://schemas.openxmlformats.org/officeDocument/2006/relationships/image" Target="../media/image935.png"/><Relationship Id="rId274" Type="http://schemas.openxmlformats.org/officeDocument/2006/relationships/customXml" Target="../ink/ink1167.xml"/><Relationship Id="rId295" Type="http://schemas.openxmlformats.org/officeDocument/2006/relationships/image" Target="../media/image955.png"/><Relationship Id="rId27" Type="http://schemas.openxmlformats.org/officeDocument/2006/relationships/image" Target="../media/image8070.png"/><Relationship Id="rId48" Type="http://schemas.openxmlformats.org/officeDocument/2006/relationships/customXml" Target="../ink/ink1054.xml"/><Relationship Id="rId69" Type="http://schemas.openxmlformats.org/officeDocument/2006/relationships/image" Target="../media/image8280.png"/><Relationship Id="rId113" Type="http://schemas.openxmlformats.org/officeDocument/2006/relationships/image" Target="../media/image8500.png"/><Relationship Id="rId134" Type="http://schemas.openxmlformats.org/officeDocument/2006/relationships/customXml" Target="../ink/ink1097.xml"/><Relationship Id="rId80" Type="http://schemas.openxmlformats.org/officeDocument/2006/relationships/customXml" Target="../ink/ink1070.xml"/><Relationship Id="rId155" Type="http://schemas.openxmlformats.org/officeDocument/2006/relationships/image" Target="../media/image8710.png"/><Relationship Id="rId176" Type="http://schemas.openxmlformats.org/officeDocument/2006/relationships/customXml" Target="../ink/ink1118.xml"/><Relationship Id="rId197" Type="http://schemas.openxmlformats.org/officeDocument/2006/relationships/image" Target="../media/image907.png"/><Relationship Id="rId201" Type="http://schemas.openxmlformats.org/officeDocument/2006/relationships/image" Target="../media/image909.png"/><Relationship Id="rId222" Type="http://schemas.openxmlformats.org/officeDocument/2006/relationships/customXml" Target="../ink/ink1141.xml"/><Relationship Id="rId243" Type="http://schemas.openxmlformats.org/officeDocument/2006/relationships/image" Target="../media/image930.png"/><Relationship Id="rId264" Type="http://schemas.openxmlformats.org/officeDocument/2006/relationships/customXml" Target="../ink/ink1162.xml"/><Relationship Id="rId285" Type="http://schemas.openxmlformats.org/officeDocument/2006/relationships/image" Target="../media/image383.png"/><Relationship Id="rId17" Type="http://schemas.openxmlformats.org/officeDocument/2006/relationships/image" Target="../media/image8020.png"/><Relationship Id="rId38" Type="http://schemas.openxmlformats.org/officeDocument/2006/relationships/customXml" Target="../ink/ink1049.xml"/><Relationship Id="rId59" Type="http://schemas.openxmlformats.org/officeDocument/2006/relationships/image" Target="../media/image8230.png"/><Relationship Id="rId103" Type="http://schemas.openxmlformats.org/officeDocument/2006/relationships/image" Target="../media/image8450.png"/><Relationship Id="rId124" Type="http://schemas.openxmlformats.org/officeDocument/2006/relationships/customXml" Target="../ink/ink1092.xml"/><Relationship Id="rId70" Type="http://schemas.openxmlformats.org/officeDocument/2006/relationships/customXml" Target="../ink/ink1065.xml"/><Relationship Id="rId91" Type="http://schemas.openxmlformats.org/officeDocument/2006/relationships/image" Target="../media/image8390.png"/><Relationship Id="rId145" Type="http://schemas.openxmlformats.org/officeDocument/2006/relationships/image" Target="../media/image8660.png"/><Relationship Id="rId166" Type="http://schemas.openxmlformats.org/officeDocument/2006/relationships/customXml" Target="../ink/ink1113.xml"/><Relationship Id="rId187" Type="http://schemas.openxmlformats.org/officeDocument/2006/relationships/image" Target="../media/image90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36.xml"/><Relationship Id="rId233" Type="http://schemas.openxmlformats.org/officeDocument/2006/relationships/image" Target="../media/image925.png"/><Relationship Id="rId254" Type="http://schemas.openxmlformats.org/officeDocument/2006/relationships/customXml" Target="../ink/ink1157.xml"/><Relationship Id="rId28" Type="http://schemas.openxmlformats.org/officeDocument/2006/relationships/customXml" Target="../ink/ink1044.xml"/><Relationship Id="rId49" Type="http://schemas.openxmlformats.org/officeDocument/2006/relationships/image" Target="../media/image8180.png"/><Relationship Id="rId114" Type="http://schemas.openxmlformats.org/officeDocument/2006/relationships/customXml" Target="../ink/ink1087.xml"/><Relationship Id="rId275" Type="http://schemas.openxmlformats.org/officeDocument/2006/relationships/image" Target="../media/image946.png"/><Relationship Id="rId296" Type="http://schemas.openxmlformats.org/officeDocument/2006/relationships/customXml" Target="../ink/ink1178.xml"/><Relationship Id="rId300" Type="http://schemas.openxmlformats.org/officeDocument/2006/relationships/customXml" Target="../ink/ink1180.xml"/><Relationship Id="rId60" Type="http://schemas.openxmlformats.org/officeDocument/2006/relationships/customXml" Target="../ink/ink1060.xml"/><Relationship Id="rId81" Type="http://schemas.openxmlformats.org/officeDocument/2006/relationships/image" Target="../media/image8340.png"/><Relationship Id="rId135" Type="http://schemas.openxmlformats.org/officeDocument/2006/relationships/image" Target="../media/image8610.png"/><Relationship Id="rId156" Type="http://schemas.openxmlformats.org/officeDocument/2006/relationships/customXml" Target="../ink/ink1108.xml"/><Relationship Id="rId177" Type="http://schemas.openxmlformats.org/officeDocument/2006/relationships/image" Target="../media/image899.png"/><Relationship Id="rId198" Type="http://schemas.openxmlformats.org/officeDocument/2006/relationships/customXml" Target="../ink/ink1129.xml"/><Relationship Id="rId202" Type="http://schemas.openxmlformats.org/officeDocument/2006/relationships/customXml" Target="../ink/ink1131.xml"/><Relationship Id="rId223" Type="http://schemas.openxmlformats.org/officeDocument/2006/relationships/image" Target="../media/image920.png"/><Relationship Id="rId244" Type="http://schemas.openxmlformats.org/officeDocument/2006/relationships/customXml" Target="../ink/ink1152.xml"/><Relationship Id="rId18" Type="http://schemas.openxmlformats.org/officeDocument/2006/relationships/customXml" Target="../ink/ink1039.xml"/><Relationship Id="rId39" Type="http://schemas.openxmlformats.org/officeDocument/2006/relationships/image" Target="../media/image8130.png"/><Relationship Id="rId265" Type="http://schemas.openxmlformats.org/officeDocument/2006/relationships/image" Target="../media/image941.png"/><Relationship Id="rId286" Type="http://schemas.openxmlformats.org/officeDocument/2006/relationships/customXml" Target="../ink/ink1173.xml"/><Relationship Id="rId50" Type="http://schemas.openxmlformats.org/officeDocument/2006/relationships/customXml" Target="../ink/ink1055.xml"/><Relationship Id="rId104" Type="http://schemas.openxmlformats.org/officeDocument/2006/relationships/customXml" Target="../ink/ink1082.xml"/><Relationship Id="rId125" Type="http://schemas.openxmlformats.org/officeDocument/2006/relationships/image" Target="../media/image8560.png"/><Relationship Id="rId146" Type="http://schemas.openxmlformats.org/officeDocument/2006/relationships/customXml" Target="../ink/ink1103.xml"/><Relationship Id="rId167" Type="http://schemas.openxmlformats.org/officeDocument/2006/relationships/image" Target="../media/image894.png"/><Relationship Id="rId188" Type="http://schemas.openxmlformats.org/officeDocument/2006/relationships/customXml" Target="../ink/ink1124.xml"/><Relationship Id="rId71" Type="http://schemas.openxmlformats.org/officeDocument/2006/relationships/image" Target="../media/image8290.png"/><Relationship Id="rId92" Type="http://schemas.openxmlformats.org/officeDocument/2006/relationships/customXml" Target="../ink/ink1076.xml"/><Relationship Id="rId213" Type="http://schemas.openxmlformats.org/officeDocument/2006/relationships/image" Target="../media/image915.png"/><Relationship Id="rId234" Type="http://schemas.openxmlformats.org/officeDocument/2006/relationships/customXml" Target="../ink/ink1147.xml"/><Relationship Id="rId2" Type="http://schemas.openxmlformats.org/officeDocument/2006/relationships/customXml" Target="../ink/ink1031.xml"/><Relationship Id="rId29" Type="http://schemas.openxmlformats.org/officeDocument/2006/relationships/image" Target="../media/image8080.png"/><Relationship Id="rId255" Type="http://schemas.openxmlformats.org/officeDocument/2006/relationships/image" Target="../media/image936.png"/><Relationship Id="rId276" Type="http://schemas.openxmlformats.org/officeDocument/2006/relationships/customXml" Target="../ink/ink1168.xml"/><Relationship Id="rId297" Type="http://schemas.openxmlformats.org/officeDocument/2006/relationships/image" Target="../media/image956.png"/><Relationship Id="rId40" Type="http://schemas.openxmlformats.org/officeDocument/2006/relationships/customXml" Target="../ink/ink1050.xml"/><Relationship Id="rId115" Type="http://schemas.openxmlformats.org/officeDocument/2006/relationships/image" Target="../media/image8510.png"/><Relationship Id="rId136" Type="http://schemas.openxmlformats.org/officeDocument/2006/relationships/customXml" Target="../ink/ink1098.xml"/><Relationship Id="rId157" Type="http://schemas.openxmlformats.org/officeDocument/2006/relationships/image" Target="../media/image889.png"/><Relationship Id="rId178" Type="http://schemas.openxmlformats.org/officeDocument/2006/relationships/customXml" Target="../ink/ink1119.xml"/><Relationship Id="rId301" Type="http://schemas.openxmlformats.org/officeDocument/2006/relationships/image" Target="../media/image958.png"/><Relationship Id="rId61" Type="http://schemas.openxmlformats.org/officeDocument/2006/relationships/image" Target="../media/image8240.png"/><Relationship Id="rId82" Type="http://schemas.openxmlformats.org/officeDocument/2006/relationships/customXml" Target="../ink/ink1071.xml"/><Relationship Id="rId199" Type="http://schemas.openxmlformats.org/officeDocument/2006/relationships/image" Target="../media/image908.png"/><Relationship Id="rId203" Type="http://schemas.openxmlformats.org/officeDocument/2006/relationships/image" Target="../media/image910.png"/><Relationship Id="rId19" Type="http://schemas.openxmlformats.org/officeDocument/2006/relationships/image" Target="../media/image8030.png"/><Relationship Id="rId224" Type="http://schemas.openxmlformats.org/officeDocument/2006/relationships/customXml" Target="../ink/ink1142.xml"/><Relationship Id="rId245" Type="http://schemas.openxmlformats.org/officeDocument/2006/relationships/image" Target="../media/image931.png"/><Relationship Id="rId266" Type="http://schemas.openxmlformats.org/officeDocument/2006/relationships/customXml" Target="../ink/ink1163.xml"/><Relationship Id="rId287" Type="http://schemas.openxmlformats.org/officeDocument/2006/relationships/image" Target="../media/image951.png"/><Relationship Id="rId30" Type="http://schemas.openxmlformats.org/officeDocument/2006/relationships/customXml" Target="../ink/ink1045.xml"/><Relationship Id="rId105" Type="http://schemas.openxmlformats.org/officeDocument/2006/relationships/image" Target="../media/image8460.png"/><Relationship Id="rId126" Type="http://schemas.openxmlformats.org/officeDocument/2006/relationships/customXml" Target="../ink/ink1093.xml"/><Relationship Id="rId147" Type="http://schemas.openxmlformats.org/officeDocument/2006/relationships/image" Target="../media/image8670.png"/><Relationship Id="rId168" Type="http://schemas.openxmlformats.org/officeDocument/2006/relationships/customXml" Target="../ink/ink1114.xml"/><Relationship Id="rId51" Type="http://schemas.openxmlformats.org/officeDocument/2006/relationships/image" Target="../media/image8190.png"/><Relationship Id="rId72" Type="http://schemas.openxmlformats.org/officeDocument/2006/relationships/customXml" Target="../ink/ink1066.xml"/><Relationship Id="rId93" Type="http://schemas.openxmlformats.org/officeDocument/2006/relationships/image" Target="../media/image8400.png"/><Relationship Id="rId189" Type="http://schemas.openxmlformats.org/officeDocument/2006/relationships/image" Target="../media/image378.png"/><Relationship Id="rId3" Type="http://schemas.openxmlformats.org/officeDocument/2006/relationships/image" Target="../media/image7950.png"/><Relationship Id="rId214" Type="http://schemas.openxmlformats.org/officeDocument/2006/relationships/customXml" Target="../ink/ink1137.xml"/><Relationship Id="rId235" Type="http://schemas.openxmlformats.org/officeDocument/2006/relationships/image" Target="../media/image926.png"/><Relationship Id="rId256" Type="http://schemas.openxmlformats.org/officeDocument/2006/relationships/customXml" Target="../ink/ink1158.xml"/><Relationship Id="rId277" Type="http://schemas.openxmlformats.org/officeDocument/2006/relationships/image" Target="../media/image947.png"/><Relationship Id="rId298" Type="http://schemas.openxmlformats.org/officeDocument/2006/relationships/customXml" Target="../ink/ink1179.xml"/><Relationship Id="rId116" Type="http://schemas.openxmlformats.org/officeDocument/2006/relationships/customXml" Target="../ink/ink1088.xml"/><Relationship Id="rId137" Type="http://schemas.openxmlformats.org/officeDocument/2006/relationships/image" Target="../media/image8620.png"/><Relationship Id="rId158" Type="http://schemas.openxmlformats.org/officeDocument/2006/relationships/customXml" Target="../ink/ink1109.xml"/><Relationship Id="rId302" Type="http://schemas.openxmlformats.org/officeDocument/2006/relationships/customXml" Target="../ink/ink1181.xml"/><Relationship Id="rId20" Type="http://schemas.openxmlformats.org/officeDocument/2006/relationships/customXml" Target="../ink/ink1040.xml"/><Relationship Id="rId41" Type="http://schemas.openxmlformats.org/officeDocument/2006/relationships/image" Target="../media/image8140.png"/><Relationship Id="rId62" Type="http://schemas.openxmlformats.org/officeDocument/2006/relationships/customXml" Target="../ink/ink1061.xml"/><Relationship Id="rId83" Type="http://schemas.openxmlformats.org/officeDocument/2006/relationships/image" Target="../media/image8350.png"/><Relationship Id="rId179" Type="http://schemas.openxmlformats.org/officeDocument/2006/relationships/image" Target="../media/image900.png"/><Relationship Id="rId190" Type="http://schemas.openxmlformats.org/officeDocument/2006/relationships/customXml" Target="../ink/ink1125.xml"/><Relationship Id="rId204" Type="http://schemas.openxmlformats.org/officeDocument/2006/relationships/customXml" Target="../ink/ink1132.xml"/><Relationship Id="rId225" Type="http://schemas.openxmlformats.org/officeDocument/2006/relationships/image" Target="../media/image921.png"/><Relationship Id="rId246" Type="http://schemas.openxmlformats.org/officeDocument/2006/relationships/customXml" Target="../ink/ink1153.xml"/><Relationship Id="rId267" Type="http://schemas.openxmlformats.org/officeDocument/2006/relationships/image" Target="../media/image942.png"/><Relationship Id="rId288" Type="http://schemas.openxmlformats.org/officeDocument/2006/relationships/customXml" Target="../ink/ink1174.xml"/><Relationship Id="rId106" Type="http://schemas.openxmlformats.org/officeDocument/2006/relationships/customXml" Target="../ink/ink1083.xml"/><Relationship Id="rId127" Type="http://schemas.openxmlformats.org/officeDocument/2006/relationships/image" Target="../media/image8570.png"/><Relationship Id="rId10" Type="http://schemas.openxmlformats.org/officeDocument/2006/relationships/customXml" Target="../ink/ink1035.xml"/><Relationship Id="rId31" Type="http://schemas.openxmlformats.org/officeDocument/2006/relationships/image" Target="../media/image8090.png"/><Relationship Id="rId52" Type="http://schemas.openxmlformats.org/officeDocument/2006/relationships/customXml" Target="../ink/ink1056.xml"/><Relationship Id="rId73" Type="http://schemas.openxmlformats.org/officeDocument/2006/relationships/image" Target="../media/image8300.png"/><Relationship Id="rId94" Type="http://schemas.openxmlformats.org/officeDocument/2006/relationships/customXml" Target="../ink/ink1077.xml"/><Relationship Id="rId148" Type="http://schemas.openxmlformats.org/officeDocument/2006/relationships/customXml" Target="../ink/ink1104.xml"/><Relationship Id="rId169" Type="http://schemas.openxmlformats.org/officeDocument/2006/relationships/image" Target="../media/image895.png"/><Relationship Id="rId4" Type="http://schemas.openxmlformats.org/officeDocument/2006/relationships/customXml" Target="../ink/ink1032.xml"/><Relationship Id="rId180" Type="http://schemas.openxmlformats.org/officeDocument/2006/relationships/customXml" Target="../ink/ink1120.xml"/><Relationship Id="rId215" Type="http://schemas.openxmlformats.org/officeDocument/2006/relationships/image" Target="../media/image916.png"/><Relationship Id="rId236" Type="http://schemas.openxmlformats.org/officeDocument/2006/relationships/customXml" Target="../ink/ink1148.xml"/><Relationship Id="rId257" Type="http://schemas.openxmlformats.org/officeDocument/2006/relationships/image" Target="../media/image937.png"/><Relationship Id="rId278" Type="http://schemas.openxmlformats.org/officeDocument/2006/relationships/customXml" Target="../ink/ink1169.xml"/><Relationship Id="rId303" Type="http://schemas.openxmlformats.org/officeDocument/2006/relationships/image" Target="../media/image959.png"/><Relationship Id="rId42" Type="http://schemas.openxmlformats.org/officeDocument/2006/relationships/customXml" Target="../ink/ink1051.xml"/><Relationship Id="rId84" Type="http://schemas.openxmlformats.org/officeDocument/2006/relationships/customXml" Target="../ink/ink1072.xml"/><Relationship Id="rId138" Type="http://schemas.openxmlformats.org/officeDocument/2006/relationships/customXml" Target="../ink/ink1099.xml"/><Relationship Id="rId191" Type="http://schemas.openxmlformats.org/officeDocument/2006/relationships/image" Target="../media/image905.png"/><Relationship Id="rId205" Type="http://schemas.openxmlformats.org/officeDocument/2006/relationships/image" Target="../media/image911.png"/><Relationship Id="rId247" Type="http://schemas.openxmlformats.org/officeDocument/2006/relationships/image" Target="../media/image932.png"/><Relationship Id="rId107" Type="http://schemas.openxmlformats.org/officeDocument/2006/relationships/image" Target="../media/image8470.png"/><Relationship Id="rId289" Type="http://schemas.openxmlformats.org/officeDocument/2006/relationships/image" Target="../media/image952.png"/><Relationship Id="rId11" Type="http://schemas.openxmlformats.org/officeDocument/2006/relationships/image" Target="../media/image7990.png"/><Relationship Id="rId53" Type="http://schemas.openxmlformats.org/officeDocument/2006/relationships/image" Target="../media/image8200.png"/><Relationship Id="rId149" Type="http://schemas.openxmlformats.org/officeDocument/2006/relationships/image" Target="../media/image8680.png"/><Relationship Id="rId95" Type="http://schemas.openxmlformats.org/officeDocument/2006/relationships/image" Target="../media/image8410.png"/><Relationship Id="rId160" Type="http://schemas.openxmlformats.org/officeDocument/2006/relationships/customXml" Target="../ink/ink1110.xml"/><Relationship Id="rId216" Type="http://schemas.openxmlformats.org/officeDocument/2006/relationships/customXml" Target="../ink/ink1138.xml"/><Relationship Id="rId258" Type="http://schemas.openxmlformats.org/officeDocument/2006/relationships/customXml" Target="../ink/ink1159.xml"/><Relationship Id="rId22" Type="http://schemas.openxmlformats.org/officeDocument/2006/relationships/customXml" Target="../ink/ink1041.xml"/><Relationship Id="rId64" Type="http://schemas.openxmlformats.org/officeDocument/2006/relationships/customXml" Target="../ink/ink1062.xml"/><Relationship Id="rId118" Type="http://schemas.openxmlformats.org/officeDocument/2006/relationships/customXml" Target="../ink/ink1089.xml"/><Relationship Id="rId171" Type="http://schemas.openxmlformats.org/officeDocument/2006/relationships/image" Target="../media/image896.png"/><Relationship Id="rId227" Type="http://schemas.openxmlformats.org/officeDocument/2006/relationships/image" Target="../media/image922.png"/><Relationship Id="rId269" Type="http://schemas.openxmlformats.org/officeDocument/2006/relationships/image" Target="../media/image943.png"/><Relationship Id="rId33" Type="http://schemas.openxmlformats.org/officeDocument/2006/relationships/image" Target="../media/image8100.png"/><Relationship Id="rId129" Type="http://schemas.openxmlformats.org/officeDocument/2006/relationships/image" Target="../media/image8580.png"/><Relationship Id="rId280" Type="http://schemas.openxmlformats.org/officeDocument/2006/relationships/customXml" Target="../ink/ink1170.xml"/><Relationship Id="rId75" Type="http://schemas.openxmlformats.org/officeDocument/2006/relationships/image" Target="../media/image8310.png"/><Relationship Id="rId140" Type="http://schemas.openxmlformats.org/officeDocument/2006/relationships/customXml" Target="../ink/ink1100.xml"/><Relationship Id="rId182" Type="http://schemas.openxmlformats.org/officeDocument/2006/relationships/customXml" Target="../ink/ink1121.xml"/><Relationship Id="rId6" Type="http://schemas.openxmlformats.org/officeDocument/2006/relationships/customXml" Target="../ink/ink1033.xml"/><Relationship Id="rId238" Type="http://schemas.openxmlformats.org/officeDocument/2006/relationships/customXml" Target="../ink/ink114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40.xml"/><Relationship Id="rId299" Type="http://schemas.openxmlformats.org/officeDocument/2006/relationships/customXml" Target="../ink/ink1331.xml"/><Relationship Id="rId21" Type="http://schemas.openxmlformats.org/officeDocument/2006/relationships/customXml" Target="../ink/ink1192.xml"/><Relationship Id="rId63" Type="http://schemas.openxmlformats.org/officeDocument/2006/relationships/customXml" Target="../ink/ink1213.xml"/><Relationship Id="rId159" Type="http://schemas.openxmlformats.org/officeDocument/2006/relationships/customXml" Target="../ink/ink1261.xml"/><Relationship Id="rId170" Type="http://schemas.openxmlformats.org/officeDocument/2006/relationships/image" Target="../media/image1044.png"/><Relationship Id="rId226" Type="http://schemas.openxmlformats.org/officeDocument/2006/relationships/image" Target="../media/image1072.png"/><Relationship Id="rId268" Type="http://schemas.openxmlformats.org/officeDocument/2006/relationships/image" Target="../media/image1093.png"/><Relationship Id="rId32" Type="http://schemas.openxmlformats.org/officeDocument/2006/relationships/image" Target="../media/image975.png"/><Relationship Id="rId74" Type="http://schemas.openxmlformats.org/officeDocument/2006/relationships/image" Target="../media/image996.png"/><Relationship Id="rId128" Type="http://schemas.openxmlformats.org/officeDocument/2006/relationships/image" Target="../media/image1023.png"/><Relationship Id="rId5" Type="http://schemas.openxmlformats.org/officeDocument/2006/relationships/customXml" Target="../ink/ink1184.xml"/><Relationship Id="rId181" Type="http://schemas.openxmlformats.org/officeDocument/2006/relationships/customXml" Target="../ink/ink1272.xml"/><Relationship Id="rId237" Type="http://schemas.openxmlformats.org/officeDocument/2006/relationships/customXml" Target="../ink/ink1300.xml"/><Relationship Id="rId279" Type="http://schemas.openxmlformats.org/officeDocument/2006/relationships/customXml" Target="../ink/ink1321.xml"/><Relationship Id="rId43" Type="http://schemas.openxmlformats.org/officeDocument/2006/relationships/customXml" Target="../ink/ink1203.xml"/><Relationship Id="rId139" Type="http://schemas.openxmlformats.org/officeDocument/2006/relationships/customXml" Target="../ink/ink1251.xml"/><Relationship Id="rId290" Type="http://schemas.openxmlformats.org/officeDocument/2006/relationships/image" Target="../media/image1104.png"/><Relationship Id="rId304" Type="http://schemas.openxmlformats.org/officeDocument/2006/relationships/image" Target="../media/image1108.png"/><Relationship Id="rId85" Type="http://schemas.openxmlformats.org/officeDocument/2006/relationships/customXml" Target="../ink/ink1224.xml"/><Relationship Id="rId150" Type="http://schemas.openxmlformats.org/officeDocument/2006/relationships/image" Target="../media/image1034.png"/><Relationship Id="rId192" Type="http://schemas.openxmlformats.org/officeDocument/2006/relationships/image" Target="../media/image1055.png"/><Relationship Id="rId206" Type="http://schemas.openxmlformats.org/officeDocument/2006/relationships/image" Target="../media/image1062.png"/><Relationship Id="rId248" Type="http://schemas.openxmlformats.org/officeDocument/2006/relationships/image" Target="../media/image1083.png"/><Relationship Id="rId12" Type="http://schemas.openxmlformats.org/officeDocument/2006/relationships/image" Target="../media/image965.png"/><Relationship Id="rId108" Type="http://schemas.openxmlformats.org/officeDocument/2006/relationships/image" Target="../media/image1013.png"/><Relationship Id="rId315" Type="http://schemas.openxmlformats.org/officeDocument/2006/relationships/customXml" Target="../ink/ink1339.xml"/><Relationship Id="rId54" Type="http://schemas.openxmlformats.org/officeDocument/2006/relationships/image" Target="../media/image986.png"/><Relationship Id="rId96" Type="http://schemas.openxmlformats.org/officeDocument/2006/relationships/image" Target="../media/image1007.png"/><Relationship Id="rId161" Type="http://schemas.openxmlformats.org/officeDocument/2006/relationships/customXml" Target="../ink/ink1262.xml"/><Relationship Id="rId217" Type="http://schemas.openxmlformats.org/officeDocument/2006/relationships/customXml" Target="../ink/ink1290.xml"/><Relationship Id="rId259" Type="http://schemas.openxmlformats.org/officeDocument/2006/relationships/customXml" Target="../ink/ink1311.xml"/><Relationship Id="rId23" Type="http://schemas.openxmlformats.org/officeDocument/2006/relationships/customXml" Target="../ink/ink1193.xml"/><Relationship Id="rId119" Type="http://schemas.openxmlformats.org/officeDocument/2006/relationships/customXml" Target="../ink/ink1241.xml"/><Relationship Id="rId270" Type="http://schemas.openxmlformats.org/officeDocument/2006/relationships/image" Target="../media/image1094.png"/><Relationship Id="rId65" Type="http://schemas.openxmlformats.org/officeDocument/2006/relationships/customXml" Target="../ink/ink1214.xml"/><Relationship Id="rId130" Type="http://schemas.openxmlformats.org/officeDocument/2006/relationships/image" Target="../media/image1024.png"/><Relationship Id="rId172" Type="http://schemas.openxmlformats.org/officeDocument/2006/relationships/image" Target="../media/image1045.png"/><Relationship Id="rId228" Type="http://schemas.openxmlformats.org/officeDocument/2006/relationships/image" Target="../media/image1073.png"/><Relationship Id="rId13" Type="http://schemas.openxmlformats.org/officeDocument/2006/relationships/customXml" Target="../ink/ink1188.xml"/><Relationship Id="rId109" Type="http://schemas.openxmlformats.org/officeDocument/2006/relationships/customXml" Target="../ink/ink1236.xml"/><Relationship Id="rId260" Type="http://schemas.openxmlformats.org/officeDocument/2006/relationships/image" Target="../media/image1089.png"/><Relationship Id="rId281" Type="http://schemas.openxmlformats.org/officeDocument/2006/relationships/customXml" Target="../ink/ink1322.xml"/><Relationship Id="rId316" Type="http://schemas.openxmlformats.org/officeDocument/2006/relationships/image" Target="../media/image1114.png"/><Relationship Id="rId34" Type="http://schemas.openxmlformats.org/officeDocument/2006/relationships/image" Target="../media/image976.png"/><Relationship Id="rId55" Type="http://schemas.openxmlformats.org/officeDocument/2006/relationships/customXml" Target="../ink/ink1209.xml"/><Relationship Id="rId76" Type="http://schemas.openxmlformats.org/officeDocument/2006/relationships/image" Target="../media/image997.png"/><Relationship Id="rId97" Type="http://schemas.openxmlformats.org/officeDocument/2006/relationships/customXml" Target="../ink/ink1230.xml"/><Relationship Id="rId120" Type="http://schemas.openxmlformats.org/officeDocument/2006/relationships/image" Target="../media/image1019.png"/><Relationship Id="rId141" Type="http://schemas.openxmlformats.org/officeDocument/2006/relationships/customXml" Target="../ink/ink1252.xml"/><Relationship Id="rId7" Type="http://schemas.openxmlformats.org/officeDocument/2006/relationships/customXml" Target="../ink/ink1185.xml"/><Relationship Id="rId162" Type="http://schemas.openxmlformats.org/officeDocument/2006/relationships/image" Target="../media/image1040.png"/><Relationship Id="rId183" Type="http://schemas.openxmlformats.org/officeDocument/2006/relationships/customXml" Target="../ink/ink1273.xml"/><Relationship Id="rId218" Type="http://schemas.openxmlformats.org/officeDocument/2006/relationships/image" Target="../media/image1068.png"/><Relationship Id="rId239" Type="http://schemas.openxmlformats.org/officeDocument/2006/relationships/customXml" Target="../ink/ink1301.xml"/><Relationship Id="rId250" Type="http://schemas.openxmlformats.org/officeDocument/2006/relationships/image" Target="../media/image1084.png"/><Relationship Id="rId271" Type="http://schemas.openxmlformats.org/officeDocument/2006/relationships/customXml" Target="../ink/ink1317.xml"/><Relationship Id="rId292" Type="http://schemas.openxmlformats.org/officeDocument/2006/relationships/image" Target="../media/image1105.png"/><Relationship Id="rId306" Type="http://schemas.openxmlformats.org/officeDocument/2006/relationships/image" Target="../media/image1109.png"/><Relationship Id="rId24" Type="http://schemas.openxmlformats.org/officeDocument/2006/relationships/image" Target="../media/image971.png"/><Relationship Id="rId45" Type="http://schemas.openxmlformats.org/officeDocument/2006/relationships/customXml" Target="../ink/ink1204.xml"/><Relationship Id="rId66" Type="http://schemas.openxmlformats.org/officeDocument/2006/relationships/image" Target="../media/image992.png"/><Relationship Id="rId87" Type="http://schemas.openxmlformats.org/officeDocument/2006/relationships/customXml" Target="../ink/ink1225.xml"/><Relationship Id="rId110" Type="http://schemas.openxmlformats.org/officeDocument/2006/relationships/image" Target="../media/image1014.png"/><Relationship Id="rId131" Type="http://schemas.openxmlformats.org/officeDocument/2006/relationships/customXml" Target="../ink/ink1247.xml"/><Relationship Id="rId152" Type="http://schemas.openxmlformats.org/officeDocument/2006/relationships/image" Target="../media/image1035.png"/><Relationship Id="rId173" Type="http://schemas.openxmlformats.org/officeDocument/2006/relationships/customXml" Target="../ink/ink1268.xml"/><Relationship Id="rId194" Type="http://schemas.openxmlformats.org/officeDocument/2006/relationships/image" Target="../media/image1056.png"/><Relationship Id="rId208" Type="http://schemas.openxmlformats.org/officeDocument/2006/relationships/image" Target="../media/image1063.png"/><Relationship Id="rId229" Type="http://schemas.openxmlformats.org/officeDocument/2006/relationships/customXml" Target="../ink/ink1296.xml"/><Relationship Id="rId240" Type="http://schemas.openxmlformats.org/officeDocument/2006/relationships/image" Target="../media/image1079.png"/><Relationship Id="rId261" Type="http://schemas.openxmlformats.org/officeDocument/2006/relationships/customXml" Target="../ink/ink1312.xml"/><Relationship Id="rId14" Type="http://schemas.openxmlformats.org/officeDocument/2006/relationships/image" Target="../media/image966.png"/><Relationship Id="rId35" Type="http://schemas.openxmlformats.org/officeDocument/2006/relationships/customXml" Target="../ink/ink1199.xml"/><Relationship Id="rId56" Type="http://schemas.openxmlformats.org/officeDocument/2006/relationships/image" Target="../media/image987.png"/><Relationship Id="rId77" Type="http://schemas.openxmlformats.org/officeDocument/2006/relationships/customXml" Target="../ink/ink1220.xml"/><Relationship Id="rId100" Type="http://schemas.openxmlformats.org/officeDocument/2006/relationships/image" Target="../media/image1009.png"/><Relationship Id="rId282" Type="http://schemas.openxmlformats.org/officeDocument/2006/relationships/image" Target="../media/image1100.png"/><Relationship Id="rId317" Type="http://schemas.openxmlformats.org/officeDocument/2006/relationships/customXml" Target="../ink/ink1340.xml"/><Relationship Id="rId8" Type="http://schemas.openxmlformats.org/officeDocument/2006/relationships/image" Target="../media/image963.png"/><Relationship Id="rId98" Type="http://schemas.openxmlformats.org/officeDocument/2006/relationships/image" Target="../media/image1008.png"/><Relationship Id="rId121" Type="http://schemas.openxmlformats.org/officeDocument/2006/relationships/customXml" Target="../ink/ink1242.xml"/><Relationship Id="rId142" Type="http://schemas.openxmlformats.org/officeDocument/2006/relationships/image" Target="../media/image1030.png"/><Relationship Id="rId163" Type="http://schemas.openxmlformats.org/officeDocument/2006/relationships/customXml" Target="../ink/ink1263.xml"/><Relationship Id="rId184" Type="http://schemas.openxmlformats.org/officeDocument/2006/relationships/image" Target="../media/image1051.png"/><Relationship Id="rId219" Type="http://schemas.openxmlformats.org/officeDocument/2006/relationships/customXml" Target="../ink/ink1291.xml"/><Relationship Id="rId230" Type="http://schemas.openxmlformats.org/officeDocument/2006/relationships/image" Target="../media/image1074.png"/><Relationship Id="rId251" Type="http://schemas.openxmlformats.org/officeDocument/2006/relationships/customXml" Target="../ink/ink1307.xml"/><Relationship Id="rId25" Type="http://schemas.openxmlformats.org/officeDocument/2006/relationships/customXml" Target="../ink/ink1194.xml"/><Relationship Id="rId46" Type="http://schemas.openxmlformats.org/officeDocument/2006/relationships/image" Target="../media/image982.png"/><Relationship Id="rId67" Type="http://schemas.openxmlformats.org/officeDocument/2006/relationships/customXml" Target="../ink/ink1215.xml"/><Relationship Id="rId272" Type="http://schemas.openxmlformats.org/officeDocument/2006/relationships/image" Target="../media/image1095.png"/><Relationship Id="rId293" Type="http://schemas.openxmlformats.org/officeDocument/2006/relationships/customXml" Target="../ink/ink1328.xml"/><Relationship Id="rId307" Type="http://schemas.openxmlformats.org/officeDocument/2006/relationships/customXml" Target="../ink/ink1335.xml"/><Relationship Id="rId88" Type="http://schemas.openxmlformats.org/officeDocument/2006/relationships/image" Target="../media/image1003.png"/><Relationship Id="rId111" Type="http://schemas.openxmlformats.org/officeDocument/2006/relationships/customXml" Target="../ink/ink1237.xml"/><Relationship Id="rId132" Type="http://schemas.openxmlformats.org/officeDocument/2006/relationships/image" Target="../media/image1025.png"/><Relationship Id="rId153" Type="http://schemas.openxmlformats.org/officeDocument/2006/relationships/customXml" Target="../ink/ink1258.xml"/><Relationship Id="rId174" Type="http://schemas.openxmlformats.org/officeDocument/2006/relationships/image" Target="../media/image1046.png"/><Relationship Id="rId195" Type="http://schemas.openxmlformats.org/officeDocument/2006/relationships/customXml" Target="../ink/ink1279.xml"/><Relationship Id="rId209" Type="http://schemas.openxmlformats.org/officeDocument/2006/relationships/customXml" Target="../ink/ink1286.xml"/><Relationship Id="rId220" Type="http://schemas.openxmlformats.org/officeDocument/2006/relationships/image" Target="../media/image1069.png"/><Relationship Id="rId241" Type="http://schemas.openxmlformats.org/officeDocument/2006/relationships/customXml" Target="../ink/ink1302.xml"/><Relationship Id="rId15" Type="http://schemas.openxmlformats.org/officeDocument/2006/relationships/customXml" Target="../ink/ink1189.xml"/><Relationship Id="rId36" Type="http://schemas.openxmlformats.org/officeDocument/2006/relationships/image" Target="../media/image977.png"/><Relationship Id="rId57" Type="http://schemas.openxmlformats.org/officeDocument/2006/relationships/customXml" Target="../ink/ink1210.xml"/><Relationship Id="rId262" Type="http://schemas.openxmlformats.org/officeDocument/2006/relationships/image" Target="../media/image1090.png"/><Relationship Id="rId283" Type="http://schemas.openxmlformats.org/officeDocument/2006/relationships/customXml" Target="../ink/ink1323.xml"/><Relationship Id="rId318" Type="http://schemas.openxmlformats.org/officeDocument/2006/relationships/image" Target="../media/image1115.png"/><Relationship Id="rId78" Type="http://schemas.openxmlformats.org/officeDocument/2006/relationships/image" Target="../media/image998.png"/><Relationship Id="rId99" Type="http://schemas.openxmlformats.org/officeDocument/2006/relationships/customXml" Target="../ink/ink1231.xml"/><Relationship Id="rId101" Type="http://schemas.openxmlformats.org/officeDocument/2006/relationships/customXml" Target="../ink/ink1232.xml"/><Relationship Id="rId122" Type="http://schemas.openxmlformats.org/officeDocument/2006/relationships/image" Target="../media/image1020.png"/><Relationship Id="rId143" Type="http://schemas.openxmlformats.org/officeDocument/2006/relationships/customXml" Target="../ink/ink1253.xml"/><Relationship Id="rId164" Type="http://schemas.openxmlformats.org/officeDocument/2006/relationships/image" Target="../media/image1041.png"/><Relationship Id="rId185" Type="http://schemas.openxmlformats.org/officeDocument/2006/relationships/customXml" Target="../ink/ink1274.xml"/><Relationship Id="rId9" Type="http://schemas.openxmlformats.org/officeDocument/2006/relationships/customXml" Target="../ink/ink1186.xml"/><Relationship Id="rId210" Type="http://schemas.openxmlformats.org/officeDocument/2006/relationships/image" Target="../media/image1064.png"/><Relationship Id="rId26" Type="http://schemas.openxmlformats.org/officeDocument/2006/relationships/image" Target="../media/image972.png"/><Relationship Id="rId231" Type="http://schemas.openxmlformats.org/officeDocument/2006/relationships/customXml" Target="../ink/ink1297.xml"/><Relationship Id="rId252" Type="http://schemas.openxmlformats.org/officeDocument/2006/relationships/image" Target="../media/image1085.png"/><Relationship Id="rId273" Type="http://schemas.openxmlformats.org/officeDocument/2006/relationships/customXml" Target="../ink/ink1318.xml"/><Relationship Id="rId294" Type="http://schemas.openxmlformats.org/officeDocument/2006/relationships/image" Target="../media/image1106.png"/><Relationship Id="rId308" Type="http://schemas.openxmlformats.org/officeDocument/2006/relationships/image" Target="../media/image1110.png"/><Relationship Id="rId47" Type="http://schemas.openxmlformats.org/officeDocument/2006/relationships/customXml" Target="../ink/ink1205.xml"/><Relationship Id="rId68" Type="http://schemas.openxmlformats.org/officeDocument/2006/relationships/image" Target="../media/image993.png"/><Relationship Id="rId89" Type="http://schemas.openxmlformats.org/officeDocument/2006/relationships/customXml" Target="../ink/ink1226.xml"/><Relationship Id="rId112" Type="http://schemas.openxmlformats.org/officeDocument/2006/relationships/image" Target="../media/image1015.png"/><Relationship Id="rId133" Type="http://schemas.openxmlformats.org/officeDocument/2006/relationships/customXml" Target="../ink/ink1248.xml"/><Relationship Id="rId154" Type="http://schemas.openxmlformats.org/officeDocument/2006/relationships/image" Target="../media/image1036.png"/><Relationship Id="rId175" Type="http://schemas.openxmlformats.org/officeDocument/2006/relationships/customXml" Target="../ink/ink1269.xml"/><Relationship Id="rId196" Type="http://schemas.openxmlformats.org/officeDocument/2006/relationships/image" Target="../media/image1057.png"/><Relationship Id="rId200" Type="http://schemas.openxmlformats.org/officeDocument/2006/relationships/image" Target="../media/image1059.png"/><Relationship Id="rId16" Type="http://schemas.openxmlformats.org/officeDocument/2006/relationships/image" Target="../media/image967.png"/><Relationship Id="rId221" Type="http://schemas.openxmlformats.org/officeDocument/2006/relationships/customXml" Target="../ink/ink1292.xml"/><Relationship Id="rId242" Type="http://schemas.openxmlformats.org/officeDocument/2006/relationships/image" Target="../media/image1080.png"/><Relationship Id="rId263" Type="http://schemas.openxmlformats.org/officeDocument/2006/relationships/customXml" Target="../ink/ink1313.xml"/><Relationship Id="rId284" Type="http://schemas.openxmlformats.org/officeDocument/2006/relationships/image" Target="../media/image1101.png"/><Relationship Id="rId319" Type="http://schemas.openxmlformats.org/officeDocument/2006/relationships/customXml" Target="../ink/ink1341.xml"/><Relationship Id="rId37" Type="http://schemas.openxmlformats.org/officeDocument/2006/relationships/customXml" Target="../ink/ink1200.xml"/><Relationship Id="rId58" Type="http://schemas.openxmlformats.org/officeDocument/2006/relationships/image" Target="../media/image988.png"/><Relationship Id="rId79" Type="http://schemas.openxmlformats.org/officeDocument/2006/relationships/customXml" Target="../ink/ink1221.xml"/><Relationship Id="rId102" Type="http://schemas.openxmlformats.org/officeDocument/2006/relationships/image" Target="../media/image1010.png"/><Relationship Id="rId123" Type="http://schemas.openxmlformats.org/officeDocument/2006/relationships/customXml" Target="../ink/ink1243.xml"/><Relationship Id="rId144" Type="http://schemas.openxmlformats.org/officeDocument/2006/relationships/image" Target="../media/image1031.png"/><Relationship Id="rId90" Type="http://schemas.openxmlformats.org/officeDocument/2006/relationships/image" Target="../media/image1004.png"/><Relationship Id="rId165" Type="http://schemas.openxmlformats.org/officeDocument/2006/relationships/customXml" Target="../ink/ink1264.xml"/><Relationship Id="rId186" Type="http://schemas.openxmlformats.org/officeDocument/2006/relationships/image" Target="../media/image1052.png"/><Relationship Id="rId211" Type="http://schemas.openxmlformats.org/officeDocument/2006/relationships/customXml" Target="../ink/ink1287.xml"/><Relationship Id="rId232" Type="http://schemas.openxmlformats.org/officeDocument/2006/relationships/image" Target="../media/image1075.png"/><Relationship Id="rId253" Type="http://schemas.openxmlformats.org/officeDocument/2006/relationships/customXml" Target="../ink/ink1308.xml"/><Relationship Id="rId274" Type="http://schemas.openxmlformats.org/officeDocument/2006/relationships/image" Target="../media/image1096.png"/><Relationship Id="rId295" Type="http://schemas.openxmlformats.org/officeDocument/2006/relationships/customXml" Target="../ink/ink1329.xml"/><Relationship Id="rId309" Type="http://schemas.openxmlformats.org/officeDocument/2006/relationships/customXml" Target="../ink/ink1336.xml"/><Relationship Id="rId27" Type="http://schemas.openxmlformats.org/officeDocument/2006/relationships/customXml" Target="../ink/ink1195.xml"/><Relationship Id="rId48" Type="http://schemas.openxmlformats.org/officeDocument/2006/relationships/image" Target="../media/image983.png"/><Relationship Id="rId69" Type="http://schemas.openxmlformats.org/officeDocument/2006/relationships/customXml" Target="../ink/ink1216.xml"/><Relationship Id="rId113" Type="http://schemas.openxmlformats.org/officeDocument/2006/relationships/customXml" Target="../ink/ink1238.xml"/><Relationship Id="rId134" Type="http://schemas.openxmlformats.org/officeDocument/2006/relationships/image" Target="../media/image1026.png"/><Relationship Id="rId320" Type="http://schemas.openxmlformats.org/officeDocument/2006/relationships/image" Target="../media/image1116.png"/><Relationship Id="rId80" Type="http://schemas.openxmlformats.org/officeDocument/2006/relationships/image" Target="../media/image999.png"/><Relationship Id="rId155" Type="http://schemas.openxmlformats.org/officeDocument/2006/relationships/customXml" Target="../ink/ink1259.xml"/><Relationship Id="rId176" Type="http://schemas.openxmlformats.org/officeDocument/2006/relationships/image" Target="../media/image1047.png"/><Relationship Id="rId197" Type="http://schemas.openxmlformats.org/officeDocument/2006/relationships/customXml" Target="../ink/ink1280.xml"/><Relationship Id="rId201" Type="http://schemas.openxmlformats.org/officeDocument/2006/relationships/customXml" Target="../ink/ink1282.xml"/><Relationship Id="rId222" Type="http://schemas.openxmlformats.org/officeDocument/2006/relationships/image" Target="../media/image1070.png"/><Relationship Id="rId243" Type="http://schemas.openxmlformats.org/officeDocument/2006/relationships/customXml" Target="../ink/ink1303.xml"/><Relationship Id="rId264" Type="http://schemas.openxmlformats.org/officeDocument/2006/relationships/image" Target="../media/image1091.png"/><Relationship Id="rId285" Type="http://schemas.openxmlformats.org/officeDocument/2006/relationships/customXml" Target="../ink/ink1324.xml"/><Relationship Id="rId17" Type="http://schemas.openxmlformats.org/officeDocument/2006/relationships/customXml" Target="../ink/ink1190.xml"/><Relationship Id="rId38" Type="http://schemas.openxmlformats.org/officeDocument/2006/relationships/image" Target="../media/image978.png"/><Relationship Id="rId59" Type="http://schemas.openxmlformats.org/officeDocument/2006/relationships/customXml" Target="../ink/ink1211.xml"/><Relationship Id="rId103" Type="http://schemas.openxmlformats.org/officeDocument/2006/relationships/customXml" Target="../ink/ink1233.xml"/><Relationship Id="rId124" Type="http://schemas.openxmlformats.org/officeDocument/2006/relationships/image" Target="../media/image1021.png"/><Relationship Id="rId310" Type="http://schemas.openxmlformats.org/officeDocument/2006/relationships/image" Target="../media/image1111.png"/><Relationship Id="rId70" Type="http://schemas.openxmlformats.org/officeDocument/2006/relationships/image" Target="../media/image994.png"/><Relationship Id="rId91" Type="http://schemas.openxmlformats.org/officeDocument/2006/relationships/customXml" Target="../ink/ink1227.xml"/><Relationship Id="rId145" Type="http://schemas.openxmlformats.org/officeDocument/2006/relationships/customXml" Target="../ink/ink1254.xml"/><Relationship Id="rId166" Type="http://schemas.openxmlformats.org/officeDocument/2006/relationships/image" Target="../media/image1042.png"/><Relationship Id="rId187" Type="http://schemas.openxmlformats.org/officeDocument/2006/relationships/customXml" Target="../ink/ink127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65.png"/><Relationship Id="rId233" Type="http://schemas.openxmlformats.org/officeDocument/2006/relationships/customXml" Target="../ink/ink1298.xml"/><Relationship Id="rId254" Type="http://schemas.openxmlformats.org/officeDocument/2006/relationships/image" Target="../media/image1086.png"/><Relationship Id="rId28" Type="http://schemas.openxmlformats.org/officeDocument/2006/relationships/image" Target="../media/image973.png"/><Relationship Id="rId49" Type="http://schemas.openxmlformats.org/officeDocument/2006/relationships/customXml" Target="../ink/ink1206.xml"/><Relationship Id="rId114" Type="http://schemas.openxmlformats.org/officeDocument/2006/relationships/image" Target="../media/image1016.png"/><Relationship Id="rId275" Type="http://schemas.openxmlformats.org/officeDocument/2006/relationships/customXml" Target="../ink/ink1319.xml"/><Relationship Id="rId296" Type="http://schemas.openxmlformats.org/officeDocument/2006/relationships/image" Target="../media/image378.png"/><Relationship Id="rId300" Type="http://schemas.openxmlformats.org/officeDocument/2006/relationships/image" Target="../media/image555.png"/><Relationship Id="rId60" Type="http://schemas.openxmlformats.org/officeDocument/2006/relationships/image" Target="../media/image989.png"/><Relationship Id="rId81" Type="http://schemas.openxmlformats.org/officeDocument/2006/relationships/customXml" Target="../ink/ink1222.xml"/><Relationship Id="rId135" Type="http://schemas.openxmlformats.org/officeDocument/2006/relationships/customXml" Target="../ink/ink1249.xml"/><Relationship Id="rId156" Type="http://schemas.openxmlformats.org/officeDocument/2006/relationships/image" Target="../media/image1037.png"/><Relationship Id="rId177" Type="http://schemas.openxmlformats.org/officeDocument/2006/relationships/customXml" Target="../ink/ink1270.xml"/><Relationship Id="rId198" Type="http://schemas.openxmlformats.org/officeDocument/2006/relationships/image" Target="../media/image1058.png"/><Relationship Id="rId202" Type="http://schemas.openxmlformats.org/officeDocument/2006/relationships/image" Target="../media/image1060.png"/><Relationship Id="rId223" Type="http://schemas.openxmlformats.org/officeDocument/2006/relationships/customXml" Target="../ink/ink1293.xml"/><Relationship Id="rId244" Type="http://schemas.openxmlformats.org/officeDocument/2006/relationships/image" Target="../media/image1081.png"/><Relationship Id="rId18" Type="http://schemas.openxmlformats.org/officeDocument/2006/relationships/image" Target="../media/image968.png"/><Relationship Id="rId39" Type="http://schemas.openxmlformats.org/officeDocument/2006/relationships/customXml" Target="../ink/ink1201.xml"/><Relationship Id="rId265" Type="http://schemas.openxmlformats.org/officeDocument/2006/relationships/customXml" Target="../ink/ink1314.xml"/><Relationship Id="rId286" Type="http://schemas.openxmlformats.org/officeDocument/2006/relationships/image" Target="../media/image1102.png"/><Relationship Id="rId50" Type="http://schemas.openxmlformats.org/officeDocument/2006/relationships/image" Target="../media/image984.png"/><Relationship Id="rId104" Type="http://schemas.openxmlformats.org/officeDocument/2006/relationships/image" Target="../media/image1011.png"/><Relationship Id="rId125" Type="http://schemas.openxmlformats.org/officeDocument/2006/relationships/customXml" Target="../ink/ink1244.xml"/><Relationship Id="rId146" Type="http://schemas.openxmlformats.org/officeDocument/2006/relationships/image" Target="../media/image1032.png"/><Relationship Id="rId167" Type="http://schemas.openxmlformats.org/officeDocument/2006/relationships/customXml" Target="../ink/ink1265.xml"/><Relationship Id="rId188" Type="http://schemas.openxmlformats.org/officeDocument/2006/relationships/image" Target="../media/image1053.png"/><Relationship Id="rId311" Type="http://schemas.openxmlformats.org/officeDocument/2006/relationships/customXml" Target="../ink/ink1337.xml"/><Relationship Id="rId71" Type="http://schemas.openxmlformats.org/officeDocument/2006/relationships/customXml" Target="../ink/ink1217.xml"/><Relationship Id="rId92" Type="http://schemas.openxmlformats.org/officeDocument/2006/relationships/image" Target="../media/image1005.png"/><Relationship Id="rId213" Type="http://schemas.openxmlformats.org/officeDocument/2006/relationships/customXml" Target="../ink/ink1288.xml"/><Relationship Id="rId234" Type="http://schemas.openxmlformats.org/officeDocument/2006/relationships/image" Target="../media/image1076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196.xml"/><Relationship Id="rId255" Type="http://schemas.openxmlformats.org/officeDocument/2006/relationships/customXml" Target="../ink/ink1309.xml"/><Relationship Id="rId276" Type="http://schemas.openxmlformats.org/officeDocument/2006/relationships/image" Target="../media/image1097.png"/><Relationship Id="rId297" Type="http://schemas.openxmlformats.org/officeDocument/2006/relationships/customXml" Target="../ink/ink1330.xml"/><Relationship Id="rId40" Type="http://schemas.openxmlformats.org/officeDocument/2006/relationships/image" Target="../media/image979.png"/><Relationship Id="rId115" Type="http://schemas.openxmlformats.org/officeDocument/2006/relationships/customXml" Target="../ink/ink1239.xml"/><Relationship Id="rId136" Type="http://schemas.openxmlformats.org/officeDocument/2006/relationships/image" Target="../media/image1027.png"/><Relationship Id="rId157" Type="http://schemas.openxmlformats.org/officeDocument/2006/relationships/customXml" Target="../ink/ink1260.xml"/><Relationship Id="rId178" Type="http://schemas.openxmlformats.org/officeDocument/2006/relationships/image" Target="../media/image1048.png"/><Relationship Id="rId301" Type="http://schemas.openxmlformats.org/officeDocument/2006/relationships/customXml" Target="../ink/ink1332.xml"/><Relationship Id="rId61" Type="http://schemas.openxmlformats.org/officeDocument/2006/relationships/customXml" Target="../ink/ink1212.xml"/><Relationship Id="rId82" Type="http://schemas.openxmlformats.org/officeDocument/2006/relationships/image" Target="../media/image1000.png"/><Relationship Id="rId199" Type="http://schemas.openxmlformats.org/officeDocument/2006/relationships/customXml" Target="../ink/ink1281.xml"/><Relationship Id="rId203" Type="http://schemas.openxmlformats.org/officeDocument/2006/relationships/customXml" Target="../ink/ink1283.xml"/><Relationship Id="rId19" Type="http://schemas.openxmlformats.org/officeDocument/2006/relationships/customXml" Target="../ink/ink1191.xml"/><Relationship Id="rId224" Type="http://schemas.openxmlformats.org/officeDocument/2006/relationships/image" Target="../media/image1071.png"/><Relationship Id="rId245" Type="http://schemas.openxmlformats.org/officeDocument/2006/relationships/customXml" Target="../ink/ink1304.xml"/><Relationship Id="rId266" Type="http://schemas.openxmlformats.org/officeDocument/2006/relationships/image" Target="../media/image1092.png"/><Relationship Id="rId287" Type="http://schemas.openxmlformats.org/officeDocument/2006/relationships/customXml" Target="../ink/ink1325.xml"/><Relationship Id="rId30" Type="http://schemas.openxmlformats.org/officeDocument/2006/relationships/image" Target="../media/image974.png"/><Relationship Id="rId105" Type="http://schemas.openxmlformats.org/officeDocument/2006/relationships/customXml" Target="../ink/ink1234.xml"/><Relationship Id="rId126" Type="http://schemas.openxmlformats.org/officeDocument/2006/relationships/image" Target="../media/image1022.png"/><Relationship Id="rId147" Type="http://schemas.openxmlformats.org/officeDocument/2006/relationships/customXml" Target="../ink/ink1255.xml"/><Relationship Id="rId168" Type="http://schemas.openxmlformats.org/officeDocument/2006/relationships/image" Target="../media/image1043.png"/><Relationship Id="rId312" Type="http://schemas.openxmlformats.org/officeDocument/2006/relationships/image" Target="../media/image1112.png"/><Relationship Id="rId51" Type="http://schemas.openxmlformats.org/officeDocument/2006/relationships/customXml" Target="../ink/ink1207.xml"/><Relationship Id="rId72" Type="http://schemas.openxmlformats.org/officeDocument/2006/relationships/image" Target="../media/image995.png"/><Relationship Id="rId93" Type="http://schemas.openxmlformats.org/officeDocument/2006/relationships/customXml" Target="../ink/ink1228.xml"/><Relationship Id="rId189" Type="http://schemas.openxmlformats.org/officeDocument/2006/relationships/customXml" Target="../ink/ink1276.xml"/><Relationship Id="rId3" Type="http://schemas.openxmlformats.org/officeDocument/2006/relationships/customXml" Target="../ink/ink1183.xml"/><Relationship Id="rId214" Type="http://schemas.openxmlformats.org/officeDocument/2006/relationships/image" Target="../media/image1066.png"/><Relationship Id="rId235" Type="http://schemas.openxmlformats.org/officeDocument/2006/relationships/customXml" Target="../ink/ink1299.xml"/><Relationship Id="rId256" Type="http://schemas.openxmlformats.org/officeDocument/2006/relationships/image" Target="../media/image1087.png"/><Relationship Id="rId277" Type="http://schemas.openxmlformats.org/officeDocument/2006/relationships/customXml" Target="../ink/ink1320.xml"/><Relationship Id="rId298" Type="http://schemas.openxmlformats.org/officeDocument/2006/relationships/image" Target="../media/image388.png"/><Relationship Id="rId116" Type="http://schemas.openxmlformats.org/officeDocument/2006/relationships/image" Target="../media/image1017.png"/><Relationship Id="rId137" Type="http://schemas.openxmlformats.org/officeDocument/2006/relationships/customXml" Target="../ink/ink1250.xml"/><Relationship Id="rId158" Type="http://schemas.openxmlformats.org/officeDocument/2006/relationships/image" Target="../media/image1038.png"/><Relationship Id="rId302" Type="http://schemas.openxmlformats.org/officeDocument/2006/relationships/image" Target="../media/image1107.png"/><Relationship Id="rId20" Type="http://schemas.openxmlformats.org/officeDocument/2006/relationships/image" Target="../media/image969.png"/><Relationship Id="rId41" Type="http://schemas.openxmlformats.org/officeDocument/2006/relationships/customXml" Target="../ink/ink1202.xml"/><Relationship Id="rId62" Type="http://schemas.openxmlformats.org/officeDocument/2006/relationships/image" Target="../media/image990.png"/><Relationship Id="rId83" Type="http://schemas.openxmlformats.org/officeDocument/2006/relationships/customXml" Target="../ink/ink1223.xml"/><Relationship Id="rId179" Type="http://schemas.openxmlformats.org/officeDocument/2006/relationships/customXml" Target="../ink/ink1271.xml"/><Relationship Id="rId190" Type="http://schemas.openxmlformats.org/officeDocument/2006/relationships/image" Target="../media/image1054.png"/><Relationship Id="rId204" Type="http://schemas.openxmlformats.org/officeDocument/2006/relationships/image" Target="../media/image1061.png"/><Relationship Id="rId225" Type="http://schemas.openxmlformats.org/officeDocument/2006/relationships/customXml" Target="../ink/ink1294.xml"/><Relationship Id="rId246" Type="http://schemas.openxmlformats.org/officeDocument/2006/relationships/image" Target="../media/image1082.png"/><Relationship Id="rId267" Type="http://schemas.openxmlformats.org/officeDocument/2006/relationships/customXml" Target="../ink/ink1315.xml"/><Relationship Id="rId288" Type="http://schemas.openxmlformats.org/officeDocument/2006/relationships/image" Target="../media/image1103.png"/><Relationship Id="rId106" Type="http://schemas.openxmlformats.org/officeDocument/2006/relationships/image" Target="../media/image1012.png"/><Relationship Id="rId127" Type="http://schemas.openxmlformats.org/officeDocument/2006/relationships/customXml" Target="../ink/ink1245.xml"/><Relationship Id="rId313" Type="http://schemas.openxmlformats.org/officeDocument/2006/relationships/customXml" Target="../ink/ink1338.xml"/><Relationship Id="rId10" Type="http://schemas.openxmlformats.org/officeDocument/2006/relationships/image" Target="../media/image964.png"/><Relationship Id="rId31" Type="http://schemas.openxmlformats.org/officeDocument/2006/relationships/customXml" Target="../ink/ink1197.xml"/><Relationship Id="rId52" Type="http://schemas.openxmlformats.org/officeDocument/2006/relationships/image" Target="../media/image985.png"/><Relationship Id="rId73" Type="http://schemas.openxmlformats.org/officeDocument/2006/relationships/customXml" Target="../ink/ink1218.xml"/><Relationship Id="rId94" Type="http://schemas.openxmlformats.org/officeDocument/2006/relationships/image" Target="../media/image1006.png"/><Relationship Id="rId148" Type="http://schemas.openxmlformats.org/officeDocument/2006/relationships/image" Target="../media/image1033.png"/><Relationship Id="rId169" Type="http://schemas.openxmlformats.org/officeDocument/2006/relationships/customXml" Target="../ink/ink1266.xml"/><Relationship Id="rId4" Type="http://schemas.openxmlformats.org/officeDocument/2006/relationships/image" Target="../media/image961.png"/><Relationship Id="rId180" Type="http://schemas.openxmlformats.org/officeDocument/2006/relationships/image" Target="../media/image1049.png"/><Relationship Id="rId215" Type="http://schemas.openxmlformats.org/officeDocument/2006/relationships/customXml" Target="../ink/ink1289.xml"/><Relationship Id="rId236" Type="http://schemas.openxmlformats.org/officeDocument/2006/relationships/image" Target="../media/image1077.png"/><Relationship Id="rId257" Type="http://schemas.openxmlformats.org/officeDocument/2006/relationships/customXml" Target="../ink/ink1310.xml"/><Relationship Id="rId278" Type="http://schemas.openxmlformats.org/officeDocument/2006/relationships/image" Target="../media/image1098.png"/><Relationship Id="rId303" Type="http://schemas.openxmlformats.org/officeDocument/2006/relationships/customXml" Target="../ink/ink1333.xml"/><Relationship Id="rId42" Type="http://schemas.openxmlformats.org/officeDocument/2006/relationships/image" Target="../media/image980.png"/><Relationship Id="rId84" Type="http://schemas.openxmlformats.org/officeDocument/2006/relationships/image" Target="../media/image1001.png"/><Relationship Id="rId138" Type="http://schemas.openxmlformats.org/officeDocument/2006/relationships/image" Target="../media/image1028.png"/><Relationship Id="rId191" Type="http://schemas.openxmlformats.org/officeDocument/2006/relationships/customXml" Target="../ink/ink1277.xml"/><Relationship Id="rId205" Type="http://schemas.openxmlformats.org/officeDocument/2006/relationships/customXml" Target="../ink/ink1284.xml"/><Relationship Id="rId247" Type="http://schemas.openxmlformats.org/officeDocument/2006/relationships/customXml" Target="../ink/ink1305.xml"/><Relationship Id="rId107" Type="http://schemas.openxmlformats.org/officeDocument/2006/relationships/customXml" Target="../ink/ink1235.xml"/><Relationship Id="rId289" Type="http://schemas.openxmlformats.org/officeDocument/2006/relationships/customXml" Target="../ink/ink1326.xml"/><Relationship Id="rId11" Type="http://schemas.openxmlformats.org/officeDocument/2006/relationships/customXml" Target="../ink/ink1187.xml"/><Relationship Id="rId53" Type="http://schemas.openxmlformats.org/officeDocument/2006/relationships/customXml" Target="../ink/ink1208.xml"/><Relationship Id="rId149" Type="http://schemas.openxmlformats.org/officeDocument/2006/relationships/customXml" Target="../ink/ink1256.xml"/><Relationship Id="rId314" Type="http://schemas.openxmlformats.org/officeDocument/2006/relationships/image" Target="../media/image1113.png"/><Relationship Id="rId95" Type="http://schemas.openxmlformats.org/officeDocument/2006/relationships/customXml" Target="../ink/ink1229.xml"/><Relationship Id="rId160" Type="http://schemas.openxmlformats.org/officeDocument/2006/relationships/image" Target="../media/image1039.png"/><Relationship Id="rId216" Type="http://schemas.openxmlformats.org/officeDocument/2006/relationships/image" Target="../media/image1067.png"/><Relationship Id="rId258" Type="http://schemas.openxmlformats.org/officeDocument/2006/relationships/image" Target="../media/image1088.png"/><Relationship Id="rId22" Type="http://schemas.openxmlformats.org/officeDocument/2006/relationships/image" Target="../media/image970.png"/><Relationship Id="rId64" Type="http://schemas.openxmlformats.org/officeDocument/2006/relationships/image" Target="../media/image991.png"/><Relationship Id="rId118" Type="http://schemas.openxmlformats.org/officeDocument/2006/relationships/image" Target="../media/image1018.png"/><Relationship Id="rId171" Type="http://schemas.openxmlformats.org/officeDocument/2006/relationships/customXml" Target="../ink/ink1267.xml"/><Relationship Id="rId227" Type="http://schemas.openxmlformats.org/officeDocument/2006/relationships/customXml" Target="../ink/ink1295.xml"/><Relationship Id="rId269" Type="http://schemas.openxmlformats.org/officeDocument/2006/relationships/customXml" Target="../ink/ink1316.xml"/><Relationship Id="rId33" Type="http://schemas.openxmlformats.org/officeDocument/2006/relationships/customXml" Target="../ink/ink1198.xml"/><Relationship Id="rId129" Type="http://schemas.openxmlformats.org/officeDocument/2006/relationships/customXml" Target="../ink/ink1246.xml"/><Relationship Id="rId280" Type="http://schemas.openxmlformats.org/officeDocument/2006/relationships/image" Target="../media/image1099.png"/><Relationship Id="rId75" Type="http://schemas.openxmlformats.org/officeDocument/2006/relationships/customXml" Target="../ink/ink1219.xml"/><Relationship Id="rId140" Type="http://schemas.openxmlformats.org/officeDocument/2006/relationships/image" Target="../media/image1029.png"/><Relationship Id="rId182" Type="http://schemas.openxmlformats.org/officeDocument/2006/relationships/image" Target="../media/image1050.png"/><Relationship Id="rId6" Type="http://schemas.openxmlformats.org/officeDocument/2006/relationships/image" Target="../media/image962.png"/><Relationship Id="rId238" Type="http://schemas.openxmlformats.org/officeDocument/2006/relationships/image" Target="../media/image1078.png"/><Relationship Id="rId291" Type="http://schemas.openxmlformats.org/officeDocument/2006/relationships/customXml" Target="../ink/ink1327.xml"/><Relationship Id="rId305" Type="http://schemas.openxmlformats.org/officeDocument/2006/relationships/customXml" Target="../ink/ink1334.xml"/><Relationship Id="rId44" Type="http://schemas.openxmlformats.org/officeDocument/2006/relationships/image" Target="../media/image981.png"/><Relationship Id="rId86" Type="http://schemas.openxmlformats.org/officeDocument/2006/relationships/image" Target="../media/image1002.png"/><Relationship Id="rId151" Type="http://schemas.openxmlformats.org/officeDocument/2006/relationships/customXml" Target="../ink/ink1257.xml"/><Relationship Id="rId193" Type="http://schemas.openxmlformats.org/officeDocument/2006/relationships/customXml" Target="../ink/ink1278.xml"/><Relationship Id="rId207" Type="http://schemas.openxmlformats.org/officeDocument/2006/relationships/customXml" Target="../ink/ink1285.xml"/><Relationship Id="rId249" Type="http://schemas.openxmlformats.org/officeDocument/2006/relationships/customXml" Target="../ink/ink130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3.png"/><Relationship Id="rId21" Type="http://schemas.openxmlformats.org/officeDocument/2006/relationships/image" Target="../media/image1125.png"/><Relationship Id="rId324" Type="http://schemas.openxmlformats.org/officeDocument/2006/relationships/image" Target="../media/image1275.png"/><Relationship Id="rId531" Type="http://schemas.openxmlformats.org/officeDocument/2006/relationships/image" Target="../media/image1378.png"/><Relationship Id="rId170" Type="http://schemas.openxmlformats.org/officeDocument/2006/relationships/customXml" Target="../ink/ink1426.xml"/><Relationship Id="rId268" Type="http://schemas.openxmlformats.org/officeDocument/2006/relationships/image" Target="../media/image1247.png"/><Relationship Id="rId475" Type="http://schemas.openxmlformats.org/officeDocument/2006/relationships/image" Target="../media/image1350.png"/><Relationship Id="rId32" Type="http://schemas.openxmlformats.org/officeDocument/2006/relationships/customXml" Target="../ink/ink1357.xml"/><Relationship Id="rId128" Type="http://schemas.openxmlformats.org/officeDocument/2006/relationships/customXml" Target="../ink/ink1405.xml"/><Relationship Id="rId335" Type="http://schemas.openxmlformats.org/officeDocument/2006/relationships/customXml" Target="../ink/ink1510.xml"/><Relationship Id="rId542" Type="http://schemas.openxmlformats.org/officeDocument/2006/relationships/customXml" Target="../ink/ink1614.xml"/><Relationship Id="rId181" Type="http://schemas.openxmlformats.org/officeDocument/2006/relationships/image" Target="../media/image1205.png"/><Relationship Id="rId402" Type="http://schemas.openxmlformats.org/officeDocument/2006/relationships/image" Target="../media/image1314.png"/><Relationship Id="rId279" Type="http://schemas.openxmlformats.org/officeDocument/2006/relationships/customXml" Target="../ink/ink1482.xml"/><Relationship Id="rId486" Type="http://schemas.openxmlformats.org/officeDocument/2006/relationships/customXml" Target="../ink/ink1586.xml"/><Relationship Id="rId43" Type="http://schemas.openxmlformats.org/officeDocument/2006/relationships/image" Target="../media/image1136.png"/><Relationship Id="rId139" Type="http://schemas.openxmlformats.org/officeDocument/2006/relationships/image" Target="../media/image1184.png"/><Relationship Id="rId346" Type="http://schemas.openxmlformats.org/officeDocument/2006/relationships/image" Target="../media/image1286.png"/><Relationship Id="rId553" Type="http://schemas.openxmlformats.org/officeDocument/2006/relationships/image" Target="../media/image1389.png"/><Relationship Id="rId192" Type="http://schemas.openxmlformats.org/officeDocument/2006/relationships/customXml" Target="../ink/ink1437.xml"/><Relationship Id="rId206" Type="http://schemas.openxmlformats.org/officeDocument/2006/relationships/customXml" Target="../ink/ink1444.xml"/><Relationship Id="rId413" Type="http://schemas.openxmlformats.org/officeDocument/2006/relationships/customXml" Target="../ink/ink1549.xml"/><Relationship Id="rId497" Type="http://schemas.openxmlformats.org/officeDocument/2006/relationships/image" Target="../media/image1361.png"/><Relationship Id="rId357" Type="http://schemas.openxmlformats.org/officeDocument/2006/relationships/customXml" Target="../ink/ink1521.xml"/><Relationship Id="rId54" Type="http://schemas.openxmlformats.org/officeDocument/2006/relationships/customXml" Target="../ink/ink1368.xml"/><Relationship Id="rId217" Type="http://schemas.openxmlformats.org/officeDocument/2006/relationships/image" Target="../media/image1223.png"/><Relationship Id="rId564" Type="http://schemas.openxmlformats.org/officeDocument/2006/relationships/customXml" Target="../ink/ink1625.xml"/><Relationship Id="rId424" Type="http://schemas.openxmlformats.org/officeDocument/2006/relationships/image" Target="../media/image1325.png"/><Relationship Id="rId270" Type="http://schemas.openxmlformats.org/officeDocument/2006/relationships/image" Target="../media/image1248.png"/><Relationship Id="rId65" Type="http://schemas.openxmlformats.org/officeDocument/2006/relationships/image" Target="../media/image1147.png"/><Relationship Id="rId130" Type="http://schemas.openxmlformats.org/officeDocument/2006/relationships/customXml" Target="../ink/ink1406.xml"/><Relationship Id="rId368" Type="http://schemas.openxmlformats.org/officeDocument/2006/relationships/image" Target="../media/image1297.png"/><Relationship Id="rId172" Type="http://schemas.openxmlformats.org/officeDocument/2006/relationships/customXml" Target="../ink/ink1427.xml"/><Relationship Id="rId228" Type="http://schemas.openxmlformats.org/officeDocument/2006/relationships/customXml" Target="../ink/ink1455.xml"/><Relationship Id="rId435" Type="http://schemas.openxmlformats.org/officeDocument/2006/relationships/customXml" Target="../ink/ink1560.xml"/><Relationship Id="rId477" Type="http://schemas.openxmlformats.org/officeDocument/2006/relationships/image" Target="../media/image1351.png"/><Relationship Id="rId281" Type="http://schemas.openxmlformats.org/officeDocument/2006/relationships/customXml" Target="../ink/ink1483.xml"/><Relationship Id="rId337" Type="http://schemas.openxmlformats.org/officeDocument/2006/relationships/customXml" Target="../ink/ink1511.xml"/><Relationship Id="rId502" Type="http://schemas.openxmlformats.org/officeDocument/2006/relationships/customXml" Target="../ink/ink1594.xml"/><Relationship Id="rId34" Type="http://schemas.openxmlformats.org/officeDocument/2006/relationships/customXml" Target="../ink/ink1358.xml"/><Relationship Id="rId76" Type="http://schemas.openxmlformats.org/officeDocument/2006/relationships/customXml" Target="../ink/ink1379.xml"/><Relationship Id="rId141" Type="http://schemas.openxmlformats.org/officeDocument/2006/relationships/image" Target="../media/image1185.png"/><Relationship Id="rId379" Type="http://schemas.openxmlformats.org/officeDocument/2006/relationships/customXml" Target="../ink/ink1532.xml"/><Relationship Id="rId544" Type="http://schemas.openxmlformats.org/officeDocument/2006/relationships/customXml" Target="../ink/ink1615.xml"/><Relationship Id="rId7" Type="http://schemas.openxmlformats.org/officeDocument/2006/relationships/image" Target="../media/image1119.png"/><Relationship Id="rId183" Type="http://schemas.openxmlformats.org/officeDocument/2006/relationships/image" Target="../media/image1206.png"/><Relationship Id="rId239" Type="http://schemas.openxmlformats.org/officeDocument/2006/relationships/image" Target="../media/image1234.png"/><Relationship Id="rId390" Type="http://schemas.openxmlformats.org/officeDocument/2006/relationships/image" Target="../media/image1308.png"/><Relationship Id="rId404" Type="http://schemas.openxmlformats.org/officeDocument/2006/relationships/image" Target="../media/image1315.png"/><Relationship Id="rId446" Type="http://schemas.openxmlformats.org/officeDocument/2006/relationships/image" Target="../media/image1336.png"/><Relationship Id="rId250" Type="http://schemas.openxmlformats.org/officeDocument/2006/relationships/image" Target="../media/image1239.png"/><Relationship Id="rId292" Type="http://schemas.openxmlformats.org/officeDocument/2006/relationships/image" Target="../media/image1259.png"/><Relationship Id="rId306" Type="http://schemas.openxmlformats.org/officeDocument/2006/relationships/image" Target="../media/image1266.png"/><Relationship Id="rId488" Type="http://schemas.openxmlformats.org/officeDocument/2006/relationships/customXml" Target="../ink/ink1587.xml"/><Relationship Id="rId45" Type="http://schemas.openxmlformats.org/officeDocument/2006/relationships/image" Target="../media/image1137.png"/><Relationship Id="rId87" Type="http://schemas.openxmlformats.org/officeDocument/2006/relationships/image" Target="../media/image1158.png"/><Relationship Id="rId110" Type="http://schemas.openxmlformats.org/officeDocument/2006/relationships/customXml" Target="../ink/ink1396.xml"/><Relationship Id="rId348" Type="http://schemas.openxmlformats.org/officeDocument/2006/relationships/image" Target="../media/image1287.png"/><Relationship Id="rId513" Type="http://schemas.openxmlformats.org/officeDocument/2006/relationships/image" Target="../media/image1369.png"/><Relationship Id="rId555" Type="http://schemas.openxmlformats.org/officeDocument/2006/relationships/image" Target="../media/image1390.png"/><Relationship Id="rId152" Type="http://schemas.openxmlformats.org/officeDocument/2006/relationships/customXml" Target="../ink/ink1417.xml"/><Relationship Id="rId194" Type="http://schemas.openxmlformats.org/officeDocument/2006/relationships/customXml" Target="../ink/ink1438.xml"/><Relationship Id="rId208" Type="http://schemas.openxmlformats.org/officeDocument/2006/relationships/customXml" Target="../ink/ink1445.xml"/><Relationship Id="rId415" Type="http://schemas.openxmlformats.org/officeDocument/2006/relationships/customXml" Target="../ink/ink1550.xml"/><Relationship Id="rId457" Type="http://schemas.openxmlformats.org/officeDocument/2006/relationships/customXml" Target="../ink/ink1571.xml"/><Relationship Id="rId261" Type="http://schemas.openxmlformats.org/officeDocument/2006/relationships/customXml" Target="../ink/ink1473.xml"/><Relationship Id="rId499" Type="http://schemas.openxmlformats.org/officeDocument/2006/relationships/image" Target="../media/image1362.png"/><Relationship Id="rId14" Type="http://schemas.openxmlformats.org/officeDocument/2006/relationships/customXml" Target="../ink/ink1348.xml"/><Relationship Id="rId56" Type="http://schemas.openxmlformats.org/officeDocument/2006/relationships/customXml" Target="../ink/ink1369.xml"/><Relationship Id="rId317" Type="http://schemas.openxmlformats.org/officeDocument/2006/relationships/customXml" Target="../ink/ink1501.xml"/><Relationship Id="rId359" Type="http://schemas.openxmlformats.org/officeDocument/2006/relationships/customXml" Target="../ink/ink1522.xml"/><Relationship Id="rId524" Type="http://schemas.openxmlformats.org/officeDocument/2006/relationships/customXml" Target="../ink/ink1605.xml"/><Relationship Id="rId566" Type="http://schemas.openxmlformats.org/officeDocument/2006/relationships/customXml" Target="../ink/ink1626.xml"/><Relationship Id="rId98" Type="http://schemas.openxmlformats.org/officeDocument/2006/relationships/customXml" Target="../ink/ink1390.xml"/><Relationship Id="rId121" Type="http://schemas.openxmlformats.org/officeDocument/2006/relationships/image" Target="../media/image1175.png"/><Relationship Id="rId163" Type="http://schemas.openxmlformats.org/officeDocument/2006/relationships/image" Target="../media/image1196.png"/><Relationship Id="rId219" Type="http://schemas.openxmlformats.org/officeDocument/2006/relationships/image" Target="../media/image1224.png"/><Relationship Id="rId370" Type="http://schemas.openxmlformats.org/officeDocument/2006/relationships/image" Target="../media/image1298.png"/><Relationship Id="rId426" Type="http://schemas.openxmlformats.org/officeDocument/2006/relationships/image" Target="../media/image1326.png"/><Relationship Id="rId230" Type="http://schemas.openxmlformats.org/officeDocument/2006/relationships/customXml" Target="../ink/ink1456.xml"/><Relationship Id="rId468" Type="http://schemas.openxmlformats.org/officeDocument/2006/relationships/customXml" Target="../ink/ink1577.xml"/><Relationship Id="rId25" Type="http://schemas.openxmlformats.org/officeDocument/2006/relationships/image" Target="../media/image1127.png"/><Relationship Id="rId67" Type="http://schemas.openxmlformats.org/officeDocument/2006/relationships/image" Target="../media/image1148.png"/><Relationship Id="rId272" Type="http://schemas.openxmlformats.org/officeDocument/2006/relationships/image" Target="../media/image1249.png"/><Relationship Id="rId328" Type="http://schemas.openxmlformats.org/officeDocument/2006/relationships/image" Target="../media/image1277.png"/><Relationship Id="rId535" Type="http://schemas.openxmlformats.org/officeDocument/2006/relationships/image" Target="../media/image1380.png"/><Relationship Id="rId132" Type="http://schemas.openxmlformats.org/officeDocument/2006/relationships/customXml" Target="../ink/ink1407.xml"/><Relationship Id="rId174" Type="http://schemas.openxmlformats.org/officeDocument/2006/relationships/customXml" Target="../ink/ink1428.xml"/><Relationship Id="rId381" Type="http://schemas.openxmlformats.org/officeDocument/2006/relationships/customXml" Target="../ink/ink1533.xml"/><Relationship Id="rId241" Type="http://schemas.openxmlformats.org/officeDocument/2006/relationships/image" Target="../media/image1235.png"/><Relationship Id="rId437" Type="http://schemas.openxmlformats.org/officeDocument/2006/relationships/customXml" Target="../ink/ink1561.xml"/><Relationship Id="rId479" Type="http://schemas.openxmlformats.org/officeDocument/2006/relationships/image" Target="../media/image1352.png"/><Relationship Id="rId36" Type="http://schemas.openxmlformats.org/officeDocument/2006/relationships/customXml" Target="../ink/ink1359.xml"/><Relationship Id="rId283" Type="http://schemas.openxmlformats.org/officeDocument/2006/relationships/customXml" Target="../ink/ink1484.xml"/><Relationship Id="rId339" Type="http://schemas.openxmlformats.org/officeDocument/2006/relationships/customXml" Target="../ink/ink1512.xml"/><Relationship Id="rId490" Type="http://schemas.openxmlformats.org/officeDocument/2006/relationships/customXml" Target="../ink/ink1588.xml"/><Relationship Id="rId504" Type="http://schemas.openxmlformats.org/officeDocument/2006/relationships/customXml" Target="../ink/ink1595.xml"/><Relationship Id="rId546" Type="http://schemas.openxmlformats.org/officeDocument/2006/relationships/customXml" Target="../ink/ink1616.xml"/><Relationship Id="rId78" Type="http://schemas.openxmlformats.org/officeDocument/2006/relationships/customXml" Target="../ink/ink1380.xml"/><Relationship Id="rId101" Type="http://schemas.openxmlformats.org/officeDocument/2006/relationships/image" Target="../media/image1165.png"/><Relationship Id="rId143" Type="http://schemas.openxmlformats.org/officeDocument/2006/relationships/image" Target="../media/image1186.png"/><Relationship Id="rId185" Type="http://schemas.openxmlformats.org/officeDocument/2006/relationships/image" Target="../media/image1207.png"/><Relationship Id="rId350" Type="http://schemas.openxmlformats.org/officeDocument/2006/relationships/image" Target="../media/image1288.png"/><Relationship Id="rId406" Type="http://schemas.openxmlformats.org/officeDocument/2006/relationships/image" Target="../media/image1316.png"/><Relationship Id="rId9" Type="http://schemas.openxmlformats.org/officeDocument/2006/relationships/image" Target="../media/image1120.png"/><Relationship Id="rId210" Type="http://schemas.openxmlformats.org/officeDocument/2006/relationships/customXml" Target="../ink/ink1446.xml"/><Relationship Id="rId392" Type="http://schemas.openxmlformats.org/officeDocument/2006/relationships/image" Target="../media/image1309.png"/><Relationship Id="rId448" Type="http://schemas.openxmlformats.org/officeDocument/2006/relationships/image" Target="../media/image1337.png"/><Relationship Id="rId252" Type="http://schemas.openxmlformats.org/officeDocument/2006/relationships/customXml" Target="../ink/ink1468.xml"/><Relationship Id="rId294" Type="http://schemas.openxmlformats.org/officeDocument/2006/relationships/image" Target="../media/image1260.png"/><Relationship Id="rId308" Type="http://schemas.openxmlformats.org/officeDocument/2006/relationships/image" Target="../media/image1267.png"/><Relationship Id="rId515" Type="http://schemas.openxmlformats.org/officeDocument/2006/relationships/image" Target="../media/image1370.png"/><Relationship Id="rId47" Type="http://schemas.openxmlformats.org/officeDocument/2006/relationships/image" Target="../media/image1138.png"/><Relationship Id="rId89" Type="http://schemas.openxmlformats.org/officeDocument/2006/relationships/image" Target="../media/image1159.png"/><Relationship Id="rId112" Type="http://schemas.openxmlformats.org/officeDocument/2006/relationships/customXml" Target="../ink/ink1397.xml"/><Relationship Id="rId154" Type="http://schemas.openxmlformats.org/officeDocument/2006/relationships/customXml" Target="../ink/ink1418.xml"/><Relationship Id="rId361" Type="http://schemas.openxmlformats.org/officeDocument/2006/relationships/customXml" Target="../ink/ink1523.xml"/><Relationship Id="rId557" Type="http://schemas.openxmlformats.org/officeDocument/2006/relationships/image" Target="../media/image1391.png"/><Relationship Id="rId196" Type="http://schemas.openxmlformats.org/officeDocument/2006/relationships/customXml" Target="../ink/ink1439.xml"/><Relationship Id="rId417" Type="http://schemas.openxmlformats.org/officeDocument/2006/relationships/customXml" Target="../ink/ink1551.xml"/><Relationship Id="rId459" Type="http://schemas.openxmlformats.org/officeDocument/2006/relationships/customXml" Target="../ink/ink1572.xml"/><Relationship Id="rId16" Type="http://schemas.openxmlformats.org/officeDocument/2006/relationships/customXml" Target="../ink/ink1349.xml"/><Relationship Id="rId221" Type="http://schemas.openxmlformats.org/officeDocument/2006/relationships/image" Target="../media/image1225.png"/><Relationship Id="rId263" Type="http://schemas.openxmlformats.org/officeDocument/2006/relationships/customXml" Target="../ink/ink1474.xml"/><Relationship Id="rId319" Type="http://schemas.openxmlformats.org/officeDocument/2006/relationships/customXml" Target="../ink/ink1502.xml"/><Relationship Id="rId470" Type="http://schemas.openxmlformats.org/officeDocument/2006/relationships/customXml" Target="../ink/ink1578.xml"/><Relationship Id="rId526" Type="http://schemas.openxmlformats.org/officeDocument/2006/relationships/customXml" Target="../ink/ink1606.xml"/><Relationship Id="rId58" Type="http://schemas.openxmlformats.org/officeDocument/2006/relationships/customXml" Target="../ink/ink1370.xml"/><Relationship Id="rId123" Type="http://schemas.openxmlformats.org/officeDocument/2006/relationships/image" Target="../media/image1176.png"/><Relationship Id="rId330" Type="http://schemas.openxmlformats.org/officeDocument/2006/relationships/image" Target="../media/image1278.png"/><Relationship Id="rId568" Type="http://schemas.openxmlformats.org/officeDocument/2006/relationships/customXml" Target="../ink/ink1628.xml"/><Relationship Id="rId165" Type="http://schemas.openxmlformats.org/officeDocument/2006/relationships/image" Target="../media/image1197.png"/><Relationship Id="rId372" Type="http://schemas.openxmlformats.org/officeDocument/2006/relationships/image" Target="../media/image1299.png"/><Relationship Id="rId428" Type="http://schemas.openxmlformats.org/officeDocument/2006/relationships/image" Target="../media/image1327.png"/><Relationship Id="rId232" Type="http://schemas.openxmlformats.org/officeDocument/2006/relationships/customXml" Target="../ink/ink1457.xml"/><Relationship Id="rId274" Type="http://schemas.openxmlformats.org/officeDocument/2006/relationships/image" Target="../media/image1250.png"/><Relationship Id="rId481" Type="http://schemas.openxmlformats.org/officeDocument/2006/relationships/image" Target="../media/image1353.png"/><Relationship Id="rId27" Type="http://schemas.openxmlformats.org/officeDocument/2006/relationships/image" Target="../media/image1128.png"/><Relationship Id="rId69" Type="http://schemas.openxmlformats.org/officeDocument/2006/relationships/image" Target="../media/image1149.png"/><Relationship Id="rId134" Type="http://schemas.openxmlformats.org/officeDocument/2006/relationships/customXml" Target="../ink/ink1408.xml"/><Relationship Id="rId537" Type="http://schemas.openxmlformats.org/officeDocument/2006/relationships/image" Target="../media/image1381.png"/><Relationship Id="rId80" Type="http://schemas.openxmlformats.org/officeDocument/2006/relationships/customXml" Target="../ink/ink1381.xml"/><Relationship Id="rId176" Type="http://schemas.openxmlformats.org/officeDocument/2006/relationships/customXml" Target="../ink/ink1429.xml"/><Relationship Id="rId341" Type="http://schemas.openxmlformats.org/officeDocument/2006/relationships/customXml" Target="../ink/ink1513.xml"/><Relationship Id="rId383" Type="http://schemas.openxmlformats.org/officeDocument/2006/relationships/customXml" Target="../ink/ink1534.xml"/><Relationship Id="rId439" Type="http://schemas.openxmlformats.org/officeDocument/2006/relationships/customXml" Target="../ink/ink1562.xml"/><Relationship Id="rId201" Type="http://schemas.openxmlformats.org/officeDocument/2006/relationships/image" Target="../media/image1215.png"/><Relationship Id="rId243" Type="http://schemas.openxmlformats.org/officeDocument/2006/relationships/image" Target="../media/image1236.png"/><Relationship Id="rId285" Type="http://schemas.openxmlformats.org/officeDocument/2006/relationships/customXml" Target="../ink/ink1485.xml"/><Relationship Id="rId450" Type="http://schemas.openxmlformats.org/officeDocument/2006/relationships/image" Target="../media/image1338.png"/><Relationship Id="rId506" Type="http://schemas.openxmlformats.org/officeDocument/2006/relationships/customXml" Target="../ink/ink1596.xml"/><Relationship Id="rId38" Type="http://schemas.openxmlformats.org/officeDocument/2006/relationships/customXml" Target="../ink/ink1360.xml"/><Relationship Id="rId103" Type="http://schemas.openxmlformats.org/officeDocument/2006/relationships/image" Target="../media/image1166.png"/><Relationship Id="rId310" Type="http://schemas.openxmlformats.org/officeDocument/2006/relationships/image" Target="../media/image1268.png"/><Relationship Id="rId492" Type="http://schemas.openxmlformats.org/officeDocument/2006/relationships/customXml" Target="../ink/ink1589.xml"/><Relationship Id="rId548" Type="http://schemas.openxmlformats.org/officeDocument/2006/relationships/customXml" Target="../ink/ink1617.xml"/><Relationship Id="rId91" Type="http://schemas.openxmlformats.org/officeDocument/2006/relationships/image" Target="../media/image1160.png"/><Relationship Id="rId145" Type="http://schemas.openxmlformats.org/officeDocument/2006/relationships/image" Target="../media/image1187.png"/><Relationship Id="rId187" Type="http://schemas.openxmlformats.org/officeDocument/2006/relationships/image" Target="../media/image1208.png"/><Relationship Id="rId352" Type="http://schemas.openxmlformats.org/officeDocument/2006/relationships/image" Target="../media/image1289.png"/><Relationship Id="rId394" Type="http://schemas.openxmlformats.org/officeDocument/2006/relationships/image" Target="../media/image1310.png"/><Relationship Id="rId408" Type="http://schemas.openxmlformats.org/officeDocument/2006/relationships/image" Target="../media/image1317.png"/><Relationship Id="rId212" Type="http://schemas.openxmlformats.org/officeDocument/2006/relationships/customXml" Target="../ink/ink1447.xml"/><Relationship Id="rId254" Type="http://schemas.openxmlformats.org/officeDocument/2006/relationships/customXml" Target="../ink/ink1469.xml"/><Relationship Id="rId49" Type="http://schemas.openxmlformats.org/officeDocument/2006/relationships/image" Target="../media/image1139.png"/><Relationship Id="rId114" Type="http://schemas.openxmlformats.org/officeDocument/2006/relationships/customXml" Target="../ink/ink1398.xml"/><Relationship Id="rId296" Type="http://schemas.openxmlformats.org/officeDocument/2006/relationships/image" Target="../media/image1261.png"/><Relationship Id="rId461" Type="http://schemas.openxmlformats.org/officeDocument/2006/relationships/customXml" Target="../ink/ink1573.xml"/><Relationship Id="rId517" Type="http://schemas.openxmlformats.org/officeDocument/2006/relationships/image" Target="../media/image1371.png"/><Relationship Id="rId559" Type="http://schemas.openxmlformats.org/officeDocument/2006/relationships/image" Target="../media/image1392.png"/><Relationship Id="rId60" Type="http://schemas.openxmlformats.org/officeDocument/2006/relationships/customXml" Target="../ink/ink1371.xml"/><Relationship Id="rId156" Type="http://schemas.openxmlformats.org/officeDocument/2006/relationships/customXml" Target="../ink/ink1419.xml"/><Relationship Id="rId198" Type="http://schemas.openxmlformats.org/officeDocument/2006/relationships/customXml" Target="../ink/ink1440.xml"/><Relationship Id="rId321" Type="http://schemas.openxmlformats.org/officeDocument/2006/relationships/customXml" Target="../ink/ink1503.xml"/><Relationship Id="rId363" Type="http://schemas.openxmlformats.org/officeDocument/2006/relationships/customXml" Target="../ink/ink1524.xml"/><Relationship Id="rId419" Type="http://schemas.openxmlformats.org/officeDocument/2006/relationships/customXml" Target="../ink/ink1552.xml"/><Relationship Id="rId570" Type="http://schemas.openxmlformats.org/officeDocument/2006/relationships/customXml" Target="../ink/ink1629.xml"/><Relationship Id="rId223" Type="http://schemas.openxmlformats.org/officeDocument/2006/relationships/image" Target="../media/image1226.png"/><Relationship Id="rId430" Type="http://schemas.openxmlformats.org/officeDocument/2006/relationships/image" Target="../media/image1328.png"/><Relationship Id="rId18" Type="http://schemas.openxmlformats.org/officeDocument/2006/relationships/customXml" Target="../ink/ink1350.xml"/><Relationship Id="rId265" Type="http://schemas.openxmlformats.org/officeDocument/2006/relationships/customXml" Target="../ink/ink1475.xml"/><Relationship Id="rId472" Type="http://schemas.openxmlformats.org/officeDocument/2006/relationships/customXml" Target="../ink/ink1579.xml"/><Relationship Id="rId528" Type="http://schemas.openxmlformats.org/officeDocument/2006/relationships/customXml" Target="../ink/ink1607.xml"/><Relationship Id="rId125" Type="http://schemas.openxmlformats.org/officeDocument/2006/relationships/image" Target="../media/image1177.png"/><Relationship Id="rId167" Type="http://schemas.openxmlformats.org/officeDocument/2006/relationships/image" Target="../media/image1198.png"/><Relationship Id="rId332" Type="http://schemas.openxmlformats.org/officeDocument/2006/relationships/image" Target="../media/image1279.png"/><Relationship Id="rId374" Type="http://schemas.openxmlformats.org/officeDocument/2006/relationships/image" Target="../media/image1300.png"/><Relationship Id="rId71" Type="http://schemas.openxmlformats.org/officeDocument/2006/relationships/image" Target="../media/image1150.png"/><Relationship Id="rId234" Type="http://schemas.openxmlformats.org/officeDocument/2006/relationships/customXml" Target="../ink/ink1458.xml"/><Relationship Id="rId2" Type="http://schemas.openxmlformats.org/officeDocument/2006/relationships/customXml" Target="../ink/ink1342.xml"/><Relationship Id="rId29" Type="http://schemas.openxmlformats.org/officeDocument/2006/relationships/image" Target="../media/image1129.png"/><Relationship Id="rId276" Type="http://schemas.openxmlformats.org/officeDocument/2006/relationships/image" Target="../media/image1251.png"/><Relationship Id="rId441" Type="http://schemas.openxmlformats.org/officeDocument/2006/relationships/customXml" Target="../ink/ink1563.xml"/><Relationship Id="rId483" Type="http://schemas.openxmlformats.org/officeDocument/2006/relationships/image" Target="../media/image1354.png"/><Relationship Id="rId539" Type="http://schemas.openxmlformats.org/officeDocument/2006/relationships/image" Target="../media/image1382.png"/><Relationship Id="rId40" Type="http://schemas.openxmlformats.org/officeDocument/2006/relationships/customXml" Target="../ink/ink1361.xml"/><Relationship Id="rId136" Type="http://schemas.openxmlformats.org/officeDocument/2006/relationships/customXml" Target="../ink/ink1409.xml"/><Relationship Id="rId178" Type="http://schemas.openxmlformats.org/officeDocument/2006/relationships/customXml" Target="../ink/ink1430.xml"/><Relationship Id="rId301" Type="http://schemas.openxmlformats.org/officeDocument/2006/relationships/customXml" Target="../ink/ink1493.xml"/><Relationship Id="rId343" Type="http://schemas.openxmlformats.org/officeDocument/2006/relationships/customXml" Target="../ink/ink1514.xml"/><Relationship Id="rId550" Type="http://schemas.openxmlformats.org/officeDocument/2006/relationships/customXml" Target="../ink/ink1618.xml"/><Relationship Id="rId82" Type="http://schemas.openxmlformats.org/officeDocument/2006/relationships/customXml" Target="../ink/ink1382.xml"/><Relationship Id="rId203" Type="http://schemas.openxmlformats.org/officeDocument/2006/relationships/image" Target="../media/image1216.png"/><Relationship Id="rId385" Type="http://schemas.openxmlformats.org/officeDocument/2006/relationships/customXml" Target="../ink/ink1535.xml"/><Relationship Id="rId245" Type="http://schemas.openxmlformats.org/officeDocument/2006/relationships/image" Target="../media/image1237.png"/><Relationship Id="rId287" Type="http://schemas.openxmlformats.org/officeDocument/2006/relationships/customXml" Target="../ink/ink1486.xml"/><Relationship Id="rId410" Type="http://schemas.openxmlformats.org/officeDocument/2006/relationships/image" Target="../media/image1318.png"/><Relationship Id="rId452" Type="http://schemas.openxmlformats.org/officeDocument/2006/relationships/image" Target="../media/image1339.png"/><Relationship Id="rId494" Type="http://schemas.openxmlformats.org/officeDocument/2006/relationships/customXml" Target="../ink/ink1590.xml"/><Relationship Id="rId508" Type="http://schemas.openxmlformats.org/officeDocument/2006/relationships/customXml" Target="../ink/ink1597.xml"/><Relationship Id="rId105" Type="http://schemas.openxmlformats.org/officeDocument/2006/relationships/image" Target="../media/image1167.png"/><Relationship Id="rId147" Type="http://schemas.openxmlformats.org/officeDocument/2006/relationships/image" Target="../media/image1188.png"/><Relationship Id="rId312" Type="http://schemas.openxmlformats.org/officeDocument/2006/relationships/image" Target="../media/image1269.png"/><Relationship Id="rId354" Type="http://schemas.openxmlformats.org/officeDocument/2006/relationships/image" Target="../media/image1290.png"/><Relationship Id="rId51" Type="http://schemas.openxmlformats.org/officeDocument/2006/relationships/image" Target="../media/image1140.png"/><Relationship Id="rId93" Type="http://schemas.openxmlformats.org/officeDocument/2006/relationships/image" Target="../media/image1161.png"/><Relationship Id="rId189" Type="http://schemas.openxmlformats.org/officeDocument/2006/relationships/image" Target="../media/image1209.png"/><Relationship Id="rId396" Type="http://schemas.openxmlformats.org/officeDocument/2006/relationships/image" Target="../media/image1311.png"/><Relationship Id="rId561" Type="http://schemas.openxmlformats.org/officeDocument/2006/relationships/image" Target="../media/image1393.png"/><Relationship Id="rId214" Type="http://schemas.openxmlformats.org/officeDocument/2006/relationships/customXml" Target="../ink/ink1448.xml"/><Relationship Id="rId256" Type="http://schemas.openxmlformats.org/officeDocument/2006/relationships/customXml" Target="../ink/ink1470.xml"/><Relationship Id="rId298" Type="http://schemas.openxmlformats.org/officeDocument/2006/relationships/image" Target="../media/image1262.png"/><Relationship Id="rId421" Type="http://schemas.openxmlformats.org/officeDocument/2006/relationships/customXml" Target="../ink/ink1553.xml"/><Relationship Id="rId463" Type="http://schemas.openxmlformats.org/officeDocument/2006/relationships/image" Target="../media/image1344.png"/><Relationship Id="rId519" Type="http://schemas.openxmlformats.org/officeDocument/2006/relationships/image" Target="../media/image1372.png"/><Relationship Id="rId116" Type="http://schemas.openxmlformats.org/officeDocument/2006/relationships/customXml" Target="../ink/ink1399.xml"/><Relationship Id="rId158" Type="http://schemas.openxmlformats.org/officeDocument/2006/relationships/customXml" Target="../ink/ink1420.xml"/><Relationship Id="rId323" Type="http://schemas.openxmlformats.org/officeDocument/2006/relationships/customXml" Target="../ink/ink1504.xml"/><Relationship Id="rId530" Type="http://schemas.openxmlformats.org/officeDocument/2006/relationships/customXml" Target="../ink/ink1608.xml"/><Relationship Id="rId20" Type="http://schemas.openxmlformats.org/officeDocument/2006/relationships/customXml" Target="../ink/ink1351.xml"/><Relationship Id="rId62" Type="http://schemas.openxmlformats.org/officeDocument/2006/relationships/customXml" Target="../ink/ink1372.xml"/><Relationship Id="rId365" Type="http://schemas.openxmlformats.org/officeDocument/2006/relationships/customXml" Target="../ink/ink1525.xml"/><Relationship Id="rId225" Type="http://schemas.openxmlformats.org/officeDocument/2006/relationships/image" Target="../media/image1227.png"/><Relationship Id="rId267" Type="http://schemas.openxmlformats.org/officeDocument/2006/relationships/customXml" Target="../ink/ink1476.xml"/><Relationship Id="rId432" Type="http://schemas.openxmlformats.org/officeDocument/2006/relationships/image" Target="../media/image1329.png"/><Relationship Id="rId474" Type="http://schemas.openxmlformats.org/officeDocument/2006/relationships/customXml" Target="../ink/ink1580.xml"/><Relationship Id="rId127" Type="http://schemas.openxmlformats.org/officeDocument/2006/relationships/image" Target="../media/image1178.png"/><Relationship Id="rId31" Type="http://schemas.openxmlformats.org/officeDocument/2006/relationships/image" Target="../media/image1130.png"/><Relationship Id="rId73" Type="http://schemas.openxmlformats.org/officeDocument/2006/relationships/image" Target="../media/image1151.png"/><Relationship Id="rId169" Type="http://schemas.openxmlformats.org/officeDocument/2006/relationships/image" Target="../media/image1199.png"/><Relationship Id="rId334" Type="http://schemas.openxmlformats.org/officeDocument/2006/relationships/image" Target="../media/image1280.png"/><Relationship Id="rId376" Type="http://schemas.openxmlformats.org/officeDocument/2006/relationships/image" Target="../media/image1301.png"/><Relationship Id="rId541" Type="http://schemas.openxmlformats.org/officeDocument/2006/relationships/image" Target="../media/image1383.png"/><Relationship Id="rId4" Type="http://schemas.openxmlformats.org/officeDocument/2006/relationships/customXml" Target="../ink/ink1343.xml"/><Relationship Id="rId180" Type="http://schemas.openxmlformats.org/officeDocument/2006/relationships/customXml" Target="../ink/ink1431.xml"/><Relationship Id="rId236" Type="http://schemas.openxmlformats.org/officeDocument/2006/relationships/customXml" Target="../ink/ink1459.xml"/><Relationship Id="rId278" Type="http://schemas.openxmlformats.org/officeDocument/2006/relationships/image" Target="../media/image1252.png"/><Relationship Id="rId401" Type="http://schemas.openxmlformats.org/officeDocument/2006/relationships/customXml" Target="../ink/ink1543.xml"/><Relationship Id="rId443" Type="http://schemas.openxmlformats.org/officeDocument/2006/relationships/customXml" Target="../ink/ink1564.xml"/><Relationship Id="rId303" Type="http://schemas.openxmlformats.org/officeDocument/2006/relationships/customXml" Target="../ink/ink1494.xml"/><Relationship Id="rId485" Type="http://schemas.openxmlformats.org/officeDocument/2006/relationships/image" Target="../media/image1355.png"/><Relationship Id="rId42" Type="http://schemas.openxmlformats.org/officeDocument/2006/relationships/customXml" Target="../ink/ink1362.xml"/><Relationship Id="rId84" Type="http://schemas.openxmlformats.org/officeDocument/2006/relationships/customXml" Target="../ink/ink1383.xml"/><Relationship Id="rId138" Type="http://schemas.openxmlformats.org/officeDocument/2006/relationships/customXml" Target="../ink/ink1410.xml"/><Relationship Id="rId345" Type="http://schemas.openxmlformats.org/officeDocument/2006/relationships/customXml" Target="../ink/ink1515.xml"/><Relationship Id="rId387" Type="http://schemas.openxmlformats.org/officeDocument/2006/relationships/customXml" Target="../ink/ink1536.xml"/><Relationship Id="rId510" Type="http://schemas.openxmlformats.org/officeDocument/2006/relationships/customXml" Target="../ink/ink1598.xml"/><Relationship Id="rId552" Type="http://schemas.openxmlformats.org/officeDocument/2006/relationships/customXml" Target="../ink/ink1619.xml"/><Relationship Id="rId191" Type="http://schemas.openxmlformats.org/officeDocument/2006/relationships/image" Target="../media/image1210.png"/><Relationship Id="rId205" Type="http://schemas.openxmlformats.org/officeDocument/2006/relationships/image" Target="../media/image1217.png"/><Relationship Id="rId247" Type="http://schemas.openxmlformats.org/officeDocument/2006/relationships/image" Target="../media/image1238.png"/><Relationship Id="rId412" Type="http://schemas.openxmlformats.org/officeDocument/2006/relationships/image" Target="../media/image1319.png"/><Relationship Id="rId107" Type="http://schemas.openxmlformats.org/officeDocument/2006/relationships/image" Target="../media/image1168.png"/><Relationship Id="rId289" Type="http://schemas.openxmlformats.org/officeDocument/2006/relationships/customXml" Target="../ink/ink1487.xml"/><Relationship Id="rId454" Type="http://schemas.openxmlformats.org/officeDocument/2006/relationships/image" Target="../media/image1340.png"/><Relationship Id="rId496" Type="http://schemas.openxmlformats.org/officeDocument/2006/relationships/customXml" Target="../ink/ink1591.xml"/><Relationship Id="rId11" Type="http://schemas.openxmlformats.org/officeDocument/2006/relationships/image" Target="../media/image388.png"/><Relationship Id="rId53" Type="http://schemas.openxmlformats.org/officeDocument/2006/relationships/image" Target="../media/image1141.png"/><Relationship Id="rId149" Type="http://schemas.openxmlformats.org/officeDocument/2006/relationships/image" Target="../media/image1189.png"/><Relationship Id="rId314" Type="http://schemas.openxmlformats.org/officeDocument/2006/relationships/image" Target="../media/image1270.png"/><Relationship Id="rId356" Type="http://schemas.openxmlformats.org/officeDocument/2006/relationships/image" Target="../media/image1291.png"/><Relationship Id="rId398" Type="http://schemas.openxmlformats.org/officeDocument/2006/relationships/image" Target="../media/image1312.png"/><Relationship Id="rId521" Type="http://schemas.openxmlformats.org/officeDocument/2006/relationships/image" Target="../media/image1373.png"/><Relationship Id="rId563" Type="http://schemas.openxmlformats.org/officeDocument/2006/relationships/image" Target="../media/image1394.png"/><Relationship Id="rId95" Type="http://schemas.openxmlformats.org/officeDocument/2006/relationships/image" Target="../media/image1162.png"/><Relationship Id="rId160" Type="http://schemas.openxmlformats.org/officeDocument/2006/relationships/customXml" Target="../ink/ink1421.xml"/><Relationship Id="rId216" Type="http://schemas.openxmlformats.org/officeDocument/2006/relationships/customXml" Target="../ink/ink1449.xml"/><Relationship Id="rId423" Type="http://schemas.openxmlformats.org/officeDocument/2006/relationships/customXml" Target="../ink/ink1554.xml"/><Relationship Id="rId258" Type="http://schemas.openxmlformats.org/officeDocument/2006/relationships/customXml" Target="../ink/ink1471.xml"/><Relationship Id="rId465" Type="http://schemas.openxmlformats.org/officeDocument/2006/relationships/image" Target="../media/image1345.png"/><Relationship Id="rId22" Type="http://schemas.openxmlformats.org/officeDocument/2006/relationships/customXml" Target="../ink/ink1352.xml"/><Relationship Id="rId64" Type="http://schemas.openxmlformats.org/officeDocument/2006/relationships/customXml" Target="../ink/ink1373.xml"/><Relationship Id="rId118" Type="http://schemas.openxmlformats.org/officeDocument/2006/relationships/customXml" Target="../ink/ink1400.xml"/><Relationship Id="rId325" Type="http://schemas.openxmlformats.org/officeDocument/2006/relationships/customXml" Target="../ink/ink1505.xml"/><Relationship Id="rId367" Type="http://schemas.openxmlformats.org/officeDocument/2006/relationships/customXml" Target="../ink/ink1526.xml"/><Relationship Id="rId532" Type="http://schemas.openxmlformats.org/officeDocument/2006/relationships/customXml" Target="../ink/ink1609.xml"/><Relationship Id="rId171" Type="http://schemas.openxmlformats.org/officeDocument/2006/relationships/image" Target="../media/image1200.png"/><Relationship Id="rId227" Type="http://schemas.openxmlformats.org/officeDocument/2006/relationships/image" Target="../media/image1228.png"/><Relationship Id="rId269" Type="http://schemas.openxmlformats.org/officeDocument/2006/relationships/customXml" Target="../ink/ink1477.xml"/><Relationship Id="rId434" Type="http://schemas.openxmlformats.org/officeDocument/2006/relationships/image" Target="../media/image1330.png"/><Relationship Id="rId476" Type="http://schemas.openxmlformats.org/officeDocument/2006/relationships/customXml" Target="../ink/ink1581.xml"/><Relationship Id="rId33" Type="http://schemas.openxmlformats.org/officeDocument/2006/relationships/image" Target="../media/image1131.png"/><Relationship Id="rId129" Type="http://schemas.openxmlformats.org/officeDocument/2006/relationships/image" Target="../media/image1179.png"/><Relationship Id="rId280" Type="http://schemas.openxmlformats.org/officeDocument/2006/relationships/image" Target="../media/image1253.png"/><Relationship Id="rId336" Type="http://schemas.openxmlformats.org/officeDocument/2006/relationships/image" Target="../media/image1281.png"/><Relationship Id="rId501" Type="http://schemas.openxmlformats.org/officeDocument/2006/relationships/image" Target="../media/image1363.png"/><Relationship Id="rId543" Type="http://schemas.openxmlformats.org/officeDocument/2006/relationships/image" Target="../media/image1384.png"/><Relationship Id="rId75" Type="http://schemas.openxmlformats.org/officeDocument/2006/relationships/image" Target="../media/image1152.png"/><Relationship Id="rId140" Type="http://schemas.openxmlformats.org/officeDocument/2006/relationships/customXml" Target="../ink/ink1411.xml"/><Relationship Id="rId182" Type="http://schemas.openxmlformats.org/officeDocument/2006/relationships/customXml" Target="../ink/ink1432.xml"/><Relationship Id="rId378" Type="http://schemas.openxmlformats.org/officeDocument/2006/relationships/image" Target="../media/image1302.png"/><Relationship Id="rId403" Type="http://schemas.openxmlformats.org/officeDocument/2006/relationships/customXml" Target="../ink/ink1544.xml"/><Relationship Id="rId6" Type="http://schemas.openxmlformats.org/officeDocument/2006/relationships/customXml" Target="../ink/ink1344.xml"/><Relationship Id="rId238" Type="http://schemas.openxmlformats.org/officeDocument/2006/relationships/customXml" Target="../ink/ink1460.xml"/><Relationship Id="rId445" Type="http://schemas.openxmlformats.org/officeDocument/2006/relationships/customXml" Target="../ink/ink1565.xml"/><Relationship Id="rId487" Type="http://schemas.openxmlformats.org/officeDocument/2006/relationships/image" Target="../media/image1356.png"/><Relationship Id="rId291" Type="http://schemas.openxmlformats.org/officeDocument/2006/relationships/customXml" Target="../ink/ink1488.xml"/><Relationship Id="rId305" Type="http://schemas.openxmlformats.org/officeDocument/2006/relationships/customXml" Target="../ink/ink1495.xml"/><Relationship Id="rId347" Type="http://schemas.openxmlformats.org/officeDocument/2006/relationships/customXml" Target="../ink/ink1516.xml"/><Relationship Id="rId512" Type="http://schemas.openxmlformats.org/officeDocument/2006/relationships/customXml" Target="../ink/ink1599.xml"/><Relationship Id="rId44" Type="http://schemas.openxmlformats.org/officeDocument/2006/relationships/customXml" Target="../ink/ink1363.xml"/><Relationship Id="rId86" Type="http://schemas.openxmlformats.org/officeDocument/2006/relationships/customXml" Target="../ink/ink1384.xml"/><Relationship Id="rId151" Type="http://schemas.openxmlformats.org/officeDocument/2006/relationships/image" Target="../media/image1190.png"/><Relationship Id="rId389" Type="http://schemas.openxmlformats.org/officeDocument/2006/relationships/customXml" Target="../ink/ink1537.xml"/><Relationship Id="rId554" Type="http://schemas.openxmlformats.org/officeDocument/2006/relationships/customXml" Target="../ink/ink1620.xml"/><Relationship Id="rId193" Type="http://schemas.openxmlformats.org/officeDocument/2006/relationships/image" Target="../media/image1211.png"/><Relationship Id="rId207" Type="http://schemas.openxmlformats.org/officeDocument/2006/relationships/image" Target="../media/image1218.png"/><Relationship Id="rId249" Type="http://schemas.openxmlformats.org/officeDocument/2006/relationships/customXml" Target="../ink/ink1466.xml"/><Relationship Id="rId414" Type="http://schemas.openxmlformats.org/officeDocument/2006/relationships/image" Target="../media/image1320.png"/><Relationship Id="rId456" Type="http://schemas.openxmlformats.org/officeDocument/2006/relationships/image" Target="../media/image1341.png"/><Relationship Id="rId498" Type="http://schemas.openxmlformats.org/officeDocument/2006/relationships/customXml" Target="../ink/ink1592.xml"/><Relationship Id="rId13" Type="http://schemas.openxmlformats.org/officeDocument/2006/relationships/image" Target="../media/image1121.png"/><Relationship Id="rId109" Type="http://schemas.openxmlformats.org/officeDocument/2006/relationships/image" Target="../media/image1169.png"/><Relationship Id="rId260" Type="http://schemas.openxmlformats.org/officeDocument/2006/relationships/customXml" Target="../ink/ink1472.xml"/><Relationship Id="rId316" Type="http://schemas.openxmlformats.org/officeDocument/2006/relationships/image" Target="../media/image1271.png"/><Relationship Id="rId523" Type="http://schemas.openxmlformats.org/officeDocument/2006/relationships/image" Target="../media/image1374.png"/><Relationship Id="rId55" Type="http://schemas.openxmlformats.org/officeDocument/2006/relationships/image" Target="../media/image1142.png"/><Relationship Id="rId97" Type="http://schemas.openxmlformats.org/officeDocument/2006/relationships/image" Target="../media/image1163.png"/><Relationship Id="rId120" Type="http://schemas.openxmlformats.org/officeDocument/2006/relationships/customXml" Target="../ink/ink1401.xml"/><Relationship Id="rId358" Type="http://schemas.openxmlformats.org/officeDocument/2006/relationships/image" Target="../media/image1292.png"/><Relationship Id="rId565" Type="http://schemas.openxmlformats.org/officeDocument/2006/relationships/image" Target="../media/image1395.png"/><Relationship Id="rId162" Type="http://schemas.openxmlformats.org/officeDocument/2006/relationships/customXml" Target="../ink/ink1422.xml"/><Relationship Id="rId218" Type="http://schemas.openxmlformats.org/officeDocument/2006/relationships/customXml" Target="../ink/ink1450.xml"/><Relationship Id="rId425" Type="http://schemas.openxmlformats.org/officeDocument/2006/relationships/customXml" Target="../ink/ink1555.xml"/><Relationship Id="rId467" Type="http://schemas.openxmlformats.org/officeDocument/2006/relationships/image" Target="../media/image1346.png"/><Relationship Id="rId271" Type="http://schemas.openxmlformats.org/officeDocument/2006/relationships/customXml" Target="../ink/ink1478.xml"/><Relationship Id="rId24" Type="http://schemas.openxmlformats.org/officeDocument/2006/relationships/customXml" Target="../ink/ink1353.xml"/><Relationship Id="rId66" Type="http://schemas.openxmlformats.org/officeDocument/2006/relationships/customXml" Target="../ink/ink1374.xml"/><Relationship Id="rId131" Type="http://schemas.openxmlformats.org/officeDocument/2006/relationships/image" Target="../media/image1180.png"/><Relationship Id="rId327" Type="http://schemas.openxmlformats.org/officeDocument/2006/relationships/customXml" Target="../ink/ink1506.xml"/><Relationship Id="rId369" Type="http://schemas.openxmlformats.org/officeDocument/2006/relationships/customXml" Target="../ink/ink1527.xml"/><Relationship Id="rId534" Type="http://schemas.openxmlformats.org/officeDocument/2006/relationships/customXml" Target="../ink/ink1610.xml"/><Relationship Id="rId173" Type="http://schemas.openxmlformats.org/officeDocument/2006/relationships/image" Target="../media/image1201.png"/><Relationship Id="rId229" Type="http://schemas.openxmlformats.org/officeDocument/2006/relationships/image" Target="../media/image1229.png"/><Relationship Id="rId380" Type="http://schemas.openxmlformats.org/officeDocument/2006/relationships/image" Target="../media/image1303.png"/><Relationship Id="rId436" Type="http://schemas.openxmlformats.org/officeDocument/2006/relationships/image" Target="../media/image1331.png"/><Relationship Id="rId240" Type="http://schemas.openxmlformats.org/officeDocument/2006/relationships/customXml" Target="../ink/ink1461.xml"/><Relationship Id="rId478" Type="http://schemas.openxmlformats.org/officeDocument/2006/relationships/customXml" Target="../ink/ink1582.xml"/><Relationship Id="rId35" Type="http://schemas.openxmlformats.org/officeDocument/2006/relationships/image" Target="../media/image1132.png"/><Relationship Id="rId77" Type="http://schemas.openxmlformats.org/officeDocument/2006/relationships/image" Target="../media/image1153.png"/><Relationship Id="rId100" Type="http://schemas.openxmlformats.org/officeDocument/2006/relationships/customXml" Target="../ink/ink1391.xml"/><Relationship Id="rId282" Type="http://schemas.openxmlformats.org/officeDocument/2006/relationships/image" Target="../media/image1254.png"/><Relationship Id="rId338" Type="http://schemas.openxmlformats.org/officeDocument/2006/relationships/image" Target="../media/image1282.png"/><Relationship Id="rId503" Type="http://schemas.openxmlformats.org/officeDocument/2006/relationships/image" Target="../media/image1364.png"/><Relationship Id="rId545" Type="http://schemas.openxmlformats.org/officeDocument/2006/relationships/image" Target="../media/image1385.png"/><Relationship Id="rId8" Type="http://schemas.openxmlformats.org/officeDocument/2006/relationships/customXml" Target="../ink/ink1345.xml"/><Relationship Id="rId142" Type="http://schemas.openxmlformats.org/officeDocument/2006/relationships/customXml" Target="../ink/ink1412.xml"/><Relationship Id="rId184" Type="http://schemas.openxmlformats.org/officeDocument/2006/relationships/customXml" Target="../ink/ink1433.xml"/><Relationship Id="rId391" Type="http://schemas.openxmlformats.org/officeDocument/2006/relationships/customXml" Target="../ink/ink1538.xml"/><Relationship Id="rId405" Type="http://schemas.openxmlformats.org/officeDocument/2006/relationships/customXml" Target="../ink/ink1545.xml"/><Relationship Id="rId447" Type="http://schemas.openxmlformats.org/officeDocument/2006/relationships/customXml" Target="../ink/ink1566.xml"/><Relationship Id="rId251" Type="http://schemas.openxmlformats.org/officeDocument/2006/relationships/customXml" Target="../ink/ink1467.xml"/><Relationship Id="rId489" Type="http://schemas.openxmlformats.org/officeDocument/2006/relationships/image" Target="../media/image1357.png"/><Relationship Id="rId46" Type="http://schemas.openxmlformats.org/officeDocument/2006/relationships/customXml" Target="../ink/ink1364.xml"/><Relationship Id="rId293" Type="http://schemas.openxmlformats.org/officeDocument/2006/relationships/customXml" Target="../ink/ink1489.xml"/><Relationship Id="rId307" Type="http://schemas.openxmlformats.org/officeDocument/2006/relationships/customXml" Target="../ink/ink1496.xml"/><Relationship Id="rId349" Type="http://schemas.openxmlformats.org/officeDocument/2006/relationships/customXml" Target="../ink/ink1517.xml"/><Relationship Id="rId514" Type="http://schemas.openxmlformats.org/officeDocument/2006/relationships/customXml" Target="../ink/ink1600.xml"/><Relationship Id="rId556" Type="http://schemas.openxmlformats.org/officeDocument/2006/relationships/customXml" Target="../ink/ink1621.xml"/><Relationship Id="rId88" Type="http://schemas.openxmlformats.org/officeDocument/2006/relationships/customXml" Target="../ink/ink1385.xml"/><Relationship Id="rId111" Type="http://schemas.openxmlformats.org/officeDocument/2006/relationships/image" Target="../media/image1170.png"/><Relationship Id="rId153" Type="http://schemas.openxmlformats.org/officeDocument/2006/relationships/image" Target="../media/image1191.png"/><Relationship Id="rId195" Type="http://schemas.openxmlformats.org/officeDocument/2006/relationships/image" Target="../media/image1212.png"/><Relationship Id="rId209" Type="http://schemas.openxmlformats.org/officeDocument/2006/relationships/image" Target="../media/image1219.png"/><Relationship Id="rId360" Type="http://schemas.openxmlformats.org/officeDocument/2006/relationships/image" Target="../media/image1293.png"/><Relationship Id="rId416" Type="http://schemas.openxmlformats.org/officeDocument/2006/relationships/image" Target="../media/image1321.png"/><Relationship Id="rId220" Type="http://schemas.openxmlformats.org/officeDocument/2006/relationships/customXml" Target="../ink/ink1451.xml"/><Relationship Id="rId458" Type="http://schemas.openxmlformats.org/officeDocument/2006/relationships/image" Target="../media/image1342.png"/><Relationship Id="rId15" Type="http://schemas.openxmlformats.org/officeDocument/2006/relationships/image" Target="../media/image1122.png"/><Relationship Id="rId57" Type="http://schemas.openxmlformats.org/officeDocument/2006/relationships/image" Target="../media/image1143.png"/><Relationship Id="rId262" Type="http://schemas.openxmlformats.org/officeDocument/2006/relationships/image" Target="../media/image1244.png"/><Relationship Id="rId318" Type="http://schemas.openxmlformats.org/officeDocument/2006/relationships/image" Target="../media/image1272.png"/><Relationship Id="rId525" Type="http://schemas.openxmlformats.org/officeDocument/2006/relationships/image" Target="../media/image1375.png"/><Relationship Id="rId567" Type="http://schemas.openxmlformats.org/officeDocument/2006/relationships/customXml" Target="../ink/ink1627.xml"/><Relationship Id="rId99" Type="http://schemas.openxmlformats.org/officeDocument/2006/relationships/image" Target="../media/image1164.png"/><Relationship Id="rId122" Type="http://schemas.openxmlformats.org/officeDocument/2006/relationships/customXml" Target="../ink/ink1402.xml"/><Relationship Id="rId164" Type="http://schemas.openxmlformats.org/officeDocument/2006/relationships/customXml" Target="../ink/ink1423.xml"/><Relationship Id="rId371" Type="http://schemas.openxmlformats.org/officeDocument/2006/relationships/customXml" Target="../ink/ink1528.xml"/><Relationship Id="rId427" Type="http://schemas.openxmlformats.org/officeDocument/2006/relationships/customXml" Target="../ink/ink1556.xml"/><Relationship Id="rId469" Type="http://schemas.openxmlformats.org/officeDocument/2006/relationships/image" Target="../media/image1347.png"/><Relationship Id="rId26" Type="http://schemas.openxmlformats.org/officeDocument/2006/relationships/customXml" Target="../ink/ink1354.xml"/><Relationship Id="rId231" Type="http://schemas.openxmlformats.org/officeDocument/2006/relationships/image" Target="../media/image1230.png"/><Relationship Id="rId273" Type="http://schemas.openxmlformats.org/officeDocument/2006/relationships/customXml" Target="../ink/ink1479.xml"/><Relationship Id="rId329" Type="http://schemas.openxmlformats.org/officeDocument/2006/relationships/customXml" Target="../ink/ink1507.xml"/><Relationship Id="rId480" Type="http://schemas.openxmlformats.org/officeDocument/2006/relationships/customXml" Target="../ink/ink1583.xml"/><Relationship Id="rId536" Type="http://schemas.openxmlformats.org/officeDocument/2006/relationships/customXml" Target="../ink/ink1611.xml"/><Relationship Id="rId68" Type="http://schemas.openxmlformats.org/officeDocument/2006/relationships/customXml" Target="../ink/ink1375.xml"/><Relationship Id="rId133" Type="http://schemas.openxmlformats.org/officeDocument/2006/relationships/image" Target="../media/image1181.png"/><Relationship Id="rId175" Type="http://schemas.openxmlformats.org/officeDocument/2006/relationships/image" Target="../media/image1202.png"/><Relationship Id="rId340" Type="http://schemas.openxmlformats.org/officeDocument/2006/relationships/image" Target="../media/image1283.png"/><Relationship Id="rId200" Type="http://schemas.openxmlformats.org/officeDocument/2006/relationships/customXml" Target="../ink/ink1441.xml"/><Relationship Id="rId382" Type="http://schemas.openxmlformats.org/officeDocument/2006/relationships/image" Target="../media/image1304.png"/><Relationship Id="rId438" Type="http://schemas.openxmlformats.org/officeDocument/2006/relationships/image" Target="../media/image1332.png"/><Relationship Id="rId242" Type="http://schemas.openxmlformats.org/officeDocument/2006/relationships/customXml" Target="../ink/ink1462.xml"/><Relationship Id="rId284" Type="http://schemas.openxmlformats.org/officeDocument/2006/relationships/image" Target="../media/image1255.png"/><Relationship Id="rId491" Type="http://schemas.openxmlformats.org/officeDocument/2006/relationships/image" Target="../media/image1358.png"/><Relationship Id="rId505" Type="http://schemas.openxmlformats.org/officeDocument/2006/relationships/image" Target="../media/image1365.png"/><Relationship Id="rId37" Type="http://schemas.openxmlformats.org/officeDocument/2006/relationships/image" Target="../media/image1133.png"/><Relationship Id="rId79" Type="http://schemas.openxmlformats.org/officeDocument/2006/relationships/image" Target="../media/image1154.png"/><Relationship Id="rId102" Type="http://schemas.openxmlformats.org/officeDocument/2006/relationships/customXml" Target="../ink/ink1392.xml"/><Relationship Id="rId144" Type="http://schemas.openxmlformats.org/officeDocument/2006/relationships/customXml" Target="../ink/ink1413.xml"/><Relationship Id="rId547" Type="http://schemas.openxmlformats.org/officeDocument/2006/relationships/image" Target="../media/image1386.png"/><Relationship Id="rId90" Type="http://schemas.openxmlformats.org/officeDocument/2006/relationships/customXml" Target="../ink/ink1386.xml"/><Relationship Id="rId186" Type="http://schemas.openxmlformats.org/officeDocument/2006/relationships/customXml" Target="../ink/ink1434.xml"/><Relationship Id="rId351" Type="http://schemas.openxmlformats.org/officeDocument/2006/relationships/customXml" Target="../ink/ink1518.xml"/><Relationship Id="rId393" Type="http://schemas.openxmlformats.org/officeDocument/2006/relationships/customXml" Target="../ink/ink1539.xml"/><Relationship Id="rId407" Type="http://schemas.openxmlformats.org/officeDocument/2006/relationships/customXml" Target="../ink/ink1546.xml"/><Relationship Id="rId449" Type="http://schemas.openxmlformats.org/officeDocument/2006/relationships/customXml" Target="../ink/ink1567.xml"/><Relationship Id="rId211" Type="http://schemas.openxmlformats.org/officeDocument/2006/relationships/image" Target="../media/image1220.png"/><Relationship Id="rId253" Type="http://schemas.openxmlformats.org/officeDocument/2006/relationships/image" Target="../media/image1240.png"/><Relationship Id="rId295" Type="http://schemas.openxmlformats.org/officeDocument/2006/relationships/customXml" Target="../ink/ink1490.xml"/><Relationship Id="rId309" Type="http://schemas.openxmlformats.org/officeDocument/2006/relationships/customXml" Target="../ink/ink1497.xml"/><Relationship Id="rId460" Type="http://schemas.openxmlformats.org/officeDocument/2006/relationships/image" Target="../media/image1343.png"/><Relationship Id="rId516" Type="http://schemas.openxmlformats.org/officeDocument/2006/relationships/customXml" Target="../ink/ink1601.xml"/><Relationship Id="rId48" Type="http://schemas.openxmlformats.org/officeDocument/2006/relationships/customXml" Target="../ink/ink1365.xml"/><Relationship Id="rId113" Type="http://schemas.openxmlformats.org/officeDocument/2006/relationships/image" Target="../media/image1171.png"/><Relationship Id="rId320" Type="http://schemas.openxmlformats.org/officeDocument/2006/relationships/image" Target="../media/image1273.png"/><Relationship Id="rId558" Type="http://schemas.openxmlformats.org/officeDocument/2006/relationships/customXml" Target="../ink/ink1622.xml"/><Relationship Id="rId155" Type="http://schemas.openxmlformats.org/officeDocument/2006/relationships/image" Target="../media/image1192.png"/><Relationship Id="rId197" Type="http://schemas.openxmlformats.org/officeDocument/2006/relationships/image" Target="../media/image1213.png"/><Relationship Id="rId362" Type="http://schemas.openxmlformats.org/officeDocument/2006/relationships/image" Target="../media/image1294.png"/><Relationship Id="rId418" Type="http://schemas.openxmlformats.org/officeDocument/2006/relationships/image" Target="../media/image1322.png"/><Relationship Id="rId222" Type="http://schemas.openxmlformats.org/officeDocument/2006/relationships/customXml" Target="../ink/ink1452.xml"/><Relationship Id="rId264" Type="http://schemas.openxmlformats.org/officeDocument/2006/relationships/image" Target="../media/image1245.png"/><Relationship Id="rId471" Type="http://schemas.openxmlformats.org/officeDocument/2006/relationships/image" Target="../media/image1348.png"/><Relationship Id="rId17" Type="http://schemas.openxmlformats.org/officeDocument/2006/relationships/image" Target="../media/image1123.png"/><Relationship Id="rId59" Type="http://schemas.openxmlformats.org/officeDocument/2006/relationships/image" Target="../media/image1144.png"/><Relationship Id="rId124" Type="http://schemas.openxmlformats.org/officeDocument/2006/relationships/customXml" Target="../ink/ink1403.xml"/><Relationship Id="rId527" Type="http://schemas.openxmlformats.org/officeDocument/2006/relationships/image" Target="../media/image1376.png"/><Relationship Id="rId569" Type="http://schemas.openxmlformats.org/officeDocument/2006/relationships/image" Target="../media/image1396.png"/><Relationship Id="rId70" Type="http://schemas.openxmlformats.org/officeDocument/2006/relationships/customXml" Target="../ink/ink1376.xml"/><Relationship Id="rId166" Type="http://schemas.openxmlformats.org/officeDocument/2006/relationships/customXml" Target="../ink/ink1424.xml"/><Relationship Id="rId331" Type="http://schemas.openxmlformats.org/officeDocument/2006/relationships/customXml" Target="../ink/ink1508.xml"/><Relationship Id="rId373" Type="http://schemas.openxmlformats.org/officeDocument/2006/relationships/customXml" Target="../ink/ink1529.xml"/><Relationship Id="rId429" Type="http://schemas.openxmlformats.org/officeDocument/2006/relationships/customXml" Target="../ink/ink1557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31.png"/><Relationship Id="rId440" Type="http://schemas.openxmlformats.org/officeDocument/2006/relationships/image" Target="../media/image1333.png"/><Relationship Id="rId28" Type="http://schemas.openxmlformats.org/officeDocument/2006/relationships/customXml" Target="../ink/ink1355.xml"/><Relationship Id="rId275" Type="http://schemas.openxmlformats.org/officeDocument/2006/relationships/customXml" Target="../ink/ink1480.xml"/><Relationship Id="rId300" Type="http://schemas.openxmlformats.org/officeDocument/2006/relationships/image" Target="../media/image1263.png"/><Relationship Id="rId482" Type="http://schemas.openxmlformats.org/officeDocument/2006/relationships/customXml" Target="../ink/ink1584.xml"/><Relationship Id="rId538" Type="http://schemas.openxmlformats.org/officeDocument/2006/relationships/customXml" Target="../ink/ink1612.xml"/><Relationship Id="rId81" Type="http://schemas.openxmlformats.org/officeDocument/2006/relationships/image" Target="../media/image1155.png"/><Relationship Id="rId135" Type="http://schemas.openxmlformats.org/officeDocument/2006/relationships/image" Target="../media/image1182.png"/><Relationship Id="rId177" Type="http://schemas.openxmlformats.org/officeDocument/2006/relationships/image" Target="../media/image1203.png"/><Relationship Id="rId342" Type="http://schemas.openxmlformats.org/officeDocument/2006/relationships/image" Target="../media/image1284.png"/><Relationship Id="rId384" Type="http://schemas.openxmlformats.org/officeDocument/2006/relationships/image" Target="../media/image1305.png"/><Relationship Id="rId202" Type="http://schemas.openxmlformats.org/officeDocument/2006/relationships/customXml" Target="../ink/ink1442.xml"/><Relationship Id="rId244" Type="http://schemas.openxmlformats.org/officeDocument/2006/relationships/customXml" Target="../ink/ink1463.xml"/><Relationship Id="rId39" Type="http://schemas.openxmlformats.org/officeDocument/2006/relationships/image" Target="../media/image1134.png"/><Relationship Id="rId286" Type="http://schemas.openxmlformats.org/officeDocument/2006/relationships/image" Target="../media/image1256.png"/><Relationship Id="rId451" Type="http://schemas.openxmlformats.org/officeDocument/2006/relationships/customXml" Target="../ink/ink1568.xml"/><Relationship Id="rId493" Type="http://schemas.openxmlformats.org/officeDocument/2006/relationships/image" Target="../media/image1359.png"/><Relationship Id="rId507" Type="http://schemas.openxmlformats.org/officeDocument/2006/relationships/image" Target="../media/image1366.png"/><Relationship Id="rId549" Type="http://schemas.openxmlformats.org/officeDocument/2006/relationships/image" Target="../media/image1387.png"/><Relationship Id="rId50" Type="http://schemas.openxmlformats.org/officeDocument/2006/relationships/customXml" Target="../ink/ink1366.xml"/><Relationship Id="rId104" Type="http://schemas.openxmlformats.org/officeDocument/2006/relationships/customXml" Target="../ink/ink1393.xml"/><Relationship Id="rId146" Type="http://schemas.openxmlformats.org/officeDocument/2006/relationships/customXml" Target="../ink/ink1414.xml"/><Relationship Id="rId188" Type="http://schemas.openxmlformats.org/officeDocument/2006/relationships/customXml" Target="../ink/ink1435.xml"/><Relationship Id="rId311" Type="http://schemas.openxmlformats.org/officeDocument/2006/relationships/customXml" Target="../ink/ink1498.xml"/><Relationship Id="rId353" Type="http://schemas.openxmlformats.org/officeDocument/2006/relationships/customXml" Target="../ink/ink1519.xml"/><Relationship Id="rId395" Type="http://schemas.openxmlformats.org/officeDocument/2006/relationships/customXml" Target="../ink/ink1540.xml"/><Relationship Id="rId409" Type="http://schemas.openxmlformats.org/officeDocument/2006/relationships/customXml" Target="../ink/ink1547.xml"/><Relationship Id="rId560" Type="http://schemas.openxmlformats.org/officeDocument/2006/relationships/customXml" Target="../ink/ink1623.xml"/><Relationship Id="rId92" Type="http://schemas.openxmlformats.org/officeDocument/2006/relationships/customXml" Target="../ink/ink1387.xml"/><Relationship Id="rId213" Type="http://schemas.openxmlformats.org/officeDocument/2006/relationships/image" Target="../media/image1221.png"/><Relationship Id="rId420" Type="http://schemas.openxmlformats.org/officeDocument/2006/relationships/image" Target="../media/image1323.png"/><Relationship Id="rId255" Type="http://schemas.openxmlformats.org/officeDocument/2006/relationships/image" Target="../media/image1241.png"/><Relationship Id="rId297" Type="http://schemas.openxmlformats.org/officeDocument/2006/relationships/customXml" Target="../ink/ink1491.xml"/><Relationship Id="rId462" Type="http://schemas.openxmlformats.org/officeDocument/2006/relationships/customXml" Target="../ink/ink1574.xml"/><Relationship Id="rId518" Type="http://schemas.openxmlformats.org/officeDocument/2006/relationships/customXml" Target="../ink/ink1602.xml"/><Relationship Id="rId115" Type="http://schemas.openxmlformats.org/officeDocument/2006/relationships/image" Target="../media/image1172.png"/><Relationship Id="rId157" Type="http://schemas.openxmlformats.org/officeDocument/2006/relationships/image" Target="../media/image1193.png"/><Relationship Id="rId322" Type="http://schemas.openxmlformats.org/officeDocument/2006/relationships/image" Target="../media/image1274.png"/><Relationship Id="rId364" Type="http://schemas.openxmlformats.org/officeDocument/2006/relationships/image" Target="../media/image1295.png"/><Relationship Id="rId61" Type="http://schemas.openxmlformats.org/officeDocument/2006/relationships/image" Target="../media/image1145.png"/><Relationship Id="rId199" Type="http://schemas.openxmlformats.org/officeDocument/2006/relationships/image" Target="../media/image1214.png"/><Relationship Id="rId571" Type="http://schemas.openxmlformats.org/officeDocument/2006/relationships/image" Target="../media/image1397.png"/><Relationship Id="rId19" Type="http://schemas.openxmlformats.org/officeDocument/2006/relationships/image" Target="../media/image1124.png"/><Relationship Id="rId224" Type="http://schemas.openxmlformats.org/officeDocument/2006/relationships/customXml" Target="../ink/ink1453.xml"/><Relationship Id="rId266" Type="http://schemas.openxmlformats.org/officeDocument/2006/relationships/image" Target="../media/image1246.png"/><Relationship Id="rId431" Type="http://schemas.openxmlformats.org/officeDocument/2006/relationships/customXml" Target="../ink/ink1558.xml"/><Relationship Id="rId473" Type="http://schemas.openxmlformats.org/officeDocument/2006/relationships/image" Target="../media/image1349.png"/><Relationship Id="rId529" Type="http://schemas.openxmlformats.org/officeDocument/2006/relationships/image" Target="../media/image1377.png"/><Relationship Id="rId30" Type="http://schemas.openxmlformats.org/officeDocument/2006/relationships/customXml" Target="../ink/ink1356.xml"/><Relationship Id="rId126" Type="http://schemas.openxmlformats.org/officeDocument/2006/relationships/customXml" Target="../ink/ink1404.xml"/><Relationship Id="rId168" Type="http://schemas.openxmlformats.org/officeDocument/2006/relationships/customXml" Target="../ink/ink1425.xml"/><Relationship Id="rId333" Type="http://schemas.openxmlformats.org/officeDocument/2006/relationships/customXml" Target="../ink/ink1509.xml"/><Relationship Id="rId540" Type="http://schemas.openxmlformats.org/officeDocument/2006/relationships/customXml" Target="../ink/ink1613.xml"/><Relationship Id="rId72" Type="http://schemas.openxmlformats.org/officeDocument/2006/relationships/customXml" Target="../ink/ink1377.xml"/><Relationship Id="rId375" Type="http://schemas.openxmlformats.org/officeDocument/2006/relationships/customXml" Target="../ink/ink1530.xml"/><Relationship Id="rId3" Type="http://schemas.openxmlformats.org/officeDocument/2006/relationships/image" Target="../media/image1117.png"/><Relationship Id="rId235" Type="http://schemas.openxmlformats.org/officeDocument/2006/relationships/image" Target="../media/image1232.png"/><Relationship Id="rId277" Type="http://schemas.openxmlformats.org/officeDocument/2006/relationships/customXml" Target="../ink/ink1481.xml"/><Relationship Id="rId400" Type="http://schemas.openxmlformats.org/officeDocument/2006/relationships/image" Target="../media/image1313.png"/><Relationship Id="rId442" Type="http://schemas.openxmlformats.org/officeDocument/2006/relationships/image" Target="../media/image1334.png"/><Relationship Id="rId484" Type="http://schemas.openxmlformats.org/officeDocument/2006/relationships/customXml" Target="../ink/ink1585.xml"/><Relationship Id="rId137" Type="http://schemas.openxmlformats.org/officeDocument/2006/relationships/image" Target="../media/image1183.png"/><Relationship Id="rId302" Type="http://schemas.openxmlformats.org/officeDocument/2006/relationships/image" Target="../media/image1264.png"/><Relationship Id="rId344" Type="http://schemas.openxmlformats.org/officeDocument/2006/relationships/image" Target="../media/image1285.png"/><Relationship Id="rId41" Type="http://schemas.openxmlformats.org/officeDocument/2006/relationships/image" Target="../media/image1135.png"/><Relationship Id="rId83" Type="http://schemas.openxmlformats.org/officeDocument/2006/relationships/image" Target="../media/image1156.png"/><Relationship Id="rId179" Type="http://schemas.openxmlformats.org/officeDocument/2006/relationships/image" Target="../media/image1204.png"/><Relationship Id="rId386" Type="http://schemas.openxmlformats.org/officeDocument/2006/relationships/image" Target="../media/image1306.png"/><Relationship Id="rId551" Type="http://schemas.openxmlformats.org/officeDocument/2006/relationships/image" Target="../media/image1388.png"/><Relationship Id="rId190" Type="http://schemas.openxmlformats.org/officeDocument/2006/relationships/customXml" Target="../ink/ink1436.xml"/><Relationship Id="rId204" Type="http://schemas.openxmlformats.org/officeDocument/2006/relationships/customXml" Target="../ink/ink1443.xml"/><Relationship Id="rId246" Type="http://schemas.openxmlformats.org/officeDocument/2006/relationships/customXml" Target="../ink/ink1464.xml"/><Relationship Id="rId288" Type="http://schemas.openxmlformats.org/officeDocument/2006/relationships/image" Target="../media/image1257.png"/><Relationship Id="rId411" Type="http://schemas.openxmlformats.org/officeDocument/2006/relationships/customXml" Target="../ink/ink1548.xml"/><Relationship Id="rId453" Type="http://schemas.openxmlformats.org/officeDocument/2006/relationships/customXml" Target="../ink/ink1569.xml"/><Relationship Id="rId509" Type="http://schemas.openxmlformats.org/officeDocument/2006/relationships/image" Target="../media/image1367.png"/><Relationship Id="rId106" Type="http://schemas.openxmlformats.org/officeDocument/2006/relationships/customXml" Target="../ink/ink1394.xml"/><Relationship Id="rId313" Type="http://schemas.openxmlformats.org/officeDocument/2006/relationships/customXml" Target="../ink/ink1499.xml"/><Relationship Id="rId495" Type="http://schemas.openxmlformats.org/officeDocument/2006/relationships/image" Target="../media/image1360.png"/><Relationship Id="rId10" Type="http://schemas.openxmlformats.org/officeDocument/2006/relationships/customXml" Target="../ink/ink1346.xml"/><Relationship Id="rId52" Type="http://schemas.openxmlformats.org/officeDocument/2006/relationships/customXml" Target="../ink/ink1367.xml"/><Relationship Id="rId94" Type="http://schemas.openxmlformats.org/officeDocument/2006/relationships/customXml" Target="../ink/ink1388.xml"/><Relationship Id="rId148" Type="http://schemas.openxmlformats.org/officeDocument/2006/relationships/customXml" Target="../ink/ink1415.xml"/><Relationship Id="rId355" Type="http://schemas.openxmlformats.org/officeDocument/2006/relationships/customXml" Target="../ink/ink1520.xml"/><Relationship Id="rId397" Type="http://schemas.openxmlformats.org/officeDocument/2006/relationships/customXml" Target="../ink/ink1541.xml"/><Relationship Id="rId520" Type="http://schemas.openxmlformats.org/officeDocument/2006/relationships/customXml" Target="../ink/ink1603.xml"/><Relationship Id="rId562" Type="http://schemas.openxmlformats.org/officeDocument/2006/relationships/customXml" Target="../ink/ink1624.xml"/><Relationship Id="rId215" Type="http://schemas.openxmlformats.org/officeDocument/2006/relationships/image" Target="../media/image1222.png"/><Relationship Id="rId257" Type="http://schemas.openxmlformats.org/officeDocument/2006/relationships/image" Target="../media/image1242.png"/><Relationship Id="rId422" Type="http://schemas.openxmlformats.org/officeDocument/2006/relationships/image" Target="../media/image1324.png"/><Relationship Id="rId464" Type="http://schemas.openxmlformats.org/officeDocument/2006/relationships/customXml" Target="../ink/ink1575.xml"/><Relationship Id="rId299" Type="http://schemas.openxmlformats.org/officeDocument/2006/relationships/customXml" Target="../ink/ink1492.xml"/><Relationship Id="rId63" Type="http://schemas.openxmlformats.org/officeDocument/2006/relationships/image" Target="../media/image1146.png"/><Relationship Id="rId159" Type="http://schemas.openxmlformats.org/officeDocument/2006/relationships/image" Target="../media/image1194.png"/><Relationship Id="rId366" Type="http://schemas.openxmlformats.org/officeDocument/2006/relationships/image" Target="../media/image1296.png"/><Relationship Id="rId226" Type="http://schemas.openxmlformats.org/officeDocument/2006/relationships/customXml" Target="../ink/ink1454.xml"/><Relationship Id="rId433" Type="http://schemas.openxmlformats.org/officeDocument/2006/relationships/customXml" Target="../ink/ink1559.xml"/><Relationship Id="rId74" Type="http://schemas.openxmlformats.org/officeDocument/2006/relationships/customXml" Target="../ink/ink1378.xml"/><Relationship Id="rId377" Type="http://schemas.openxmlformats.org/officeDocument/2006/relationships/customXml" Target="../ink/ink1531.xml"/><Relationship Id="rId500" Type="http://schemas.openxmlformats.org/officeDocument/2006/relationships/customXml" Target="../ink/ink1593.xml"/><Relationship Id="rId5" Type="http://schemas.openxmlformats.org/officeDocument/2006/relationships/image" Target="../media/image1118.png"/><Relationship Id="rId237" Type="http://schemas.openxmlformats.org/officeDocument/2006/relationships/image" Target="../media/image1233.png"/><Relationship Id="rId444" Type="http://schemas.openxmlformats.org/officeDocument/2006/relationships/image" Target="../media/image1335.png"/><Relationship Id="rId290" Type="http://schemas.openxmlformats.org/officeDocument/2006/relationships/image" Target="../media/image1258.png"/><Relationship Id="rId304" Type="http://schemas.openxmlformats.org/officeDocument/2006/relationships/image" Target="../media/image1265.png"/><Relationship Id="rId388" Type="http://schemas.openxmlformats.org/officeDocument/2006/relationships/image" Target="../media/image1307.png"/><Relationship Id="rId511" Type="http://schemas.openxmlformats.org/officeDocument/2006/relationships/image" Target="../media/image1368.png"/><Relationship Id="rId85" Type="http://schemas.openxmlformats.org/officeDocument/2006/relationships/image" Target="../media/image1157.png"/><Relationship Id="rId150" Type="http://schemas.openxmlformats.org/officeDocument/2006/relationships/customXml" Target="../ink/ink1416.xml"/><Relationship Id="rId248" Type="http://schemas.openxmlformats.org/officeDocument/2006/relationships/customXml" Target="../ink/ink1465.xml"/><Relationship Id="rId455" Type="http://schemas.openxmlformats.org/officeDocument/2006/relationships/customXml" Target="../ink/ink1570.xml"/><Relationship Id="rId12" Type="http://schemas.openxmlformats.org/officeDocument/2006/relationships/customXml" Target="../ink/ink1347.xml"/><Relationship Id="rId108" Type="http://schemas.openxmlformats.org/officeDocument/2006/relationships/customXml" Target="../ink/ink1395.xml"/><Relationship Id="rId315" Type="http://schemas.openxmlformats.org/officeDocument/2006/relationships/customXml" Target="../ink/ink1500.xml"/><Relationship Id="rId522" Type="http://schemas.openxmlformats.org/officeDocument/2006/relationships/customXml" Target="../ink/ink1604.xml"/><Relationship Id="rId96" Type="http://schemas.openxmlformats.org/officeDocument/2006/relationships/customXml" Target="../ink/ink1389.xml"/><Relationship Id="rId161" Type="http://schemas.openxmlformats.org/officeDocument/2006/relationships/image" Target="../media/image1195.png"/><Relationship Id="rId399" Type="http://schemas.openxmlformats.org/officeDocument/2006/relationships/customXml" Target="../ink/ink1542.xml"/><Relationship Id="rId259" Type="http://schemas.openxmlformats.org/officeDocument/2006/relationships/image" Target="../media/image1243.png"/><Relationship Id="rId466" Type="http://schemas.openxmlformats.org/officeDocument/2006/relationships/customXml" Target="../ink/ink1576.xml"/><Relationship Id="rId23" Type="http://schemas.openxmlformats.org/officeDocument/2006/relationships/image" Target="../media/image1126.png"/><Relationship Id="rId119" Type="http://schemas.openxmlformats.org/officeDocument/2006/relationships/image" Target="../media/image1174.png"/><Relationship Id="rId326" Type="http://schemas.openxmlformats.org/officeDocument/2006/relationships/image" Target="../media/image1276.png"/><Relationship Id="rId533" Type="http://schemas.openxmlformats.org/officeDocument/2006/relationships/image" Target="../media/image1379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55.png"/><Relationship Id="rId21" Type="http://schemas.openxmlformats.org/officeDocument/2006/relationships/image" Target="../media/image1407.png"/><Relationship Id="rId63" Type="http://schemas.openxmlformats.org/officeDocument/2006/relationships/image" Target="../media/image1428.png"/><Relationship Id="rId159" Type="http://schemas.openxmlformats.org/officeDocument/2006/relationships/image" Target="../media/image1476.png"/><Relationship Id="rId170" Type="http://schemas.openxmlformats.org/officeDocument/2006/relationships/customXml" Target="../ink/ink1714.xml"/><Relationship Id="rId226" Type="http://schemas.openxmlformats.org/officeDocument/2006/relationships/customXml" Target="../ink/ink1742.xml"/><Relationship Id="rId107" Type="http://schemas.openxmlformats.org/officeDocument/2006/relationships/image" Target="../media/image1450.png"/><Relationship Id="rId11" Type="http://schemas.openxmlformats.org/officeDocument/2006/relationships/image" Target="../media/image1402.png"/><Relationship Id="rId32" Type="http://schemas.openxmlformats.org/officeDocument/2006/relationships/customXml" Target="../ink/ink1645.xml"/><Relationship Id="rId53" Type="http://schemas.openxmlformats.org/officeDocument/2006/relationships/image" Target="../media/image1423.png"/><Relationship Id="rId74" Type="http://schemas.openxmlformats.org/officeDocument/2006/relationships/customXml" Target="../ink/ink1666.xml"/><Relationship Id="rId128" Type="http://schemas.openxmlformats.org/officeDocument/2006/relationships/customXml" Target="../ink/ink1693.xml"/><Relationship Id="rId149" Type="http://schemas.openxmlformats.org/officeDocument/2006/relationships/image" Target="../media/image1471.png"/><Relationship Id="rId5" Type="http://schemas.openxmlformats.org/officeDocument/2006/relationships/image" Target="../media/image1399.png"/><Relationship Id="rId95" Type="http://schemas.openxmlformats.org/officeDocument/2006/relationships/image" Target="../media/image1444.png"/><Relationship Id="rId160" Type="http://schemas.openxmlformats.org/officeDocument/2006/relationships/customXml" Target="../ink/ink1709.xml"/><Relationship Id="rId181" Type="http://schemas.openxmlformats.org/officeDocument/2006/relationships/image" Target="../media/image1487.png"/><Relationship Id="rId216" Type="http://schemas.openxmlformats.org/officeDocument/2006/relationships/customXml" Target="../ink/ink1737.xml"/><Relationship Id="rId237" Type="http://schemas.openxmlformats.org/officeDocument/2006/relationships/image" Target="../media/image1515.png"/><Relationship Id="rId258" Type="http://schemas.openxmlformats.org/officeDocument/2006/relationships/customXml" Target="../ink/ink1758.xml"/><Relationship Id="rId22" Type="http://schemas.openxmlformats.org/officeDocument/2006/relationships/customXml" Target="../ink/ink1640.xml"/><Relationship Id="rId43" Type="http://schemas.openxmlformats.org/officeDocument/2006/relationships/image" Target="../media/image1418.png"/><Relationship Id="rId64" Type="http://schemas.openxmlformats.org/officeDocument/2006/relationships/customXml" Target="../ink/ink1661.xml"/><Relationship Id="rId118" Type="http://schemas.openxmlformats.org/officeDocument/2006/relationships/customXml" Target="../ink/ink1688.xml"/><Relationship Id="rId139" Type="http://schemas.openxmlformats.org/officeDocument/2006/relationships/image" Target="../media/image1466.png"/><Relationship Id="rId85" Type="http://schemas.openxmlformats.org/officeDocument/2006/relationships/image" Target="../media/image1439.png"/><Relationship Id="rId150" Type="http://schemas.openxmlformats.org/officeDocument/2006/relationships/customXml" Target="../ink/ink1704.xml"/><Relationship Id="rId171" Type="http://schemas.openxmlformats.org/officeDocument/2006/relationships/image" Target="../media/image1482.png"/><Relationship Id="rId192" Type="http://schemas.openxmlformats.org/officeDocument/2006/relationships/customXml" Target="../ink/ink1725.xml"/><Relationship Id="rId206" Type="http://schemas.openxmlformats.org/officeDocument/2006/relationships/customXml" Target="../ink/ink1732.xml"/><Relationship Id="rId227" Type="http://schemas.openxmlformats.org/officeDocument/2006/relationships/image" Target="../media/image1510.png"/><Relationship Id="rId248" Type="http://schemas.openxmlformats.org/officeDocument/2006/relationships/customXml" Target="../ink/ink1753.xml"/><Relationship Id="rId12" Type="http://schemas.openxmlformats.org/officeDocument/2006/relationships/customXml" Target="../ink/ink1635.xml"/><Relationship Id="rId33" Type="http://schemas.openxmlformats.org/officeDocument/2006/relationships/image" Target="../media/image1413.png"/><Relationship Id="rId108" Type="http://schemas.openxmlformats.org/officeDocument/2006/relationships/customXml" Target="../ink/ink1683.xml"/><Relationship Id="rId129" Type="http://schemas.openxmlformats.org/officeDocument/2006/relationships/image" Target="../media/image1461.png"/><Relationship Id="rId54" Type="http://schemas.openxmlformats.org/officeDocument/2006/relationships/customXml" Target="../ink/ink1656.xml"/><Relationship Id="rId75" Type="http://schemas.openxmlformats.org/officeDocument/2006/relationships/image" Target="../media/image1434.png"/><Relationship Id="rId96" Type="http://schemas.openxmlformats.org/officeDocument/2006/relationships/customXml" Target="../ink/ink1677.xml"/><Relationship Id="rId140" Type="http://schemas.openxmlformats.org/officeDocument/2006/relationships/customXml" Target="../ink/ink1699.xml"/><Relationship Id="rId161" Type="http://schemas.openxmlformats.org/officeDocument/2006/relationships/image" Target="../media/image1477.png"/><Relationship Id="rId182" Type="http://schemas.openxmlformats.org/officeDocument/2006/relationships/customXml" Target="../ink/ink1720.xml"/><Relationship Id="rId217" Type="http://schemas.openxmlformats.org/officeDocument/2006/relationships/image" Target="../media/image1505.png"/><Relationship Id="rId6" Type="http://schemas.openxmlformats.org/officeDocument/2006/relationships/customXml" Target="../ink/ink1632.xml"/><Relationship Id="rId238" Type="http://schemas.openxmlformats.org/officeDocument/2006/relationships/customXml" Target="../ink/ink1748.xml"/><Relationship Id="rId259" Type="http://schemas.openxmlformats.org/officeDocument/2006/relationships/image" Target="../media/image1526.png"/><Relationship Id="rId23" Type="http://schemas.openxmlformats.org/officeDocument/2006/relationships/image" Target="../media/image1408.png"/><Relationship Id="rId119" Type="http://schemas.openxmlformats.org/officeDocument/2006/relationships/image" Target="../media/image1456.png"/><Relationship Id="rId44" Type="http://schemas.openxmlformats.org/officeDocument/2006/relationships/customXml" Target="../ink/ink1651.xml"/><Relationship Id="rId65" Type="http://schemas.openxmlformats.org/officeDocument/2006/relationships/image" Target="../media/image1429.png"/><Relationship Id="rId86" Type="http://schemas.openxmlformats.org/officeDocument/2006/relationships/customXml" Target="../ink/ink1672.xml"/><Relationship Id="rId130" Type="http://schemas.openxmlformats.org/officeDocument/2006/relationships/customXml" Target="../ink/ink1694.xml"/><Relationship Id="rId151" Type="http://schemas.openxmlformats.org/officeDocument/2006/relationships/image" Target="../media/image1472.png"/><Relationship Id="rId172" Type="http://schemas.openxmlformats.org/officeDocument/2006/relationships/customXml" Target="../ink/ink1715.xml"/><Relationship Id="rId193" Type="http://schemas.openxmlformats.org/officeDocument/2006/relationships/image" Target="../media/image1493.png"/><Relationship Id="rId207" Type="http://schemas.openxmlformats.org/officeDocument/2006/relationships/image" Target="../media/image1500.png"/><Relationship Id="rId228" Type="http://schemas.openxmlformats.org/officeDocument/2006/relationships/customXml" Target="../ink/ink1743.xml"/><Relationship Id="rId249" Type="http://schemas.openxmlformats.org/officeDocument/2006/relationships/image" Target="../media/image1521.png"/><Relationship Id="rId13" Type="http://schemas.openxmlformats.org/officeDocument/2006/relationships/image" Target="../media/image1403.png"/><Relationship Id="rId109" Type="http://schemas.openxmlformats.org/officeDocument/2006/relationships/image" Target="../media/image1451.png"/><Relationship Id="rId260" Type="http://schemas.openxmlformats.org/officeDocument/2006/relationships/customXml" Target="../ink/ink1759.xml"/><Relationship Id="rId34" Type="http://schemas.openxmlformats.org/officeDocument/2006/relationships/customXml" Target="../ink/ink1646.xml"/><Relationship Id="rId55" Type="http://schemas.openxmlformats.org/officeDocument/2006/relationships/image" Target="../media/image1424.png"/><Relationship Id="rId76" Type="http://schemas.openxmlformats.org/officeDocument/2006/relationships/customXml" Target="../ink/ink1667.xml"/><Relationship Id="rId97" Type="http://schemas.openxmlformats.org/officeDocument/2006/relationships/image" Target="../media/image1445.png"/><Relationship Id="rId120" Type="http://schemas.openxmlformats.org/officeDocument/2006/relationships/customXml" Target="../ink/ink1689.xml"/><Relationship Id="rId141" Type="http://schemas.openxmlformats.org/officeDocument/2006/relationships/image" Target="../media/image1467.png"/><Relationship Id="rId7" Type="http://schemas.openxmlformats.org/officeDocument/2006/relationships/image" Target="../media/image1400.png"/><Relationship Id="rId162" Type="http://schemas.openxmlformats.org/officeDocument/2006/relationships/customXml" Target="../ink/ink1710.xml"/><Relationship Id="rId183" Type="http://schemas.openxmlformats.org/officeDocument/2006/relationships/image" Target="../media/image1488.png"/><Relationship Id="rId218" Type="http://schemas.openxmlformats.org/officeDocument/2006/relationships/customXml" Target="../ink/ink1738.xml"/><Relationship Id="rId239" Type="http://schemas.openxmlformats.org/officeDocument/2006/relationships/image" Target="../media/image1516.png"/><Relationship Id="rId250" Type="http://schemas.openxmlformats.org/officeDocument/2006/relationships/customXml" Target="../ink/ink1754.xml"/><Relationship Id="rId24" Type="http://schemas.openxmlformats.org/officeDocument/2006/relationships/customXml" Target="../ink/ink1641.xml"/><Relationship Id="rId45" Type="http://schemas.openxmlformats.org/officeDocument/2006/relationships/image" Target="../media/image1419.png"/><Relationship Id="rId66" Type="http://schemas.openxmlformats.org/officeDocument/2006/relationships/customXml" Target="../ink/ink1662.xml"/><Relationship Id="rId87" Type="http://schemas.openxmlformats.org/officeDocument/2006/relationships/image" Target="../media/image1440.png"/><Relationship Id="rId110" Type="http://schemas.openxmlformats.org/officeDocument/2006/relationships/customXml" Target="../ink/ink1684.xml"/><Relationship Id="rId131" Type="http://schemas.openxmlformats.org/officeDocument/2006/relationships/image" Target="../media/image1462.png"/><Relationship Id="rId152" Type="http://schemas.openxmlformats.org/officeDocument/2006/relationships/customXml" Target="../ink/ink1705.xml"/><Relationship Id="rId173" Type="http://schemas.openxmlformats.org/officeDocument/2006/relationships/image" Target="../media/image1483.png"/><Relationship Id="rId194" Type="http://schemas.openxmlformats.org/officeDocument/2006/relationships/customXml" Target="../ink/ink1726.xml"/><Relationship Id="rId208" Type="http://schemas.openxmlformats.org/officeDocument/2006/relationships/customXml" Target="../ink/ink1733.xml"/><Relationship Id="rId229" Type="http://schemas.openxmlformats.org/officeDocument/2006/relationships/image" Target="../media/image1511.png"/><Relationship Id="rId240" Type="http://schemas.openxmlformats.org/officeDocument/2006/relationships/customXml" Target="../ink/ink1749.xml"/><Relationship Id="rId261" Type="http://schemas.openxmlformats.org/officeDocument/2006/relationships/image" Target="../media/image1527.png"/><Relationship Id="rId14" Type="http://schemas.openxmlformats.org/officeDocument/2006/relationships/customXml" Target="../ink/ink1636.xml"/><Relationship Id="rId35" Type="http://schemas.openxmlformats.org/officeDocument/2006/relationships/image" Target="../media/image1414.png"/><Relationship Id="rId56" Type="http://schemas.openxmlformats.org/officeDocument/2006/relationships/customXml" Target="../ink/ink1657.xml"/><Relationship Id="rId77" Type="http://schemas.openxmlformats.org/officeDocument/2006/relationships/image" Target="../media/image1435.png"/><Relationship Id="rId100" Type="http://schemas.openxmlformats.org/officeDocument/2006/relationships/customXml" Target="../ink/ink1679.xml"/><Relationship Id="rId8" Type="http://schemas.openxmlformats.org/officeDocument/2006/relationships/customXml" Target="../ink/ink1633.xml"/><Relationship Id="rId98" Type="http://schemas.openxmlformats.org/officeDocument/2006/relationships/customXml" Target="../ink/ink1678.xml"/><Relationship Id="rId121" Type="http://schemas.openxmlformats.org/officeDocument/2006/relationships/image" Target="../media/image1457.png"/><Relationship Id="rId142" Type="http://schemas.openxmlformats.org/officeDocument/2006/relationships/customXml" Target="../ink/ink1700.xml"/><Relationship Id="rId163" Type="http://schemas.openxmlformats.org/officeDocument/2006/relationships/image" Target="../media/image1478.png"/><Relationship Id="rId184" Type="http://schemas.openxmlformats.org/officeDocument/2006/relationships/customXml" Target="../ink/ink1721.xml"/><Relationship Id="rId219" Type="http://schemas.openxmlformats.org/officeDocument/2006/relationships/image" Target="../media/image1506.png"/><Relationship Id="rId230" Type="http://schemas.openxmlformats.org/officeDocument/2006/relationships/customXml" Target="../ink/ink1744.xml"/><Relationship Id="rId251" Type="http://schemas.openxmlformats.org/officeDocument/2006/relationships/image" Target="../media/image1522.png"/><Relationship Id="rId25" Type="http://schemas.openxmlformats.org/officeDocument/2006/relationships/image" Target="../media/image1409.png"/><Relationship Id="rId46" Type="http://schemas.openxmlformats.org/officeDocument/2006/relationships/customXml" Target="../ink/ink1652.xml"/><Relationship Id="rId67" Type="http://schemas.openxmlformats.org/officeDocument/2006/relationships/image" Target="../media/image1430.png"/><Relationship Id="rId88" Type="http://schemas.openxmlformats.org/officeDocument/2006/relationships/customXml" Target="../ink/ink1673.xml"/><Relationship Id="rId111" Type="http://schemas.openxmlformats.org/officeDocument/2006/relationships/image" Target="../media/image1452.png"/><Relationship Id="rId132" Type="http://schemas.openxmlformats.org/officeDocument/2006/relationships/customXml" Target="../ink/ink1695.xml"/><Relationship Id="rId153" Type="http://schemas.openxmlformats.org/officeDocument/2006/relationships/image" Target="../media/image1473.png"/><Relationship Id="rId174" Type="http://schemas.openxmlformats.org/officeDocument/2006/relationships/customXml" Target="../ink/ink1716.xml"/><Relationship Id="rId195" Type="http://schemas.openxmlformats.org/officeDocument/2006/relationships/image" Target="../media/image1494.png"/><Relationship Id="rId209" Type="http://schemas.openxmlformats.org/officeDocument/2006/relationships/image" Target="../media/image1501.png"/><Relationship Id="rId220" Type="http://schemas.openxmlformats.org/officeDocument/2006/relationships/customXml" Target="../ink/ink1739.xml"/><Relationship Id="rId241" Type="http://schemas.openxmlformats.org/officeDocument/2006/relationships/image" Target="../media/image1517.png"/><Relationship Id="rId15" Type="http://schemas.openxmlformats.org/officeDocument/2006/relationships/image" Target="../media/image1404.png"/><Relationship Id="rId36" Type="http://schemas.openxmlformats.org/officeDocument/2006/relationships/customXml" Target="../ink/ink1647.xml"/><Relationship Id="rId57" Type="http://schemas.openxmlformats.org/officeDocument/2006/relationships/image" Target="../media/image1425.png"/><Relationship Id="rId262" Type="http://schemas.openxmlformats.org/officeDocument/2006/relationships/customXml" Target="../ink/ink1760.xml"/><Relationship Id="rId78" Type="http://schemas.openxmlformats.org/officeDocument/2006/relationships/customXml" Target="../ink/ink1668.xml"/><Relationship Id="rId99" Type="http://schemas.openxmlformats.org/officeDocument/2006/relationships/image" Target="../media/image1446.png"/><Relationship Id="rId101" Type="http://schemas.openxmlformats.org/officeDocument/2006/relationships/image" Target="../media/image1447.png"/><Relationship Id="rId122" Type="http://schemas.openxmlformats.org/officeDocument/2006/relationships/customXml" Target="../ink/ink1690.xml"/><Relationship Id="rId143" Type="http://schemas.openxmlformats.org/officeDocument/2006/relationships/image" Target="../media/image1468.png"/><Relationship Id="rId164" Type="http://schemas.openxmlformats.org/officeDocument/2006/relationships/customXml" Target="../ink/ink1711.xml"/><Relationship Id="rId185" Type="http://schemas.openxmlformats.org/officeDocument/2006/relationships/image" Target="../media/image1489.png"/><Relationship Id="rId9" Type="http://schemas.openxmlformats.org/officeDocument/2006/relationships/image" Target="../media/image1401.png"/><Relationship Id="rId210" Type="http://schemas.openxmlformats.org/officeDocument/2006/relationships/customXml" Target="../ink/ink1734.xml"/><Relationship Id="rId26" Type="http://schemas.openxmlformats.org/officeDocument/2006/relationships/customXml" Target="../ink/ink1642.xml"/><Relationship Id="rId231" Type="http://schemas.openxmlformats.org/officeDocument/2006/relationships/image" Target="../media/image1512.png"/><Relationship Id="rId252" Type="http://schemas.openxmlformats.org/officeDocument/2006/relationships/customXml" Target="../ink/ink1755.xml"/><Relationship Id="rId47" Type="http://schemas.openxmlformats.org/officeDocument/2006/relationships/image" Target="../media/image1420.png"/><Relationship Id="rId68" Type="http://schemas.openxmlformats.org/officeDocument/2006/relationships/customXml" Target="../ink/ink1663.xml"/><Relationship Id="rId89" Type="http://schemas.openxmlformats.org/officeDocument/2006/relationships/image" Target="../media/image1441.png"/><Relationship Id="rId112" Type="http://schemas.openxmlformats.org/officeDocument/2006/relationships/customXml" Target="../ink/ink1685.xml"/><Relationship Id="rId133" Type="http://schemas.openxmlformats.org/officeDocument/2006/relationships/image" Target="../media/image1463.png"/><Relationship Id="rId154" Type="http://schemas.openxmlformats.org/officeDocument/2006/relationships/customXml" Target="../ink/ink1706.xml"/><Relationship Id="rId175" Type="http://schemas.openxmlformats.org/officeDocument/2006/relationships/image" Target="../media/image1484.png"/><Relationship Id="rId196" Type="http://schemas.openxmlformats.org/officeDocument/2006/relationships/customXml" Target="../ink/ink1727.xml"/><Relationship Id="rId200" Type="http://schemas.openxmlformats.org/officeDocument/2006/relationships/customXml" Target="../ink/ink1729.xml"/><Relationship Id="rId16" Type="http://schemas.openxmlformats.org/officeDocument/2006/relationships/customXml" Target="../ink/ink1637.xml"/><Relationship Id="rId221" Type="http://schemas.openxmlformats.org/officeDocument/2006/relationships/image" Target="../media/image1507.png"/><Relationship Id="rId242" Type="http://schemas.openxmlformats.org/officeDocument/2006/relationships/customXml" Target="../ink/ink1750.xml"/><Relationship Id="rId263" Type="http://schemas.openxmlformats.org/officeDocument/2006/relationships/image" Target="../media/image555.png"/><Relationship Id="rId37" Type="http://schemas.openxmlformats.org/officeDocument/2006/relationships/image" Target="../media/image1415.png"/><Relationship Id="rId58" Type="http://schemas.openxmlformats.org/officeDocument/2006/relationships/customXml" Target="../ink/ink1658.xml"/><Relationship Id="rId79" Type="http://schemas.openxmlformats.org/officeDocument/2006/relationships/image" Target="../media/image1436.png"/><Relationship Id="rId102" Type="http://schemas.openxmlformats.org/officeDocument/2006/relationships/customXml" Target="../ink/ink1680.xml"/><Relationship Id="rId123" Type="http://schemas.openxmlformats.org/officeDocument/2006/relationships/image" Target="../media/image1458.png"/><Relationship Id="rId144" Type="http://schemas.openxmlformats.org/officeDocument/2006/relationships/customXml" Target="../ink/ink1701.xml"/><Relationship Id="rId90" Type="http://schemas.openxmlformats.org/officeDocument/2006/relationships/customXml" Target="../ink/ink1674.xml"/><Relationship Id="rId165" Type="http://schemas.openxmlformats.org/officeDocument/2006/relationships/image" Target="../media/image1479.png"/><Relationship Id="rId186" Type="http://schemas.openxmlformats.org/officeDocument/2006/relationships/customXml" Target="../ink/ink1722.xml"/><Relationship Id="rId211" Type="http://schemas.openxmlformats.org/officeDocument/2006/relationships/image" Target="../media/image1502.png"/><Relationship Id="rId232" Type="http://schemas.openxmlformats.org/officeDocument/2006/relationships/customXml" Target="../ink/ink1745.xml"/><Relationship Id="rId253" Type="http://schemas.openxmlformats.org/officeDocument/2006/relationships/image" Target="../media/image1523.png"/><Relationship Id="rId27" Type="http://schemas.openxmlformats.org/officeDocument/2006/relationships/image" Target="../media/image1410.png"/><Relationship Id="rId48" Type="http://schemas.openxmlformats.org/officeDocument/2006/relationships/customXml" Target="../ink/ink1653.xml"/><Relationship Id="rId69" Type="http://schemas.openxmlformats.org/officeDocument/2006/relationships/image" Target="../media/image1431.png"/><Relationship Id="rId113" Type="http://schemas.openxmlformats.org/officeDocument/2006/relationships/image" Target="../media/image1453.png"/><Relationship Id="rId134" Type="http://schemas.openxmlformats.org/officeDocument/2006/relationships/customXml" Target="../ink/ink1696.xml"/><Relationship Id="rId80" Type="http://schemas.openxmlformats.org/officeDocument/2006/relationships/customXml" Target="../ink/ink1669.xml"/><Relationship Id="rId155" Type="http://schemas.openxmlformats.org/officeDocument/2006/relationships/image" Target="../media/image1474.png"/><Relationship Id="rId176" Type="http://schemas.openxmlformats.org/officeDocument/2006/relationships/customXml" Target="../ink/ink1717.xml"/><Relationship Id="rId197" Type="http://schemas.openxmlformats.org/officeDocument/2006/relationships/image" Target="../media/image1495.png"/><Relationship Id="rId201" Type="http://schemas.openxmlformats.org/officeDocument/2006/relationships/image" Target="../media/image1497.png"/><Relationship Id="rId222" Type="http://schemas.openxmlformats.org/officeDocument/2006/relationships/customXml" Target="../ink/ink1740.xml"/><Relationship Id="rId243" Type="http://schemas.openxmlformats.org/officeDocument/2006/relationships/image" Target="../media/image1518.png"/><Relationship Id="rId264" Type="http://schemas.openxmlformats.org/officeDocument/2006/relationships/customXml" Target="../ink/ink1761.xml"/><Relationship Id="rId17" Type="http://schemas.openxmlformats.org/officeDocument/2006/relationships/image" Target="../media/image1405.png"/><Relationship Id="rId38" Type="http://schemas.openxmlformats.org/officeDocument/2006/relationships/customXml" Target="../ink/ink1648.xml"/><Relationship Id="rId59" Type="http://schemas.openxmlformats.org/officeDocument/2006/relationships/image" Target="../media/image1426.png"/><Relationship Id="rId103" Type="http://schemas.openxmlformats.org/officeDocument/2006/relationships/image" Target="../media/image1448.png"/><Relationship Id="rId124" Type="http://schemas.openxmlformats.org/officeDocument/2006/relationships/customXml" Target="../ink/ink1691.xml"/><Relationship Id="rId70" Type="http://schemas.openxmlformats.org/officeDocument/2006/relationships/customXml" Target="../ink/ink1664.xml"/><Relationship Id="rId91" Type="http://schemas.openxmlformats.org/officeDocument/2006/relationships/image" Target="../media/image1442.png"/><Relationship Id="rId145" Type="http://schemas.openxmlformats.org/officeDocument/2006/relationships/image" Target="../media/image1469.png"/><Relationship Id="rId166" Type="http://schemas.openxmlformats.org/officeDocument/2006/relationships/customXml" Target="../ink/ink1712.xml"/><Relationship Id="rId187" Type="http://schemas.openxmlformats.org/officeDocument/2006/relationships/image" Target="../media/image149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35.xml"/><Relationship Id="rId233" Type="http://schemas.openxmlformats.org/officeDocument/2006/relationships/image" Target="../media/image1513.png"/><Relationship Id="rId254" Type="http://schemas.openxmlformats.org/officeDocument/2006/relationships/customXml" Target="../ink/ink1756.xml"/><Relationship Id="rId28" Type="http://schemas.openxmlformats.org/officeDocument/2006/relationships/customXml" Target="../ink/ink1643.xml"/><Relationship Id="rId49" Type="http://schemas.openxmlformats.org/officeDocument/2006/relationships/image" Target="../media/image1421.png"/><Relationship Id="rId114" Type="http://schemas.openxmlformats.org/officeDocument/2006/relationships/customXml" Target="../ink/ink1686.xml"/><Relationship Id="rId60" Type="http://schemas.openxmlformats.org/officeDocument/2006/relationships/customXml" Target="../ink/ink1659.xml"/><Relationship Id="rId81" Type="http://schemas.openxmlformats.org/officeDocument/2006/relationships/image" Target="../media/image1437.png"/><Relationship Id="rId135" Type="http://schemas.openxmlformats.org/officeDocument/2006/relationships/image" Target="../media/image1464.png"/><Relationship Id="rId156" Type="http://schemas.openxmlformats.org/officeDocument/2006/relationships/customXml" Target="../ink/ink1707.xml"/><Relationship Id="rId177" Type="http://schemas.openxmlformats.org/officeDocument/2006/relationships/image" Target="../media/image1485.png"/><Relationship Id="rId198" Type="http://schemas.openxmlformats.org/officeDocument/2006/relationships/customXml" Target="../ink/ink1728.xml"/><Relationship Id="rId202" Type="http://schemas.openxmlformats.org/officeDocument/2006/relationships/customXml" Target="../ink/ink1730.xml"/><Relationship Id="rId223" Type="http://schemas.openxmlformats.org/officeDocument/2006/relationships/image" Target="../media/image1508.png"/><Relationship Id="rId244" Type="http://schemas.openxmlformats.org/officeDocument/2006/relationships/customXml" Target="../ink/ink1751.xml"/><Relationship Id="rId18" Type="http://schemas.openxmlformats.org/officeDocument/2006/relationships/customXml" Target="../ink/ink1638.xml"/><Relationship Id="rId39" Type="http://schemas.openxmlformats.org/officeDocument/2006/relationships/image" Target="../media/image1416.png"/><Relationship Id="rId265" Type="http://schemas.openxmlformats.org/officeDocument/2006/relationships/image" Target="../media/image1528.png"/><Relationship Id="rId50" Type="http://schemas.openxmlformats.org/officeDocument/2006/relationships/customXml" Target="../ink/ink1654.xml"/><Relationship Id="rId104" Type="http://schemas.openxmlformats.org/officeDocument/2006/relationships/customXml" Target="../ink/ink1681.xml"/><Relationship Id="rId125" Type="http://schemas.openxmlformats.org/officeDocument/2006/relationships/image" Target="../media/image1459.png"/><Relationship Id="rId146" Type="http://schemas.openxmlformats.org/officeDocument/2006/relationships/customXml" Target="../ink/ink1702.xml"/><Relationship Id="rId167" Type="http://schemas.openxmlformats.org/officeDocument/2006/relationships/image" Target="../media/image1480.png"/><Relationship Id="rId188" Type="http://schemas.openxmlformats.org/officeDocument/2006/relationships/customXml" Target="../ink/ink1723.xml"/><Relationship Id="rId71" Type="http://schemas.openxmlformats.org/officeDocument/2006/relationships/image" Target="../media/image1432.png"/><Relationship Id="rId92" Type="http://schemas.openxmlformats.org/officeDocument/2006/relationships/customXml" Target="../ink/ink1675.xml"/><Relationship Id="rId213" Type="http://schemas.openxmlformats.org/officeDocument/2006/relationships/image" Target="../media/image1503.png"/><Relationship Id="rId234" Type="http://schemas.openxmlformats.org/officeDocument/2006/relationships/customXml" Target="../ink/ink1746.xml"/><Relationship Id="rId2" Type="http://schemas.openxmlformats.org/officeDocument/2006/relationships/customXml" Target="../ink/ink1630.xml"/><Relationship Id="rId29" Type="http://schemas.openxmlformats.org/officeDocument/2006/relationships/image" Target="../media/image1411.png"/><Relationship Id="rId255" Type="http://schemas.openxmlformats.org/officeDocument/2006/relationships/image" Target="../media/image1524.png"/><Relationship Id="rId40" Type="http://schemas.openxmlformats.org/officeDocument/2006/relationships/customXml" Target="../ink/ink1649.xml"/><Relationship Id="rId115" Type="http://schemas.openxmlformats.org/officeDocument/2006/relationships/image" Target="../media/image1454.png"/><Relationship Id="rId136" Type="http://schemas.openxmlformats.org/officeDocument/2006/relationships/customXml" Target="../ink/ink1697.xml"/><Relationship Id="rId157" Type="http://schemas.openxmlformats.org/officeDocument/2006/relationships/image" Target="../media/image1475.png"/><Relationship Id="rId178" Type="http://schemas.openxmlformats.org/officeDocument/2006/relationships/customXml" Target="../ink/ink1718.xml"/><Relationship Id="rId61" Type="http://schemas.openxmlformats.org/officeDocument/2006/relationships/image" Target="../media/image1427.png"/><Relationship Id="rId82" Type="http://schemas.openxmlformats.org/officeDocument/2006/relationships/customXml" Target="../ink/ink1670.xml"/><Relationship Id="rId199" Type="http://schemas.openxmlformats.org/officeDocument/2006/relationships/image" Target="../media/image1496.png"/><Relationship Id="rId203" Type="http://schemas.openxmlformats.org/officeDocument/2006/relationships/image" Target="../media/image1498.png"/><Relationship Id="rId19" Type="http://schemas.openxmlformats.org/officeDocument/2006/relationships/image" Target="../media/image1406.png"/><Relationship Id="rId224" Type="http://schemas.openxmlformats.org/officeDocument/2006/relationships/customXml" Target="../ink/ink1741.xml"/><Relationship Id="rId245" Type="http://schemas.openxmlformats.org/officeDocument/2006/relationships/image" Target="../media/image1519.png"/><Relationship Id="rId30" Type="http://schemas.openxmlformats.org/officeDocument/2006/relationships/customXml" Target="../ink/ink1644.xml"/><Relationship Id="rId105" Type="http://schemas.openxmlformats.org/officeDocument/2006/relationships/image" Target="../media/image1449.png"/><Relationship Id="rId126" Type="http://schemas.openxmlformats.org/officeDocument/2006/relationships/customXml" Target="../ink/ink1692.xml"/><Relationship Id="rId147" Type="http://schemas.openxmlformats.org/officeDocument/2006/relationships/image" Target="../media/image1470.png"/><Relationship Id="rId168" Type="http://schemas.openxmlformats.org/officeDocument/2006/relationships/customXml" Target="../ink/ink1713.xml"/><Relationship Id="rId51" Type="http://schemas.openxmlformats.org/officeDocument/2006/relationships/image" Target="../media/image1422.png"/><Relationship Id="rId72" Type="http://schemas.openxmlformats.org/officeDocument/2006/relationships/customXml" Target="../ink/ink1665.xml"/><Relationship Id="rId93" Type="http://schemas.openxmlformats.org/officeDocument/2006/relationships/image" Target="../media/image1443.png"/><Relationship Id="rId189" Type="http://schemas.openxmlformats.org/officeDocument/2006/relationships/image" Target="../media/image1491.png"/><Relationship Id="rId3" Type="http://schemas.openxmlformats.org/officeDocument/2006/relationships/image" Target="../media/image1398.png"/><Relationship Id="rId214" Type="http://schemas.openxmlformats.org/officeDocument/2006/relationships/customXml" Target="../ink/ink1736.xml"/><Relationship Id="rId235" Type="http://schemas.openxmlformats.org/officeDocument/2006/relationships/image" Target="../media/image1514.png"/><Relationship Id="rId256" Type="http://schemas.openxmlformats.org/officeDocument/2006/relationships/customXml" Target="../ink/ink1757.xml"/><Relationship Id="rId116" Type="http://schemas.openxmlformats.org/officeDocument/2006/relationships/customXml" Target="../ink/ink1687.xml"/><Relationship Id="rId137" Type="http://schemas.openxmlformats.org/officeDocument/2006/relationships/image" Target="../media/image1465.png"/><Relationship Id="rId158" Type="http://schemas.openxmlformats.org/officeDocument/2006/relationships/customXml" Target="../ink/ink1708.xml"/><Relationship Id="rId20" Type="http://schemas.openxmlformats.org/officeDocument/2006/relationships/customXml" Target="../ink/ink1639.xml"/><Relationship Id="rId41" Type="http://schemas.openxmlformats.org/officeDocument/2006/relationships/image" Target="../media/image1417.png"/><Relationship Id="rId62" Type="http://schemas.openxmlformats.org/officeDocument/2006/relationships/customXml" Target="../ink/ink1660.xml"/><Relationship Id="rId83" Type="http://schemas.openxmlformats.org/officeDocument/2006/relationships/image" Target="../media/image1438.png"/><Relationship Id="rId179" Type="http://schemas.openxmlformats.org/officeDocument/2006/relationships/image" Target="../media/image1486.png"/><Relationship Id="rId190" Type="http://schemas.openxmlformats.org/officeDocument/2006/relationships/customXml" Target="../ink/ink1724.xml"/><Relationship Id="rId204" Type="http://schemas.openxmlformats.org/officeDocument/2006/relationships/customXml" Target="../ink/ink1731.xml"/><Relationship Id="rId225" Type="http://schemas.openxmlformats.org/officeDocument/2006/relationships/image" Target="../media/image1509.png"/><Relationship Id="rId246" Type="http://schemas.openxmlformats.org/officeDocument/2006/relationships/customXml" Target="../ink/ink1752.xml"/><Relationship Id="rId106" Type="http://schemas.openxmlformats.org/officeDocument/2006/relationships/customXml" Target="../ink/ink1682.xml"/><Relationship Id="rId127" Type="http://schemas.openxmlformats.org/officeDocument/2006/relationships/image" Target="../media/image1460.png"/><Relationship Id="rId10" Type="http://schemas.openxmlformats.org/officeDocument/2006/relationships/customXml" Target="../ink/ink1634.xml"/><Relationship Id="rId31" Type="http://schemas.openxmlformats.org/officeDocument/2006/relationships/image" Target="../media/image1412.png"/><Relationship Id="rId52" Type="http://schemas.openxmlformats.org/officeDocument/2006/relationships/customXml" Target="../ink/ink1655.xml"/><Relationship Id="rId73" Type="http://schemas.openxmlformats.org/officeDocument/2006/relationships/image" Target="../media/image1433.png"/><Relationship Id="rId94" Type="http://schemas.openxmlformats.org/officeDocument/2006/relationships/customXml" Target="../ink/ink1676.xml"/><Relationship Id="rId148" Type="http://schemas.openxmlformats.org/officeDocument/2006/relationships/customXml" Target="../ink/ink1703.xml"/><Relationship Id="rId169" Type="http://schemas.openxmlformats.org/officeDocument/2006/relationships/image" Target="../media/image1481.png"/><Relationship Id="rId4" Type="http://schemas.openxmlformats.org/officeDocument/2006/relationships/customXml" Target="../ink/ink1631.xml"/><Relationship Id="rId180" Type="http://schemas.openxmlformats.org/officeDocument/2006/relationships/customXml" Target="../ink/ink1719.xml"/><Relationship Id="rId215" Type="http://schemas.openxmlformats.org/officeDocument/2006/relationships/image" Target="../media/image1504.png"/><Relationship Id="rId236" Type="http://schemas.openxmlformats.org/officeDocument/2006/relationships/customXml" Target="../ink/ink1747.xml"/><Relationship Id="rId257" Type="http://schemas.openxmlformats.org/officeDocument/2006/relationships/image" Target="../media/image1525.png"/><Relationship Id="rId42" Type="http://schemas.openxmlformats.org/officeDocument/2006/relationships/customXml" Target="../ink/ink1650.xml"/><Relationship Id="rId84" Type="http://schemas.openxmlformats.org/officeDocument/2006/relationships/customXml" Target="../ink/ink1671.xml"/><Relationship Id="rId138" Type="http://schemas.openxmlformats.org/officeDocument/2006/relationships/customXml" Target="../ink/ink1698.xml"/><Relationship Id="rId191" Type="http://schemas.openxmlformats.org/officeDocument/2006/relationships/image" Target="../media/image1492.png"/><Relationship Id="rId205" Type="http://schemas.openxmlformats.org/officeDocument/2006/relationships/image" Target="../media/image1499.png"/><Relationship Id="rId247" Type="http://schemas.openxmlformats.org/officeDocument/2006/relationships/image" Target="../media/image152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86.png"/><Relationship Id="rId299" Type="http://schemas.openxmlformats.org/officeDocument/2006/relationships/image" Target="../media/image1674.png"/><Relationship Id="rId21" Type="http://schemas.openxmlformats.org/officeDocument/2006/relationships/image" Target="../media/image1538.png"/><Relationship Id="rId63" Type="http://schemas.openxmlformats.org/officeDocument/2006/relationships/image" Target="../media/image1559.png"/><Relationship Id="rId159" Type="http://schemas.openxmlformats.org/officeDocument/2006/relationships/image" Target="../media/image1605.png"/><Relationship Id="rId324" Type="http://schemas.openxmlformats.org/officeDocument/2006/relationships/customXml" Target="../ink/ink1924.xml"/><Relationship Id="rId366" Type="http://schemas.openxmlformats.org/officeDocument/2006/relationships/customXml" Target="../ink/ink1946.xml"/><Relationship Id="rId170" Type="http://schemas.openxmlformats.org/officeDocument/2006/relationships/customXml" Target="../ink/ink1846.xml"/><Relationship Id="rId226" Type="http://schemas.openxmlformats.org/officeDocument/2006/relationships/customXml" Target="../ink/ink1874.xml"/><Relationship Id="rId433" Type="http://schemas.openxmlformats.org/officeDocument/2006/relationships/image" Target="../media/image1734.png"/><Relationship Id="rId268" Type="http://schemas.openxmlformats.org/officeDocument/2006/relationships/customXml" Target="../ink/ink1896.xml"/><Relationship Id="rId32" Type="http://schemas.openxmlformats.org/officeDocument/2006/relationships/customXml" Target="../ink/ink1777.xml"/><Relationship Id="rId74" Type="http://schemas.openxmlformats.org/officeDocument/2006/relationships/customXml" Target="../ink/ink1798.xml"/><Relationship Id="rId128" Type="http://schemas.openxmlformats.org/officeDocument/2006/relationships/customXml" Target="../ink/ink1825.xml"/><Relationship Id="rId335" Type="http://schemas.openxmlformats.org/officeDocument/2006/relationships/image" Target="../media/image1690.png"/><Relationship Id="rId377" Type="http://schemas.openxmlformats.org/officeDocument/2006/relationships/image" Target="../media/image1709.png"/><Relationship Id="rId5" Type="http://schemas.openxmlformats.org/officeDocument/2006/relationships/image" Target="../media/image1530.png"/><Relationship Id="rId181" Type="http://schemas.openxmlformats.org/officeDocument/2006/relationships/image" Target="../media/image1616.png"/><Relationship Id="rId237" Type="http://schemas.openxmlformats.org/officeDocument/2006/relationships/image" Target="../media/image1644.png"/><Relationship Id="rId402" Type="http://schemas.openxmlformats.org/officeDocument/2006/relationships/image" Target="../media/image1719.png"/><Relationship Id="rId279" Type="http://schemas.openxmlformats.org/officeDocument/2006/relationships/image" Target="../media/image1664.png"/><Relationship Id="rId444" Type="http://schemas.openxmlformats.org/officeDocument/2006/relationships/customXml" Target="../ink/ink1986.xml"/><Relationship Id="rId43" Type="http://schemas.openxmlformats.org/officeDocument/2006/relationships/image" Target="../media/image1549.png"/><Relationship Id="rId139" Type="http://schemas.openxmlformats.org/officeDocument/2006/relationships/image" Target="../media/image1595.png"/><Relationship Id="rId290" Type="http://schemas.openxmlformats.org/officeDocument/2006/relationships/customXml" Target="../ink/ink1907.xml"/><Relationship Id="rId304" Type="http://schemas.openxmlformats.org/officeDocument/2006/relationships/customXml" Target="../ink/ink1914.xml"/><Relationship Id="rId346" Type="http://schemas.openxmlformats.org/officeDocument/2006/relationships/customXml" Target="../ink/ink1935.xml"/><Relationship Id="rId388" Type="http://schemas.openxmlformats.org/officeDocument/2006/relationships/image" Target="../media/image1712.png"/><Relationship Id="rId85" Type="http://schemas.openxmlformats.org/officeDocument/2006/relationships/image" Target="../media/image1570.png"/><Relationship Id="rId150" Type="http://schemas.openxmlformats.org/officeDocument/2006/relationships/customXml" Target="../ink/ink1836.xml"/><Relationship Id="rId192" Type="http://schemas.openxmlformats.org/officeDocument/2006/relationships/customXml" Target="../ink/ink1857.xml"/><Relationship Id="rId206" Type="http://schemas.openxmlformats.org/officeDocument/2006/relationships/customXml" Target="../ink/ink1864.xml"/><Relationship Id="rId413" Type="http://schemas.openxmlformats.org/officeDocument/2006/relationships/customXml" Target="../ink/ink1970.xml"/><Relationship Id="rId248" Type="http://schemas.openxmlformats.org/officeDocument/2006/relationships/customXml" Target="../ink/ink1885.xml"/><Relationship Id="rId455" Type="http://schemas.openxmlformats.org/officeDocument/2006/relationships/customXml" Target="../ink/ink1992.xml"/><Relationship Id="rId12" Type="http://schemas.openxmlformats.org/officeDocument/2006/relationships/customXml" Target="../ink/ink1767.xml"/><Relationship Id="rId108" Type="http://schemas.openxmlformats.org/officeDocument/2006/relationships/customXml" Target="../ink/ink1815.xml"/><Relationship Id="rId315" Type="http://schemas.openxmlformats.org/officeDocument/2006/relationships/image" Target="../media/image1680.png"/><Relationship Id="rId357" Type="http://schemas.openxmlformats.org/officeDocument/2006/relationships/customXml" Target="../ink/ink1941.xml"/><Relationship Id="rId54" Type="http://schemas.openxmlformats.org/officeDocument/2006/relationships/customXml" Target="../ink/ink1788.xml"/><Relationship Id="rId96" Type="http://schemas.openxmlformats.org/officeDocument/2006/relationships/customXml" Target="../ink/ink1809.xml"/><Relationship Id="rId161" Type="http://schemas.openxmlformats.org/officeDocument/2006/relationships/image" Target="../media/image1606.png"/><Relationship Id="rId217" Type="http://schemas.openxmlformats.org/officeDocument/2006/relationships/image" Target="../media/image1634.png"/><Relationship Id="rId399" Type="http://schemas.openxmlformats.org/officeDocument/2006/relationships/customXml" Target="../ink/ink1963.xml"/><Relationship Id="rId259" Type="http://schemas.openxmlformats.org/officeDocument/2006/relationships/image" Target="../media/image1654.png"/><Relationship Id="rId424" Type="http://schemas.openxmlformats.org/officeDocument/2006/relationships/image" Target="../media/image1730.png"/><Relationship Id="rId23" Type="http://schemas.openxmlformats.org/officeDocument/2006/relationships/image" Target="../media/image1539.png"/><Relationship Id="rId119" Type="http://schemas.openxmlformats.org/officeDocument/2006/relationships/image" Target="../media/image1587.png"/><Relationship Id="rId270" Type="http://schemas.openxmlformats.org/officeDocument/2006/relationships/customXml" Target="../ink/ink1897.xml"/><Relationship Id="rId326" Type="http://schemas.openxmlformats.org/officeDocument/2006/relationships/customXml" Target="../ink/ink1925.xml"/><Relationship Id="rId65" Type="http://schemas.openxmlformats.org/officeDocument/2006/relationships/image" Target="../media/image1560.png"/><Relationship Id="rId130" Type="http://schemas.openxmlformats.org/officeDocument/2006/relationships/customXml" Target="../ink/ink1826.xml"/><Relationship Id="rId368" Type="http://schemas.openxmlformats.org/officeDocument/2006/relationships/customXml" Target="../ink/ink1947.xml"/><Relationship Id="rId172" Type="http://schemas.openxmlformats.org/officeDocument/2006/relationships/customXml" Target="../ink/ink1847.xml"/><Relationship Id="rId228" Type="http://schemas.openxmlformats.org/officeDocument/2006/relationships/customXml" Target="../ink/ink1875.xml"/><Relationship Id="rId435" Type="http://schemas.openxmlformats.org/officeDocument/2006/relationships/image" Target="../media/image1735.png"/><Relationship Id="rId281" Type="http://schemas.openxmlformats.org/officeDocument/2006/relationships/image" Target="../media/image1665.png"/><Relationship Id="rId337" Type="http://schemas.openxmlformats.org/officeDocument/2006/relationships/image" Target="../media/image1691.png"/><Relationship Id="rId34" Type="http://schemas.openxmlformats.org/officeDocument/2006/relationships/customXml" Target="../ink/ink1778.xml"/><Relationship Id="rId76" Type="http://schemas.openxmlformats.org/officeDocument/2006/relationships/customXml" Target="../ink/ink1799.xml"/><Relationship Id="rId141" Type="http://schemas.openxmlformats.org/officeDocument/2006/relationships/image" Target="../media/image1596.png"/><Relationship Id="rId379" Type="http://schemas.openxmlformats.org/officeDocument/2006/relationships/image" Target="../media/image1710.png"/><Relationship Id="rId7" Type="http://schemas.openxmlformats.org/officeDocument/2006/relationships/image" Target="../media/image1531.png"/><Relationship Id="rId183" Type="http://schemas.openxmlformats.org/officeDocument/2006/relationships/image" Target="../media/image1617.png"/><Relationship Id="rId239" Type="http://schemas.openxmlformats.org/officeDocument/2006/relationships/image" Target="../media/image1645.png"/><Relationship Id="rId390" Type="http://schemas.openxmlformats.org/officeDocument/2006/relationships/image" Target="../media/image1713.png"/><Relationship Id="rId404" Type="http://schemas.openxmlformats.org/officeDocument/2006/relationships/image" Target="../media/image1720.png"/><Relationship Id="rId446" Type="http://schemas.openxmlformats.org/officeDocument/2006/relationships/customXml" Target="../ink/ink1987.xml"/><Relationship Id="rId250" Type="http://schemas.openxmlformats.org/officeDocument/2006/relationships/customXml" Target="../ink/ink1886.xml"/><Relationship Id="rId292" Type="http://schemas.openxmlformats.org/officeDocument/2006/relationships/customXml" Target="../ink/ink1908.xml"/><Relationship Id="rId306" Type="http://schemas.openxmlformats.org/officeDocument/2006/relationships/customXml" Target="../ink/ink1915.xml"/><Relationship Id="rId45" Type="http://schemas.openxmlformats.org/officeDocument/2006/relationships/image" Target="../media/image1550.png"/><Relationship Id="rId87" Type="http://schemas.openxmlformats.org/officeDocument/2006/relationships/image" Target="../media/image1571.png"/><Relationship Id="rId110" Type="http://schemas.openxmlformats.org/officeDocument/2006/relationships/customXml" Target="../ink/ink1816.xml"/><Relationship Id="rId348" Type="http://schemas.openxmlformats.org/officeDocument/2006/relationships/customXml" Target="../ink/ink1936.xml"/><Relationship Id="rId152" Type="http://schemas.openxmlformats.org/officeDocument/2006/relationships/customXml" Target="../ink/ink1837.xml"/><Relationship Id="rId194" Type="http://schemas.openxmlformats.org/officeDocument/2006/relationships/customXml" Target="../ink/ink1858.xml"/><Relationship Id="rId208" Type="http://schemas.openxmlformats.org/officeDocument/2006/relationships/customXml" Target="../ink/ink1865.xml"/><Relationship Id="rId415" Type="http://schemas.openxmlformats.org/officeDocument/2006/relationships/customXml" Target="../ink/ink1971.xml"/><Relationship Id="rId457" Type="http://schemas.openxmlformats.org/officeDocument/2006/relationships/customXml" Target="../ink/ink1993.xml"/><Relationship Id="rId261" Type="http://schemas.openxmlformats.org/officeDocument/2006/relationships/image" Target="../media/image1655.png"/><Relationship Id="rId14" Type="http://schemas.openxmlformats.org/officeDocument/2006/relationships/customXml" Target="../ink/ink1768.xml"/><Relationship Id="rId56" Type="http://schemas.openxmlformats.org/officeDocument/2006/relationships/customXml" Target="../ink/ink1789.xml"/><Relationship Id="rId317" Type="http://schemas.openxmlformats.org/officeDocument/2006/relationships/image" Target="../media/image1681.png"/><Relationship Id="rId359" Type="http://schemas.openxmlformats.org/officeDocument/2006/relationships/customXml" Target="../ink/ink1942.xml"/><Relationship Id="rId98" Type="http://schemas.openxmlformats.org/officeDocument/2006/relationships/customXml" Target="../ink/ink1810.xml"/><Relationship Id="rId121" Type="http://schemas.openxmlformats.org/officeDocument/2006/relationships/image" Target="../media/image1588.png"/><Relationship Id="rId163" Type="http://schemas.openxmlformats.org/officeDocument/2006/relationships/image" Target="../media/image1607.png"/><Relationship Id="rId219" Type="http://schemas.openxmlformats.org/officeDocument/2006/relationships/image" Target="../media/image1635.png"/><Relationship Id="rId370" Type="http://schemas.openxmlformats.org/officeDocument/2006/relationships/customXml" Target="../ink/ink1948.xml"/><Relationship Id="rId426" Type="http://schemas.openxmlformats.org/officeDocument/2006/relationships/image" Target="../media/image1731.png"/><Relationship Id="rId230" Type="http://schemas.openxmlformats.org/officeDocument/2006/relationships/customXml" Target="../ink/ink1876.xml"/><Relationship Id="rId25" Type="http://schemas.openxmlformats.org/officeDocument/2006/relationships/image" Target="../media/image1540.png"/><Relationship Id="rId67" Type="http://schemas.openxmlformats.org/officeDocument/2006/relationships/image" Target="../media/image1561.png"/><Relationship Id="rId272" Type="http://schemas.openxmlformats.org/officeDocument/2006/relationships/customXml" Target="../ink/ink1898.xml"/><Relationship Id="rId328" Type="http://schemas.openxmlformats.org/officeDocument/2006/relationships/customXml" Target="../ink/ink1926.xml"/><Relationship Id="rId132" Type="http://schemas.openxmlformats.org/officeDocument/2006/relationships/customXml" Target="../ink/ink1827.xml"/><Relationship Id="rId174" Type="http://schemas.openxmlformats.org/officeDocument/2006/relationships/customXml" Target="../ink/ink1848.xml"/><Relationship Id="rId381" Type="http://schemas.openxmlformats.org/officeDocument/2006/relationships/image" Target="../media/image1711.png"/><Relationship Id="rId241" Type="http://schemas.openxmlformats.org/officeDocument/2006/relationships/image" Target="../media/image1646.png"/><Relationship Id="rId437" Type="http://schemas.openxmlformats.org/officeDocument/2006/relationships/image" Target="../media/image1736.png"/><Relationship Id="rId36" Type="http://schemas.openxmlformats.org/officeDocument/2006/relationships/customXml" Target="../ink/ink1779.xml"/><Relationship Id="rId283" Type="http://schemas.openxmlformats.org/officeDocument/2006/relationships/image" Target="../media/image1666.png"/><Relationship Id="rId339" Type="http://schemas.openxmlformats.org/officeDocument/2006/relationships/image" Target="../media/image1692.png"/><Relationship Id="rId78" Type="http://schemas.openxmlformats.org/officeDocument/2006/relationships/customXml" Target="../ink/ink1800.xml"/><Relationship Id="rId101" Type="http://schemas.openxmlformats.org/officeDocument/2006/relationships/image" Target="../media/image1578.png"/><Relationship Id="rId143" Type="http://schemas.openxmlformats.org/officeDocument/2006/relationships/image" Target="../media/image1597.png"/><Relationship Id="rId185" Type="http://schemas.openxmlformats.org/officeDocument/2006/relationships/image" Target="../media/image1618.png"/><Relationship Id="rId350" Type="http://schemas.openxmlformats.org/officeDocument/2006/relationships/customXml" Target="../ink/ink1937.xml"/><Relationship Id="rId406" Type="http://schemas.openxmlformats.org/officeDocument/2006/relationships/image" Target="../media/image1721.png"/><Relationship Id="rId9" Type="http://schemas.openxmlformats.org/officeDocument/2006/relationships/image" Target="../media/image1532.png"/><Relationship Id="rId210" Type="http://schemas.openxmlformats.org/officeDocument/2006/relationships/customXml" Target="../ink/ink1866.xml"/><Relationship Id="rId392" Type="http://schemas.openxmlformats.org/officeDocument/2006/relationships/image" Target="../media/image1714.png"/><Relationship Id="rId448" Type="http://schemas.openxmlformats.org/officeDocument/2006/relationships/customXml" Target="../ink/ink1988.xml"/><Relationship Id="rId252" Type="http://schemas.openxmlformats.org/officeDocument/2006/relationships/customXml" Target="../ink/ink1887.xml"/><Relationship Id="rId294" Type="http://schemas.openxmlformats.org/officeDocument/2006/relationships/customXml" Target="../ink/ink1909.xml"/><Relationship Id="rId308" Type="http://schemas.openxmlformats.org/officeDocument/2006/relationships/customXml" Target="../ink/ink1916.xml"/><Relationship Id="rId47" Type="http://schemas.openxmlformats.org/officeDocument/2006/relationships/image" Target="../media/image1551.png"/><Relationship Id="rId89" Type="http://schemas.openxmlformats.org/officeDocument/2006/relationships/image" Target="../media/image1572.png"/><Relationship Id="rId112" Type="http://schemas.openxmlformats.org/officeDocument/2006/relationships/customXml" Target="../ink/ink1817.xml"/><Relationship Id="rId154" Type="http://schemas.openxmlformats.org/officeDocument/2006/relationships/customXml" Target="../ink/ink1838.xml"/><Relationship Id="rId361" Type="http://schemas.openxmlformats.org/officeDocument/2006/relationships/customXml" Target="../ink/ink1943.xml"/><Relationship Id="rId196" Type="http://schemas.openxmlformats.org/officeDocument/2006/relationships/customXml" Target="../ink/ink1859.xml"/><Relationship Id="rId417" Type="http://schemas.openxmlformats.org/officeDocument/2006/relationships/customXml" Target="../ink/ink1972.xml"/><Relationship Id="rId16" Type="http://schemas.openxmlformats.org/officeDocument/2006/relationships/customXml" Target="../ink/ink1769.xml"/><Relationship Id="rId221" Type="http://schemas.openxmlformats.org/officeDocument/2006/relationships/image" Target="../media/image1636.png"/><Relationship Id="rId263" Type="http://schemas.openxmlformats.org/officeDocument/2006/relationships/image" Target="../media/image1656.png"/><Relationship Id="rId319" Type="http://schemas.openxmlformats.org/officeDocument/2006/relationships/image" Target="../media/image1682.png"/><Relationship Id="rId58" Type="http://schemas.openxmlformats.org/officeDocument/2006/relationships/customXml" Target="../ink/ink1790.xml"/><Relationship Id="rId123" Type="http://schemas.openxmlformats.org/officeDocument/2006/relationships/image" Target="../media/image1589.png"/><Relationship Id="rId330" Type="http://schemas.openxmlformats.org/officeDocument/2006/relationships/customXml" Target="../ink/ink1927.xml"/><Relationship Id="rId165" Type="http://schemas.openxmlformats.org/officeDocument/2006/relationships/image" Target="../media/image1608.png"/><Relationship Id="rId372" Type="http://schemas.openxmlformats.org/officeDocument/2006/relationships/customXml" Target="../ink/ink1949.xml"/><Relationship Id="rId428" Type="http://schemas.openxmlformats.org/officeDocument/2006/relationships/image" Target="../media/image1732.png"/><Relationship Id="rId232" Type="http://schemas.openxmlformats.org/officeDocument/2006/relationships/customXml" Target="../ink/ink1877.xml"/><Relationship Id="rId274" Type="http://schemas.openxmlformats.org/officeDocument/2006/relationships/customXml" Target="../ink/ink1899.xml"/><Relationship Id="rId27" Type="http://schemas.openxmlformats.org/officeDocument/2006/relationships/image" Target="../media/image1541.png"/><Relationship Id="rId69" Type="http://schemas.openxmlformats.org/officeDocument/2006/relationships/image" Target="../media/image1562.png"/><Relationship Id="rId134" Type="http://schemas.openxmlformats.org/officeDocument/2006/relationships/customXml" Target="../ink/ink1828.xml"/><Relationship Id="rId80" Type="http://schemas.openxmlformats.org/officeDocument/2006/relationships/customXml" Target="../ink/ink1801.xml"/><Relationship Id="rId176" Type="http://schemas.openxmlformats.org/officeDocument/2006/relationships/customXml" Target="../ink/ink1849.xml"/><Relationship Id="rId341" Type="http://schemas.openxmlformats.org/officeDocument/2006/relationships/image" Target="../media/image1693.png"/><Relationship Id="rId383" Type="http://schemas.openxmlformats.org/officeDocument/2006/relationships/image" Target="../media/image1369.png"/><Relationship Id="rId439" Type="http://schemas.openxmlformats.org/officeDocument/2006/relationships/image" Target="../media/image1737.png"/><Relationship Id="rId201" Type="http://schemas.openxmlformats.org/officeDocument/2006/relationships/image" Target="../media/image1626.png"/><Relationship Id="rId243" Type="http://schemas.openxmlformats.org/officeDocument/2006/relationships/image" Target="../media/image1647.png"/><Relationship Id="rId285" Type="http://schemas.openxmlformats.org/officeDocument/2006/relationships/image" Target="../media/image1667.png"/><Relationship Id="rId450" Type="http://schemas.openxmlformats.org/officeDocument/2006/relationships/customXml" Target="../ink/ink1989.xml"/><Relationship Id="rId38" Type="http://schemas.openxmlformats.org/officeDocument/2006/relationships/customXml" Target="../ink/ink1780.xml"/><Relationship Id="rId103" Type="http://schemas.openxmlformats.org/officeDocument/2006/relationships/image" Target="../media/image1579.png"/><Relationship Id="rId310" Type="http://schemas.openxmlformats.org/officeDocument/2006/relationships/customXml" Target="../ink/ink1917.xml"/><Relationship Id="rId91" Type="http://schemas.openxmlformats.org/officeDocument/2006/relationships/image" Target="../media/image1573.png"/><Relationship Id="rId145" Type="http://schemas.openxmlformats.org/officeDocument/2006/relationships/image" Target="../media/image1598.png"/><Relationship Id="rId187" Type="http://schemas.openxmlformats.org/officeDocument/2006/relationships/image" Target="../media/image1619.png"/><Relationship Id="rId352" Type="http://schemas.openxmlformats.org/officeDocument/2006/relationships/customXml" Target="../ink/ink1938.xml"/><Relationship Id="rId394" Type="http://schemas.openxmlformats.org/officeDocument/2006/relationships/image" Target="../media/image1715.png"/><Relationship Id="rId408" Type="http://schemas.openxmlformats.org/officeDocument/2006/relationships/image" Target="../media/image1722.png"/><Relationship Id="rId212" Type="http://schemas.openxmlformats.org/officeDocument/2006/relationships/customXml" Target="../ink/ink1867.xml"/><Relationship Id="rId254" Type="http://schemas.openxmlformats.org/officeDocument/2006/relationships/image" Target="../media/image1652.png"/><Relationship Id="rId49" Type="http://schemas.openxmlformats.org/officeDocument/2006/relationships/image" Target="../media/image1552.png"/><Relationship Id="rId114" Type="http://schemas.openxmlformats.org/officeDocument/2006/relationships/customXml" Target="../ink/ink1818.xml"/><Relationship Id="rId296" Type="http://schemas.openxmlformats.org/officeDocument/2006/relationships/customXml" Target="../ink/ink1910.xml"/><Relationship Id="rId60" Type="http://schemas.openxmlformats.org/officeDocument/2006/relationships/customXml" Target="../ink/ink1791.xml"/><Relationship Id="rId156" Type="http://schemas.openxmlformats.org/officeDocument/2006/relationships/customXml" Target="../ink/ink1839.xml"/><Relationship Id="rId198" Type="http://schemas.openxmlformats.org/officeDocument/2006/relationships/customXml" Target="../ink/ink1860.xml"/><Relationship Id="rId321" Type="http://schemas.openxmlformats.org/officeDocument/2006/relationships/image" Target="../media/image1683.png"/><Relationship Id="rId363" Type="http://schemas.openxmlformats.org/officeDocument/2006/relationships/customXml" Target="../ink/ink1944.xml"/><Relationship Id="rId419" Type="http://schemas.openxmlformats.org/officeDocument/2006/relationships/customXml" Target="../ink/ink1973.xml"/><Relationship Id="rId223" Type="http://schemas.openxmlformats.org/officeDocument/2006/relationships/image" Target="../media/image1637.png"/><Relationship Id="rId430" Type="http://schemas.openxmlformats.org/officeDocument/2006/relationships/image" Target="../media/image1733.png"/><Relationship Id="rId18" Type="http://schemas.openxmlformats.org/officeDocument/2006/relationships/customXml" Target="../ink/ink1770.xml"/><Relationship Id="rId265" Type="http://schemas.openxmlformats.org/officeDocument/2006/relationships/image" Target="../media/image1657.png"/><Relationship Id="rId125" Type="http://schemas.openxmlformats.org/officeDocument/2006/relationships/image" Target="../media/image1590.png"/><Relationship Id="rId167" Type="http://schemas.openxmlformats.org/officeDocument/2006/relationships/image" Target="../media/image1609.png"/><Relationship Id="rId332" Type="http://schemas.openxmlformats.org/officeDocument/2006/relationships/customXml" Target="../ink/ink1928.xml"/><Relationship Id="rId374" Type="http://schemas.openxmlformats.org/officeDocument/2006/relationships/customXml" Target="../ink/ink1950.xml"/><Relationship Id="rId71" Type="http://schemas.openxmlformats.org/officeDocument/2006/relationships/image" Target="../media/image1563.png"/><Relationship Id="rId234" Type="http://schemas.openxmlformats.org/officeDocument/2006/relationships/customXml" Target="../ink/ink1878.xml"/><Relationship Id="rId2" Type="http://schemas.openxmlformats.org/officeDocument/2006/relationships/customXml" Target="../ink/ink1762.xml"/><Relationship Id="rId29" Type="http://schemas.openxmlformats.org/officeDocument/2006/relationships/image" Target="../media/image1542.png"/><Relationship Id="rId255" Type="http://schemas.openxmlformats.org/officeDocument/2006/relationships/customXml" Target="../ink/ink1889.xml"/><Relationship Id="rId276" Type="http://schemas.openxmlformats.org/officeDocument/2006/relationships/customXml" Target="../ink/ink1900.xml"/><Relationship Id="rId297" Type="http://schemas.openxmlformats.org/officeDocument/2006/relationships/image" Target="../media/image1673.png"/><Relationship Id="rId441" Type="http://schemas.openxmlformats.org/officeDocument/2006/relationships/image" Target="../media/image1738.png"/><Relationship Id="rId40" Type="http://schemas.openxmlformats.org/officeDocument/2006/relationships/customXml" Target="../ink/ink1781.xml"/><Relationship Id="rId115" Type="http://schemas.openxmlformats.org/officeDocument/2006/relationships/image" Target="../media/image1585.png"/><Relationship Id="rId136" Type="http://schemas.openxmlformats.org/officeDocument/2006/relationships/customXml" Target="../ink/ink1829.xml"/><Relationship Id="rId157" Type="http://schemas.openxmlformats.org/officeDocument/2006/relationships/image" Target="../media/image1604.png"/><Relationship Id="rId178" Type="http://schemas.openxmlformats.org/officeDocument/2006/relationships/customXml" Target="../ink/ink1850.xml"/><Relationship Id="rId301" Type="http://schemas.openxmlformats.org/officeDocument/2006/relationships/image" Target="../media/image1675.png"/><Relationship Id="rId322" Type="http://schemas.openxmlformats.org/officeDocument/2006/relationships/customXml" Target="../ink/ink1923.xml"/><Relationship Id="rId343" Type="http://schemas.openxmlformats.org/officeDocument/2006/relationships/image" Target="../media/image1694.png"/><Relationship Id="rId364" Type="http://schemas.openxmlformats.org/officeDocument/2006/relationships/image" Target="../media/image1703.png"/><Relationship Id="rId61" Type="http://schemas.openxmlformats.org/officeDocument/2006/relationships/image" Target="../media/image1558.png"/><Relationship Id="rId82" Type="http://schemas.openxmlformats.org/officeDocument/2006/relationships/customXml" Target="../ink/ink1802.xml"/><Relationship Id="rId199" Type="http://schemas.openxmlformats.org/officeDocument/2006/relationships/image" Target="../media/image1625.png"/><Relationship Id="rId203" Type="http://schemas.openxmlformats.org/officeDocument/2006/relationships/image" Target="../media/image1627.png"/><Relationship Id="rId385" Type="http://schemas.openxmlformats.org/officeDocument/2006/relationships/image" Target="../media/image555.png"/><Relationship Id="rId19" Type="http://schemas.openxmlformats.org/officeDocument/2006/relationships/image" Target="../media/image1537.png"/><Relationship Id="rId224" Type="http://schemas.openxmlformats.org/officeDocument/2006/relationships/customXml" Target="../ink/ink1873.xml"/><Relationship Id="rId245" Type="http://schemas.openxmlformats.org/officeDocument/2006/relationships/image" Target="../media/image1648.png"/><Relationship Id="rId266" Type="http://schemas.openxmlformats.org/officeDocument/2006/relationships/customXml" Target="../ink/ink1895.xml"/><Relationship Id="rId287" Type="http://schemas.openxmlformats.org/officeDocument/2006/relationships/image" Target="../media/image1668.png"/><Relationship Id="rId410" Type="http://schemas.openxmlformats.org/officeDocument/2006/relationships/image" Target="../media/image1723.png"/><Relationship Id="rId431" Type="http://schemas.openxmlformats.org/officeDocument/2006/relationships/customXml" Target="../ink/ink1979.xml"/><Relationship Id="rId452" Type="http://schemas.openxmlformats.org/officeDocument/2006/relationships/customXml" Target="../ink/ink1990.xml"/><Relationship Id="rId30" Type="http://schemas.openxmlformats.org/officeDocument/2006/relationships/customXml" Target="../ink/ink1776.xml"/><Relationship Id="rId105" Type="http://schemas.openxmlformats.org/officeDocument/2006/relationships/image" Target="../media/image1580.png"/><Relationship Id="rId126" Type="http://schemas.openxmlformats.org/officeDocument/2006/relationships/customXml" Target="../ink/ink1824.xml"/><Relationship Id="rId147" Type="http://schemas.openxmlformats.org/officeDocument/2006/relationships/image" Target="../media/image1599.png"/><Relationship Id="rId168" Type="http://schemas.openxmlformats.org/officeDocument/2006/relationships/customXml" Target="../ink/ink1845.xml"/><Relationship Id="rId312" Type="http://schemas.openxmlformats.org/officeDocument/2006/relationships/customXml" Target="../ink/ink1918.xml"/><Relationship Id="rId333" Type="http://schemas.openxmlformats.org/officeDocument/2006/relationships/image" Target="../media/image1689.png"/><Relationship Id="rId354" Type="http://schemas.openxmlformats.org/officeDocument/2006/relationships/customXml" Target="../ink/ink1939.xml"/><Relationship Id="rId51" Type="http://schemas.openxmlformats.org/officeDocument/2006/relationships/image" Target="../media/image1553.png"/><Relationship Id="rId72" Type="http://schemas.openxmlformats.org/officeDocument/2006/relationships/customXml" Target="../ink/ink1797.xml"/><Relationship Id="rId93" Type="http://schemas.openxmlformats.org/officeDocument/2006/relationships/image" Target="../media/image1574.png"/><Relationship Id="rId189" Type="http://schemas.openxmlformats.org/officeDocument/2006/relationships/image" Target="../media/image1620.png"/><Relationship Id="rId375" Type="http://schemas.openxmlformats.org/officeDocument/2006/relationships/image" Target="../media/image1708.png"/><Relationship Id="rId396" Type="http://schemas.openxmlformats.org/officeDocument/2006/relationships/image" Target="../media/image1716.png"/><Relationship Id="rId3" Type="http://schemas.openxmlformats.org/officeDocument/2006/relationships/image" Target="../media/image1529.png"/><Relationship Id="rId214" Type="http://schemas.openxmlformats.org/officeDocument/2006/relationships/customXml" Target="../ink/ink1868.xml"/><Relationship Id="rId235" Type="http://schemas.openxmlformats.org/officeDocument/2006/relationships/image" Target="../media/image1643.png"/><Relationship Id="rId256" Type="http://schemas.openxmlformats.org/officeDocument/2006/relationships/image" Target="../media/image1653.png"/><Relationship Id="rId277" Type="http://schemas.openxmlformats.org/officeDocument/2006/relationships/image" Target="../media/image1663.png"/><Relationship Id="rId298" Type="http://schemas.openxmlformats.org/officeDocument/2006/relationships/customXml" Target="../ink/ink1911.xml"/><Relationship Id="rId400" Type="http://schemas.openxmlformats.org/officeDocument/2006/relationships/image" Target="../media/image1718.png"/><Relationship Id="rId421" Type="http://schemas.openxmlformats.org/officeDocument/2006/relationships/customXml" Target="../ink/ink1974.xml"/><Relationship Id="rId442" Type="http://schemas.openxmlformats.org/officeDocument/2006/relationships/customXml" Target="../ink/ink1985.xml"/><Relationship Id="rId116" Type="http://schemas.openxmlformats.org/officeDocument/2006/relationships/customXml" Target="../ink/ink1819.xml"/><Relationship Id="rId137" Type="http://schemas.openxmlformats.org/officeDocument/2006/relationships/image" Target="../media/image1594.png"/><Relationship Id="rId158" Type="http://schemas.openxmlformats.org/officeDocument/2006/relationships/customXml" Target="../ink/ink1840.xml"/><Relationship Id="rId302" Type="http://schemas.openxmlformats.org/officeDocument/2006/relationships/customXml" Target="../ink/ink1913.xml"/><Relationship Id="rId323" Type="http://schemas.openxmlformats.org/officeDocument/2006/relationships/image" Target="../media/image1684.png"/><Relationship Id="rId344" Type="http://schemas.openxmlformats.org/officeDocument/2006/relationships/customXml" Target="../ink/ink1934.xml"/><Relationship Id="rId20" Type="http://schemas.openxmlformats.org/officeDocument/2006/relationships/customXml" Target="../ink/ink1771.xml"/><Relationship Id="rId41" Type="http://schemas.openxmlformats.org/officeDocument/2006/relationships/image" Target="../media/image1548.png"/><Relationship Id="rId62" Type="http://schemas.openxmlformats.org/officeDocument/2006/relationships/customXml" Target="../ink/ink1792.xml"/><Relationship Id="rId83" Type="http://schemas.openxmlformats.org/officeDocument/2006/relationships/image" Target="../media/image1569.png"/><Relationship Id="rId179" Type="http://schemas.openxmlformats.org/officeDocument/2006/relationships/image" Target="../media/image1615.png"/><Relationship Id="rId365" Type="http://schemas.openxmlformats.org/officeDocument/2006/relationships/customXml" Target="../ink/ink1945.xml"/><Relationship Id="rId386" Type="http://schemas.openxmlformats.org/officeDocument/2006/relationships/customXml" Target="../ink/ink1956.xml"/><Relationship Id="rId190" Type="http://schemas.openxmlformats.org/officeDocument/2006/relationships/customXml" Target="../ink/ink1856.xml"/><Relationship Id="rId204" Type="http://schemas.openxmlformats.org/officeDocument/2006/relationships/customXml" Target="../ink/ink1863.xml"/><Relationship Id="rId225" Type="http://schemas.openxmlformats.org/officeDocument/2006/relationships/image" Target="../media/image1638.png"/><Relationship Id="rId246" Type="http://schemas.openxmlformats.org/officeDocument/2006/relationships/customXml" Target="../ink/ink1884.xml"/><Relationship Id="rId267" Type="http://schemas.openxmlformats.org/officeDocument/2006/relationships/image" Target="../media/image1658.png"/><Relationship Id="rId288" Type="http://schemas.openxmlformats.org/officeDocument/2006/relationships/customXml" Target="../ink/ink1906.xml"/><Relationship Id="rId411" Type="http://schemas.openxmlformats.org/officeDocument/2006/relationships/customXml" Target="../ink/ink1969.xml"/><Relationship Id="rId432" Type="http://schemas.openxmlformats.org/officeDocument/2006/relationships/customXml" Target="../ink/ink1980.xml"/><Relationship Id="rId453" Type="http://schemas.openxmlformats.org/officeDocument/2006/relationships/image" Target="../media/image1742.png"/><Relationship Id="rId106" Type="http://schemas.openxmlformats.org/officeDocument/2006/relationships/customXml" Target="../ink/ink1814.xml"/><Relationship Id="rId127" Type="http://schemas.openxmlformats.org/officeDocument/2006/relationships/image" Target="../media/image1591.png"/><Relationship Id="rId313" Type="http://schemas.openxmlformats.org/officeDocument/2006/relationships/image" Target="../media/image1679.png"/><Relationship Id="rId10" Type="http://schemas.openxmlformats.org/officeDocument/2006/relationships/customXml" Target="../ink/ink1766.xml"/><Relationship Id="rId31" Type="http://schemas.openxmlformats.org/officeDocument/2006/relationships/image" Target="../media/image1543.png"/><Relationship Id="rId52" Type="http://schemas.openxmlformats.org/officeDocument/2006/relationships/customXml" Target="../ink/ink1787.xml"/><Relationship Id="rId73" Type="http://schemas.openxmlformats.org/officeDocument/2006/relationships/image" Target="../media/image1564.png"/><Relationship Id="rId94" Type="http://schemas.openxmlformats.org/officeDocument/2006/relationships/customXml" Target="../ink/ink1808.xml"/><Relationship Id="rId148" Type="http://schemas.openxmlformats.org/officeDocument/2006/relationships/customXml" Target="../ink/ink1835.xml"/><Relationship Id="rId169" Type="http://schemas.openxmlformats.org/officeDocument/2006/relationships/image" Target="../media/image1610.png"/><Relationship Id="rId334" Type="http://schemas.openxmlformats.org/officeDocument/2006/relationships/customXml" Target="../ink/ink1929.xml"/><Relationship Id="rId355" Type="http://schemas.openxmlformats.org/officeDocument/2006/relationships/image" Target="../media/image554.png"/><Relationship Id="rId376" Type="http://schemas.openxmlformats.org/officeDocument/2006/relationships/customXml" Target="../ink/ink1951.xml"/><Relationship Id="rId397" Type="http://schemas.openxmlformats.org/officeDocument/2006/relationships/customXml" Target="../ink/ink1962.xml"/><Relationship Id="rId4" Type="http://schemas.openxmlformats.org/officeDocument/2006/relationships/customXml" Target="../ink/ink1763.xml"/><Relationship Id="rId180" Type="http://schemas.openxmlformats.org/officeDocument/2006/relationships/customXml" Target="../ink/ink1851.xml"/><Relationship Id="rId215" Type="http://schemas.openxmlformats.org/officeDocument/2006/relationships/image" Target="../media/image1633.png"/><Relationship Id="rId236" Type="http://schemas.openxmlformats.org/officeDocument/2006/relationships/customXml" Target="../ink/ink1879.xml"/><Relationship Id="rId257" Type="http://schemas.openxmlformats.org/officeDocument/2006/relationships/customXml" Target="../ink/ink1890.xml"/><Relationship Id="rId278" Type="http://schemas.openxmlformats.org/officeDocument/2006/relationships/customXml" Target="../ink/ink1901.xml"/><Relationship Id="rId401" Type="http://schemas.openxmlformats.org/officeDocument/2006/relationships/customXml" Target="../ink/ink1964.xml"/><Relationship Id="rId422" Type="http://schemas.openxmlformats.org/officeDocument/2006/relationships/image" Target="../media/image1729.png"/><Relationship Id="rId443" Type="http://schemas.openxmlformats.org/officeDocument/2006/relationships/image" Target="../media/image1739.png"/><Relationship Id="rId303" Type="http://schemas.openxmlformats.org/officeDocument/2006/relationships/image" Target="../media/image1676.png"/><Relationship Id="rId42" Type="http://schemas.openxmlformats.org/officeDocument/2006/relationships/customXml" Target="../ink/ink1782.xml"/><Relationship Id="rId84" Type="http://schemas.openxmlformats.org/officeDocument/2006/relationships/customXml" Target="../ink/ink1803.xml"/><Relationship Id="rId138" Type="http://schemas.openxmlformats.org/officeDocument/2006/relationships/customXml" Target="../ink/ink1830.xml"/><Relationship Id="rId345" Type="http://schemas.openxmlformats.org/officeDocument/2006/relationships/image" Target="../media/image1695.png"/><Relationship Id="rId387" Type="http://schemas.openxmlformats.org/officeDocument/2006/relationships/customXml" Target="../ink/ink1957.xml"/><Relationship Id="rId191" Type="http://schemas.openxmlformats.org/officeDocument/2006/relationships/image" Target="../media/image1621.png"/><Relationship Id="rId205" Type="http://schemas.openxmlformats.org/officeDocument/2006/relationships/image" Target="../media/image1628.png"/><Relationship Id="rId247" Type="http://schemas.openxmlformats.org/officeDocument/2006/relationships/image" Target="../media/image1649.png"/><Relationship Id="rId412" Type="http://schemas.openxmlformats.org/officeDocument/2006/relationships/image" Target="../media/image1724.png"/><Relationship Id="rId107" Type="http://schemas.openxmlformats.org/officeDocument/2006/relationships/image" Target="../media/image1581.png"/><Relationship Id="rId289" Type="http://schemas.openxmlformats.org/officeDocument/2006/relationships/image" Target="../media/image1669.png"/><Relationship Id="rId454" Type="http://schemas.openxmlformats.org/officeDocument/2006/relationships/customXml" Target="../ink/ink1991.xml"/><Relationship Id="rId11" Type="http://schemas.openxmlformats.org/officeDocument/2006/relationships/image" Target="../media/image1533.png"/><Relationship Id="rId53" Type="http://schemas.openxmlformats.org/officeDocument/2006/relationships/image" Target="../media/image1554.png"/><Relationship Id="rId149" Type="http://schemas.openxmlformats.org/officeDocument/2006/relationships/image" Target="../media/image1600.png"/><Relationship Id="rId314" Type="http://schemas.openxmlformats.org/officeDocument/2006/relationships/customXml" Target="../ink/ink1919.xml"/><Relationship Id="rId356" Type="http://schemas.openxmlformats.org/officeDocument/2006/relationships/customXml" Target="../ink/ink1940.xml"/><Relationship Id="rId398" Type="http://schemas.openxmlformats.org/officeDocument/2006/relationships/image" Target="../media/image1717.png"/><Relationship Id="rId95" Type="http://schemas.openxmlformats.org/officeDocument/2006/relationships/image" Target="../media/image1575.png"/><Relationship Id="rId160" Type="http://schemas.openxmlformats.org/officeDocument/2006/relationships/customXml" Target="../ink/ink1841.xml"/><Relationship Id="rId216" Type="http://schemas.openxmlformats.org/officeDocument/2006/relationships/customXml" Target="../ink/ink1869.xml"/><Relationship Id="rId423" Type="http://schemas.openxmlformats.org/officeDocument/2006/relationships/customXml" Target="../ink/ink1975.xml"/><Relationship Id="rId258" Type="http://schemas.openxmlformats.org/officeDocument/2006/relationships/customXml" Target="../ink/ink1891.xml"/><Relationship Id="rId22" Type="http://schemas.openxmlformats.org/officeDocument/2006/relationships/customXml" Target="../ink/ink1772.xml"/><Relationship Id="rId64" Type="http://schemas.openxmlformats.org/officeDocument/2006/relationships/customXml" Target="../ink/ink1793.xml"/><Relationship Id="rId118" Type="http://schemas.openxmlformats.org/officeDocument/2006/relationships/customXml" Target="../ink/ink1820.xml"/><Relationship Id="rId325" Type="http://schemas.openxmlformats.org/officeDocument/2006/relationships/image" Target="../media/image1685.png"/><Relationship Id="rId367" Type="http://schemas.openxmlformats.org/officeDocument/2006/relationships/image" Target="../media/image1704.png"/><Relationship Id="rId171" Type="http://schemas.openxmlformats.org/officeDocument/2006/relationships/image" Target="../media/image1611.png"/><Relationship Id="rId227" Type="http://schemas.openxmlformats.org/officeDocument/2006/relationships/image" Target="../media/image1639.png"/><Relationship Id="rId269" Type="http://schemas.openxmlformats.org/officeDocument/2006/relationships/image" Target="../media/image1659.png"/><Relationship Id="rId434" Type="http://schemas.openxmlformats.org/officeDocument/2006/relationships/customXml" Target="../ink/ink1981.xml"/><Relationship Id="rId33" Type="http://schemas.openxmlformats.org/officeDocument/2006/relationships/image" Target="../media/image1544.png"/><Relationship Id="rId129" Type="http://schemas.openxmlformats.org/officeDocument/2006/relationships/image" Target="../media/image1592.png"/><Relationship Id="rId280" Type="http://schemas.openxmlformats.org/officeDocument/2006/relationships/customXml" Target="../ink/ink1902.xml"/><Relationship Id="rId336" Type="http://schemas.openxmlformats.org/officeDocument/2006/relationships/customXml" Target="../ink/ink1930.xml"/><Relationship Id="rId75" Type="http://schemas.openxmlformats.org/officeDocument/2006/relationships/image" Target="../media/image1565.png"/><Relationship Id="rId140" Type="http://schemas.openxmlformats.org/officeDocument/2006/relationships/customXml" Target="../ink/ink1831.xml"/><Relationship Id="rId182" Type="http://schemas.openxmlformats.org/officeDocument/2006/relationships/customXml" Target="../ink/ink1852.xml"/><Relationship Id="rId378" Type="http://schemas.openxmlformats.org/officeDocument/2006/relationships/customXml" Target="../ink/ink1952.xml"/><Relationship Id="rId403" Type="http://schemas.openxmlformats.org/officeDocument/2006/relationships/customXml" Target="../ink/ink1965.xml"/><Relationship Id="rId6" Type="http://schemas.openxmlformats.org/officeDocument/2006/relationships/customXml" Target="../ink/ink1764.xml"/><Relationship Id="rId238" Type="http://schemas.openxmlformats.org/officeDocument/2006/relationships/customXml" Target="../ink/ink1880.xml"/><Relationship Id="rId445" Type="http://schemas.openxmlformats.org/officeDocument/2006/relationships/image" Target="../media/image1740.png"/><Relationship Id="rId291" Type="http://schemas.openxmlformats.org/officeDocument/2006/relationships/image" Target="../media/image1670.png"/><Relationship Id="rId305" Type="http://schemas.openxmlformats.org/officeDocument/2006/relationships/image" Target="../media/image1677.png"/><Relationship Id="rId347" Type="http://schemas.openxmlformats.org/officeDocument/2006/relationships/image" Target="../media/image1696.png"/><Relationship Id="rId44" Type="http://schemas.openxmlformats.org/officeDocument/2006/relationships/customXml" Target="../ink/ink1783.xml"/><Relationship Id="rId86" Type="http://schemas.openxmlformats.org/officeDocument/2006/relationships/customXml" Target="../ink/ink1804.xml"/><Relationship Id="rId151" Type="http://schemas.openxmlformats.org/officeDocument/2006/relationships/image" Target="../media/image1601.png"/><Relationship Id="rId389" Type="http://schemas.openxmlformats.org/officeDocument/2006/relationships/customXml" Target="../ink/ink1958.xml"/><Relationship Id="rId193" Type="http://schemas.openxmlformats.org/officeDocument/2006/relationships/image" Target="../media/image1622.png"/><Relationship Id="rId207" Type="http://schemas.openxmlformats.org/officeDocument/2006/relationships/image" Target="../media/image1629.png"/><Relationship Id="rId249" Type="http://schemas.openxmlformats.org/officeDocument/2006/relationships/image" Target="../media/image1650.png"/><Relationship Id="rId414" Type="http://schemas.openxmlformats.org/officeDocument/2006/relationships/image" Target="../media/image1725.png"/><Relationship Id="rId456" Type="http://schemas.openxmlformats.org/officeDocument/2006/relationships/image" Target="../media/image1743.png"/><Relationship Id="rId13" Type="http://schemas.openxmlformats.org/officeDocument/2006/relationships/image" Target="../media/image1534.png"/><Relationship Id="rId109" Type="http://schemas.openxmlformats.org/officeDocument/2006/relationships/image" Target="../media/image1582.png"/><Relationship Id="rId260" Type="http://schemas.openxmlformats.org/officeDocument/2006/relationships/customXml" Target="../ink/ink1892.xml"/><Relationship Id="rId316" Type="http://schemas.openxmlformats.org/officeDocument/2006/relationships/customXml" Target="../ink/ink1920.xml"/><Relationship Id="rId55" Type="http://schemas.openxmlformats.org/officeDocument/2006/relationships/image" Target="../media/image1555.png"/><Relationship Id="rId97" Type="http://schemas.openxmlformats.org/officeDocument/2006/relationships/image" Target="../media/image1576.png"/><Relationship Id="rId120" Type="http://schemas.openxmlformats.org/officeDocument/2006/relationships/customXml" Target="../ink/ink1821.xml"/><Relationship Id="rId358" Type="http://schemas.openxmlformats.org/officeDocument/2006/relationships/image" Target="../media/image1700.png"/><Relationship Id="rId162" Type="http://schemas.openxmlformats.org/officeDocument/2006/relationships/customXml" Target="../ink/ink1842.xml"/><Relationship Id="rId218" Type="http://schemas.openxmlformats.org/officeDocument/2006/relationships/customXml" Target="../ink/ink1870.xml"/><Relationship Id="rId425" Type="http://schemas.openxmlformats.org/officeDocument/2006/relationships/customXml" Target="../ink/ink1976.xml"/><Relationship Id="rId271" Type="http://schemas.openxmlformats.org/officeDocument/2006/relationships/image" Target="../media/image1660.png"/><Relationship Id="rId24" Type="http://schemas.openxmlformats.org/officeDocument/2006/relationships/customXml" Target="../ink/ink1773.xml"/><Relationship Id="rId66" Type="http://schemas.openxmlformats.org/officeDocument/2006/relationships/customXml" Target="../ink/ink1794.xml"/><Relationship Id="rId131" Type="http://schemas.openxmlformats.org/officeDocument/2006/relationships/image" Target="../media/image978.png"/><Relationship Id="rId327" Type="http://schemas.openxmlformats.org/officeDocument/2006/relationships/image" Target="../media/image1686.png"/><Relationship Id="rId369" Type="http://schemas.openxmlformats.org/officeDocument/2006/relationships/image" Target="../media/image1705.png"/><Relationship Id="rId173" Type="http://schemas.openxmlformats.org/officeDocument/2006/relationships/image" Target="../media/image1612.png"/><Relationship Id="rId229" Type="http://schemas.openxmlformats.org/officeDocument/2006/relationships/image" Target="../media/image1640.png"/><Relationship Id="rId380" Type="http://schemas.openxmlformats.org/officeDocument/2006/relationships/customXml" Target="../ink/ink1953.xml"/><Relationship Id="rId436" Type="http://schemas.openxmlformats.org/officeDocument/2006/relationships/customXml" Target="../ink/ink1982.xml"/><Relationship Id="rId240" Type="http://schemas.openxmlformats.org/officeDocument/2006/relationships/customXml" Target="../ink/ink1881.xml"/><Relationship Id="rId35" Type="http://schemas.openxmlformats.org/officeDocument/2006/relationships/image" Target="../media/image1545.png"/><Relationship Id="rId77" Type="http://schemas.openxmlformats.org/officeDocument/2006/relationships/image" Target="../media/image1566.png"/><Relationship Id="rId100" Type="http://schemas.openxmlformats.org/officeDocument/2006/relationships/customXml" Target="../ink/ink1811.xml"/><Relationship Id="rId282" Type="http://schemas.openxmlformats.org/officeDocument/2006/relationships/customXml" Target="../ink/ink1903.xml"/><Relationship Id="rId338" Type="http://schemas.openxmlformats.org/officeDocument/2006/relationships/customXml" Target="../ink/ink1931.xml"/><Relationship Id="rId8" Type="http://schemas.openxmlformats.org/officeDocument/2006/relationships/customXml" Target="../ink/ink1765.xml"/><Relationship Id="rId142" Type="http://schemas.openxmlformats.org/officeDocument/2006/relationships/customXml" Target="../ink/ink1832.xml"/><Relationship Id="rId184" Type="http://schemas.openxmlformats.org/officeDocument/2006/relationships/customXml" Target="../ink/ink1853.xml"/><Relationship Id="rId391" Type="http://schemas.openxmlformats.org/officeDocument/2006/relationships/customXml" Target="../ink/ink1959.xml"/><Relationship Id="rId405" Type="http://schemas.openxmlformats.org/officeDocument/2006/relationships/customXml" Target="../ink/ink1966.xml"/><Relationship Id="rId447" Type="http://schemas.openxmlformats.org/officeDocument/2006/relationships/image" Target="../media/image1741.png"/><Relationship Id="rId251" Type="http://schemas.openxmlformats.org/officeDocument/2006/relationships/image" Target="../media/image1651.png"/><Relationship Id="rId46" Type="http://schemas.openxmlformats.org/officeDocument/2006/relationships/customXml" Target="../ink/ink1784.xml"/><Relationship Id="rId293" Type="http://schemas.openxmlformats.org/officeDocument/2006/relationships/image" Target="../media/image1671.png"/><Relationship Id="rId307" Type="http://schemas.openxmlformats.org/officeDocument/2006/relationships/image" Target="../media/image1678.png"/><Relationship Id="rId349" Type="http://schemas.openxmlformats.org/officeDocument/2006/relationships/image" Target="../media/image1697.png"/><Relationship Id="rId88" Type="http://schemas.openxmlformats.org/officeDocument/2006/relationships/customXml" Target="../ink/ink1805.xml"/><Relationship Id="rId111" Type="http://schemas.openxmlformats.org/officeDocument/2006/relationships/image" Target="../media/image1583.png"/><Relationship Id="rId153" Type="http://schemas.openxmlformats.org/officeDocument/2006/relationships/image" Target="../media/image1602.png"/><Relationship Id="rId195" Type="http://schemas.openxmlformats.org/officeDocument/2006/relationships/image" Target="../media/image1623.png"/><Relationship Id="rId209" Type="http://schemas.openxmlformats.org/officeDocument/2006/relationships/image" Target="../media/image1630.png"/><Relationship Id="rId360" Type="http://schemas.openxmlformats.org/officeDocument/2006/relationships/image" Target="../media/image1701.png"/><Relationship Id="rId416" Type="http://schemas.openxmlformats.org/officeDocument/2006/relationships/image" Target="../media/image1726.png"/><Relationship Id="rId220" Type="http://schemas.openxmlformats.org/officeDocument/2006/relationships/customXml" Target="../ink/ink1871.xml"/><Relationship Id="rId458" Type="http://schemas.openxmlformats.org/officeDocument/2006/relationships/image" Target="../media/image1744.png"/><Relationship Id="rId15" Type="http://schemas.openxmlformats.org/officeDocument/2006/relationships/image" Target="../media/image1535.png"/><Relationship Id="rId57" Type="http://schemas.openxmlformats.org/officeDocument/2006/relationships/image" Target="../media/image1556.png"/><Relationship Id="rId262" Type="http://schemas.openxmlformats.org/officeDocument/2006/relationships/customXml" Target="../ink/ink1893.xml"/><Relationship Id="rId318" Type="http://schemas.openxmlformats.org/officeDocument/2006/relationships/customXml" Target="../ink/ink1921.xml"/><Relationship Id="rId99" Type="http://schemas.openxmlformats.org/officeDocument/2006/relationships/image" Target="../media/image1577.png"/><Relationship Id="rId122" Type="http://schemas.openxmlformats.org/officeDocument/2006/relationships/customXml" Target="../ink/ink1822.xml"/><Relationship Id="rId164" Type="http://schemas.openxmlformats.org/officeDocument/2006/relationships/customXml" Target="../ink/ink1843.xml"/><Relationship Id="rId371" Type="http://schemas.openxmlformats.org/officeDocument/2006/relationships/image" Target="../media/image1706.png"/><Relationship Id="rId427" Type="http://schemas.openxmlformats.org/officeDocument/2006/relationships/customXml" Target="../ink/ink1977.xml"/><Relationship Id="rId26" Type="http://schemas.openxmlformats.org/officeDocument/2006/relationships/customXml" Target="../ink/ink1774.xml"/><Relationship Id="rId231" Type="http://schemas.openxmlformats.org/officeDocument/2006/relationships/image" Target="../media/image1641.png"/><Relationship Id="rId273" Type="http://schemas.openxmlformats.org/officeDocument/2006/relationships/image" Target="../media/image1661.png"/><Relationship Id="rId329" Type="http://schemas.openxmlformats.org/officeDocument/2006/relationships/image" Target="../media/image1687.png"/><Relationship Id="rId68" Type="http://schemas.openxmlformats.org/officeDocument/2006/relationships/customXml" Target="../ink/ink1795.xml"/><Relationship Id="rId133" Type="http://schemas.openxmlformats.org/officeDocument/2006/relationships/image" Target="../media/image1593.png"/><Relationship Id="rId175" Type="http://schemas.openxmlformats.org/officeDocument/2006/relationships/image" Target="../media/image1613.png"/><Relationship Id="rId340" Type="http://schemas.openxmlformats.org/officeDocument/2006/relationships/customXml" Target="../ink/ink1932.xml"/><Relationship Id="rId200" Type="http://schemas.openxmlformats.org/officeDocument/2006/relationships/customXml" Target="../ink/ink1861.xml"/><Relationship Id="rId382" Type="http://schemas.openxmlformats.org/officeDocument/2006/relationships/customXml" Target="../ink/ink1954.xml"/><Relationship Id="rId438" Type="http://schemas.openxmlformats.org/officeDocument/2006/relationships/customXml" Target="../ink/ink1983.xml"/><Relationship Id="rId242" Type="http://schemas.openxmlformats.org/officeDocument/2006/relationships/customXml" Target="../ink/ink1882.xml"/><Relationship Id="rId284" Type="http://schemas.openxmlformats.org/officeDocument/2006/relationships/customXml" Target="../ink/ink1904.xml"/><Relationship Id="rId37" Type="http://schemas.openxmlformats.org/officeDocument/2006/relationships/image" Target="../media/image1546.png"/><Relationship Id="rId79" Type="http://schemas.openxmlformats.org/officeDocument/2006/relationships/image" Target="../media/image1567.png"/><Relationship Id="rId102" Type="http://schemas.openxmlformats.org/officeDocument/2006/relationships/customXml" Target="../ink/ink1812.xml"/><Relationship Id="rId144" Type="http://schemas.openxmlformats.org/officeDocument/2006/relationships/customXml" Target="../ink/ink1833.xml"/><Relationship Id="rId90" Type="http://schemas.openxmlformats.org/officeDocument/2006/relationships/customXml" Target="../ink/ink1806.xml"/><Relationship Id="rId186" Type="http://schemas.openxmlformats.org/officeDocument/2006/relationships/customXml" Target="../ink/ink1854.xml"/><Relationship Id="rId351" Type="http://schemas.openxmlformats.org/officeDocument/2006/relationships/image" Target="../media/image1698.png"/><Relationship Id="rId393" Type="http://schemas.openxmlformats.org/officeDocument/2006/relationships/customXml" Target="../ink/ink1960.xml"/><Relationship Id="rId407" Type="http://schemas.openxmlformats.org/officeDocument/2006/relationships/customXml" Target="../ink/ink1967.xml"/><Relationship Id="rId449" Type="http://schemas.openxmlformats.org/officeDocument/2006/relationships/image" Target="../media/image1048.png"/><Relationship Id="rId211" Type="http://schemas.openxmlformats.org/officeDocument/2006/relationships/image" Target="../media/image1631.png"/><Relationship Id="rId253" Type="http://schemas.openxmlformats.org/officeDocument/2006/relationships/customXml" Target="../ink/ink1888.xml"/><Relationship Id="rId295" Type="http://schemas.openxmlformats.org/officeDocument/2006/relationships/image" Target="../media/image1672.png"/><Relationship Id="rId309" Type="http://schemas.openxmlformats.org/officeDocument/2006/relationships/image" Target="../media/image1106.png"/><Relationship Id="rId48" Type="http://schemas.openxmlformats.org/officeDocument/2006/relationships/customXml" Target="../ink/ink1785.xml"/><Relationship Id="rId113" Type="http://schemas.openxmlformats.org/officeDocument/2006/relationships/image" Target="../media/image1584.png"/><Relationship Id="rId320" Type="http://schemas.openxmlformats.org/officeDocument/2006/relationships/customXml" Target="../ink/ink1922.xml"/><Relationship Id="rId155" Type="http://schemas.openxmlformats.org/officeDocument/2006/relationships/image" Target="../media/image1603.png"/><Relationship Id="rId197" Type="http://schemas.openxmlformats.org/officeDocument/2006/relationships/image" Target="../media/image1624.png"/><Relationship Id="rId362" Type="http://schemas.openxmlformats.org/officeDocument/2006/relationships/image" Target="../media/image1702.png"/><Relationship Id="rId418" Type="http://schemas.openxmlformats.org/officeDocument/2006/relationships/image" Target="../media/image1727.png"/><Relationship Id="rId222" Type="http://schemas.openxmlformats.org/officeDocument/2006/relationships/customXml" Target="../ink/ink1872.xml"/><Relationship Id="rId264" Type="http://schemas.openxmlformats.org/officeDocument/2006/relationships/customXml" Target="../ink/ink1894.xml"/><Relationship Id="rId17" Type="http://schemas.openxmlformats.org/officeDocument/2006/relationships/image" Target="../media/image1536.png"/><Relationship Id="rId59" Type="http://schemas.openxmlformats.org/officeDocument/2006/relationships/image" Target="../media/image1557.png"/><Relationship Id="rId124" Type="http://schemas.openxmlformats.org/officeDocument/2006/relationships/customXml" Target="../ink/ink1823.xml"/><Relationship Id="rId70" Type="http://schemas.openxmlformats.org/officeDocument/2006/relationships/customXml" Target="../ink/ink1796.xml"/><Relationship Id="rId166" Type="http://schemas.openxmlformats.org/officeDocument/2006/relationships/customXml" Target="../ink/ink1844.xml"/><Relationship Id="rId331" Type="http://schemas.openxmlformats.org/officeDocument/2006/relationships/image" Target="../media/image1688.png"/><Relationship Id="rId373" Type="http://schemas.openxmlformats.org/officeDocument/2006/relationships/image" Target="../media/image1707.png"/><Relationship Id="rId429" Type="http://schemas.openxmlformats.org/officeDocument/2006/relationships/customXml" Target="../ink/ink1978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42.png"/><Relationship Id="rId440" Type="http://schemas.openxmlformats.org/officeDocument/2006/relationships/customXml" Target="../ink/ink1984.xml"/><Relationship Id="rId28" Type="http://schemas.openxmlformats.org/officeDocument/2006/relationships/customXml" Target="../ink/ink1775.xml"/><Relationship Id="rId275" Type="http://schemas.openxmlformats.org/officeDocument/2006/relationships/image" Target="../media/image1662.png"/><Relationship Id="rId300" Type="http://schemas.openxmlformats.org/officeDocument/2006/relationships/customXml" Target="../ink/ink1912.xml"/><Relationship Id="rId81" Type="http://schemas.openxmlformats.org/officeDocument/2006/relationships/image" Target="../media/image1568.png"/><Relationship Id="rId135" Type="http://schemas.openxmlformats.org/officeDocument/2006/relationships/image" Target="../media/image388.png"/><Relationship Id="rId177" Type="http://schemas.openxmlformats.org/officeDocument/2006/relationships/image" Target="../media/image1614.png"/><Relationship Id="rId342" Type="http://schemas.openxmlformats.org/officeDocument/2006/relationships/customXml" Target="../ink/ink1933.xml"/><Relationship Id="rId384" Type="http://schemas.openxmlformats.org/officeDocument/2006/relationships/customXml" Target="../ink/ink1955.xml"/><Relationship Id="rId202" Type="http://schemas.openxmlformats.org/officeDocument/2006/relationships/customXml" Target="../ink/ink1862.xml"/><Relationship Id="rId244" Type="http://schemas.openxmlformats.org/officeDocument/2006/relationships/customXml" Target="../ink/ink1883.xml"/><Relationship Id="rId39" Type="http://schemas.openxmlformats.org/officeDocument/2006/relationships/image" Target="../media/image1547.png"/><Relationship Id="rId286" Type="http://schemas.openxmlformats.org/officeDocument/2006/relationships/customXml" Target="../ink/ink1905.xml"/><Relationship Id="rId451" Type="http://schemas.openxmlformats.org/officeDocument/2006/relationships/image" Target="../media/image1121.png"/><Relationship Id="rId50" Type="http://schemas.openxmlformats.org/officeDocument/2006/relationships/customXml" Target="../ink/ink1786.xml"/><Relationship Id="rId104" Type="http://schemas.openxmlformats.org/officeDocument/2006/relationships/customXml" Target="../ink/ink1813.xml"/><Relationship Id="rId146" Type="http://schemas.openxmlformats.org/officeDocument/2006/relationships/customXml" Target="../ink/ink1834.xml"/><Relationship Id="rId188" Type="http://schemas.openxmlformats.org/officeDocument/2006/relationships/customXml" Target="../ink/ink1855.xml"/><Relationship Id="rId311" Type="http://schemas.openxmlformats.org/officeDocument/2006/relationships/image" Target="../media/image378.png"/><Relationship Id="rId353" Type="http://schemas.openxmlformats.org/officeDocument/2006/relationships/image" Target="../media/image1699.png"/><Relationship Id="rId395" Type="http://schemas.openxmlformats.org/officeDocument/2006/relationships/customXml" Target="../ink/ink1961.xml"/><Relationship Id="rId409" Type="http://schemas.openxmlformats.org/officeDocument/2006/relationships/customXml" Target="../ink/ink1968.xml"/><Relationship Id="rId92" Type="http://schemas.openxmlformats.org/officeDocument/2006/relationships/customXml" Target="../ink/ink1807.xml"/><Relationship Id="rId213" Type="http://schemas.openxmlformats.org/officeDocument/2006/relationships/image" Target="../media/image1632.png"/><Relationship Id="rId420" Type="http://schemas.openxmlformats.org/officeDocument/2006/relationships/image" Target="../media/image172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01.png"/><Relationship Id="rId21" Type="http://schemas.openxmlformats.org/officeDocument/2006/relationships/image" Target="../media/image1753.png"/><Relationship Id="rId63" Type="http://schemas.openxmlformats.org/officeDocument/2006/relationships/image" Target="../media/image1774.png"/><Relationship Id="rId159" Type="http://schemas.openxmlformats.org/officeDocument/2006/relationships/image" Target="../media/image1822.png"/><Relationship Id="rId170" Type="http://schemas.openxmlformats.org/officeDocument/2006/relationships/customXml" Target="../ink/ink2078.xml"/><Relationship Id="rId226" Type="http://schemas.openxmlformats.org/officeDocument/2006/relationships/customXml" Target="../ink/ink2106.xml"/><Relationship Id="rId268" Type="http://schemas.openxmlformats.org/officeDocument/2006/relationships/customXml" Target="../ink/ink2129.xml"/><Relationship Id="rId32" Type="http://schemas.openxmlformats.org/officeDocument/2006/relationships/customXml" Target="../ink/ink2009.xml"/><Relationship Id="rId74" Type="http://schemas.openxmlformats.org/officeDocument/2006/relationships/customXml" Target="../ink/ink2030.xml"/><Relationship Id="rId128" Type="http://schemas.openxmlformats.org/officeDocument/2006/relationships/customXml" Target="../ink/ink2057.xml"/><Relationship Id="rId5" Type="http://schemas.openxmlformats.org/officeDocument/2006/relationships/image" Target="../media/image1745.png"/><Relationship Id="rId95" Type="http://schemas.openxmlformats.org/officeDocument/2006/relationships/image" Target="../media/image1790.png"/><Relationship Id="rId160" Type="http://schemas.openxmlformats.org/officeDocument/2006/relationships/customXml" Target="../ink/ink2073.xml"/><Relationship Id="rId181" Type="http://schemas.openxmlformats.org/officeDocument/2006/relationships/image" Target="../media/image1833.png"/><Relationship Id="rId216" Type="http://schemas.openxmlformats.org/officeDocument/2006/relationships/customXml" Target="../ink/ink2101.xml"/><Relationship Id="rId237" Type="http://schemas.openxmlformats.org/officeDocument/2006/relationships/image" Target="../media/image1858.png"/><Relationship Id="rId258" Type="http://schemas.openxmlformats.org/officeDocument/2006/relationships/customXml" Target="../ink/ink2123.xml"/><Relationship Id="rId22" Type="http://schemas.openxmlformats.org/officeDocument/2006/relationships/customXml" Target="../ink/ink2004.xml"/><Relationship Id="rId43" Type="http://schemas.openxmlformats.org/officeDocument/2006/relationships/image" Target="../media/image1764.png"/><Relationship Id="rId64" Type="http://schemas.openxmlformats.org/officeDocument/2006/relationships/customXml" Target="../ink/ink2025.xml"/><Relationship Id="rId118" Type="http://schemas.openxmlformats.org/officeDocument/2006/relationships/customXml" Target="../ink/ink2052.xml"/><Relationship Id="rId139" Type="http://schemas.openxmlformats.org/officeDocument/2006/relationships/image" Target="../media/image1812.png"/><Relationship Id="rId85" Type="http://schemas.openxmlformats.org/officeDocument/2006/relationships/image" Target="../media/image1785.png"/><Relationship Id="rId150" Type="http://schemas.openxmlformats.org/officeDocument/2006/relationships/customXml" Target="../ink/ink2068.xml"/><Relationship Id="rId171" Type="http://schemas.openxmlformats.org/officeDocument/2006/relationships/image" Target="../media/image1828.png"/><Relationship Id="rId192" Type="http://schemas.openxmlformats.org/officeDocument/2006/relationships/customXml" Target="../ink/ink2089.xml"/><Relationship Id="rId206" Type="http://schemas.openxmlformats.org/officeDocument/2006/relationships/customXml" Target="../ink/ink2096.xml"/><Relationship Id="rId227" Type="http://schemas.openxmlformats.org/officeDocument/2006/relationships/image" Target="../media/image1853.png"/><Relationship Id="rId248" Type="http://schemas.openxmlformats.org/officeDocument/2006/relationships/customXml" Target="../ink/ink2118.xml"/><Relationship Id="rId269" Type="http://schemas.openxmlformats.org/officeDocument/2006/relationships/customXml" Target="../ink/ink2130.xml"/><Relationship Id="rId12" Type="http://schemas.openxmlformats.org/officeDocument/2006/relationships/customXml" Target="../ink/ink1999.xml"/><Relationship Id="rId33" Type="http://schemas.openxmlformats.org/officeDocument/2006/relationships/image" Target="../media/image1759.png"/><Relationship Id="rId108" Type="http://schemas.openxmlformats.org/officeDocument/2006/relationships/customXml" Target="../ink/ink2047.xml"/><Relationship Id="rId129" Type="http://schemas.openxmlformats.org/officeDocument/2006/relationships/image" Target="../media/image1807.png"/><Relationship Id="rId54" Type="http://schemas.openxmlformats.org/officeDocument/2006/relationships/customXml" Target="../ink/ink2020.xml"/><Relationship Id="rId75" Type="http://schemas.openxmlformats.org/officeDocument/2006/relationships/image" Target="../media/image1780.png"/><Relationship Id="rId96" Type="http://schemas.openxmlformats.org/officeDocument/2006/relationships/customXml" Target="../ink/ink2041.xml"/><Relationship Id="rId140" Type="http://schemas.openxmlformats.org/officeDocument/2006/relationships/customXml" Target="../ink/ink2063.xml"/><Relationship Id="rId161" Type="http://schemas.openxmlformats.org/officeDocument/2006/relationships/image" Target="../media/image1823.png"/><Relationship Id="rId182" Type="http://schemas.openxmlformats.org/officeDocument/2006/relationships/customXml" Target="../ink/ink2084.xml"/><Relationship Id="rId217" Type="http://schemas.openxmlformats.org/officeDocument/2006/relationships/image" Target="../media/image1851.png"/><Relationship Id="rId6" Type="http://schemas.openxmlformats.org/officeDocument/2006/relationships/customXml" Target="../ink/ink1996.xml"/><Relationship Id="rId238" Type="http://schemas.openxmlformats.org/officeDocument/2006/relationships/customXml" Target="../ink/ink2112.xml"/><Relationship Id="rId259" Type="http://schemas.openxmlformats.org/officeDocument/2006/relationships/image" Target="../media/image1865.png"/><Relationship Id="rId23" Type="http://schemas.openxmlformats.org/officeDocument/2006/relationships/image" Target="../media/image1754.png"/><Relationship Id="rId119" Type="http://schemas.openxmlformats.org/officeDocument/2006/relationships/image" Target="../media/image1802.png"/><Relationship Id="rId270" Type="http://schemas.openxmlformats.org/officeDocument/2006/relationships/image" Target="../media/image1099.png"/><Relationship Id="rId44" Type="http://schemas.openxmlformats.org/officeDocument/2006/relationships/customXml" Target="../ink/ink2015.xml"/><Relationship Id="rId65" Type="http://schemas.openxmlformats.org/officeDocument/2006/relationships/image" Target="../media/image1775.png"/><Relationship Id="rId86" Type="http://schemas.openxmlformats.org/officeDocument/2006/relationships/customXml" Target="../ink/ink2036.xml"/><Relationship Id="rId130" Type="http://schemas.openxmlformats.org/officeDocument/2006/relationships/customXml" Target="../ink/ink2058.xml"/><Relationship Id="rId151" Type="http://schemas.openxmlformats.org/officeDocument/2006/relationships/image" Target="../media/image1818.png"/><Relationship Id="rId172" Type="http://schemas.openxmlformats.org/officeDocument/2006/relationships/customXml" Target="../ink/ink2079.xml"/><Relationship Id="rId193" Type="http://schemas.openxmlformats.org/officeDocument/2006/relationships/image" Target="../media/image1839.png"/><Relationship Id="rId207" Type="http://schemas.openxmlformats.org/officeDocument/2006/relationships/image" Target="../media/image1846.png"/><Relationship Id="rId228" Type="http://schemas.openxmlformats.org/officeDocument/2006/relationships/customXml" Target="../ink/ink2107.xml"/><Relationship Id="rId249" Type="http://schemas.openxmlformats.org/officeDocument/2006/relationships/image" Target="../media/image1860.png"/><Relationship Id="rId13" Type="http://schemas.openxmlformats.org/officeDocument/2006/relationships/image" Target="../media/image1749.png"/><Relationship Id="rId109" Type="http://schemas.openxmlformats.org/officeDocument/2006/relationships/image" Target="../media/image1797.png"/><Relationship Id="rId260" Type="http://schemas.openxmlformats.org/officeDocument/2006/relationships/customXml" Target="../ink/ink2124.xml"/><Relationship Id="rId34" Type="http://schemas.openxmlformats.org/officeDocument/2006/relationships/customXml" Target="../ink/ink2010.xml"/><Relationship Id="rId55" Type="http://schemas.openxmlformats.org/officeDocument/2006/relationships/image" Target="../media/image1770.png"/><Relationship Id="rId76" Type="http://schemas.openxmlformats.org/officeDocument/2006/relationships/customXml" Target="../ink/ink2031.xml"/><Relationship Id="rId97" Type="http://schemas.openxmlformats.org/officeDocument/2006/relationships/image" Target="../media/image1791.png"/><Relationship Id="rId120" Type="http://schemas.openxmlformats.org/officeDocument/2006/relationships/customXml" Target="../ink/ink2053.xml"/><Relationship Id="rId141" Type="http://schemas.openxmlformats.org/officeDocument/2006/relationships/image" Target="../media/image1813.png"/><Relationship Id="rId7" Type="http://schemas.openxmlformats.org/officeDocument/2006/relationships/image" Target="../media/image1746.png"/><Relationship Id="rId162" Type="http://schemas.openxmlformats.org/officeDocument/2006/relationships/customXml" Target="../ink/ink2074.xml"/><Relationship Id="rId183" Type="http://schemas.openxmlformats.org/officeDocument/2006/relationships/image" Target="../media/image1834.png"/><Relationship Id="rId218" Type="http://schemas.openxmlformats.org/officeDocument/2006/relationships/customXml" Target="../ink/ink2102.xml"/><Relationship Id="rId239" Type="http://schemas.openxmlformats.org/officeDocument/2006/relationships/image" Target="../media/image1859.png"/><Relationship Id="rId250" Type="http://schemas.openxmlformats.org/officeDocument/2006/relationships/customXml" Target="../ink/ink2119.xml"/><Relationship Id="rId271" Type="http://schemas.openxmlformats.org/officeDocument/2006/relationships/customXml" Target="../ink/ink2131.xml"/><Relationship Id="rId24" Type="http://schemas.openxmlformats.org/officeDocument/2006/relationships/customXml" Target="../ink/ink2005.xml"/><Relationship Id="rId45" Type="http://schemas.openxmlformats.org/officeDocument/2006/relationships/image" Target="../media/image1765.png"/><Relationship Id="rId66" Type="http://schemas.openxmlformats.org/officeDocument/2006/relationships/customXml" Target="../ink/ink2026.xml"/><Relationship Id="rId87" Type="http://schemas.openxmlformats.org/officeDocument/2006/relationships/image" Target="../media/image1786.png"/><Relationship Id="rId110" Type="http://schemas.openxmlformats.org/officeDocument/2006/relationships/customXml" Target="../ink/ink2048.xml"/><Relationship Id="rId131" Type="http://schemas.openxmlformats.org/officeDocument/2006/relationships/image" Target="../media/image1808.png"/><Relationship Id="rId152" Type="http://schemas.openxmlformats.org/officeDocument/2006/relationships/customXml" Target="../ink/ink2069.xml"/><Relationship Id="rId173" Type="http://schemas.openxmlformats.org/officeDocument/2006/relationships/image" Target="../media/image1829.png"/><Relationship Id="rId194" Type="http://schemas.openxmlformats.org/officeDocument/2006/relationships/customXml" Target="../ink/ink2090.xml"/><Relationship Id="rId208" Type="http://schemas.openxmlformats.org/officeDocument/2006/relationships/customXml" Target="../ink/ink2097.xml"/><Relationship Id="rId229" Type="http://schemas.openxmlformats.org/officeDocument/2006/relationships/image" Target="../media/image1854.png"/><Relationship Id="rId240" Type="http://schemas.openxmlformats.org/officeDocument/2006/relationships/customXml" Target="../ink/ink2113.xml"/><Relationship Id="rId261" Type="http://schemas.openxmlformats.org/officeDocument/2006/relationships/image" Target="../media/image1866.png"/><Relationship Id="rId14" Type="http://schemas.openxmlformats.org/officeDocument/2006/relationships/customXml" Target="../ink/ink2000.xml"/><Relationship Id="rId35" Type="http://schemas.openxmlformats.org/officeDocument/2006/relationships/image" Target="../media/image1760.png"/><Relationship Id="rId56" Type="http://schemas.openxmlformats.org/officeDocument/2006/relationships/customXml" Target="../ink/ink2021.xml"/><Relationship Id="rId77" Type="http://schemas.openxmlformats.org/officeDocument/2006/relationships/image" Target="../media/image1781.png"/><Relationship Id="rId100" Type="http://schemas.openxmlformats.org/officeDocument/2006/relationships/customXml" Target="../ink/ink2043.xml"/><Relationship Id="rId8" Type="http://schemas.openxmlformats.org/officeDocument/2006/relationships/customXml" Target="../ink/ink1997.xml"/><Relationship Id="rId98" Type="http://schemas.openxmlformats.org/officeDocument/2006/relationships/customXml" Target="../ink/ink2042.xml"/><Relationship Id="rId121" Type="http://schemas.openxmlformats.org/officeDocument/2006/relationships/image" Target="../media/image1803.png"/><Relationship Id="rId142" Type="http://schemas.openxmlformats.org/officeDocument/2006/relationships/customXml" Target="../ink/ink2064.xml"/><Relationship Id="rId163" Type="http://schemas.openxmlformats.org/officeDocument/2006/relationships/image" Target="../media/image1824.png"/><Relationship Id="rId184" Type="http://schemas.openxmlformats.org/officeDocument/2006/relationships/customXml" Target="../ink/ink2085.xml"/><Relationship Id="rId219" Type="http://schemas.openxmlformats.org/officeDocument/2006/relationships/image" Target="../media/image1689.png"/><Relationship Id="rId230" Type="http://schemas.openxmlformats.org/officeDocument/2006/relationships/customXml" Target="../ink/ink2108.xml"/><Relationship Id="rId251" Type="http://schemas.openxmlformats.org/officeDocument/2006/relationships/image" Target="../media/image1861.png"/><Relationship Id="rId25" Type="http://schemas.openxmlformats.org/officeDocument/2006/relationships/image" Target="../media/image1755.png"/><Relationship Id="rId46" Type="http://schemas.openxmlformats.org/officeDocument/2006/relationships/customXml" Target="../ink/ink2016.xml"/><Relationship Id="rId67" Type="http://schemas.openxmlformats.org/officeDocument/2006/relationships/image" Target="../media/image1776.png"/><Relationship Id="rId272" Type="http://schemas.openxmlformats.org/officeDocument/2006/relationships/image" Target="../media/image1869.png"/><Relationship Id="rId88" Type="http://schemas.openxmlformats.org/officeDocument/2006/relationships/customXml" Target="../ink/ink2037.xml"/><Relationship Id="rId111" Type="http://schemas.openxmlformats.org/officeDocument/2006/relationships/image" Target="../media/image1798.png"/><Relationship Id="rId132" Type="http://schemas.openxmlformats.org/officeDocument/2006/relationships/customXml" Target="../ink/ink2059.xml"/><Relationship Id="rId153" Type="http://schemas.openxmlformats.org/officeDocument/2006/relationships/image" Target="../media/image1819.png"/><Relationship Id="rId174" Type="http://schemas.openxmlformats.org/officeDocument/2006/relationships/customXml" Target="../ink/ink2080.xml"/><Relationship Id="rId195" Type="http://schemas.openxmlformats.org/officeDocument/2006/relationships/image" Target="../media/image1840.png"/><Relationship Id="rId209" Type="http://schemas.openxmlformats.org/officeDocument/2006/relationships/image" Target="../media/image1847.png"/><Relationship Id="rId220" Type="http://schemas.openxmlformats.org/officeDocument/2006/relationships/customXml" Target="../ink/ink2103.xml"/><Relationship Id="rId241" Type="http://schemas.openxmlformats.org/officeDocument/2006/relationships/image" Target="../media/image1697.png"/><Relationship Id="rId15" Type="http://schemas.openxmlformats.org/officeDocument/2006/relationships/image" Target="../media/image1750.png"/><Relationship Id="rId36" Type="http://schemas.openxmlformats.org/officeDocument/2006/relationships/customXml" Target="../ink/ink2011.xml"/><Relationship Id="rId57" Type="http://schemas.openxmlformats.org/officeDocument/2006/relationships/image" Target="../media/image1771.png"/><Relationship Id="rId262" Type="http://schemas.openxmlformats.org/officeDocument/2006/relationships/customXml" Target="../ink/ink2125.xml"/><Relationship Id="rId78" Type="http://schemas.openxmlformats.org/officeDocument/2006/relationships/customXml" Target="../ink/ink2032.xml"/><Relationship Id="rId99" Type="http://schemas.openxmlformats.org/officeDocument/2006/relationships/image" Target="../media/image1792.png"/><Relationship Id="rId101" Type="http://schemas.openxmlformats.org/officeDocument/2006/relationships/image" Target="../media/image1793.png"/><Relationship Id="rId122" Type="http://schemas.openxmlformats.org/officeDocument/2006/relationships/customXml" Target="../ink/ink2054.xml"/><Relationship Id="rId143" Type="http://schemas.openxmlformats.org/officeDocument/2006/relationships/image" Target="../media/image1814.png"/><Relationship Id="rId164" Type="http://schemas.openxmlformats.org/officeDocument/2006/relationships/customXml" Target="../ink/ink2075.xml"/><Relationship Id="rId185" Type="http://schemas.openxmlformats.org/officeDocument/2006/relationships/image" Target="../media/image1835.png"/><Relationship Id="rId9" Type="http://schemas.openxmlformats.org/officeDocument/2006/relationships/image" Target="../media/image1747.png"/><Relationship Id="rId210" Type="http://schemas.openxmlformats.org/officeDocument/2006/relationships/customXml" Target="../ink/ink2098.xml"/><Relationship Id="rId26" Type="http://schemas.openxmlformats.org/officeDocument/2006/relationships/customXml" Target="../ink/ink2006.xml"/><Relationship Id="rId231" Type="http://schemas.openxmlformats.org/officeDocument/2006/relationships/image" Target="../media/image1855.png"/><Relationship Id="rId252" Type="http://schemas.openxmlformats.org/officeDocument/2006/relationships/customXml" Target="../ink/ink2120.xml"/><Relationship Id="rId273" Type="http://schemas.openxmlformats.org/officeDocument/2006/relationships/customXml" Target="../ink/ink2132.xml"/><Relationship Id="rId47" Type="http://schemas.openxmlformats.org/officeDocument/2006/relationships/image" Target="../media/image1766.png"/><Relationship Id="rId68" Type="http://schemas.openxmlformats.org/officeDocument/2006/relationships/customXml" Target="../ink/ink2027.xml"/><Relationship Id="rId89" Type="http://schemas.openxmlformats.org/officeDocument/2006/relationships/image" Target="../media/image1787.png"/><Relationship Id="rId112" Type="http://schemas.openxmlformats.org/officeDocument/2006/relationships/customXml" Target="../ink/ink2049.xml"/><Relationship Id="rId133" Type="http://schemas.openxmlformats.org/officeDocument/2006/relationships/image" Target="../media/image1809.png"/><Relationship Id="rId154" Type="http://schemas.openxmlformats.org/officeDocument/2006/relationships/customXml" Target="../ink/ink2070.xml"/><Relationship Id="rId175" Type="http://schemas.openxmlformats.org/officeDocument/2006/relationships/image" Target="../media/image1830.png"/><Relationship Id="rId196" Type="http://schemas.openxmlformats.org/officeDocument/2006/relationships/customXml" Target="../ink/ink2091.xml"/><Relationship Id="rId200" Type="http://schemas.openxmlformats.org/officeDocument/2006/relationships/customXml" Target="../ink/ink2093.xml"/><Relationship Id="rId16" Type="http://schemas.openxmlformats.org/officeDocument/2006/relationships/customXml" Target="../ink/ink2001.xml"/><Relationship Id="rId221" Type="http://schemas.openxmlformats.org/officeDocument/2006/relationships/image" Target="../media/image1593.png"/><Relationship Id="rId242" Type="http://schemas.openxmlformats.org/officeDocument/2006/relationships/customXml" Target="../ink/ink2114.xml"/><Relationship Id="rId263" Type="http://schemas.openxmlformats.org/officeDocument/2006/relationships/customXml" Target="../ink/ink2126.xml"/><Relationship Id="rId37" Type="http://schemas.openxmlformats.org/officeDocument/2006/relationships/image" Target="../media/image1761.png"/><Relationship Id="rId58" Type="http://schemas.openxmlformats.org/officeDocument/2006/relationships/customXml" Target="../ink/ink2022.xml"/><Relationship Id="rId79" Type="http://schemas.openxmlformats.org/officeDocument/2006/relationships/image" Target="../media/image1782.png"/><Relationship Id="rId102" Type="http://schemas.openxmlformats.org/officeDocument/2006/relationships/customXml" Target="../ink/ink2044.xml"/><Relationship Id="rId123" Type="http://schemas.openxmlformats.org/officeDocument/2006/relationships/image" Target="../media/image1804.png"/><Relationship Id="rId144" Type="http://schemas.openxmlformats.org/officeDocument/2006/relationships/customXml" Target="../ink/ink2065.xml"/><Relationship Id="rId90" Type="http://schemas.openxmlformats.org/officeDocument/2006/relationships/customXml" Target="../ink/ink2038.xml"/><Relationship Id="rId165" Type="http://schemas.openxmlformats.org/officeDocument/2006/relationships/image" Target="../media/image1825.png"/><Relationship Id="rId186" Type="http://schemas.openxmlformats.org/officeDocument/2006/relationships/customXml" Target="../ink/ink2086.xml"/><Relationship Id="rId211" Type="http://schemas.openxmlformats.org/officeDocument/2006/relationships/image" Target="../media/image1848.png"/><Relationship Id="rId232" Type="http://schemas.openxmlformats.org/officeDocument/2006/relationships/customXml" Target="../ink/ink2109.xml"/><Relationship Id="rId253" Type="http://schemas.openxmlformats.org/officeDocument/2006/relationships/image" Target="../media/image1862.png"/><Relationship Id="rId274" Type="http://schemas.openxmlformats.org/officeDocument/2006/relationships/image" Target="../media/image1870.png"/><Relationship Id="rId27" Type="http://schemas.openxmlformats.org/officeDocument/2006/relationships/image" Target="../media/image1756.png"/><Relationship Id="rId48" Type="http://schemas.openxmlformats.org/officeDocument/2006/relationships/customXml" Target="../ink/ink2017.xml"/><Relationship Id="rId69" Type="http://schemas.openxmlformats.org/officeDocument/2006/relationships/image" Target="../media/image1777.png"/><Relationship Id="rId113" Type="http://schemas.openxmlformats.org/officeDocument/2006/relationships/image" Target="../media/image1799.png"/><Relationship Id="rId134" Type="http://schemas.openxmlformats.org/officeDocument/2006/relationships/customXml" Target="../ink/ink2060.xml"/><Relationship Id="rId80" Type="http://schemas.openxmlformats.org/officeDocument/2006/relationships/customXml" Target="../ink/ink2033.xml"/><Relationship Id="rId155" Type="http://schemas.openxmlformats.org/officeDocument/2006/relationships/image" Target="../media/image1820.png"/><Relationship Id="rId176" Type="http://schemas.openxmlformats.org/officeDocument/2006/relationships/customXml" Target="../ink/ink2081.xml"/><Relationship Id="rId197" Type="http://schemas.openxmlformats.org/officeDocument/2006/relationships/image" Target="../media/image1841.png"/><Relationship Id="rId201" Type="http://schemas.openxmlformats.org/officeDocument/2006/relationships/image" Target="../media/image1843.png"/><Relationship Id="rId222" Type="http://schemas.openxmlformats.org/officeDocument/2006/relationships/customXml" Target="../ink/ink2104.xml"/><Relationship Id="rId243" Type="http://schemas.openxmlformats.org/officeDocument/2006/relationships/customXml" Target="../ink/ink2115.xml"/><Relationship Id="rId264" Type="http://schemas.openxmlformats.org/officeDocument/2006/relationships/image" Target="../media/image1867.png"/><Relationship Id="rId17" Type="http://schemas.openxmlformats.org/officeDocument/2006/relationships/image" Target="../media/image1751.png"/><Relationship Id="rId38" Type="http://schemas.openxmlformats.org/officeDocument/2006/relationships/customXml" Target="../ink/ink2012.xml"/><Relationship Id="rId59" Type="http://schemas.openxmlformats.org/officeDocument/2006/relationships/image" Target="../media/image1772.png"/><Relationship Id="rId103" Type="http://schemas.openxmlformats.org/officeDocument/2006/relationships/image" Target="../media/image1794.png"/><Relationship Id="rId124" Type="http://schemas.openxmlformats.org/officeDocument/2006/relationships/customXml" Target="../ink/ink2055.xml"/><Relationship Id="rId70" Type="http://schemas.openxmlformats.org/officeDocument/2006/relationships/customXml" Target="../ink/ink2028.xml"/><Relationship Id="rId91" Type="http://schemas.openxmlformats.org/officeDocument/2006/relationships/image" Target="../media/image1788.png"/><Relationship Id="rId145" Type="http://schemas.openxmlformats.org/officeDocument/2006/relationships/image" Target="../media/image1815.png"/><Relationship Id="rId166" Type="http://schemas.openxmlformats.org/officeDocument/2006/relationships/customXml" Target="../ink/ink2076.xml"/><Relationship Id="rId187" Type="http://schemas.openxmlformats.org/officeDocument/2006/relationships/image" Target="../media/image183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99.xml"/><Relationship Id="rId233" Type="http://schemas.openxmlformats.org/officeDocument/2006/relationships/image" Target="../media/image1856.png"/><Relationship Id="rId254" Type="http://schemas.openxmlformats.org/officeDocument/2006/relationships/customXml" Target="../ink/ink2121.xml"/><Relationship Id="rId28" Type="http://schemas.openxmlformats.org/officeDocument/2006/relationships/customXml" Target="../ink/ink2007.xml"/><Relationship Id="rId49" Type="http://schemas.openxmlformats.org/officeDocument/2006/relationships/image" Target="../media/image1767.png"/><Relationship Id="rId114" Type="http://schemas.openxmlformats.org/officeDocument/2006/relationships/customXml" Target="../ink/ink2050.xml"/><Relationship Id="rId275" Type="http://schemas.openxmlformats.org/officeDocument/2006/relationships/customXml" Target="../ink/ink2133.xml"/><Relationship Id="rId60" Type="http://schemas.openxmlformats.org/officeDocument/2006/relationships/customXml" Target="../ink/ink2023.xml"/><Relationship Id="rId81" Type="http://schemas.openxmlformats.org/officeDocument/2006/relationships/image" Target="../media/image1783.png"/><Relationship Id="rId135" Type="http://schemas.openxmlformats.org/officeDocument/2006/relationships/image" Target="../media/image1810.png"/><Relationship Id="rId156" Type="http://schemas.openxmlformats.org/officeDocument/2006/relationships/customXml" Target="../ink/ink2071.xml"/><Relationship Id="rId177" Type="http://schemas.openxmlformats.org/officeDocument/2006/relationships/image" Target="../media/image1831.png"/><Relationship Id="rId198" Type="http://schemas.openxmlformats.org/officeDocument/2006/relationships/customXml" Target="../ink/ink2092.xml"/><Relationship Id="rId202" Type="http://schemas.openxmlformats.org/officeDocument/2006/relationships/customXml" Target="../ink/ink2094.xml"/><Relationship Id="rId223" Type="http://schemas.openxmlformats.org/officeDocument/2006/relationships/image" Target="../media/image1393.png"/><Relationship Id="rId244" Type="http://schemas.openxmlformats.org/officeDocument/2006/relationships/image" Target="../media/image388.png"/><Relationship Id="rId18" Type="http://schemas.openxmlformats.org/officeDocument/2006/relationships/customXml" Target="../ink/ink2002.xml"/><Relationship Id="rId39" Type="http://schemas.openxmlformats.org/officeDocument/2006/relationships/image" Target="../media/image1762.png"/><Relationship Id="rId265" Type="http://schemas.openxmlformats.org/officeDocument/2006/relationships/customXml" Target="../ink/ink2127.xml"/><Relationship Id="rId50" Type="http://schemas.openxmlformats.org/officeDocument/2006/relationships/customXml" Target="../ink/ink2018.xml"/><Relationship Id="rId104" Type="http://schemas.openxmlformats.org/officeDocument/2006/relationships/customXml" Target="../ink/ink2045.xml"/><Relationship Id="rId125" Type="http://schemas.openxmlformats.org/officeDocument/2006/relationships/image" Target="../media/image1805.png"/><Relationship Id="rId146" Type="http://schemas.openxmlformats.org/officeDocument/2006/relationships/customXml" Target="../ink/ink2066.xml"/><Relationship Id="rId167" Type="http://schemas.openxmlformats.org/officeDocument/2006/relationships/image" Target="../media/image1826.png"/><Relationship Id="rId188" Type="http://schemas.openxmlformats.org/officeDocument/2006/relationships/customXml" Target="../ink/ink2087.xml"/><Relationship Id="rId71" Type="http://schemas.openxmlformats.org/officeDocument/2006/relationships/image" Target="../media/image1778.png"/><Relationship Id="rId92" Type="http://schemas.openxmlformats.org/officeDocument/2006/relationships/customXml" Target="../ink/ink2039.xml"/><Relationship Id="rId213" Type="http://schemas.openxmlformats.org/officeDocument/2006/relationships/image" Target="../media/image1849.png"/><Relationship Id="rId234" Type="http://schemas.openxmlformats.org/officeDocument/2006/relationships/customXml" Target="../ink/ink2110.xml"/><Relationship Id="rId2" Type="http://schemas.openxmlformats.org/officeDocument/2006/relationships/customXml" Target="../ink/ink1994.xml"/><Relationship Id="rId29" Type="http://schemas.openxmlformats.org/officeDocument/2006/relationships/image" Target="../media/image1757.png"/><Relationship Id="rId255" Type="http://schemas.openxmlformats.org/officeDocument/2006/relationships/image" Target="../media/image1863.png"/><Relationship Id="rId40" Type="http://schemas.openxmlformats.org/officeDocument/2006/relationships/customXml" Target="../ink/ink2013.xml"/><Relationship Id="rId115" Type="http://schemas.openxmlformats.org/officeDocument/2006/relationships/image" Target="../media/image1800.png"/><Relationship Id="rId136" Type="http://schemas.openxmlformats.org/officeDocument/2006/relationships/customXml" Target="../ink/ink2061.xml"/><Relationship Id="rId157" Type="http://schemas.openxmlformats.org/officeDocument/2006/relationships/image" Target="../media/image1821.png"/><Relationship Id="rId178" Type="http://schemas.openxmlformats.org/officeDocument/2006/relationships/customXml" Target="../ink/ink2082.xml"/><Relationship Id="rId61" Type="http://schemas.openxmlformats.org/officeDocument/2006/relationships/image" Target="../media/image1773.png"/><Relationship Id="rId82" Type="http://schemas.openxmlformats.org/officeDocument/2006/relationships/customXml" Target="../ink/ink2034.xml"/><Relationship Id="rId199" Type="http://schemas.openxmlformats.org/officeDocument/2006/relationships/image" Target="../media/image1842.png"/><Relationship Id="rId203" Type="http://schemas.openxmlformats.org/officeDocument/2006/relationships/image" Target="../media/image1844.png"/><Relationship Id="rId19" Type="http://schemas.openxmlformats.org/officeDocument/2006/relationships/image" Target="../media/image1752.png"/><Relationship Id="rId224" Type="http://schemas.openxmlformats.org/officeDocument/2006/relationships/customXml" Target="../ink/ink2105.xml"/><Relationship Id="rId245" Type="http://schemas.openxmlformats.org/officeDocument/2006/relationships/customXml" Target="../ink/ink2116.xml"/><Relationship Id="rId266" Type="http://schemas.openxmlformats.org/officeDocument/2006/relationships/image" Target="../media/image1868.png"/><Relationship Id="rId30" Type="http://schemas.openxmlformats.org/officeDocument/2006/relationships/customXml" Target="../ink/ink2008.xml"/><Relationship Id="rId105" Type="http://schemas.openxmlformats.org/officeDocument/2006/relationships/image" Target="../media/image1795.png"/><Relationship Id="rId126" Type="http://schemas.openxmlformats.org/officeDocument/2006/relationships/customXml" Target="../ink/ink2056.xml"/><Relationship Id="rId147" Type="http://schemas.openxmlformats.org/officeDocument/2006/relationships/image" Target="../media/image1816.png"/><Relationship Id="rId168" Type="http://schemas.openxmlformats.org/officeDocument/2006/relationships/customXml" Target="../ink/ink2077.xml"/><Relationship Id="rId51" Type="http://schemas.openxmlformats.org/officeDocument/2006/relationships/image" Target="../media/image1768.png"/><Relationship Id="rId72" Type="http://schemas.openxmlformats.org/officeDocument/2006/relationships/customXml" Target="../ink/ink2029.xml"/><Relationship Id="rId93" Type="http://schemas.openxmlformats.org/officeDocument/2006/relationships/image" Target="../media/image1789.png"/><Relationship Id="rId189" Type="http://schemas.openxmlformats.org/officeDocument/2006/relationships/image" Target="../media/image1837.png"/><Relationship Id="rId3" Type="http://schemas.openxmlformats.org/officeDocument/2006/relationships/image" Target="../media/image378.png"/><Relationship Id="rId214" Type="http://schemas.openxmlformats.org/officeDocument/2006/relationships/customXml" Target="../ink/ink2100.xml"/><Relationship Id="rId235" Type="http://schemas.openxmlformats.org/officeDocument/2006/relationships/image" Target="../media/image1857.png"/><Relationship Id="rId256" Type="http://schemas.openxmlformats.org/officeDocument/2006/relationships/customXml" Target="../ink/ink2122.xml"/><Relationship Id="rId116" Type="http://schemas.openxmlformats.org/officeDocument/2006/relationships/customXml" Target="../ink/ink2051.xml"/><Relationship Id="rId137" Type="http://schemas.openxmlformats.org/officeDocument/2006/relationships/image" Target="../media/image1811.png"/><Relationship Id="rId158" Type="http://schemas.openxmlformats.org/officeDocument/2006/relationships/customXml" Target="../ink/ink2072.xml"/><Relationship Id="rId20" Type="http://schemas.openxmlformats.org/officeDocument/2006/relationships/customXml" Target="../ink/ink2003.xml"/><Relationship Id="rId41" Type="http://schemas.openxmlformats.org/officeDocument/2006/relationships/image" Target="../media/image1763.png"/><Relationship Id="rId62" Type="http://schemas.openxmlformats.org/officeDocument/2006/relationships/customXml" Target="../ink/ink2024.xml"/><Relationship Id="rId83" Type="http://schemas.openxmlformats.org/officeDocument/2006/relationships/image" Target="../media/image1784.png"/><Relationship Id="rId179" Type="http://schemas.openxmlformats.org/officeDocument/2006/relationships/image" Target="../media/image1832.png"/><Relationship Id="rId190" Type="http://schemas.openxmlformats.org/officeDocument/2006/relationships/customXml" Target="../ink/ink2088.xml"/><Relationship Id="rId204" Type="http://schemas.openxmlformats.org/officeDocument/2006/relationships/customXml" Target="../ink/ink2095.xml"/><Relationship Id="rId225" Type="http://schemas.openxmlformats.org/officeDocument/2006/relationships/image" Target="../media/image1852.png"/><Relationship Id="rId246" Type="http://schemas.openxmlformats.org/officeDocument/2006/relationships/image" Target="../media/image1105.png"/><Relationship Id="rId267" Type="http://schemas.openxmlformats.org/officeDocument/2006/relationships/customXml" Target="../ink/ink2128.xml"/><Relationship Id="rId106" Type="http://schemas.openxmlformats.org/officeDocument/2006/relationships/customXml" Target="../ink/ink2046.xml"/><Relationship Id="rId127" Type="http://schemas.openxmlformats.org/officeDocument/2006/relationships/image" Target="../media/image1806.png"/><Relationship Id="rId10" Type="http://schemas.openxmlformats.org/officeDocument/2006/relationships/customXml" Target="../ink/ink1998.xml"/><Relationship Id="rId31" Type="http://schemas.openxmlformats.org/officeDocument/2006/relationships/image" Target="../media/image1758.png"/><Relationship Id="rId52" Type="http://schemas.openxmlformats.org/officeDocument/2006/relationships/customXml" Target="../ink/ink2019.xml"/><Relationship Id="rId73" Type="http://schemas.openxmlformats.org/officeDocument/2006/relationships/image" Target="../media/image1779.png"/><Relationship Id="rId94" Type="http://schemas.openxmlformats.org/officeDocument/2006/relationships/customXml" Target="../ink/ink2040.xml"/><Relationship Id="rId148" Type="http://schemas.openxmlformats.org/officeDocument/2006/relationships/customXml" Target="../ink/ink2067.xml"/><Relationship Id="rId169" Type="http://schemas.openxmlformats.org/officeDocument/2006/relationships/image" Target="../media/image1827.png"/><Relationship Id="rId4" Type="http://schemas.openxmlformats.org/officeDocument/2006/relationships/customXml" Target="../ink/ink1995.xml"/><Relationship Id="rId180" Type="http://schemas.openxmlformats.org/officeDocument/2006/relationships/customXml" Target="../ink/ink2083.xml"/><Relationship Id="rId215" Type="http://schemas.openxmlformats.org/officeDocument/2006/relationships/image" Target="../media/image1850.png"/><Relationship Id="rId236" Type="http://schemas.openxmlformats.org/officeDocument/2006/relationships/customXml" Target="../ink/ink2111.xml"/><Relationship Id="rId257" Type="http://schemas.openxmlformats.org/officeDocument/2006/relationships/image" Target="../media/image1864.png"/><Relationship Id="rId42" Type="http://schemas.openxmlformats.org/officeDocument/2006/relationships/customXml" Target="../ink/ink2014.xml"/><Relationship Id="rId84" Type="http://schemas.openxmlformats.org/officeDocument/2006/relationships/customXml" Target="../ink/ink2035.xml"/><Relationship Id="rId138" Type="http://schemas.openxmlformats.org/officeDocument/2006/relationships/customXml" Target="../ink/ink2062.xml"/><Relationship Id="rId191" Type="http://schemas.openxmlformats.org/officeDocument/2006/relationships/image" Target="../media/image1838.png"/><Relationship Id="rId205" Type="http://schemas.openxmlformats.org/officeDocument/2006/relationships/image" Target="../media/image1845.png"/><Relationship Id="rId247" Type="http://schemas.openxmlformats.org/officeDocument/2006/relationships/customXml" Target="../ink/ink2117.xml"/><Relationship Id="rId107" Type="http://schemas.openxmlformats.org/officeDocument/2006/relationships/image" Target="../media/image1796.png"/><Relationship Id="rId11" Type="http://schemas.openxmlformats.org/officeDocument/2006/relationships/image" Target="../media/image1748.png"/><Relationship Id="rId53" Type="http://schemas.openxmlformats.org/officeDocument/2006/relationships/image" Target="../media/image1769.png"/><Relationship Id="rId149" Type="http://schemas.openxmlformats.org/officeDocument/2006/relationships/image" Target="../media/image1817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28.png"/><Relationship Id="rId299" Type="http://schemas.openxmlformats.org/officeDocument/2006/relationships/image" Target="../media/image2015.png"/><Relationship Id="rId21" Type="http://schemas.openxmlformats.org/officeDocument/2006/relationships/image" Target="../media/image1880.png"/><Relationship Id="rId63" Type="http://schemas.openxmlformats.org/officeDocument/2006/relationships/image" Target="../media/image1901.png"/><Relationship Id="rId159" Type="http://schemas.openxmlformats.org/officeDocument/2006/relationships/image" Target="../media/image1949.png"/><Relationship Id="rId170" Type="http://schemas.openxmlformats.org/officeDocument/2006/relationships/customXml" Target="../ink/ink2218.xml"/><Relationship Id="rId226" Type="http://schemas.openxmlformats.org/officeDocument/2006/relationships/customXml" Target="../ink/ink2246.xml"/><Relationship Id="rId268" Type="http://schemas.openxmlformats.org/officeDocument/2006/relationships/customXml" Target="../ink/ink2267.xml"/><Relationship Id="rId32" Type="http://schemas.openxmlformats.org/officeDocument/2006/relationships/customXml" Target="../ink/ink2149.xml"/><Relationship Id="rId74" Type="http://schemas.openxmlformats.org/officeDocument/2006/relationships/customXml" Target="../ink/ink2170.xml"/><Relationship Id="rId128" Type="http://schemas.openxmlformats.org/officeDocument/2006/relationships/customXml" Target="../ink/ink2197.xml"/><Relationship Id="rId5" Type="http://schemas.openxmlformats.org/officeDocument/2006/relationships/image" Target="../media/image1872.png"/><Relationship Id="rId181" Type="http://schemas.openxmlformats.org/officeDocument/2006/relationships/image" Target="../media/image1960.png"/><Relationship Id="rId237" Type="http://schemas.openxmlformats.org/officeDocument/2006/relationships/image" Target="../media/image1986.png"/><Relationship Id="rId279" Type="http://schemas.openxmlformats.org/officeDocument/2006/relationships/image" Target="../media/image2005.png"/><Relationship Id="rId43" Type="http://schemas.openxmlformats.org/officeDocument/2006/relationships/image" Target="../media/image1891.png"/><Relationship Id="rId139" Type="http://schemas.openxmlformats.org/officeDocument/2006/relationships/image" Target="../media/image1939.png"/><Relationship Id="rId290" Type="http://schemas.openxmlformats.org/officeDocument/2006/relationships/customXml" Target="../ink/ink2278.xml"/><Relationship Id="rId304" Type="http://schemas.openxmlformats.org/officeDocument/2006/relationships/customXml" Target="../ink/ink2285.xml"/><Relationship Id="rId85" Type="http://schemas.openxmlformats.org/officeDocument/2006/relationships/image" Target="../media/image1912.png"/><Relationship Id="rId150" Type="http://schemas.openxmlformats.org/officeDocument/2006/relationships/customXml" Target="../ink/ink2208.xml"/><Relationship Id="rId192" Type="http://schemas.openxmlformats.org/officeDocument/2006/relationships/customXml" Target="../ink/ink2229.xml"/><Relationship Id="rId206" Type="http://schemas.openxmlformats.org/officeDocument/2006/relationships/customXml" Target="../ink/ink2236.xml"/><Relationship Id="rId248" Type="http://schemas.openxmlformats.org/officeDocument/2006/relationships/customXml" Target="../ink/ink2257.xml"/><Relationship Id="rId12" Type="http://schemas.openxmlformats.org/officeDocument/2006/relationships/customXml" Target="../ink/ink2139.xml"/><Relationship Id="rId108" Type="http://schemas.openxmlformats.org/officeDocument/2006/relationships/customXml" Target="../ink/ink2187.xml"/><Relationship Id="rId54" Type="http://schemas.openxmlformats.org/officeDocument/2006/relationships/customXml" Target="../ink/ink2160.xml"/><Relationship Id="rId96" Type="http://schemas.openxmlformats.org/officeDocument/2006/relationships/customXml" Target="../ink/ink2181.xml"/><Relationship Id="rId161" Type="http://schemas.openxmlformats.org/officeDocument/2006/relationships/image" Target="../media/image1950.png"/><Relationship Id="rId217" Type="http://schemas.openxmlformats.org/officeDocument/2006/relationships/image" Target="../media/image1978.png"/><Relationship Id="rId259" Type="http://schemas.openxmlformats.org/officeDocument/2006/relationships/image" Target="../media/image1243.png"/><Relationship Id="rId23" Type="http://schemas.openxmlformats.org/officeDocument/2006/relationships/image" Target="../media/image1881.png"/><Relationship Id="rId119" Type="http://schemas.openxmlformats.org/officeDocument/2006/relationships/image" Target="../media/image1929.png"/><Relationship Id="rId270" Type="http://schemas.openxmlformats.org/officeDocument/2006/relationships/customXml" Target="../ink/ink2268.xml"/><Relationship Id="rId65" Type="http://schemas.openxmlformats.org/officeDocument/2006/relationships/image" Target="../media/image1902.png"/><Relationship Id="rId130" Type="http://schemas.openxmlformats.org/officeDocument/2006/relationships/customXml" Target="../ink/ink2198.xml"/><Relationship Id="rId172" Type="http://schemas.openxmlformats.org/officeDocument/2006/relationships/customXml" Target="../ink/ink2219.xml"/><Relationship Id="rId193" Type="http://schemas.openxmlformats.org/officeDocument/2006/relationships/image" Target="../media/image1966.png"/><Relationship Id="rId207" Type="http://schemas.openxmlformats.org/officeDocument/2006/relationships/image" Target="../media/image1973.png"/><Relationship Id="rId228" Type="http://schemas.openxmlformats.org/officeDocument/2006/relationships/customXml" Target="../ink/ink2247.xml"/><Relationship Id="rId249" Type="http://schemas.openxmlformats.org/officeDocument/2006/relationships/image" Target="../media/image1992.png"/><Relationship Id="rId13" Type="http://schemas.openxmlformats.org/officeDocument/2006/relationships/image" Target="../media/image1876.png"/><Relationship Id="rId109" Type="http://schemas.openxmlformats.org/officeDocument/2006/relationships/image" Target="../media/image1924.png"/><Relationship Id="rId260" Type="http://schemas.openxmlformats.org/officeDocument/2006/relationships/customXml" Target="../ink/ink2263.xml"/><Relationship Id="rId281" Type="http://schemas.openxmlformats.org/officeDocument/2006/relationships/image" Target="../media/image2006.png"/><Relationship Id="rId34" Type="http://schemas.openxmlformats.org/officeDocument/2006/relationships/customXml" Target="../ink/ink2150.xml"/><Relationship Id="rId55" Type="http://schemas.openxmlformats.org/officeDocument/2006/relationships/image" Target="../media/image1897.png"/><Relationship Id="rId76" Type="http://schemas.openxmlformats.org/officeDocument/2006/relationships/customXml" Target="../ink/ink2171.xml"/><Relationship Id="rId97" Type="http://schemas.openxmlformats.org/officeDocument/2006/relationships/image" Target="../media/image1918.png"/><Relationship Id="rId120" Type="http://schemas.openxmlformats.org/officeDocument/2006/relationships/customXml" Target="../ink/ink2193.xml"/><Relationship Id="rId141" Type="http://schemas.openxmlformats.org/officeDocument/2006/relationships/image" Target="../media/image1940.png"/><Relationship Id="rId7" Type="http://schemas.openxmlformats.org/officeDocument/2006/relationships/image" Target="../media/image1873.png"/><Relationship Id="rId162" Type="http://schemas.openxmlformats.org/officeDocument/2006/relationships/customXml" Target="../ink/ink2214.xml"/><Relationship Id="rId183" Type="http://schemas.openxmlformats.org/officeDocument/2006/relationships/image" Target="../media/image1961.png"/><Relationship Id="rId218" Type="http://schemas.openxmlformats.org/officeDocument/2006/relationships/customXml" Target="../ink/ink2242.xml"/><Relationship Id="rId239" Type="http://schemas.openxmlformats.org/officeDocument/2006/relationships/image" Target="../media/image1987.png"/><Relationship Id="rId250" Type="http://schemas.openxmlformats.org/officeDocument/2006/relationships/customXml" Target="../ink/ink2258.xml"/><Relationship Id="rId271" Type="http://schemas.openxmlformats.org/officeDocument/2006/relationships/image" Target="../media/image2001.png"/><Relationship Id="rId292" Type="http://schemas.openxmlformats.org/officeDocument/2006/relationships/customXml" Target="../ink/ink2279.xml"/><Relationship Id="rId306" Type="http://schemas.openxmlformats.org/officeDocument/2006/relationships/customXml" Target="../ink/ink2286.xml"/><Relationship Id="rId24" Type="http://schemas.openxmlformats.org/officeDocument/2006/relationships/customXml" Target="../ink/ink2145.xml"/><Relationship Id="rId45" Type="http://schemas.openxmlformats.org/officeDocument/2006/relationships/image" Target="../media/image1892.png"/><Relationship Id="rId66" Type="http://schemas.openxmlformats.org/officeDocument/2006/relationships/customXml" Target="../ink/ink2166.xml"/><Relationship Id="rId87" Type="http://schemas.openxmlformats.org/officeDocument/2006/relationships/image" Target="../media/image1913.png"/><Relationship Id="rId110" Type="http://schemas.openxmlformats.org/officeDocument/2006/relationships/customXml" Target="../ink/ink2188.xml"/><Relationship Id="rId131" Type="http://schemas.openxmlformats.org/officeDocument/2006/relationships/image" Target="../media/image1935.png"/><Relationship Id="rId152" Type="http://schemas.openxmlformats.org/officeDocument/2006/relationships/customXml" Target="../ink/ink2209.xml"/><Relationship Id="rId173" Type="http://schemas.openxmlformats.org/officeDocument/2006/relationships/image" Target="../media/image1956.png"/><Relationship Id="rId194" Type="http://schemas.openxmlformats.org/officeDocument/2006/relationships/customXml" Target="../ink/ink2230.xml"/><Relationship Id="rId208" Type="http://schemas.openxmlformats.org/officeDocument/2006/relationships/customXml" Target="../ink/ink2237.xml"/><Relationship Id="rId229" Type="http://schemas.openxmlformats.org/officeDocument/2006/relationships/image" Target="../media/image1983.png"/><Relationship Id="rId240" Type="http://schemas.openxmlformats.org/officeDocument/2006/relationships/customXml" Target="../ink/ink2253.xml"/><Relationship Id="rId261" Type="http://schemas.openxmlformats.org/officeDocument/2006/relationships/image" Target="../media/image1997.png"/><Relationship Id="rId14" Type="http://schemas.openxmlformats.org/officeDocument/2006/relationships/customXml" Target="../ink/ink2140.xml"/><Relationship Id="rId35" Type="http://schemas.openxmlformats.org/officeDocument/2006/relationships/image" Target="../media/image1887.png"/><Relationship Id="rId56" Type="http://schemas.openxmlformats.org/officeDocument/2006/relationships/customXml" Target="../ink/ink2161.xml"/><Relationship Id="rId77" Type="http://schemas.openxmlformats.org/officeDocument/2006/relationships/image" Target="../media/image1908.png"/><Relationship Id="rId100" Type="http://schemas.openxmlformats.org/officeDocument/2006/relationships/customXml" Target="../ink/ink2183.xml"/><Relationship Id="rId282" Type="http://schemas.openxmlformats.org/officeDocument/2006/relationships/customXml" Target="../ink/ink2274.xml"/><Relationship Id="rId8" Type="http://schemas.openxmlformats.org/officeDocument/2006/relationships/customXml" Target="../ink/ink2137.xml"/><Relationship Id="rId98" Type="http://schemas.openxmlformats.org/officeDocument/2006/relationships/customXml" Target="../ink/ink2182.xml"/><Relationship Id="rId121" Type="http://schemas.openxmlformats.org/officeDocument/2006/relationships/image" Target="../media/image1930.png"/><Relationship Id="rId142" Type="http://schemas.openxmlformats.org/officeDocument/2006/relationships/customXml" Target="../ink/ink2204.xml"/><Relationship Id="rId163" Type="http://schemas.openxmlformats.org/officeDocument/2006/relationships/image" Target="../media/image1951.png"/><Relationship Id="rId184" Type="http://schemas.openxmlformats.org/officeDocument/2006/relationships/customXml" Target="../ink/ink2225.xml"/><Relationship Id="rId219" Type="http://schemas.openxmlformats.org/officeDocument/2006/relationships/image" Target="../media/image1979.png"/><Relationship Id="rId230" Type="http://schemas.openxmlformats.org/officeDocument/2006/relationships/customXml" Target="../ink/ink2248.xml"/><Relationship Id="rId251" Type="http://schemas.openxmlformats.org/officeDocument/2006/relationships/image" Target="../media/image1993.png"/><Relationship Id="rId25" Type="http://schemas.openxmlformats.org/officeDocument/2006/relationships/image" Target="../media/image1882.png"/><Relationship Id="rId46" Type="http://schemas.openxmlformats.org/officeDocument/2006/relationships/customXml" Target="../ink/ink2156.xml"/><Relationship Id="rId67" Type="http://schemas.openxmlformats.org/officeDocument/2006/relationships/image" Target="../media/image1903.png"/><Relationship Id="rId272" Type="http://schemas.openxmlformats.org/officeDocument/2006/relationships/customXml" Target="../ink/ink2269.xml"/><Relationship Id="rId293" Type="http://schemas.openxmlformats.org/officeDocument/2006/relationships/image" Target="../media/image2012.png"/><Relationship Id="rId307" Type="http://schemas.openxmlformats.org/officeDocument/2006/relationships/image" Target="../media/image2019.png"/><Relationship Id="rId88" Type="http://schemas.openxmlformats.org/officeDocument/2006/relationships/customXml" Target="../ink/ink2177.xml"/><Relationship Id="rId111" Type="http://schemas.openxmlformats.org/officeDocument/2006/relationships/image" Target="../media/image1925.png"/><Relationship Id="rId132" Type="http://schemas.openxmlformats.org/officeDocument/2006/relationships/customXml" Target="../ink/ink2199.xml"/><Relationship Id="rId153" Type="http://schemas.openxmlformats.org/officeDocument/2006/relationships/image" Target="../media/image1946.png"/><Relationship Id="rId174" Type="http://schemas.openxmlformats.org/officeDocument/2006/relationships/customXml" Target="../ink/ink2220.xml"/><Relationship Id="rId195" Type="http://schemas.openxmlformats.org/officeDocument/2006/relationships/image" Target="../media/image1967.png"/><Relationship Id="rId209" Type="http://schemas.openxmlformats.org/officeDocument/2006/relationships/image" Target="../media/image1974.png"/><Relationship Id="rId220" Type="http://schemas.openxmlformats.org/officeDocument/2006/relationships/customXml" Target="../ink/ink2243.xml"/><Relationship Id="rId241" Type="http://schemas.openxmlformats.org/officeDocument/2006/relationships/image" Target="../media/image1988.png"/><Relationship Id="rId15" Type="http://schemas.openxmlformats.org/officeDocument/2006/relationships/image" Target="../media/image1877.png"/><Relationship Id="rId36" Type="http://schemas.openxmlformats.org/officeDocument/2006/relationships/customXml" Target="../ink/ink2151.xml"/><Relationship Id="rId57" Type="http://schemas.openxmlformats.org/officeDocument/2006/relationships/image" Target="../media/image1898.png"/><Relationship Id="rId262" Type="http://schemas.openxmlformats.org/officeDocument/2006/relationships/customXml" Target="../ink/ink2264.xml"/><Relationship Id="rId283" Type="http://schemas.openxmlformats.org/officeDocument/2006/relationships/image" Target="../media/image2007.png"/><Relationship Id="rId78" Type="http://schemas.openxmlformats.org/officeDocument/2006/relationships/customXml" Target="../ink/ink2172.xml"/><Relationship Id="rId99" Type="http://schemas.openxmlformats.org/officeDocument/2006/relationships/image" Target="../media/image1919.png"/><Relationship Id="rId101" Type="http://schemas.openxmlformats.org/officeDocument/2006/relationships/image" Target="../media/image1920.png"/><Relationship Id="rId122" Type="http://schemas.openxmlformats.org/officeDocument/2006/relationships/customXml" Target="../ink/ink2194.xml"/><Relationship Id="rId143" Type="http://schemas.openxmlformats.org/officeDocument/2006/relationships/image" Target="../media/image1941.png"/><Relationship Id="rId164" Type="http://schemas.openxmlformats.org/officeDocument/2006/relationships/customXml" Target="../ink/ink2215.xml"/><Relationship Id="rId185" Type="http://schemas.openxmlformats.org/officeDocument/2006/relationships/image" Target="../media/image1962.png"/><Relationship Id="rId9" Type="http://schemas.openxmlformats.org/officeDocument/2006/relationships/image" Target="../media/image1874.png"/><Relationship Id="rId210" Type="http://schemas.openxmlformats.org/officeDocument/2006/relationships/customXml" Target="../ink/ink2238.xml"/><Relationship Id="rId26" Type="http://schemas.openxmlformats.org/officeDocument/2006/relationships/customXml" Target="../ink/ink2146.xml"/><Relationship Id="rId231" Type="http://schemas.openxmlformats.org/officeDocument/2006/relationships/image" Target="../media/image1984.png"/><Relationship Id="rId252" Type="http://schemas.openxmlformats.org/officeDocument/2006/relationships/customXml" Target="../ink/ink2259.xml"/><Relationship Id="rId273" Type="http://schemas.openxmlformats.org/officeDocument/2006/relationships/image" Target="../media/image2002.png"/><Relationship Id="rId294" Type="http://schemas.openxmlformats.org/officeDocument/2006/relationships/customXml" Target="../ink/ink2280.xml"/><Relationship Id="rId308" Type="http://schemas.openxmlformats.org/officeDocument/2006/relationships/customXml" Target="../ink/ink2287.xml"/><Relationship Id="rId47" Type="http://schemas.openxmlformats.org/officeDocument/2006/relationships/image" Target="../media/image1893.png"/><Relationship Id="rId68" Type="http://schemas.openxmlformats.org/officeDocument/2006/relationships/customXml" Target="../ink/ink2167.xml"/><Relationship Id="rId89" Type="http://schemas.openxmlformats.org/officeDocument/2006/relationships/image" Target="../media/image1914.png"/><Relationship Id="rId112" Type="http://schemas.openxmlformats.org/officeDocument/2006/relationships/customXml" Target="../ink/ink2189.xml"/><Relationship Id="rId133" Type="http://schemas.openxmlformats.org/officeDocument/2006/relationships/image" Target="../media/image1936.png"/><Relationship Id="rId154" Type="http://schemas.openxmlformats.org/officeDocument/2006/relationships/customXml" Target="../ink/ink2210.xml"/><Relationship Id="rId175" Type="http://schemas.openxmlformats.org/officeDocument/2006/relationships/image" Target="../media/image1957.png"/><Relationship Id="rId196" Type="http://schemas.openxmlformats.org/officeDocument/2006/relationships/customXml" Target="../ink/ink2231.xml"/><Relationship Id="rId200" Type="http://schemas.openxmlformats.org/officeDocument/2006/relationships/customXml" Target="../ink/ink2233.xml"/><Relationship Id="rId16" Type="http://schemas.openxmlformats.org/officeDocument/2006/relationships/customXml" Target="../ink/ink2141.xml"/><Relationship Id="rId221" Type="http://schemas.openxmlformats.org/officeDocument/2006/relationships/image" Target="../media/image1980.png"/><Relationship Id="rId242" Type="http://schemas.openxmlformats.org/officeDocument/2006/relationships/customXml" Target="../ink/ink2254.xml"/><Relationship Id="rId263" Type="http://schemas.openxmlformats.org/officeDocument/2006/relationships/image" Target="../media/image1528.png"/><Relationship Id="rId284" Type="http://schemas.openxmlformats.org/officeDocument/2006/relationships/customXml" Target="../ink/ink2275.xml"/><Relationship Id="rId37" Type="http://schemas.openxmlformats.org/officeDocument/2006/relationships/image" Target="../media/image1888.png"/><Relationship Id="rId58" Type="http://schemas.openxmlformats.org/officeDocument/2006/relationships/customXml" Target="../ink/ink2162.xml"/><Relationship Id="rId79" Type="http://schemas.openxmlformats.org/officeDocument/2006/relationships/image" Target="../media/image1909.png"/><Relationship Id="rId102" Type="http://schemas.openxmlformats.org/officeDocument/2006/relationships/customXml" Target="../ink/ink2184.xml"/><Relationship Id="rId123" Type="http://schemas.openxmlformats.org/officeDocument/2006/relationships/image" Target="../media/image1931.png"/><Relationship Id="rId144" Type="http://schemas.openxmlformats.org/officeDocument/2006/relationships/customXml" Target="../ink/ink2205.xml"/><Relationship Id="rId90" Type="http://schemas.openxmlformats.org/officeDocument/2006/relationships/customXml" Target="../ink/ink2178.xml"/><Relationship Id="rId165" Type="http://schemas.openxmlformats.org/officeDocument/2006/relationships/image" Target="../media/image1952.png"/><Relationship Id="rId186" Type="http://schemas.openxmlformats.org/officeDocument/2006/relationships/customXml" Target="../ink/ink2226.xml"/><Relationship Id="rId211" Type="http://schemas.openxmlformats.org/officeDocument/2006/relationships/image" Target="../media/image1975.png"/><Relationship Id="rId232" Type="http://schemas.openxmlformats.org/officeDocument/2006/relationships/customXml" Target="../ink/ink2249.xml"/><Relationship Id="rId253" Type="http://schemas.openxmlformats.org/officeDocument/2006/relationships/image" Target="../media/image1994.png"/><Relationship Id="rId274" Type="http://schemas.openxmlformats.org/officeDocument/2006/relationships/customXml" Target="../ink/ink2270.xml"/><Relationship Id="rId295" Type="http://schemas.openxmlformats.org/officeDocument/2006/relationships/image" Target="../media/image2013.png"/><Relationship Id="rId309" Type="http://schemas.openxmlformats.org/officeDocument/2006/relationships/image" Target="../media/image2020.png"/><Relationship Id="rId27" Type="http://schemas.openxmlformats.org/officeDocument/2006/relationships/image" Target="../media/image1883.png"/><Relationship Id="rId48" Type="http://schemas.openxmlformats.org/officeDocument/2006/relationships/customXml" Target="../ink/ink2157.xml"/><Relationship Id="rId69" Type="http://schemas.openxmlformats.org/officeDocument/2006/relationships/image" Target="../media/image1904.png"/><Relationship Id="rId113" Type="http://schemas.openxmlformats.org/officeDocument/2006/relationships/image" Target="../media/image1926.png"/><Relationship Id="rId134" Type="http://schemas.openxmlformats.org/officeDocument/2006/relationships/customXml" Target="../ink/ink2200.xml"/><Relationship Id="rId80" Type="http://schemas.openxmlformats.org/officeDocument/2006/relationships/customXml" Target="../ink/ink2173.xml"/><Relationship Id="rId155" Type="http://schemas.openxmlformats.org/officeDocument/2006/relationships/image" Target="../media/image1947.png"/><Relationship Id="rId176" Type="http://schemas.openxmlformats.org/officeDocument/2006/relationships/customXml" Target="../ink/ink2221.xml"/><Relationship Id="rId197" Type="http://schemas.openxmlformats.org/officeDocument/2006/relationships/image" Target="../media/image1968.png"/><Relationship Id="rId201" Type="http://schemas.openxmlformats.org/officeDocument/2006/relationships/image" Target="../media/image1970.png"/><Relationship Id="rId222" Type="http://schemas.openxmlformats.org/officeDocument/2006/relationships/customXml" Target="../ink/ink2244.xml"/><Relationship Id="rId243" Type="http://schemas.openxmlformats.org/officeDocument/2006/relationships/image" Target="../media/image1989.png"/><Relationship Id="rId264" Type="http://schemas.openxmlformats.org/officeDocument/2006/relationships/customXml" Target="../ink/ink2265.xml"/><Relationship Id="rId285" Type="http://schemas.openxmlformats.org/officeDocument/2006/relationships/image" Target="../media/image2008.png"/><Relationship Id="rId17" Type="http://schemas.openxmlformats.org/officeDocument/2006/relationships/image" Target="../media/image1878.png"/><Relationship Id="rId38" Type="http://schemas.openxmlformats.org/officeDocument/2006/relationships/customXml" Target="../ink/ink2152.xml"/><Relationship Id="rId59" Type="http://schemas.openxmlformats.org/officeDocument/2006/relationships/image" Target="../media/image1899.png"/><Relationship Id="rId103" Type="http://schemas.openxmlformats.org/officeDocument/2006/relationships/image" Target="../media/image1921.png"/><Relationship Id="rId124" Type="http://schemas.openxmlformats.org/officeDocument/2006/relationships/customXml" Target="../ink/ink2195.xml"/><Relationship Id="rId310" Type="http://schemas.openxmlformats.org/officeDocument/2006/relationships/customXml" Target="../ink/ink2288.xml"/><Relationship Id="rId70" Type="http://schemas.openxmlformats.org/officeDocument/2006/relationships/customXml" Target="../ink/ink2168.xml"/><Relationship Id="rId91" Type="http://schemas.openxmlformats.org/officeDocument/2006/relationships/image" Target="../media/image1915.png"/><Relationship Id="rId145" Type="http://schemas.openxmlformats.org/officeDocument/2006/relationships/image" Target="../media/image1942.png"/><Relationship Id="rId166" Type="http://schemas.openxmlformats.org/officeDocument/2006/relationships/customXml" Target="../ink/ink2216.xml"/><Relationship Id="rId187" Type="http://schemas.openxmlformats.org/officeDocument/2006/relationships/image" Target="../media/image196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39.xml"/><Relationship Id="rId233" Type="http://schemas.openxmlformats.org/officeDocument/2006/relationships/image" Target="../media/image1985.png"/><Relationship Id="rId254" Type="http://schemas.openxmlformats.org/officeDocument/2006/relationships/customXml" Target="../ink/ink2260.xml"/><Relationship Id="rId28" Type="http://schemas.openxmlformats.org/officeDocument/2006/relationships/customXml" Target="../ink/ink2147.xml"/><Relationship Id="rId49" Type="http://schemas.openxmlformats.org/officeDocument/2006/relationships/image" Target="../media/image1894.png"/><Relationship Id="rId114" Type="http://schemas.openxmlformats.org/officeDocument/2006/relationships/customXml" Target="../ink/ink2190.xml"/><Relationship Id="rId275" Type="http://schemas.openxmlformats.org/officeDocument/2006/relationships/image" Target="../media/image2003.png"/><Relationship Id="rId296" Type="http://schemas.openxmlformats.org/officeDocument/2006/relationships/customXml" Target="../ink/ink2281.xml"/><Relationship Id="rId300" Type="http://schemas.openxmlformats.org/officeDocument/2006/relationships/customXml" Target="../ink/ink2283.xml"/><Relationship Id="rId60" Type="http://schemas.openxmlformats.org/officeDocument/2006/relationships/customXml" Target="../ink/ink2163.xml"/><Relationship Id="rId81" Type="http://schemas.openxmlformats.org/officeDocument/2006/relationships/image" Target="../media/image1910.png"/><Relationship Id="rId135" Type="http://schemas.openxmlformats.org/officeDocument/2006/relationships/image" Target="../media/image1937.png"/><Relationship Id="rId156" Type="http://schemas.openxmlformats.org/officeDocument/2006/relationships/customXml" Target="../ink/ink2211.xml"/><Relationship Id="rId177" Type="http://schemas.openxmlformats.org/officeDocument/2006/relationships/image" Target="../media/image1958.png"/><Relationship Id="rId198" Type="http://schemas.openxmlformats.org/officeDocument/2006/relationships/customXml" Target="../ink/ink2232.xml"/><Relationship Id="rId202" Type="http://schemas.openxmlformats.org/officeDocument/2006/relationships/customXml" Target="../ink/ink2234.xml"/><Relationship Id="rId223" Type="http://schemas.openxmlformats.org/officeDocument/2006/relationships/image" Target="../media/image1981.png"/><Relationship Id="rId244" Type="http://schemas.openxmlformats.org/officeDocument/2006/relationships/customXml" Target="../ink/ink2255.xml"/><Relationship Id="rId18" Type="http://schemas.openxmlformats.org/officeDocument/2006/relationships/customXml" Target="../ink/ink2142.xml"/><Relationship Id="rId39" Type="http://schemas.openxmlformats.org/officeDocument/2006/relationships/image" Target="../media/image1889.png"/><Relationship Id="rId265" Type="http://schemas.openxmlformats.org/officeDocument/2006/relationships/image" Target="../media/image1998.png"/><Relationship Id="rId286" Type="http://schemas.openxmlformats.org/officeDocument/2006/relationships/customXml" Target="../ink/ink2276.xml"/><Relationship Id="rId50" Type="http://schemas.openxmlformats.org/officeDocument/2006/relationships/customXml" Target="../ink/ink2158.xml"/><Relationship Id="rId104" Type="http://schemas.openxmlformats.org/officeDocument/2006/relationships/customXml" Target="../ink/ink2185.xml"/><Relationship Id="rId125" Type="http://schemas.openxmlformats.org/officeDocument/2006/relationships/image" Target="../media/image1932.png"/><Relationship Id="rId146" Type="http://schemas.openxmlformats.org/officeDocument/2006/relationships/customXml" Target="../ink/ink2206.xml"/><Relationship Id="rId167" Type="http://schemas.openxmlformats.org/officeDocument/2006/relationships/image" Target="../media/image1953.png"/><Relationship Id="rId188" Type="http://schemas.openxmlformats.org/officeDocument/2006/relationships/customXml" Target="../ink/ink2227.xml"/><Relationship Id="rId311" Type="http://schemas.openxmlformats.org/officeDocument/2006/relationships/image" Target="../media/image2021.png"/><Relationship Id="rId71" Type="http://schemas.openxmlformats.org/officeDocument/2006/relationships/image" Target="../media/image1905.png"/><Relationship Id="rId92" Type="http://schemas.openxmlformats.org/officeDocument/2006/relationships/customXml" Target="../ink/ink2179.xml"/><Relationship Id="rId213" Type="http://schemas.openxmlformats.org/officeDocument/2006/relationships/image" Target="../media/image1976.png"/><Relationship Id="rId234" Type="http://schemas.openxmlformats.org/officeDocument/2006/relationships/customXml" Target="../ink/ink2250.xml"/><Relationship Id="rId2" Type="http://schemas.openxmlformats.org/officeDocument/2006/relationships/customXml" Target="../ink/ink2134.xml"/><Relationship Id="rId29" Type="http://schemas.openxmlformats.org/officeDocument/2006/relationships/image" Target="../media/image1884.png"/><Relationship Id="rId255" Type="http://schemas.openxmlformats.org/officeDocument/2006/relationships/image" Target="../media/image1995.png"/><Relationship Id="rId276" Type="http://schemas.openxmlformats.org/officeDocument/2006/relationships/customXml" Target="../ink/ink2271.xml"/><Relationship Id="rId297" Type="http://schemas.openxmlformats.org/officeDocument/2006/relationships/image" Target="../media/image2014.png"/><Relationship Id="rId40" Type="http://schemas.openxmlformats.org/officeDocument/2006/relationships/customXml" Target="../ink/ink2153.xml"/><Relationship Id="rId115" Type="http://schemas.openxmlformats.org/officeDocument/2006/relationships/image" Target="../media/image1927.png"/><Relationship Id="rId136" Type="http://schemas.openxmlformats.org/officeDocument/2006/relationships/customXml" Target="../ink/ink2201.xml"/><Relationship Id="rId157" Type="http://schemas.openxmlformats.org/officeDocument/2006/relationships/image" Target="../media/image1948.png"/><Relationship Id="rId178" Type="http://schemas.openxmlformats.org/officeDocument/2006/relationships/customXml" Target="../ink/ink2222.xml"/><Relationship Id="rId301" Type="http://schemas.openxmlformats.org/officeDocument/2006/relationships/image" Target="../media/image2016.png"/><Relationship Id="rId61" Type="http://schemas.openxmlformats.org/officeDocument/2006/relationships/image" Target="../media/image1900.png"/><Relationship Id="rId82" Type="http://schemas.openxmlformats.org/officeDocument/2006/relationships/customXml" Target="../ink/ink2174.xml"/><Relationship Id="rId199" Type="http://schemas.openxmlformats.org/officeDocument/2006/relationships/image" Target="../media/image1969.png"/><Relationship Id="rId203" Type="http://schemas.openxmlformats.org/officeDocument/2006/relationships/image" Target="../media/image1971.png"/><Relationship Id="rId19" Type="http://schemas.openxmlformats.org/officeDocument/2006/relationships/image" Target="../media/image1879.png"/><Relationship Id="rId224" Type="http://schemas.openxmlformats.org/officeDocument/2006/relationships/customXml" Target="../ink/ink2245.xml"/><Relationship Id="rId245" Type="http://schemas.openxmlformats.org/officeDocument/2006/relationships/image" Target="../media/image1990.png"/><Relationship Id="rId266" Type="http://schemas.openxmlformats.org/officeDocument/2006/relationships/customXml" Target="../ink/ink2266.xml"/><Relationship Id="rId287" Type="http://schemas.openxmlformats.org/officeDocument/2006/relationships/image" Target="../media/image2009.png"/><Relationship Id="rId30" Type="http://schemas.openxmlformats.org/officeDocument/2006/relationships/customXml" Target="../ink/ink2148.xml"/><Relationship Id="rId105" Type="http://schemas.openxmlformats.org/officeDocument/2006/relationships/image" Target="../media/image1922.png"/><Relationship Id="rId126" Type="http://schemas.openxmlformats.org/officeDocument/2006/relationships/customXml" Target="../ink/ink2196.xml"/><Relationship Id="rId147" Type="http://schemas.openxmlformats.org/officeDocument/2006/relationships/image" Target="../media/image1943.png"/><Relationship Id="rId168" Type="http://schemas.openxmlformats.org/officeDocument/2006/relationships/customXml" Target="../ink/ink2217.xml"/><Relationship Id="rId312" Type="http://schemas.openxmlformats.org/officeDocument/2006/relationships/customXml" Target="../ink/ink2289.xml"/><Relationship Id="rId51" Type="http://schemas.openxmlformats.org/officeDocument/2006/relationships/image" Target="../media/image1895.png"/><Relationship Id="rId72" Type="http://schemas.openxmlformats.org/officeDocument/2006/relationships/customXml" Target="../ink/ink2169.xml"/><Relationship Id="rId93" Type="http://schemas.openxmlformats.org/officeDocument/2006/relationships/image" Target="../media/image1916.png"/><Relationship Id="rId189" Type="http://schemas.openxmlformats.org/officeDocument/2006/relationships/image" Target="../media/image1964.png"/><Relationship Id="rId3" Type="http://schemas.openxmlformats.org/officeDocument/2006/relationships/image" Target="../media/image1871.png"/><Relationship Id="rId214" Type="http://schemas.openxmlformats.org/officeDocument/2006/relationships/customXml" Target="../ink/ink2240.xml"/><Relationship Id="rId235" Type="http://schemas.openxmlformats.org/officeDocument/2006/relationships/image" Target="../media/image388.png"/><Relationship Id="rId256" Type="http://schemas.openxmlformats.org/officeDocument/2006/relationships/customXml" Target="../ink/ink2261.xml"/><Relationship Id="rId277" Type="http://schemas.openxmlformats.org/officeDocument/2006/relationships/image" Target="../media/image2004.png"/><Relationship Id="rId298" Type="http://schemas.openxmlformats.org/officeDocument/2006/relationships/customXml" Target="../ink/ink2282.xml"/><Relationship Id="rId116" Type="http://schemas.openxmlformats.org/officeDocument/2006/relationships/customXml" Target="../ink/ink2191.xml"/><Relationship Id="rId137" Type="http://schemas.openxmlformats.org/officeDocument/2006/relationships/image" Target="../media/image1938.png"/><Relationship Id="rId158" Type="http://schemas.openxmlformats.org/officeDocument/2006/relationships/customXml" Target="../ink/ink2212.xml"/><Relationship Id="rId302" Type="http://schemas.openxmlformats.org/officeDocument/2006/relationships/customXml" Target="../ink/ink2284.xml"/><Relationship Id="rId20" Type="http://schemas.openxmlformats.org/officeDocument/2006/relationships/customXml" Target="../ink/ink2143.xml"/><Relationship Id="rId41" Type="http://schemas.openxmlformats.org/officeDocument/2006/relationships/image" Target="../media/image1890.png"/><Relationship Id="rId62" Type="http://schemas.openxmlformats.org/officeDocument/2006/relationships/customXml" Target="../ink/ink2164.xml"/><Relationship Id="rId83" Type="http://schemas.openxmlformats.org/officeDocument/2006/relationships/image" Target="../media/image1911.png"/><Relationship Id="rId179" Type="http://schemas.openxmlformats.org/officeDocument/2006/relationships/image" Target="../media/image1959.png"/><Relationship Id="rId190" Type="http://schemas.openxmlformats.org/officeDocument/2006/relationships/customXml" Target="../ink/ink2228.xml"/><Relationship Id="rId204" Type="http://schemas.openxmlformats.org/officeDocument/2006/relationships/customXml" Target="../ink/ink2235.xml"/><Relationship Id="rId225" Type="http://schemas.openxmlformats.org/officeDocument/2006/relationships/image" Target="../media/image1982.png"/><Relationship Id="rId246" Type="http://schemas.openxmlformats.org/officeDocument/2006/relationships/customXml" Target="../ink/ink2256.xml"/><Relationship Id="rId267" Type="http://schemas.openxmlformats.org/officeDocument/2006/relationships/image" Target="../media/image1999.png"/><Relationship Id="rId288" Type="http://schemas.openxmlformats.org/officeDocument/2006/relationships/customXml" Target="../ink/ink2277.xml"/><Relationship Id="rId106" Type="http://schemas.openxmlformats.org/officeDocument/2006/relationships/customXml" Target="../ink/ink2186.xml"/><Relationship Id="rId127" Type="http://schemas.openxmlformats.org/officeDocument/2006/relationships/image" Target="../media/image1933.png"/><Relationship Id="rId313" Type="http://schemas.openxmlformats.org/officeDocument/2006/relationships/image" Target="../media/image2022.png"/><Relationship Id="rId10" Type="http://schemas.openxmlformats.org/officeDocument/2006/relationships/customXml" Target="../ink/ink2138.xml"/><Relationship Id="rId31" Type="http://schemas.openxmlformats.org/officeDocument/2006/relationships/image" Target="../media/image1885.png"/><Relationship Id="rId52" Type="http://schemas.openxmlformats.org/officeDocument/2006/relationships/customXml" Target="../ink/ink2159.xml"/><Relationship Id="rId73" Type="http://schemas.openxmlformats.org/officeDocument/2006/relationships/image" Target="../media/image1906.png"/><Relationship Id="rId94" Type="http://schemas.openxmlformats.org/officeDocument/2006/relationships/customXml" Target="../ink/ink2180.xml"/><Relationship Id="rId148" Type="http://schemas.openxmlformats.org/officeDocument/2006/relationships/customXml" Target="../ink/ink2207.xml"/><Relationship Id="rId169" Type="http://schemas.openxmlformats.org/officeDocument/2006/relationships/image" Target="../media/image1954.png"/><Relationship Id="rId4" Type="http://schemas.openxmlformats.org/officeDocument/2006/relationships/customXml" Target="../ink/ink2135.xml"/><Relationship Id="rId180" Type="http://schemas.openxmlformats.org/officeDocument/2006/relationships/customXml" Target="../ink/ink2223.xml"/><Relationship Id="rId215" Type="http://schemas.openxmlformats.org/officeDocument/2006/relationships/image" Target="../media/image1977.png"/><Relationship Id="rId236" Type="http://schemas.openxmlformats.org/officeDocument/2006/relationships/customXml" Target="../ink/ink2251.xml"/><Relationship Id="rId257" Type="http://schemas.openxmlformats.org/officeDocument/2006/relationships/image" Target="../media/image1996.png"/><Relationship Id="rId278" Type="http://schemas.openxmlformats.org/officeDocument/2006/relationships/customXml" Target="../ink/ink2272.xml"/><Relationship Id="rId303" Type="http://schemas.openxmlformats.org/officeDocument/2006/relationships/image" Target="../media/image2017.png"/><Relationship Id="rId42" Type="http://schemas.openxmlformats.org/officeDocument/2006/relationships/customXml" Target="../ink/ink2154.xml"/><Relationship Id="rId84" Type="http://schemas.openxmlformats.org/officeDocument/2006/relationships/customXml" Target="../ink/ink2175.xml"/><Relationship Id="rId138" Type="http://schemas.openxmlformats.org/officeDocument/2006/relationships/customXml" Target="../ink/ink2202.xml"/><Relationship Id="rId191" Type="http://schemas.openxmlformats.org/officeDocument/2006/relationships/image" Target="../media/image1965.png"/><Relationship Id="rId205" Type="http://schemas.openxmlformats.org/officeDocument/2006/relationships/image" Target="../media/image1972.png"/><Relationship Id="rId247" Type="http://schemas.openxmlformats.org/officeDocument/2006/relationships/image" Target="../media/image1991.png"/><Relationship Id="rId107" Type="http://schemas.openxmlformats.org/officeDocument/2006/relationships/image" Target="../media/image1923.png"/><Relationship Id="rId289" Type="http://schemas.openxmlformats.org/officeDocument/2006/relationships/image" Target="../media/image2010.png"/><Relationship Id="rId11" Type="http://schemas.openxmlformats.org/officeDocument/2006/relationships/image" Target="../media/image1875.png"/><Relationship Id="rId53" Type="http://schemas.openxmlformats.org/officeDocument/2006/relationships/image" Target="../media/image1896.png"/><Relationship Id="rId149" Type="http://schemas.openxmlformats.org/officeDocument/2006/relationships/image" Target="../media/image1944.png"/><Relationship Id="rId95" Type="http://schemas.openxmlformats.org/officeDocument/2006/relationships/image" Target="../media/image1917.png"/><Relationship Id="rId160" Type="http://schemas.openxmlformats.org/officeDocument/2006/relationships/customXml" Target="../ink/ink2213.xml"/><Relationship Id="rId216" Type="http://schemas.openxmlformats.org/officeDocument/2006/relationships/customXml" Target="../ink/ink2241.xml"/><Relationship Id="rId258" Type="http://schemas.openxmlformats.org/officeDocument/2006/relationships/customXml" Target="../ink/ink2262.xml"/><Relationship Id="rId22" Type="http://schemas.openxmlformats.org/officeDocument/2006/relationships/customXml" Target="../ink/ink2144.xml"/><Relationship Id="rId64" Type="http://schemas.openxmlformats.org/officeDocument/2006/relationships/customXml" Target="../ink/ink2165.xml"/><Relationship Id="rId118" Type="http://schemas.openxmlformats.org/officeDocument/2006/relationships/customXml" Target="../ink/ink2192.xml"/><Relationship Id="rId171" Type="http://schemas.openxmlformats.org/officeDocument/2006/relationships/image" Target="../media/image1955.png"/><Relationship Id="rId227" Type="http://schemas.openxmlformats.org/officeDocument/2006/relationships/image" Target="../media/image554.png"/><Relationship Id="rId269" Type="http://schemas.openxmlformats.org/officeDocument/2006/relationships/image" Target="../media/image2000.png"/><Relationship Id="rId33" Type="http://schemas.openxmlformats.org/officeDocument/2006/relationships/image" Target="../media/image1886.png"/><Relationship Id="rId129" Type="http://schemas.openxmlformats.org/officeDocument/2006/relationships/image" Target="../media/image1934.png"/><Relationship Id="rId280" Type="http://schemas.openxmlformats.org/officeDocument/2006/relationships/customXml" Target="../ink/ink2273.xml"/><Relationship Id="rId75" Type="http://schemas.openxmlformats.org/officeDocument/2006/relationships/image" Target="../media/image1907.png"/><Relationship Id="rId140" Type="http://schemas.openxmlformats.org/officeDocument/2006/relationships/customXml" Target="../ink/ink2203.xml"/><Relationship Id="rId182" Type="http://schemas.openxmlformats.org/officeDocument/2006/relationships/customXml" Target="../ink/ink2224.xml"/><Relationship Id="rId6" Type="http://schemas.openxmlformats.org/officeDocument/2006/relationships/customXml" Target="../ink/ink2136.xml"/><Relationship Id="rId238" Type="http://schemas.openxmlformats.org/officeDocument/2006/relationships/customXml" Target="../ink/ink2252.xml"/><Relationship Id="rId291" Type="http://schemas.openxmlformats.org/officeDocument/2006/relationships/image" Target="../media/image2011.png"/><Relationship Id="rId305" Type="http://schemas.openxmlformats.org/officeDocument/2006/relationships/image" Target="../media/image2018.png"/><Relationship Id="rId44" Type="http://schemas.openxmlformats.org/officeDocument/2006/relationships/customXml" Target="../ink/ink2155.xml"/><Relationship Id="rId86" Type="http://schemas.openxmlformats.org/officeDocument/2006/relationships/customXml" Target="../ink/ink2176.xml"/><Relationship Id="rId151" Type="http://schemas.openxmlformats.org/officeDocument/2006/relationships/image" Target="../media/image1945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80.png"/><Relationship Id="rId21" Type="http://schemas.openxmlformats.org/officeDocument/2006/relationships/image" Target="../media/image2032.png"/><Relationship Id="rId63" Type="http://schemas.openxmlformats.org/officeDocument/2006/relationships/image" Target="../media/image2053.png"/><Relationship Id="rId159" Type="http://schemas.openxmlformats.org/officeDocument/2006/relationships/image" Target="../media/image2101.png"/><Relationship Id="rId170" Type="http://schemas.openxmlformats.org/officeDocument/2006/relationships/customXml" Target="../ink/ink2374.xml"/><Relationship Id="rId226" Type="http://schemas.openxmlformats.org/officeDocument/2006/relationships/customXml" Target="../ink/ink2402.xml"/><Relationship Id="rId268" Type="http://schemas.openxmlformats.org/officeDocument/2006/relationships/customXml" Target="../ink/ink2423.xml"/><Relationship Id="rId32" Type="http://schemas.openxmlformats.org/officeDocument/2006/relationships/customXml" Target="../ink/ink2305.xml"/><Relationship Id="rId74" Type="http://schemas.openxmlformats.org/officeDocument/2006/relationships/customXml" Target="../ink/ink2326.xml"/><Relationship Id="rId128" Type="http://schemas.openxmlformats.org/officeDocument/2006/relationships/customXml" Target="../ink/ink2353.xml"/><Relationship Id="rId5" Type="http://schemas.openxmlformats.org/officeDocument/2006/relationships/image" Target="../media/image2024.png"/><Relationship Id="rId181" Type="http://schemas.openxmlformats.org/officeDocument/2006/relationships/image" Target="../media/image2112.png"/><Relationship Id="rId237" Type="http://schemas.openxmlformats.org/officeDocument/2006/relationships/image" Target="../media/image2140.png"/><Relationship Id="rId279" Type="http://schemas.openxmlformats.org/officeDocument/2006/relationships/image" Target="../media/image2160.png"/><Relationship Id="rId43" Type="http://schemas.openxmlformats.org/officeDocument/2006/relationships/image" Target="../media/image2043.png"/><Relationship Id="rId139" Type="http://schemas.openxmlformats.org/officeDocument/2006/relationships/image" Target="../media/image2091.png"/><Relationship Id="rId290" Type="http://schemas.openxmlformats.org/officeDocument/2006/relationships/customXml" Target="../ink/ink2434.xml"/><Relationship Id="rId85" Type="http://schemas.openxmlformats.org/officeDocument/2006/relationships/image" Target="../media/image2064.png"/><Relationship Id="rId150" Type="http://schemas.openxmlformats.org/officeDocument/2006/relationships/customXml" Target="../ink/ink2364.xml"/><Relationship Id="rId192" Type="http://schemas.openxmlformats.org/officeDocument/2006/relationships/customXml" Target="../ink/ink2385.xml"/><Relationship Id="rId206" Type="http://schemas.openxmlformats.org/officeDocument/2006/relationships/customXml" Target="../ink/ink2392.xml"/><Relationship Id="rId248" Type="http://schemas.openxmlformats.org/officeDocument/2006/relationships/customXml" Target="../ink/ink2413.xml"/><Relationship Id="rId12" Type="http://schemas.openxmlformats.org/officeDocument/2006/relationships/customXml" Target="../ink/ink2295.xml"/><Relationship Id="rId33" Type="http://schemas.openxmlformats.org/officeDocument/2006/relationships/image" Target="../media/image2038.png"/><Relationship Id="rId108" Type="http://schemas.openxmlformats.org/officeDocument/2006/relationships/customXml" Target="../ink/ink2343.xml"/><Relationship Id="rId129" Type="http://schemas.openxmlformats.org/officeDocument/2006/relationships/image" Target="../media/image2086.png"/><Relationship Id="rId280" Type="http://schemas.openxmlformats.org/officeDocument/2006/relationships/customXml" Target="../ink/ink2429.xml"/><Relationship Id="rId54" Type="http://schemas.openxmlformats.org/officeDocument/2006/relationships/customXml" Target="../ink/ink2316.xml"/><Relationship Id="rId75" Type="http://schemas.openxmlformats.org/officeDocument/2006/relationships/image" Target="../media/image2059.png"/><Relationship Id="rId96" Type="http://schemas.openxmlformats.org/officeDocument/2006/relationships/customXml" Target="../ink/ink2337.xml"/><Relationship Id="rId140" Type="http://schemas.openxmlformats.org/officeDocument/2006/relationships/customXml" Target="../ink/ink2359.xml"/><Relationship Id="rId161" Type="http://schemas.openxmlformats.org/officeDocument/2006/relationships/image" Target="../media/image2102.png"/><Relationship Id="rId182" Type="http://schemas.openxmlformats.org/officeDocument/2006/relationships/customXml" Target="../ink/ink2380.xml"/><Relationship Id="rId217" Type="http://schemas.openxmlformats.org/officeDocument/2006/relationships/image" Target="../media/image2130.png"/><Relationship Id="rId6" Type="http://schemas.openxmlformats.org/officeDocument/2006/relationships/customXml" Target="../ink/ink2292.xml"/><Relationship Id="rId238" Type="http://schemas.openxmlformats.org/officeDocument/2006/relationships/customXml" Target="../ink/ink2408.xml"/><Relationship Id="rId259" Type="http://schemas.openxmlformats.org/officeDocument/2006/relationships/image" Target="../media/image2150.png"/><Relationship Id="rId23" Type="http://schemas.openxmlformats.org/officeDocument/2006/relationships/image" Target="../media/image2033.png"/><Relationship Id="rId119" Type="http://schemas.openxmlformats.org/officeDocument/2006/relationships/image" Target="../media/image2081.png"/><Relationship Id="rId270" Type="http://schemas.openxmlformats.org/officeDocument/2006/relationships/customXml" Target="../ink/ink2424.xml"/><Relationship Id="rId291" Type="http://schemas.openxmlformats.org/officeDocument/2006/relationships/image" Target="../media/image2166.png"/><Relationship Id="rId44" Type="http://schemas.openxmlformats.org/officeDocument/2006/relationships/customXml" Target="../ink/ink2311.xml"/><Relationship Id="rId65" Type="http://schemas.openxmlformats.org/officeDocument/2006/relationships/image" Target="../media/image2054.png"/><Relationship Id="rId86" Type="http://schemas.openxmlformats.org/officeDocument/2006/relationships/customXml" Target="../ink/ink2332.xml"/><Relationship Id="rId130" Type="http://schemas.openxmlformats.org/officeDocument/2006/relationships/customXml" Target="../ink/ink2354.xml"/><Relationship Id="rId151" Type="http://schemas.openxmlformats.org/officeDocument/2006/relationships/image" Target="../media/image2097.png"/><Relationship Id="rId172" Type="http://schemas.openxmlformats.org/officeDocument/2006/relationships/customXml" Target="../ink/ink2375.xml"/><Relationship Id="rId193" Type="http://schemas.openxmlformats.org/officeDocument/2006/relationships/image" Target="../media/image2118.png"/><Relationship Id="rId207" Type="http://schemas.openxmlformats.org/officeDocument/2006/relationships/image" Target="../media/image2125.png"/><Relationship Id="rId228" Type="http://schemas.openxmlformats.org/officeDocument/2006/relationships/customXml" Target="../ink/ink2403.xml"/><Relationship Id="rId249" Type="http://schemas.openxmlformats.org/officeDocument/2006/relationships/image" Target="../media/image2146.png"/><Relationship Id="rId13" Type="http://schemas.openxmlformats.org/officeDocument/2006/relationships/image" Target="../media/image2028.png"/><Relationship Id="rId109" Type="http://schemas.openxmlformats.org/officeDocument/2006/relationships/image" Target="../media/image2076.png"/><Relationship Id="rId260" Type="http://schemas.openxmlformats.org/officeDocument/2006/relationships/customXml" Target="../ink/ink2419.xml"/><Relationship Id="rId281" Type="http://schemas.openxmlformats.org/officeDocument/2006/relationships/image" Target="../media/image2161.png"/><Relationship Id="rId34" Type="http://schemas.openxmlformats.org/officeDocument/2006/relationships/customXml" Target="../ink/ink2306.xml"/><Relationship Id="rId55" Type="http://schemas.openxmlformats.org/officeDocument/2006/relationships/image" Target="../media/image2049.png"/><Relationship Id="rId76" Type="http://schemas.openxmlformats.org/officeDocument/2006/relationships/customXml" Target="../ink/ink2327.xml"/><Relationship Id="rId97" Type="http://schemas.openxmlformats.org/officeDocument/2006/relationships/image" Target="../media/image2070.png"/><Relationship Id="rId120" Type="http://schemas.openxmlformats.org/officeDocument/2006/relationships/customXml" Target="../ink/ink2349.xml"/><Relationship Id="rId141" Type="http://schemas.openxmlformats.org/officeDocument/2006/relationships/image" Target="../media/image2092.png"/><Relationship Id="rId7" Type="http://schemas.openxmlformats.org/officeDocument/2006/relationships/image" Target="../media/image2025.png"/><Relationship Id="rId162" Type="http://schemas.openxmlformats.org/officeDocument/2006/relationships/customXml" Target="../ink/ink2370.xml"/><Relationship Id="rId183" Type="http://schemas.openxmlformats.org/officeDocument/2006/relationships/image" Target="../media/image2113.png"/><Relationship Id="rId218" Type="http://schemas.openxmlformats.org/officeDocument/2006/relationships/customXml" Target="../ink/ink2398.xml"/><Relationship Id="rId239" Type="http://schemas.openxmlformats.org/officeDocument/2006/relationships/image" Target="../media/image2141.png"/><Relationship Id="rId250" Type="http://schemas.openxmlformats.org/officeDocument/2006/relationships/customXml" Target="../ink/ink2414.xml"/><Relationship Id="rId271" Type="http://schemas.openxmlformats.org/officeDocument/2006/relationships/image" Target="../media/image2156.png"/><Relationship Id="rId292" Type="http://schemas.openxmlformats.org/officeDocument/2006/relationships/customXml" Target="../ink/ink2435.xml"/><Relationship Id="rId24" Type="http://schemas.openxmlformats.org/officeDocument/2006/relationships/customXml" Target="../ink/ink2301.xml"/><Relationship Id="rId45" Type="http://schemas.openxmlformats.org/officeDocument/2006/relationships/image" Target="../media/image2044.png"/><Relationship Id="rId66" Type="http://schemas.openxmlformats.org/officeDocument/2006/relationships/customXml" Target="../ink/ink2322.xml"/><Relationship Id="rId87" Type="http://schemas.openxmlformats.org/officeDocument/2006/relationships/image" Target="../media/image2065.png"/><Relationship Id="rId110" Type="http://schemas.openxmlformats.org/officeDocument/2006/relationships/customXml" Target="../ink/ink2344.xml"/><Relationship Id="rId131" Type="http://schemas.openxmlformats.org/officeDocument/2006/relationships/image" Target="../media/image2087.png"/><Relationship Id="rId152" Type="http://schemas.openxmlformats.org/officeDocument/2006/relationships/customXml" Target="../ink/ink2365.xml"/><Relationship Id="rId173" Type="http://schemas.openxmlformats.org/officeDocument/2006/relationships/image" Target="../media/image2108.png"/><Relationship Id="rId194" Type="http://schemas.openxmlformats.org/officeDocument/2006/relationships/customXml" Target="../ink/ink2386.xml"/><Relationship Id="rId208" Type="http://schemas.openxmlformats.org/officeDocument/2006/relationships/customXml" Target="../ink/ink2393.xml"/><Relationship Id="rId229" Type="http://schemas.openxmlformats.org/officeDocument/2006/relationships/image" Target="../media/image2136.png"/><Relationship Id="rId240" Type="http://schemas.openxmlformats.org/officeDocument/2006/relationships/customXml" Target="../ink/ink2409.xml"/><Relationship Id="rId261" Type="http://schemas.openxmlformats.org/officeDocument/2006/relationships/image" Target="../media/image2151.png"/><Relationship Id="rId14" Type="http://schemas.openxmlformats.org/officeDocument/2006/relationships/customXml" Target="../ink/ink2296.xml"/><Relationship Id="rId35" Type="http://schemas.openxmlformats.org/officeDocument/2006/relationships/image" Target="../media/image2039.png"/><Relationship Id="rId56" Type="http://schemas.openxmlformats.org/officeDocument/2006/relationships/customXml" Target="../ink/ink2317.xml"/><Relationship Id="rId77" Type="http://schemas.openxmlformats.org/officeDocument/2006/relationships/image" Target="../media/image2060.png"/><Relationship Id="rId100" Type="http://schemas.openxmlformats.org/officeDocument/2006/relationships/customXml" Target="../ink/ink2339.xml"/><Relationship Id="rId282" Type="http://schemas.openxmlformats.org/officeDocument/2006/relationships/customXml" Target="../ink/ink2430.xml"/><Relationship Id="rId8" Type="http://schemas.openxmlformats.org/officeDocument/2006/relationships/customXml" Target="../ink/ink2293.xml"/><Relationship Id="rId98" Type="http://schemas.openxmlformats.org/officeDocument/2006/relationships/customXml" Target="../ink/ink2338.xml"/><Relationship Id="rId121" Type="http://schemas.openxmlformats.org/officeDocument/2006/relationships/image" Target="../media/image2082.png"/><Relationship Id="rId142" Type="http://schemas.openxmlformats.org/officeDocument/2006/relationships/customXml" Target="../ink/ink2360.xml"/><Relationship Id="rId163" Type="http://schemas.openxmlformats.org/officeDocument/2006/relationships/image" Target="../media/image2103.png"/><Relationship Id="rId184" Type="http://schemas.openxmlformats.org/officeDocument/2006/relationships/customXml" Target="../ink/ink2381.xml"/><Relationship Id="rId219" Type="http://schemas.openxmlformats.org/officeDocument/2006/relationships/image" Target="../media/image2131.png"/><Relationship Id="rId230" Type="http://schemas.openxmlformats.org/officeDocument/2006/relationships/customXml" Target="../ink/ink2404.xml"/><Relationship Id="rId251" Type="http://schemas.openxmlformats.org/officeDocument/2006/relationships/image" Target="../media/image2147.png"/><Relationship Id="rId25" Type="http://schemas.openxmlformats.org/officeDocument/2006/relationships/image" Target="../media/image2034.png"/><Relationship Id="rId46" Type="http://schemas.openxmlformats.org/officeDocument/2006/relationships/customXml" Target="../ink/ink2312.xml"/><Relationship Id="rId67" Type="http://schemas.openxmlformats.org/officeDocument/2006/relationships/image" Target="../media/image2055.png"/><Relationship Id="rId272" Type="http://schemas.openxmlformats.org/officeDocument/2006/relationships/customXml" Target="../ink/ink2425.xml"/><Relationship Id="rId293" Type="http://schemas.openxmlformats.org/officeDocument/2006/relationships/image" Target="../media/image2167.png"/><Relationship Id="rId88" Type="http://schemas.openxmlformats.org/officeDocument/2006/relationships/customXml" Target="../ink/ink2333.xml"/><Relationship Id="rId111" Type="http://schemas.openxmlformats.org/officeDocument/2006/relationships/image" Target="../media/image2077.png"/><Relationship Id="rId132" Type="http://schemas.openxmlformats.org/officeDocument/2006/relationships/customXml" Target="../ink/ink2355.xml"/><Relationship Id="rId153" Type="http://schemas.openxmlformats.org/officeDocument/2006/relationships/image" Target="../media/image2098.png"/><Relationship Id="rId174" Type="http://schemas.openxmlformats.org/officeDocument/2006/relationships/customXml" Target="../ink/ink2376.xml"/><Relationship Id="rId195" Type="http://schemas.openxmlformats.org/officeDocument/2006/relationships/image" Target="../media/image2119.png"/><Relationship Id="rId209" Type="http://schemas.openxmlformats.org/officeDocument/2006/relationships/image" Target="../media/image2126.png"/><Relationship Id="rId220" Type="http://schemas.openxmlformats.org/officeDocument/2006/relationships/customXml" Target="../ink/ink2399.xml"/><Relationship Id="rId241" Type="http://schemas.openxmlformats.org/officeDocument/2006/relationships/image" Target="../media/image2142.png"/><Relationship Id="rId15" Type="http://schemas.openxmlformats.org/officeDocument/2006/relationships/image" Target="../media/image2029.png"/><Relationship Id="rId36" Type="http://schemas.openxmlformats.org/officeDocument/2006/relationships/customXml" Target="../ink/ink2307.xml"/><Relationship Id="rId57" Type="http://schemas.openxmlformats.org/officeDocument/2006/relationships/image" Target="../media/image2050.png"/><Relationship Id="rId262" Type="http://schemas.openxmlformats.org/officeDocument/2006/relationships/customXml" Target="../ink/ink2420.xml"/><Relationship Id="rId283" Type="http://schemas.openxmlformats.org/officeDocument/2006/relationships/image" Target="../media/image2162.png"/><Relationship Id="rId78" Type="http://schemas.openxmlformats.org/officeDocument/2006/relationships/customXml" Target="../ink/ink2328.xml"/><Relationship Id="rId99" Type="http://schemas.openxmlformats.org/officeDocument/2006/relationships/image" Target="../media/image2071.png"/><Relationship Id="rId101" Type="http://schemas.openxmlformats.org/officeDocument/2006/relationships/image" Target="../media/image2072.png"/><Relationship Id="rId122" Type="http://schemas.openxmlformats.org/officeDocument/2006/relationships/customXml" Target="../ink/ink2350.xml"/><Relationship Id="rId143" Type="http://schemas.openxmlformats.org/officeDocument/2006/relationships/image" Target="../media/image2093.png"/><Relationship Id="rId164" Type="http://schemas.openxmlformats.org/officeDocument/2006/relationships/customXml" Target="../ink/ink2371.xml"/><Relationship Id="rId185" Type="http://schemas.openxmlformats.org/officeDocument/2006/relationships/image" Target="../media/image2114.png"/><Relationship Id="rId9" Type="http://schemas.openxmlformats.org/officeDocument/2006/relationships/image" Target="../media/image2026.png"/><Relationship Id="rId210" Type="http://schemas.openxmlformats.org/officeDocument/2006/relationships/customXml" Target="../ink/ink2394.xml"/><Relationship Id="rId26" Type="http://schemas.openxmlformats.org/officeDocument/2006/relationships/customXml" Target="../ink/ink2302.xml"/><Relationship Id="rId231" Type="http://schemas.openxmlformats.org/officeDocument/2006/relationships/image" Target="../media/image2137.png"/><Relationship Id="rId252" Type="http://schemas.openxmlformats.org/officeDocument/2006/relationships/customXml" Target="../ink/ink2415.xml"/><Relationship Id="rId273" Type="http://schemas.openxmlformats.org/officeDocument/2006/relationships/image" Target="../media/image2157.png"/><Relationship Id="rId294" Type="http://schemas.openxmlformats.org/officeDocument/2006/relationships/customXml" Target="../ink/ink2436.xml"/><Relationship Id="rId47" Type="http://schemas.openxmlformats.org/officeDocument/2006/relationships/image" Target="../media/image2045.png"/><Relationship Id="rId68" Type="http://schemas.openxmlformats.org/officeDocument/2006/relationships/customXml" Target="../ink/ink2323.xml"/><Relationship Id="rId89" Type="http://schemas.openxmlformats.org/officeDocument/2006/relationships/image" Target="../media/image2066.png"/><Relationship Id="rId112" Type="http://schemas.openxmlformats.org/officeDocument/2006/relationships/customXml" Target="../ink/ink2345.xml"/><Relationship Id="rId133" Type="http://schemas.openxmlformats.org/officeDocument/2006/relationships/image" Target="../media/image2088.png"/><Relationship Id="rId154" Type="http://schemas.openxmlformats.org/officeDocument/2006/relationships/customXml" Target="../ink/ink2366.xml"/><Relationship Id="rId175" Type="http://schemas.openxmlformats.org/officeDocument/2006/relationships/image" Target="../media/image2109.png"/><Relationship Id="rId196" Type="http://schemas.openxmlformats.org/officeDocument/2006/relationships/customXml" Target="../ink/ink2387.xml"/><Relationship Id="rId200" Type="http://schemas.openxmlformats.org/officeDocument/2006/relationships/customXml" Target="../ink/ink2389.xml"/><Relationship Id="rId16" Type="http://schemas.openxmlformats.org/officeDocument/2006/relationships/customXml" Target="../ink/ink2297.xml"/><Relationship Id="rId221" Type="http://schemas.openxmlformats.org/officeDocument/2006/relationships/image" Target="../media/image2132.png"/><Relationship Id="rId242" Type="http://schemas.openxmlformats.org/officeDocument/2006/relationships/customXml" Target="../ink/ink2410.xml"/><Relationship Id="rId263" Type="http://schemas.openxmlformats.org/officeDocument/2006/relationships/image" Target="../media/image2152.png"/><Relationship Id="rId284" Type="http://schemas.openxmlformats.org/officeDocument/2006/relationships/customXml" Target="../ink/ink2431.xml"/><Relationship Id="rId37" Type="http://schemas.openxmlformats.org/officeDocument/2006/relationships/image" Target="../media/image2040.png"/><Relationship Id="rId58" Type="http://schemas.openxmlformats.org/officeDocument/2006/relationships/customXml" Target="../ink/ink2318.xml"/><Relationship Id="rId79" Type="http://schemas.openxmlformats.org/officeDocument/2006/relationships/image" Target="../media/image2061.png"/><Relationship Id="rId102" Type="http://schemas.openxmlformats.org/officeDocument/2006/relationships/customXml" Target="../ink/ink2340.xml"/><Relationship Id="rId123" Type="http://schemas.openxmlformats.org/officeDocument/2006/relationships/image" Target="../media/image2083.png"/><Relationship Id="rId144" Type="http://schemas.openxmlformats.org/officeDocument/2006/relationships/customXml" Target="../ink/ink2361.xml"/><Relationship Id="rId90" Type="http://schemas.openxmlformats.org/officeDocument/2006/relationships/customXml" Target="../ink/ink2334.xml"/><Relationship Id="rId165" Type="http://schemas.openxmlformats.org/officeDocument/2006/relationships/image" Target="../media/image2104.png"/><Relationship Id="rId186" Type="http://schemas.openxmlformats.org/officeDocument/2006/relationships/customXml" Target="../ink/ink2382.xml"/><Relationship Id="rId211" Type="http://schemas.openxmlformats.org/officeDocument/2006/relationships/image" Target="../media/image2127.png"/><Relationship Id="rId232" Type="http://schemas.openxmlformats.org/officeDocument/2006/relationships/customXml" Target="../ink/ink2405.xml"/><Relationship Id="rId253" Type="http://schemas.openxmlformats.org/officeDocument/2006/relationships/image" Target="../media/image2148.png"/><Relationship Id="rId274" Type="http://schemas.openxmlformats.org/officeDocument/2006/relationships/customXml" Target="../ink/ink2426.xml"/><Relationship Id="rId295" Type="http://schemas.openxmlformats.org/officeDocument/2006/relationships/image" Target="../media/image2168.png"/><Relationship Id="rId27" Type="http://schemas.openxmlformats.org/officeDocument/2006/relationships/image" Target="../media/image2035.png"/><Relationship Id="rId48" Type="http://schemas.openxmlformats.org/officeDocument/2006/relationships/customXml" Target="../ink/ink2313.xml"/><Relationship Id="rId69" Type="http://schemas.openxmlformats.org/officeDocument/2006/relationships/image" Target="../media/image2056.png"/><Relationship Id="rId113" Type="http://schemas.openxmlformats.org/officeDocument/2006/relationships/image" Target="../media/image2078.png"/><Relationship Id="rId134" Type="http://schemas.openxmlformats.org/officeDocument/2006/relationships/customXml" Target="../ink/ink2356.xml"/><Relationship Id="rId80" Type="http://schemas.openxmlformats.org/officeDocument/2006/relationships/customXml" Target="../ink/ink2329.xml"/><Relationship Id="rId155" Type="http://schemas.openxmlformats.org/officeDocument/2006/relationships/image" Target="../media/image2099.png"/><Relationship Id="rId176" Type="http://schemas.openxmlformats.org/officeDocument/2006/relationships/customXml" Target="../ink/ink2377.xml"/><Relationship Id="rId197" Type="http://schemas.openxmlformats.org/officeDocument/2006/relationships/image" Target="../media/image2120.png"/><Relationship Id="rId201" Type="http://schemas.openxmlformats.org/officeDocument/2006/relationships/image" Target="../media/image2122.png"/><Relationship Id="rId222" Type="http://schemas.openxmlformats.org/officeDocument/2006/relationships/customXml" Target="../ink/ink2400.xml"/><Relationship Id="rId243" Type="http://schemas.openxmlformats.org/officeDocument/2006/relationships/image" Target="../media/image2143.png"/><Relationship Id="rId264" Type="http://schemas.openxmlformats.org/officeDocument/2006/relationships/customXml" Target="../ink/ink2421.xml"/><Relationship Id="rId285" Type="http://schemas.openxmlformats.org/officeDocument/2006/relationships/image" Target="../media/image2163.png"/><Relationship Id="rId17" Type="http://schemas.openxmlformats.org/officeDocument/2006/relationships/image" Target="../media/image2030.png"/><Relationship Id="rId38" Type="http://schemas.openxmlformats.org/officeDocument/2006/relationships/customXml" Target="../ink/ink2308.xml"/><Relationship Id="rId59" Type="http://schemas.openxmlformats.org/officeDocument/2006/relationships/image" Target="../media/image2051.png"/><Relationship Id="rId103" Type="http://schemas.openxmlformats.org/officeDocument/2006/relationships/image" Target="../media/image2073.png"/><Relationship Id="rId124" Type="http://schemas.openxmlformats.org/officeDocument/2006/relationships/customXml" Target="../ink/ink2351.xml"/><Relationship Id="rId70" Type="http://schemas.openxmlformats.org/officeDocument/2006/relationships/customXml" Target="../ink/ink2324.xml"/><Relationship Id="rId91" Type="http://schemas.openxmlformats.org/officeDocument/2006/relationships/image" Target="../media/image2067.png"/><Relationship Id="rId145" Type="http://schemas.openxmlformats.org/officeDocument/2006/relationships/image" Target="../media/image2094.png"/><Relationship Id="rId166" Type="http://schemas.openxmlformats.org/officeDocument/2006/relationships/customXml" Target="../ink/ink2372.xml"/><Relationship Id="rId187" Type="http://schemas.openxmlformats.org/officeDocument/2006/relationships/image" Target="../media/image211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95.xml"/><Relationship Id="rId233" Type="http://schemas.openxmlformats.org/officeDocument/2006/relationships/image" Target="../media/image2138.png"/><Relationship Id="rId254" Type="http://schemas.openxmlformats.org/officeDocument/2006/relationships/customXml" Target="../ink/ink2416.xml"/><Relationship Id="rId28" Type="http://schemas.openxmlformats.org/officeDocument/2006/relationships/customXml" Target="../ink/ink2303.xml"/><Relationship Id="rId49" Type="http://schemas.openxmlformats.org/officeDocument/2006/relationships/image" Target="../media/image2046.png"/><Relationship Id="rId114" Type="http://schemas.openxmlformats.org/officeDocument/2006/relationships/customXml" Target="../ink/ink2346.xml"/><Relationship Id="rId275" Type="http://schemas.openxmlformats.org/officeDocument/2006/relationships/image" Target="../media/image2158.png"/><Relationship Id="rId60" Type="http://schemas.openxmlformats.org/officeDocument/2006/relationships/customXml" Target="../ink/ink2319.xml"/><Relationship Id="rId81" Type="http://schemas.openxmlformats.org/officeDocument/2006/relationships/image" Target="../media/image2062.png"/><Relationship Id="rId135" Type="http://schemas.openxmlformats.org/officeDocument/2006/relationships/image" Target="../media/image2089.png"/><Relationship Id="rId156" Type="http://schemas.openxmlformats.org/officeDocument/2006/relationships/customXml" Target="../ink/ink2367.xml"/><Relationship Id="rId177" Type="http://schemas.openxmlformats.org/officeDocument/2006/relationships/image" Target="../media/image2110.png"/><Relationship Id="rId198" Type="http://schemas.openxmlformats.org/officeDocument/2006/relationships/customXml" Target="../ink/ink2388.xml"/><Relationship Id="rId202" Type="http://schemas.openxmlformats.org/officeDocument/2006/relationships/customXml" Target="../ink/ink2390.xml"/><Relationship Id="rId223" Type="http://schemas.openxmlformats.org/officeDocument/2006/relationships/image" Target="../media/image2133.png"/><Relationship Id="rId244" Type="http://schemas.openxmlformats.org/officeDocument/2006/relationships/customXml" Target="../ink/ink2411.xml"/><Relationship Id="rId18" Type="http://schemas.openxmlformats.org/officeDocument/2006/relationships/customXml" Target="../ink/ink2298.xml"/><Relationship Id="rId39" Type="http://schemas.openxmlformats.org/officeDocument/2006/relationships/image" Target="../media/image2041.png"/><Relationship Id="rId265" Type="http://schemas.openxmlformats.org/officeDocument/2006/relationships/image" Target="../media/image2153.png"/><Relationship Id="rId286" Type="http://schemas.openxmlformats.org/officeDocument/2006/relationships/customXml" Target="../ink/ink2432.xml"/><Relationship Id="rId50" Type="http://schemas.openxmlformats.org/officeDocument/2006/relationships/customXml" Target="../ink/ink2314.xml"/><Relationship Id="rId104" Type="http://schemas.openxmlformats.org/officeDocument/2006/relationships/customXml" Target="../ink/ink2341.xml"/><Relationship Id="rId125" Type="http://schemas.openxmlformats.org/officeDocument/2006/relationships/image" Target="../media/image2084.png"/><Relationship Id="rId146" Type="http://schemas.openxmlformats.org/officeDocument/2006/relationships/customXml" Target="../ink/ink2362.xml"/><Relationship Id="rId167" Type="http://schemas.openxmlformats.org/officeDocument/2006/relationships/image" Target="../media/image2105.png"/><Relationship Id="rId188" Type="http://schemas.openxmlformats.org/officeDocument/2006/relationships/customXml" Target="../ink/ink2383.xml"/><Relationship Id="rId71" Type="http://schemas.openxmlformats.org/officeDocument/2006/relationships/image" Target="../media/image2057.png"/><Relationship Id="rId92" Type="http://schemas.openxmlformats.org/officeDocument/2006/relationships/customXml" Target="../ink/ink2335.xml"/><Relationship Id="rId213" Type="http://schemas.openxmlformats.org/officeDocument/2006/relationships/image" Target="../media/image2128.png"/><Relationship Id="rId234" Type="http://schemas.openxmlformats.org/officeDocument/2006/relationships/customXml" Target="../ink/ink2406.xml"/><Relationship Id="rId2" Type="http://schemas.openxmlformats.org/officeDocument/2006/relationships/customXml" Target="../ink/ink2290.xml"/><Relationship Id="rId29" Type="http://schemas.openxmlformats.org/officeDocument/2006/relationships/image" Target="../media/image2036.png"/><Relationship Id="rId255" Type="http://schemas.openxmlformats.org/officeDocument/2006/relationships/image" Target="../media/image2149.png"/><Relationship Id="rId276" Type="http://schemas.openxmlformats.org/officeDocument/2006/relationships/customXml" Target="../ink/ink2427.xml"/><Relationship Id="rId40" Type="http://schemas.openxmlformats.org/officeDocument/2006/relationships/customXml" Target="../ink/ink2309.xml"/><Relationship Id="rId115" Type="http://schemas.openxmlformats.org/officeDocument/2006/relationships/image" Target="../media/image2079.png"/><Relationship Id="rId136" Type="http://schemas.openxmlformats.org/officeDocument/2006/relationships/customXml" Target="../ink/ink2357.xml"/><Relationship Id="rId157" Type="http://schemas.openxmlformats.org/officeDocument/2006/relationships/image" Target="../media/image2100.png"/><Relationship Id="rId178" Type="http://schemas.openxmlformats.org/officeDocument/2006/relationships/customXml" Target="../ink/ink2378.xml"/><Relationship Id="rId61" Type="http://schemas.openxmlformats.org/officeDocument/2006/relationships/image" Target="../media/image2052.png"/><Relationship Id="rId82" Type="http://schemas.openxmlformats.org/officeDocument/2006/relationships/customXml" Target="../ink/ink2330.xml"/><Relationship Id="rId199" Type="http://schemas.openxmlformats.org/officeDocument/2006/relationships/image" Target="../media/image2121.png"/><Relationship Id="rId203" Type="http://schemas.openxmlformats.org/officeDocument/2006/relationships/image" Target="../media/image2123.png"/><Relationship Id="rId19" Type="http://schemas.openxmlformats.org/officeDocument/2006/relationships/image" Target="../media/image2031.png"/><Relationship Id="rId224" Type="http://schemas.openxmlformats.org/officeDocument/2006/relationships/customXml" Target="../ink/ink2401.xml"/><Relationship Id="rId245" Type="http://schemas.openxmlformats.org/officeDocument/2006/relationships/image" Target="../media/image2144.png"/><Relationship Id="rId266" Type="http://schemas.openxmlformats.org/officeDocument/2006/relationships/customXml" Target="../ink/ink2422.xml"/><Relationship Id="rId287" Type="http://schemas.openxmlformats.org/officeDocument/2006/relationships/image" Target="../media/image2164.png"/><Relationship Id="rId30" Type="http://schemas.openxmlformats.org/officeDocument/2006/relationships/customXml" Target="../ink/ink2304.xml"/><Relationship Id="rId105" Type="http://schemas.openxmlformats.org/officeDocument/2006/relationships/image" Target="../media/image2074.png"/><Relationship Id="rId126" Type="http://schemas.openxmlformats.org/officeDocument/2006/relationships/customXml" Target="../ink/ink2352.xml"/><Relationship Id="rId147" Type="http://schemas.openxmlformats.org/officeDocument/2006/relationships/image" Target="../media/image2095.png"/><Relationship Id="rId168" Type="http://schemas.openxmlformats.org/officeDocument/2006/relationships/customXml" Target="../ink/ink2373.xml"/><Relationship Id="rId51" Type="http://schemas.openxmlformats.org/officeDocument/2006/relationships/image" Target="../media/image2047.png"/><Relationship Id="rId72" Type="http://schemas.openxmlformats.org/officeDocument/2006/relationships/customXml" Target="../ink/ink2325.xml"/><Relationship Id="rId93" Type="http://schemas.openxmlformats.org/officeDocument/2006/relationships/image" Target="../media/image2068.png"/><Relationship Id="rId189" Type="http://schemas.openxmlformats.org/officeDocument/2006/relationships/image" Target="../media/image2116.png"/><Relationship Id="rId3" Type="http://schemas.openxmlformats.org/officeDocument/2006/relationships/image" Target="../media/image2023.png"/><Relationship Id="rId214" Type="http://schemas.openxmlformats.org/officeDocument/2006/relationships/customXml" Target="../ink/ink2396.xml"/><Relationship Id="rId235" Type="http://schemas.openxmlformats.org/officeDocument/2006/relationships/image" Target="../media/image2139.png"/><Relationship Id="rId256" Type="http://schemas.openxmlformats.org/officeDocument/2006/relationships/customXml" Target="../ink/ink2417.xml"/><Relationship Id="rId277" Type="http://schemas.openxmlformats.org/officeDocument/2006/relationships/image" Target="../media/image2159.png"/><Relationship Id="rId116" Type="http://schemas.openxmlformats.org/officeDocument/2006/relationships/customXml" Target="../ink/ink2347.xml"/><Relationship Id="rId137" Type="http://schemas.openxmlformats.org/officeDocument/2006/relationships/image" Target="../media/image2090.png"/><Relationship Id="rId158" Type="http://schemas.openxmlformats.org/officeDocument/2006/relationships/customXml" Target="../ink/ink2368.xml"/><Relationship Id="rId20" Type="http://schemas.openxmlformats.org/officeDocument/2006/relationships/customXml" Target="../ink/ink2299.xml"/><Relationship Id="rId41" Type="http://schemas.openxmlformats.org/officeDocument/2006/relationships/image" Target="../media/image2042.png"/><Relationship Id="rId62" Type="http://schemas.openxmlformats.org/officeDocument/2006/relationships/customXml" Target="../ink/ink2320.xml"/><Relationship Id="rId83" Type="http://schemas.openxmlformats.org/officeDocument/2006/relationships/image" Target="../media/image2063.png"/><Relationship Id="rId179" Type="http://schemas.openxmlformats.org/officeDocument/2006/relationships/image" Target="../media/image2111.png"/><Relationship Id="rId190" Type="http://schemas.openxmlformats.org/officeDocument/2006/relationships/customXml" Target="../ink/ink2384.xml"/><Relationship Id="rId204" Type="http://schemas.openxmlformats.org/officeDocument/2006/relationships/customXml" Target="../ink/ink2391.xml"/><Relationship Id="rId225" Type="http://schemas.openxmlformats.org/officeDocument/2006/relationships/image" Target="../media/image2134.png"/><Relationship Id="rId246" Type="http://schemas.openxmlformats.org/officeDocument/2006/relationships/customXml" Target="../ink/ink2412.xml"/><Relationship Id="rId267" Type="http://schemas.openxmlformats.org/officeDocument/2006/relationships/image" Target="../media/image2154.png"/><Relationship Id="rId288" Type="http://schemas.openxmlformats.org/officeDocument/2006/relationships/customXml" Target="../ink/ink2433.xml"/><Relationship Id="rId106" Type="http://schemas.openxmlformats.org/officeDocument/2006/relationships/customXml" Target="../ink/ink2342.xml"/><Relationship Id="rId127" Type="http://schemas.openxmlformats.org/officeDocument/2006/relationships/image" Target="../media/image2085.png"/><Relationship Id="rId10" Type="http://schemas.openxmlformats.org/officeDocument/2006/relationships/customXml" Target="../ink/ink2294.xml"/><Relationship Id="rId31" Type="http://schemas.openxmlformats.org/officeDocument/2006/relationships/image" Target="../media/image2037.png"/><Relationship Id="rId52" Type="http://schemas.openxmlformats.org/officeDocument/2006/relationships/customXml" Target="../ink/ink2315.xml"/><Relationship Id="rId73" Type="http://schemas.openxmlformats.org/officeDocument/2006/relationships/image" Target="../media/image2058.png"/><Relationship Id="rId94" Type="http://schemas.openxmlformats.org/officeDocument/2006/relationships/customXml" Target="../ink/ink2336.xml"/><Relationship Id="rId148" Type="http://schemas.openxmlformats.org/officeDocument/2006/relationships/customXml" Target="../ink/ink2363.xml"/><Relationship Id="rId169" Type="http://schemas.openxmlformats.org/officeDocument/2006/relationships/image" Target="../media/image2106.png"/><Relationship Id="rId4" Type="http://schemas.openxmlformats.org/officeDocument/2006/relationships/customXml" Target="../ink/ink2291.xml"/><Relationship Id="rId180" Type="http://schemas.openxmlformats.org/officeDocument/2006/relationships/customXml" Target="../ink/ink2379.xml"/><Relationship Id="rId215" Type="http://schemas.openxmlformats.org/officeDocument/2006/relationships/image" Target="../media/image2129.png"/><Relationship Id="rId236" Type="http://schemas.openxmlformats.org/officeDocument/2006/relationships/customXml" Target="../ink/ink2407.xml"/><Relationship Id="rId257" Type="http://schemas.openxmlformats.org/officeDocument/2006/relationships/image" Target="../media/image1866.png"/><Relationship Id="rId278" Type="http://schemas.openxmlformats.org/officeDocument/2006/relationships/customXml" Target="../ink/ink2428.xml"/><Relationship Id="rId42" Type="http://schemas.openxmlformats.org/officeDocument/2006/relationships/customXml" Target="../ink/ink2310.xml"/><Relationship Id="rId84" Type="http://schemas.openxmlformats.org/officeDocument/2006/relationships/customXml" Target="../ink/ink2331.xml"/><Relationship Id="rId138" Type="http://schemas.openxmlformats.org/officeDocument/2006/relationships/customXml" Target="../ink/ink2358.xml"/><Relationship Id="rId191" Type="http://schemas.openxmlformats.org/officeDocument/2006/relationships/image" Target="../media/image2117.png"/><Relationship Id="rId205" Type="http://schemas.openxmlformats.org/officeDocument/2006/relationships/image" Target="../media/image2124.png"/><Relationship Id="rId247" Type="http://schemas.openxmlformats.org/officeDocument/2006/relationships/image" Target="../media/image2145.png"/><Relationship Id="rId107" Type="http://schemas.openxmlformats.org/officeDocument/2006/relationships/image" Target="../media/image2075.png"/><Relationship Id="rId289" Type="http://schemas.openxmlformats.org/officeDocument/2006/relationships/image" Target="../media/image2165.png"/><Relationship Id="rId11" Type="http://schemas.openxmlformats.org/officeDocument/2006/relationships/image" Target="../media/image2027.png"/><Relationship Id="rId53" Type="http://schemas.openxmlformats.org/officeDocument/2006/relationships/image" Target="../media/image2048.png"/><Relationship Id="rId149" Type="http://schemas.openxmlformats.org/officeDocument/2006/relationships/image" Target="../media/image2096.png"/><Relationship Id="rId95" Type="http://schemas.openxmlformats.org/officeDocument/2006/relationships/image" Target="../media/image2069.png"/><Relationship Id="rId160" Type="http://schemas.openxmlformats.org/officeDocument/2006/relationships/customXml" Target="../ink/ink2369.xml"/><Relationship Id="rId216" Type="http://schemas.openxmlformats.org/officeDocument/2006/relationships/customXml" Target="../ink/ink2397.xml"/><Relationship Id="rId258" Type="http://schemas.openxmlformats.org/officeDocument/2006/relationships/customXml" Target="../ink/ink2418.xml"/><Relationship Id="rId22" Type="http://schemas.openxmlformats.org/officeDocument/2006/relationships/customXml" Target="../ink/ink2300.xml"/><Relationship Id="rId64" Type="http://schemas.openxmlformats.org/officeDocument/2006/relationships/customXml" Target="../ink/ink2321.xml"/><Relationship Id="rId118" Type="http://schemas.openxmlformats.org/officeDocument/2006/relationships/customXml" Target="../ink/ink2348.xml"/><Relationship Id="rId171" Type="http://schemas.openxmlformats.org/officeDocument/2006/relationships/image" Target="../media/image2107.png"/><Relationship Id="rId227" Type="http://schemas.openxmlformats.org/officeDocument/2006/relationships/image" Target="../media/image2135.png"/><Relationship Id="rId269" Type="http://schemas.openxmlformats.org/officeDocument/2006/relationships/image" Target="../media/image2155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6.png"/><Relationship Id="rId21" Type="http://schemas.openxmlformats.org/officeDocument/2006/relationships/image" Target="../media/image2178.png"/><Relationship Id="rId42" Type="http://schemas.openxmlformats.org/officeDocument/2006/relationships/customXml" Target="../ink/ink2457.xml"/><Relationship Id="rId63" Type="http://schemas.openxmlformats.org/officeDocument/2006/relationships/image" Target="../media/image2199.png"/><Relationship Id="rId84" Type="http://schemas.openxmlformats.org/officeDocument/2006/relationships/customXml" Target="../ink/ink2478.xml"/><Relationship Id="rId138" Type="http://schemas.openxmlformats.org/officeDocument/2006/relationships/customXml" Target="../ink/ink2505.xml"/><Relationship Id="rId159" Type="http://schemas.openxmlformats.org/officeDocument/2006/relationships/image" Target="../media/image2247.png"/><Relationship Id="rId170" Type="http://schemas.openxmlformats.org/officeDocument/2006/relationships/customXml" Target="../ink/ink2521.xml"/><Relationship Id="rId191" Type="http://schemas.openxmlformats.org/officeDocument/2006/relationships/image" Target="../media/image2263.png"/><Relationship Id="rId107" Type="http://schemas.openxmlformats.org/officeDocument/2006/relationships/image" Target="../media/image2221.png"/><Relationship Id="rId11" Type="http://schemas.openxmlformats.org/officeDocument/2006/relationships/image" Target="../media/image2173.png"/><Relationship Id="rId32" Type="http://schemas.openxmlformats.org/officeDocument/2006/relationships/customXml" Target="../ink/ink2452.xml"/><Relationship Id="rId53" Type="http://schemas.openxmlformats.org/officeDocument/2006/relationships/image" Target="../media/image2194.png"/><Relationship Id="rId74" Type="http://schemas.openxmlformats.org/officeDocument/2006/relationships/customXml" Target="../ink/ink2473.xml"/><Relationship Id="rId128" Type="http://schemas.openxmlformats.org/officeDocument/2006/relationships/customXml" Target="../ink/ink2500.xml"/><Relationship Id="rId149" Type="http://schemas.openxmlformats.org/officeDocument/2006/relationships/image" Target="../media/image2242.png"/><Relationship Id="rId5" Type="http://schemas.openxmlformats.org/officeDocument/2006/relationships/image" Target="../media/image2170.png"/><Relationship Id="rId95" Type="http://schemas.openxmlformats.org/officeDocument/2006/relationships/image" Target="../media/image2215.png"/><Relationship Id="rId160" Type="http://schemas.openxmlformats.org/officeDocument/2006/relationships/customXml" Target="../ink/ink2516.xml"/><Relationship Id="rId181" Type="http://schemas.openxmlformats.org/officeDocument/2006/relationships/image" Target="../media/image2258.png"/><Relationship Id="rId22" Type="http://schemas.openxmlformats.org/officeDocument/2006/relationships/customXml" Target="../ink/ink2447.xml"/><Relationship Id="rId43" Type="http://schemas.openxmlformats.org/officeDocument/2006/relationships/image" Target="../media/image2189.png"/><Relationship Id="rId64" Type="http://schemas.openxmlformats.org/officeDocument/2006/relationships/customXml" Target="../ink/ink2468.xml"/><Relationship Id="rId118" Type="http://schemas.openxmlformats.org/officeDocument/2006/relationships/customXml" Target="../ink/ink2495.xml"/><Relationship Id="rId139" Type="http://schemas.openxmlformats.org/officeDocument/2006/relationships/image" Target="../media/image2237.png"/><Relationship Id="rId85" Type="http://schemas.openxmlformats.org/officeDocument/2006/relationships/image" Target="../media/image2210.png"/><Relationship Id="rId150" Type="http://schemas.openxmlformats.org/officeDocument/2006/relationships/customXml" Target="../ink/ink2511.xml"/><Relationship Id="rId171" Type="http://schemas.openxmlformats.org/officeDocument/2006/relationships/image" Target="../media/image2253.png"/><Relationship Id="rId192" Type="http://schemas.openxmlformats.org/officeDocument/2006/relationships/customXml" Target="../ink/ink2532.xml"/><Relationship Id="rId12" Type="http://schemas.openxmlformats.org/officeDocument/2006/relationships/customXml" Target="../ink/ink2442.xml"/><Relationship Id="rId33" Type="http://schemas.openxmlformats.org/officeDocument/2006/relationships/image" Target="../media/image2184.png"/><Relationship Id="rId108" Type="http://schemas.openxmlformats.org/officeDocument/2006/relationships/customXml" Target="../ink/ink2490.xml"/><Relationship Id="rId129" Type="http://schemas.openxmlformats.org/officeDocument/2006/relationships/image" Target="../media/image2232.png"/><Relationship Id="rId54" Type="http://schemas.openxmlformats.org/officeDocument/2006/relationships/customXml" Target="../ink/ink2463.xml"/><Relationship Id="rId75" Type="http://schemas.openxmlformats.org/officeDocument/2006/relationships/image" Target="../media/image2205.png"/><Relationship Id="rId96" Type="http://schemas.openxmlformats.org/officeDocument/2006/relationships/customXml" Target="../ink/ink2484.xml"/><Relationship Id="rId140" Type="http://schemas.openxmlformats.org/officeDocument/2006/relationships/customXml" Target="../ink/ink2506.xml"/><Relationship Id="rId161" Type="http://schemas.openxmlformats.org/officeDocument/2006/relationships/image" Target="../media/image2248.png"/><Relationship Id="rId182" Type="http://schemas.openxmlformats.org/officeDocument/2006/relationships/customXml" Target="../ink/ink2527.xml"/><Relationship Id="rId6" Type="http://schemas.openxmlformats.org/officeDocument/2006/relationships/customXml" Target="../ink/ink2439.xml"/><Relationship Id="rId23" Type="http://schemas.openxmlformats.org/officeDocument/2006/relationships/image" Target="../media/image2179.png"/><Relationship Id="rId119" Type="http://schemas.openxmlformats.org/officeDocument/2006/relationships/image" Target="../media/image2227.png"/><Relationship Id="rId44" Type="http://schemas.openxmlformats.org/officeDocument/2006/relationships/customXml" Target="../ink/ink2458.xml"/><Relationship Id="rId65" Type="http://schemas.openxmlformats.org/officeDocument/2006/relationships/image" Target="../media/image2200.png"/><Relationship Id="rId86" Type="http://schemas.openxmlformats.org/officeDocument/2006/relationships/customXml" Target="../ink/ink2479.xml"/><Relationship Id="rId130" Type="http://schemas.openxmlformats.org/officeDocument/2006/relationships/customXml" Target="../ink/ink2501.xml"/><Relationship Id="rId151" Type="http://schemas.openxmlformats.org/officeDocument/2006/relationships/image" Target="../media/image2243.png"/><Relationship Id="rId172" Type="http://schemas.openxmlformats.org/officeDocument/2006/relationships/customXml" Target="../ink/ink2522.xml"/><Relationship Id="rId193" Type="http://schemas.openxmlformats.org/officeDocument/2006/relationships/image" Target="../media/image2264.png"/><Relationship Id="rId13" Type="http://schemas.openxmlformats.org/officeDocument/2006/relationships/image" Target="../media/image2174.png"/><Relationship Id="rId109" Type="http://schemas.openxmlformats.org/officeDocument/2006/relationships/image" Target="../media/image2222.png"/><Relationship Id="rId34" Type="http://schemas.openxmlformats.org/officeDocument/2006/relationships/customXml" Target="../ink/ink2453.xml"/><Relationship Id="rId55" Type="http://schemas.openxmlformats.org/officeDocument/2006/relationships/image" Target="../media/image2195.png"/><Relationship Id="rId76" Type="http://schemas.openxmlformats.org/officeDocument/2006/relationships/customXml" Target="../ink/ink2474.xml"/><Relationship Id="rId97" Type="http://schemas.openxmlformats.org/officeDocument/2006/relationships/image" Target="../media/image2216.png"/><Relationship Id="rId120" Type="http://schemas.openxmlformats.org/officeDocument/2006/relationships/customXml" Target="../ink/ink2496.xml"/><Relationship Id="rId141" Type="http://schemas.openxmlformats.org/officeDocument/2006/relationships/image" Target="../media/image2238.png"/><Relationship Id="rId7" Type="http://schemas.openxmlformats.org/officeDocument/2006/relationships/image" Target="../media/image2171.png"/><Relationship Id="rId162" Type="http://schemas.openxmlformats.org/officeDocument/2006/relationships/customXml" Target="../ink/ink2517.xml"/><Relationship Id="rId183" Type="http://schemas.openxmlformats.org/officeDocument/2006/relationships/image" Target="../media/image2259.png"/><Relationship Id="rId2" Type="http://schemas.openxmlformats.org/officeDocument/2006/relationships/customXml" Target="../ink/ink2437.xml"/><Relationship Id="rId29" Type="http://schemas.openxmlformats.org/officeDocument/2006/relationships/image" Target="../media/image2182.png"/><Relationship Id="rId24" Type="http://schemas.openxmlformats.org/officeDocument/2006/relationships/customXml" Target="../ink/ink2448.xml"/><Relationship Id="rId40" Type="http://schemas.openxmlformats.org/officeDocument/2006/relationships/customXml" Target="../ink/ink2456.xml"/><Relationship Id="rId45" Type="http://schemas.openxmlformats.org/officeDocument/2006/relationships/image" Target="../media/image2190.png"/><Relationship Id="rId66" Type="http://schemas.openxmlformats.org/officeDocument/2006/relationships/customXml" Target="../ink/ink2469.xml"/><Relationship Id="rId87" Type="http://schemas.openxmlformats.org/officeDocument/2006/relationships/image" Target="../media/image2211.png"/><Relationship Id="rId110" Type="http://schemas.openxmlformats.org/officeDocument/2006/relationships/customXml" Target="../ink/ink2491.xml"/><Relationship Id="rId115" Type="http://schemas.openxmlformats.org/officeDocument/2006/relationships/image" Target="../media/image2225.png"/><Relationship Id="rId131" Type="http://schemas.openxmlformats.org/officeDocument/2006/relationships/image" Target="../media/image2233.png"/><Relationship Id="rId136" Type="http://schemas.openxmlformats.org/officeDocument/2006/relationships/customXml" Target="../ink/ink2504.xml"/><Relationship Id="rId157" Type="http://schemas.openxmlformats.org/officeDocument/2006/relationships/image" Target="../media/image2246.png"/><Relationship Id="rId178" Type="http://schemas.openxmlformats.org/officeDocument/2006/relationships/customXml" Target="../ink/ink2525.xml"/><Relationship Id="rId61" Type="http://schemas.openxmlformats.org/officeDocument/2006/relationships/image" Target="../media/image2198.png"/><Relationship Id="rId82" Type="http://schemas.openxmlformats.org/officeDocument/2006/relationships/customXml" Target="../ink/ink2477.xml"/><Relationship Id="rId152" Type="http://schemas.openxmlformats.org/officeDocument/2006/relationships/customXml" Target="../ink/ink2512.xml"/><Relationship Id="rId173" Type="http://schemas.openxmlformats.org/officeDocument/2006/relationships/image" Target="../media/image2254.png"/><Relationship Id="rId194" Type="http://schemas.openxmlformats.org/officeDocument/2006/relationships/customXml" Target="../ink/ink2533.xml"/><Relationship Id="rId199" Type="http://schemas.openxmlformats.org/officeDocument/2006/relationships/image" Target="../media/image2267.png"/><Relationship Id="rId19" Type="http://schemas.openxmlformats.org/officeDocument/2006/relationships/image" Target="../media/image2177.png"/><Relationship Id="rId14" Type="http://schemas.openxmlformats.org/officeDocument/2006/relationships/customXml" Target="../ink/ink2443.xml"/><Relationship Id="rId30" Type="http://schemas.openxmlformats.org/officeDocument/2006/relationships/customXml" Target="../ink/ink2451.xml"/><Relationship Id="rId35" Type="http://schemas.openxmlformats.org/officeDocument/2006/relationships/image" Target="../media/image2185.png"/><Relationship Id="rId56" Type="http://schemas.openxmlformats.org/officeDocument/2006/relationships/customXml" Target="../ink/ink2464.xml"/><Relationship Id="rId77" Type="http://schemas.openxmlformats.org/officeDocument/2006/relationships/image" Target="../media/image2206.png"/><Relationship Id="rId100" Type="http://schemas.openxmlformats.org/officeDocument/2006/relationships/customXml" Target="../ink/ink2486.xml"/><Relationship Id="rId105" Type="http://schemas.openxmlformats.org/officeDocument/2006/relationships/image" Target="../media/image2220.png"/><Relationship Id="rId126" Type="http://schemas.openxmlformats.org/officeDocument/2006/relationships/customXml" Target="../ink/ink2499.xml"/><Relationship Id="rId147" Type="http://schemas.openxmlformats.org/officeDocument/2006/relationships/image" Target="../media/image2241.png"/><Relationship Id="rId168" Type="http://schemas.openxmlformats.org/officeDocument/2006/relationships/customXml" Target="../ink/ink2520.xml"/><Relationship Id="rId8" Type="http://schemas.openxmlformats.org/officeDocument/2006/relationships/customXml" Target="../ink/ink2440.xml"/><Relationship Id="rId51" Type="http://schemas.openxmlformats.org/officeDocument/2006/relationships/image" Target="../media/image2193.png"/><Relationship Id="rId72" Type="http://schemas.openxmlformats.org/officeDocument/2006/relationships/customXml" Target="../ink/ink2472.xml"/><Relationship Id="rId93" Type="http://schemas.openxmlformats.org/officeDocument/2006/relationships/image" Target="../media/image2214.png"/><Relationship Id="rId98" Type="http://schemas.openxmlformats.org/officeDocument/2006/relationships/customXml" Target="../ink/ink2485.xml"/><Relationship Id="rId121" Type="http://schemas.openxmlformats.org/officeDocument/2006/relationships/image" Target="../media/image2228.png"/><Relationship Id="rId142" Type="http://schemas.openxmlformats.org/officeDocument/2006/relationships/customXml" Target="../ink/ink2507.xml"/><Relationship Id="rId163" Type="http://schemas.openxmlformats.org/officeDocument/2006/relationships/image" Target="../media/image2249.png"/><Relationship Id="rId184" Type="http://schemas.openxmlformats.org/officeDocument/2006/relationships/customXml" Target="../ink/ink2528.xml"/><Relationship Id="rId189" Type="http://schemas.openxmlformats.org/officeDocument/2006/relationships/image" Target="../media/image2262.png"/><Relationship Id="rId3" Type="http://schemas.openxmlformats.org/officeDocument/2006/relationships/image" Target="../media/image2169.png"/><Relationship Id="rId25" Type="http://schemas.openxmlformats.org/officeDocument/2006/relationships/image" Target="../media/image2180.png"/><Relationship Id="rId46" Type="http://schemas.openxmlformats.org/officeDocument/2006/relationships/customXml" Target="../ink/ink2459.xml"/><Relationship Id="rId67" Type="http://schemas.openxmlformats.org/officeDocument/2006/relationships/image" Target="../media/image2201.png"/><Relationship Id="rId116" Type="http://schemas.openxmlformats.org/officeDocument/2006/relationships/customXml" Target="../ink/ink2494.xml"/><Relationship Id="rId137" Type="http://schemas.openxmlformats.org/officeDocument/2006/relationships/image" Target="../media/image2236.png"/><Relationship Id="rId158" Type="http://schemas.openxmlformats.org/officeDocument/2006/relationships/customXml" Target="../ink/ink2515.xml"/><Relationship Id="rId20" Type="http://schemas.openxmlformats.org/officeDocument/2006/relationships/customXml" Target="../ink/ink2446.xml"/><Relationship Id="rId41" Type="http://schemas.openxmlformats.org/officeDocument/2006/relationships/image" Target="../media/image2188.png"/><Relationship Id="rId62" Type="http://schemas.openxmlformats.org/officeDocument/2006/relationships/customXml" Target="../ink/ink2467.xml"/><Relationship Id="rId83" Type="http://schemas.openxmlformats.org/officeDocument/2006/relationships/image" Target="../media/image2209.png"/><Relationship Id="rId88" Type="http://schemas.openxmlformats.org/officeDocument/2006/relationships/customXml" Target="../ink/ink2480.xml"/><Relationship Id="rId111" Type="http://schemas.openxmlformats.org/officeDocument/2006/relationships/image" Target="../media/image2223.png"/><Relationship Id="rId132" Type="http://schemas.openxmlformats.org/officeDocument/2006/relationships/customXml" Target="../ink/ink2502.xml"/><Relationship Id="rId153" Type="http://schemas.openxmlformats.org/officeDocument/2006/relationships/image" Target="../media/image2244.png"/><Relationship Id="rId174" Type="http://schemas.openxmlformats.org/officeDocument/2006/relationships/customXml" Target="../ink/ink2523.xml"/><Relationship Id="rId179" Type="http://schemas.openxmlformats.org/officeDocument/2006/relationships/image" Target="../media/image2257.png"/><Relationship Id="rId195" Type="http://schemas.openxmlformats.org/officeDocument/2006/relationships/image" Target="../media/image2265.png"/><Relationship Id="rId190" Type="http://schemas.openxmlformats.org/officeDocument/2006/relationships/customXml" Target="../ink/ink2531.xml"/><Relationship Id="rId15" Type="http://schemas.openxmlformats.org/officeDocument/2006/relationships/image" Target="../media/image2175.png"/><Relationship Id="rId36" Type="http://schemas.openxmlformats.org/officeDocument/2006/relationships/customXml" Target="../ink/ink2454.xml"/><Relationship Id="rId57" Type="http://schemas.openxmlformats.org/officeDocument/2006/relationships/image" Target="../media/image2196.png"/><Relationship Id="rId106" Type="http://schemas.openxmlformats.org/officeDocument/2006/relationships/customXml" Target="../ink/ink2489.xml"/><Relationship Id="rId127" Type="http://schemas.openxmlformats.org/officeDocument/2006/relationships/image" Target="../media/image2231.png"/><Relationship Id="rId10" Type="http://schemas.openxmlformats.org/officeDocument/2006/relationships/customXml" Target="../ink/ink2441.xml"/><Relationship Id="rId31" Type="http://schemas.openxmlformats.org/officeDocument/2006/relationships/image" Target="../media/image2183.png"/><Relationship Id="rId52" Type="http://schemas.openxmlformats.org/officeDocument/2006/relationships/customXml" Target="../ink/ink2462.xml"/><Relationship Id="rId73" Type="http://schemas.openxmlformats.org/officeDocument/2006/relationships/image" Target="../media/image2204.png"/><Relationship Id="rId78" Type="http://schemas.openxmlformats.org/officeDocument/2006/relationships/customXml" Target="../ink/ink2475.xml"/><Relationship Id="rId94" Type="http://schemas.openxmlformats.org/officeDocument/2006/relationships/customXml" Target="../ink/ink2483.xml"/><Relationship Id="rId99" Type="http://schemas.openxmlformats.org/officeDocument/2006/relationships/image" Target="../media/image2217.png"/><Relationship Id="rId101" Type="http://schemas.openxmlformats.org/officeDocument/2006/relationships/image" Target="../media/image2218.png"/><Relationship Id="rId122" Type="http://schemas.openxmlformats.org/officeDocument/2006/relationships/customXml" Target="../ink/ink2497.xml"/><Relationship Id="rId143" Type="http://schemas.openxmlformats.org/officeDocument/2006/relationships/image" Target="../media/image2239.png"/><Relationship Id="rId148" Type="http://schemas.openxmlformats.org/officeDocument/2006/relationships/customXml" Target="../ink/ink2510.xml"/><Relationship Id="rId164" Type="http://schemas.openxmlformats.org/officeDocument/2006/relationships/customXml" Target="../ink/ink2518.xml"/><Relationship Id="rId169" Type="http://schemas.openxmlformats.org/officeDocument/2006/relationships/image" Target="../media/image2252.png"/><Relationship Id="rId185" Type="http://schemas.openxmlformats.org/officeDocument/2006/relationships/image" Target="../media/image2260.png"/><Relationship Id="rId4" Type="http://schemas.openxmlformats.org/officeDocument/2006/relationships/customXml" Target="../ink/ink2438.xml"/><Relationship Id="rId9" Type="http://schemas.openxmlformats.org/officeDocument/2006/relationships/image" Target="../media/image2172.png"/><Relationship Id="rId180" Type="http://schemas.openxmlformats.org/officeDocument/2006/relationships/customXml" Target="../ink/ink2526.xml"/><Relationship Id="rId26" Type="http://schemas.openxmlformats.org/officeDocument/2006/relationships/customXml" Target="../ink/ink2449.xml"/><Relationship Id="rId47" Type="http://schemas.openxmlformats.org/officeDocument/2006/relationships/image" Target="../media/image2191.png"/><Relationship Id="rId68" Type="http://schemas.openxmlformats.org/officeDocument/2006/relationships/customXml" Target="../ink/ink2470.xml"/><Relationship Id="rId89" Type="http://schemas.openxmlformats.org/officeDocument/2006/relationships/image" Target="../media/image2212.png"/><Relationship Id="rId112" Type="http://schemas.openxmlformats.org/officeDocument/2006/relationships/customXml" Target="../ink/ink2492.xml"/><Relationship Id="rId133" Type="http://schemas.openxmlformats.org/officeDocument/2006/relationships/image" Target="../media/image2234.png"/><Relationship Id="rId154" Type="http://schemas.openxmlformats.org/officeDocument/2006/relationships/customXml" Target="../ink/ink2513.xml"/><Relationship Id="rId175" Type="http://schemas.openxmlformats.org/officeDocument/2006/relationships/image" Target="../media/image2255.png"/><Relationship Id="rId196" Type="http://schemas.openxmlformats.org/officeDocument/2006/relationships/customXml" Target="../ink/ink2534.xml"/><Relationship Id="rId200" Type="http://schemas.openxmlformats.org/officeDocument/2006/relationships/customXml" Target="../ink/ink2536.xml"/><Relationship Id="rId16" Type="http://schemas.openxmlformats.org/officeDocument/2006/relationships/customXml" Target="../ink/ink2444.xml"/><Relationship Id="rId37" Type="http://schemas.openxmlformats.org/officeDocument/2006/relationships/image" Target="../media/image2186.png"/><Relationship Id="rId58" Type="http://schemas.openxmlformats.org/officeDocument/2006/relationships/customXml" Target="../ink/ink2465.xml"/><Relationship Id="rId79" Type="http://schemas.openxmlformats.org/officeDocument/2006/relationships/image" Target="../media/image2207.png"/><Relationship Id="rId102" Type="http://schemas.openxmlformats.org/officeDocument/2006/relationships/customXml" Target="../ink/ink2487.xml"/><Relationship Id="rId123" Type="http://schemas.openxmlformats.org/officeDocument/2006/relationships/image" Target="../media/image2229.png"/><Relationship Id="rId144" Type="http://schemas.openxmlformats.org/officeDocument/2006/relationships/customXml" Target="../ink/ink2508.xml"/><Relationship Id="rId90" Type="http://schemas.openxmlformats.org/officeDocument/2006/relationships/customXml" Target="../ink/ink2481.xml"/><Relationship Id="rId165" Type="http://schemas.openxmlformats.org/officeDocument/2006/relationships/image" Target="../media/image2250.png"/><Relationship Id="rId186" Type="http://schemas.openxmlformats.org/officeDocument/2006/relationships/customXml" Target="../ink/ink2529.xml"/><Relationship Id="rId27" Type="http://schemas.openxmlformats.org/officeDocument/2006/relationships/image" Target="../media/image2181.png"/><Relationship Id="rId48" Type="http://schemas.openxmlformats.org/officeDocument/2006/relationships/customXml" Target="../ink/ink2460.xml"/><Relationship Id="rId69" Type="http://schemas.openxmlformats.org/officeDocument/2006/relationships/image" Target="../media/image2202.png"/><Relationship Id="rId113" Type="http://schemas.openxmlformats.org/officeDocument/2006/relationships/image" Target="../media/image2224.png"/><Relationship Id="rId134" Type="http://schemas.openxmlformats.org/officeDocument/2006/relationships/customXml" Target="../ink/ink2503.xml"/><Relationship Id="rId80" Type="http://schemas.openxmlformats.org/officeDocument/2006/relationships/customXml" Target="../ink/ink2476.xml"/><Relationship Id="rId155" Type="http://schemas.openxmlformats.org/officeDocument/2006/relationships/image" Target="../media/image2245.png"/><Relationship Id="rId176" Type="http://schemas.openxmlformats.org/officeDocument/2006/relationships/customXml" Target="../ink/ink2524.xml"/><Relationship Id="rId197" Type="http://schemas.openxmlformats.org/officeDocument/2006/relationships/image" Target="../media/image2266.png"/><Relationship Id="rId201" Type="http://schemas.openxmlformats.org/officeDocument/2006/relationships/image" Target="../media/image2268.png"/><Relationship Id="rId17" Type="http://schemas.openxmlformats.org/officeDocument/2006/relationships/image" Target="../media/image2176.png"/><Relationship Id="rId38" Type="http://schemas.openxmlformats.org/officeDocument/2006/relationships/customXml" Target="../ink/ink2455.xml"/><Relationship Id="rId59" Type="http://schemas.openxmlformats.org/officeDocument/2006/relationships/image" Target="../media/image2197.png"/><Relationship Id="rId103" Type="http://schemas.openxmlformats.org/officeDocument/2006/relationships/image" Target="../media/image2219.png"/><Relationship Id="rId124" Type="http://schemas.openxmlformats.org/officeDocument/2006/relationships/customXml" Target="../ink/ink2498.xml"/><Relationship Id="rId70" Type="http://schemas.openxmlformats.org/officeDocument/2006/relationships/customXml" Target="../ink/ink2471.xml"/><Relationship Id="rId91" Type="http://schemas.openxmlformats.org/officeDocument/2006/relationships/image" Target="../media/image2213.png"/><Relationship Id="rId145" Type="http://schemas.openxmlformats.org/officeDocument/2006/relationships/image" Target="../media/image2240.png"/><Relationship Id="rId166" Type="http://schemas.openxmlformats.org/officeDocument/2006/relationships/customXml" Target="../ink/ink2519.xml"/><Relationship Id="rId187" Type="http://schemas.openxmlformats.org/officeDocument/2006/relationships/image" Target="../media/image226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450.xml"/><Relationship Id="rId49" Type="http://schemas.openxmlformats.org/officeDocument/2006/relationships/image" Target="../media/image2192.png"/><Relationship Id="rId114" Type="http://schemas.openxmlformats.org/officeDocument/2006/relationships/customXml" Target="../ink/ink2493.xml"/><Relationship Id="rId60" Type="http://schemas.openxmlformats.org/officeDocument/2006/relationships/customXml" Target="../ink/ink2466.xml"/><Relationship Id="rId81" Type="http://schemas.openxmlformats.org/officeDocument/2006/relationships/image" Target="../media/image2208.png"/><Relationship Id="rId135" Type="http://schemas.openxmlformats.org/officeDocument/2006/relationships/image" Target="../media/image2235.png"/><Relationship Id="rId156" Type="http://schemas.openxmlformats.org/officeDocument/2006/relationships/customXml" Target="../ink/ink2514.xml"/><Relationship Id="rId177" Type="http://schemas.openxmlformats.org/officeDocument/2006/relationships/image" Target="../media/image2256.png"/><Relationship Id="rId198" Type="http://schemas.openxmlformats.org/officeDocument/2006/relationships/customXml" Target="../ink/ink2535.xml"/><Relationship Id="rId18" Type="http://schemas.openxmlformats.org/officeDocument/2006/relationships/customXml" Target="../ink/ink2445.xml"/><Relationship Id="rId39" Type="http://schemas.openxmlformats.org/officeDocument/2006/relationships/image" Target="../media/image2187.png"/><Relationship Id="rId50" Type="http://schemas.openxmlformats.org/officeDocument/2006/relationships/customXml" Target="../ink/ink2461.xml"/><Relationship Id="rId104" Type="http://schemas.openxmlformats.org/officeDocument/2006/relationships/customXml" Target="../ink/ink2488.xml"/><Relationship Id="rId125" Type="http://schemas.openxmlformats.org/officeDocument/2006/relationships/image" Target="../media/image2230.png"/><Relationship Id="rId146" Type="http://schemas.openxmlformats.org/officeDocument/2006/relationships/customXml" Target="../ink/ink2509.xml"/><Relationship Id="rId167" Type="http://schemas.openxmlformats.org/officeDocument/2006/relationships/image" Target="../media/image2251.png"/><Relationship Id="rId188" Type="http://schemas.openxmlformats.org/officeDocument/2006/relationships/customXml" Target="../ink/ink2530.xml"/><Relationship Id="rId71" Type="http://schemas.openxmlformats.org/officeDocument/2006/relationships/image" Target="../media/image2203.png"/><Relationship Id="rId92" Type="http://schemas.openxmlformats.org/officeDocument/2006/relationships/customXml" Target="../ink/ink24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45EA-9345-8BBC-2DD5-1BBC15EF8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Matrix method </a:t>
            </a:r>
            <a:br>
              <a:rPr lang="en-US" dirty="0"/>
            </a:br>
            <a:r>
              <a:rPr lang="en-US" dirty="0"/>
              <a:t>(Inverse method)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27ED0-F6D0-B24E-C478-7E03AA46A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/>
              <a:t>Niharika Kulshrestha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0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CAE4AF06-5527-3B7D-843D-EFD7F81A418C}"/>
              </a:ext>
            </a:extLst>
          </p:cNvPr>
          <p:cNvGrpSpPr/>
          <p:nvPr/>
        </p:nvGrpSpPr>
        <p:grpSpPr>
          <a:xfrm>
            <a:off x="649686" y="2054463"/>
            <a:ext cx="1297080" cy="456120"/>
            <a:chOff x="649686" y="2054463"/>
            <a:chExt cx="129708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A2DC39-887B-41C5-656E-23D9D244CAFE}"/>
                    </a:ext>
                  </a:extLst>
                </p14:cNvPr>
                <p14:cNvContentPartPr/>
                <p14:nvPr/>
              </p14:nvContentPartPr>
              <p14:xfrm>
                <a:off x="649686" y="2084703"/>
                <a:ext cx="417600" cy="349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A2DC39-887B-41C5-656E-23D9D244CA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0686" y="2075703"/>
                  <a:ext cx="435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5580CA-418D-AD0B-A3D4-A78D97FE7241}"/>
                    </a:ext>
                  </a:extLst>
                </p14:cNvPr>
                <p14:cNvContentPartPr/>
                <p14:nvPr/>
              </p14:nvContentPartPr>
              <p14:xfrm>
                <a:off x="1057566" y="2054463"/>
                <a:ext cx="620280" cy="45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5580CA-418D-AD0B-A3D4-A78D97FE72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8926" y="2045463"/>
                  <a:ext cx="6379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5FD54D-87D7-3613-A670-FE09616A084A}"/>
                    </a:ext>
                  </a:extLst>
                </p14:cNvPr>
                <p14:cNvContentPartPr/>
                <p14:nvPr/>
              </p14:nvContentPartPr>
              <p14:xfrm>
                <a:off x="1765686" y="2326263"/>
                <a:ext cx="181080" cy="18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5FD54D-87D7-3613-A670-FE09616A08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6686" y="2317623"/>
                  <a:ext cx="198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0974C9-5378-6404-467F-402659B208F4}"/>
                    </a:ext>
                  </a:extLst>
                </p14:cNvPr>
                <p14:cNvContentPartPr/>
                <p14:nvPr/>
              </p14:nvContentPartPr>
              <p14:xfrm>
                <a:off x="1622046" y="2161023"/>
                <a:ext cx="101520" cy="4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0974C9-5378-6404-467F-402659B208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3046" y="2152023"/>
                  <a:ext cx="11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0CE148-379E-C270-10CE-D1F48231104E}"/>
                    </a:ext>
                  </a:extLst>
                </p14:cNvPr>
                <p14:cNvContentPartPr/>
                <p14:nvPr/>
              </p14:nvContentPartPr>
              <p14:xfrm>
                <a:off x="1223526" y="2150223"/>
                <a:ext cx="231120" cy="18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0CE148-379E-C270-10CE-D1F4823110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4886" y="2141223"/>
                  <a:ext cx="2487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22EC00-E59E-92EF-3758-AF1BA9CB28C6}"/>
              </a:ext>
            </a:extLst>
          </p:cNvPr>
          <p:cNvGrpSpPr/>
          <p:nvPr/>
        </p:nvGrpSpPr>
        <p:grpSpPr>
          <a:xfrm>
            <a:off x="2414406" y="2113503"/>
            <a:ext cx="1494360" cy="421200"/>
            <a:chOff x="2414406" y="2113503"/>
            <a:chExt cx="149436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8443BF-B6DA-A0C5-3739-7B24320E16A4}"/>
                    </a:ext>
                  </a:extLst>
                </p14:cNvPr>
                <p14:cNvContentPartPr/>
                <p14:nvPr/>
              </p14:nvContentPartPr>
              <p14:xfrm>
                <a:off x="2414406" y="2113503"/>
                <a:ext cx="1181520" cy="41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8443BF-B6DA-A0C5-3739-7B24320E16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05406" y="2104863"/>
                  <a:ext cx="11991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5375A1-A12C-9F35-8088-94AD081B6DAC}"/>
                    </a:ext>
                  </a:extLst>
                </p14:cNvPr>
                <p14:cNvContentPartPr/>
                <p14:nvPr/>
              </p14:nvContentPartPr>
              <p14:xfrm>
                <a:off x="3693486" y="2154903"/>
                <a:ext cx="215280" cy="37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5375A1-A12C-9F35-8088-94AD081B6D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84846" y="2145903"/>
                  <a:ext cx="2329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63FCBA-F44E-EF2F-881E-4E0AD02799FC}"/>
                    </a:ext>
                  </a:extLst>
                </p14:cNvPr>
                <p14:cNvContentPartPr/>
                <p14:nvPr/>
              </p14:nvContentPartPr>
              <p14:xfrm>
                <a:off x="3047286" y="2211783"/>
                <a:ext cx="104400" cy="19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63FCBA-F44E-EF2F-881E-4E0AD02799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8286" y="2203143"/>
                  <a:ext cx="1220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FB89AEA-62FC-82C6-F973-19A3840A74DF}"/>
              </a:ext>
            </a:extLst>
          </p:cNvPr>
          <p:cNvGrpSpPr/>
          <p:nvPr/>
        </p:nvGrpSpPr>
        <p:grpSpPr>
          <a:xfrm>
            <a:off x="4495566" y="2098383"/>
            <a:ext cx="1535400" cy="497160"/>
            <a:chOff x="4495566" y="2098383"/>
            <a:chExt cx="153540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840758-852C-9F06-F867-68B0E11CDE33}"/>
                    </a:ext>
                  </a:extLst>
                </p14:cNvPr>
                <p14:cNvContentPartPr/>
                <p14:nvPr/>
              </p14:nvContentPartPr>
              <p14:xfrm>
                <a:off x="4495566" y="2098383"/>
                <a:ext cx="135720" cy="497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840758-852C-9F06-F867-68B0E11CDE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86926" y="2089383"/>
                  <a:ext cx="1533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C38CE7-A380-C320-6F13-B891CDA0AF1A}"/>
                    </a:ext>
                  </a:extLst>
                </p14:cNvPr>
                <p14:cNvContentPartPr/>
                <p14:nvPr/>
              </p14:nvContentPartPr>
              <p14:xfrm>
                <a:off x="4613646" y="2130063"/>
                <a:ext cx="245520" cy="44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C38CE7-A380-C320-6F13-B891CDA0AF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04646" y="2121063"/>
                  <a:ext cx="2631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D33876-F9AA-1B35-761E-E83C06E38A9B}"/>
                    </a:ext>
                  </a:extLst>
                </p14:cNvPr>
                <p14:cNvContentPartPr/>
                <p14:nvPr/>
              </p14:nvContentPartPr>
              <p14:xfrm>
                <a:off x="4801926" y="2394303"/>
                <a:ext cx="201600" cy="165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D33876-F9AA-1B35-761E-E83C06E38A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92926" y="2385303"/>
                  <a:ext cx="219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37BA4B-A4E9-22BE-5595-6082E5FD564D}"/>
                    </a:ext>
                  </a:extLst>
                </p14:cNvPr>
                <p14:cNvContentPartPr/>
                <p14:nvPr/>
              </p14:nvContentPartPr>
              <p14:xfrm>
                <a:off x="5093166" y="2384583"/>
                <a:ext cx="937800" cy="18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37BA4B-A4E9-22BE-5595-6082E5FD56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84166" y="2375943"/>
                  <a:ext cx="95544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624C01-F8AF-617B-5A31-52E32C853087}"/>
              </a:ext>
            </a:extLst>
          </p:cNvPr>
          <p:cNvGrpSpPr/>
          <p:nvPr/>
        </p:nvGrpSpPr>
        <p:grpSpPr>
          <a:xfrm>
            <a:off x="6449286" y="2012343"/>
            <a:ext cx="1702080" cy="660240"/>
            <a:chOff x="6449286" y="2012343"/>
            <a:chExt cx="1702080" cy="66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3578AAE-D8CC-835C-A2C3-0573C6E19D47}"/>
                    </a:ext>
                  </a:extLst>
                </p14:cNvPr>
                <p14:cNvContentPartPr/>
                <p14:nvPr/>
              </p14:nvContentPartPr>
              <p14:xfrm>
                <a:off x="6449286" y="2164623"/>
                <a:ext cx="1100520" cy="407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3578AAE-D8CC-835C-A2C3-0573C6E19D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40286" y="2155983"/>
                  <a:ext cx="11181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CA3352-DCA5-8C1A-EDF6-CCEF0253A2EE}"/>
                    </a:ext>
                  </a:extLst>
                </p14:cNvPr>
                <p14:cNvContentPartPr/>
                <p14:nvPr/>
              </p14:nvContentPartPr>
              <p14:xfrm>
                <a:off x="7643766" y="2176863"/>
                <a:ext cx="249840" cy="402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CA3352-DCA5-8C1A-EDF6-CCEF0253A2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35126" y="2168223"/>
                  <a:ext cx="2674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7572E4-6686-7464-FA65-3C1253A2C20F}"/>
                    </a:ext>
                  </a:extLst>
                </p14:cNvPr>
                <p14:cNvContentPartPr/>
                <p14:nvPr/>
              </p14:nvContentPartPr>
              <p14:xfrm>
                <a:off x="6978126" y="2319063"/>
                <a:ext cx="199080" cy="2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7572E4-6686-7464-FA65-3C1253A2C2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69126" y="2310423"/>
                  <a:ext cx="216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7DEB64-A8F9-D85F-9A87-892CCEB22E29}"/>
                    </a:ext>
                  </a:extLst>
                </p14:cNvPr>
                <p14:cNvContentPartPr/>
                <p14:nvPr/>
              </p14:nvContentPartPr>
              <p14:xfrm>
                <a:off x="8004126" y="2012343"/>
                <a:ext cx="147240" cy="660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7DEB64-A8F9-D85F-9A87-892CCEB22E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95486" y="2003343"/>
                  <a:ext cx="164880" cy="67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CD3EFFF-D4BD-000E-BB31-2743A6567585}"/>
                  </a:ext>
                </a:extLst>
              </p14:cNvPr>
              <p14:cNvContentPartPr/>
              <p14:nvPr/>
            </p14:nvContentPartPr>
            <p14:xfrm>
              <a:off x="8091966" y="2997303"/>
              <a:ext cx="68760" cy="3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CD3EFFF-D4BD-000E-BB31-2743A656758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83326" y="2988303"/>
                <a:ext cx="864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631DCCD-6B6F-1B10-4065-85723C9AAA3F}"/>
                  </a:ext>
                </a:extLst>
              </p14:cNvPr>
              <p14:cNvContentPartPr/>
              <p14:nvPr/>
            </p14:nvContentPartPr>
            <p14:xfrm>
              <a:off x="540966" y="2760423"/>
              <a:ext cx="6519240" cy="134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631DCCD-6B6F-1B10-4065-85723C9AAA3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2326" y="2751783"/>
                <a:ext cx="6536880" cy="15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08E44BEB-B377-6DE4-FAF4-BEA98A037F29}"/>
              </a:ext>
            </a:extLst>
          </p:cNvPr>
          <p:cNvGrpSpPr/>
          <p:nvPr/>
        </p:nvGrpSpPr>
        <p:grpSpPr>
          <a:xfrm>
            <a:off x="790446" y="330063"/>
            <a:ext cx="10988280" cy="1300320"/>
            <a:chOff x="790446" y="330063"/>
            <a:chExt cx="10988280" cy="13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2E64FAD-9108-2D03-0E09-B07E303274BE}"/>
                    </a:ext>
                  </a:extLst>
                </p14:cNvPr>
                <p14:cNvContentPartPr/>
                <p14:nvPr/>
              </p14:nvContentPartPr>
              <p14:xfrm>
                <a:off x="790446" y="330063"/>
                <a:ext cx="391680" cy="479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2E64FAD-9108-2D03-0E09-B07E303274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1806" y="321423"/>
                  <a:ext cx="4093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976525-ED82-9EBB-AB7C-11D1EBC75773}"/>
                    </a:ext>
                  </a:extLst>
                </p14:cNvPr>
                <p14:cNvContentPartPr/>
                <p14:nvPr/>
              </p14:nvContentPartPr>
              <p14:xfrm>
                <a:off x="1155846" y="411783"/>
                <a:ext cx="604800" cy="396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976525-ED82-9EBB-AB7C-11D1EBC757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6846" y="402783"/>
                  <a:ext cx="6224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8A6930-200D-3415-2BC6-4D672F178A5B}"/>
                    </a:ext>
                  </a:extLst>
                </p14:cNvPr>
                <p14:cNvContentPartPr/>
                <p14:nvPr/>
              </p14:nvContentPartPr>
              <p14:xfrm>
                <a:off x="1827966" y="401703"/>
                <a:ext cx="81360" cy="415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8A6930-200D-3415-2BC6-4D672F178A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19326" y="392703"/>
                  <a:ext cx="990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2166F0-670A-5B3C-4935-EFF3006AB1EB}"/>
                    </a:ext>
                  </a:extLst>
                </p14:cNvPr>
                <p14:cNvContentPartPr/>
                <p14:nvPr/>
              </p14:nvContentPartPr>
              <p14:xfrm>
                <a:off x="1953606" y="620223"/>
                <a:ext cx="552600" cy="20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2166F0-670A-5B3C-4935-EFF3006AB1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44966" y="611223"/>
                  <a:ext cx="570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728A5D-C7E6-1AD9-54E6-18B02F4AF225}"/>
                    </a:ext>
                  </a:extLst>
                </p14:cNvPr>
                <p14:cNvContentPartPr/>
                <p14:nvPr/>
              </p14:nvContentPartPr>
              <p14:xfrm>
                <a:off x="2083566" y="485943"/>
                <a:ext cx="81360" cy="1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728A5D-C7E6-1AD9-54E6-18B02F4AF2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74926" y="477303"/>
                  <a:ext cx="99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1ED6D4-425A-6896-98A3-4763BF1ACE85}"/>
                    </a:ext>
                  </a:extLst>
                </p14:cNvPr>
                <p14:cNvContentPartPr/>
                <p14:nvPr/>
              </p14:nvContentPartPr>
              <p14:xfrm>
                <a:off x="1779726" y="518343"/>
                <a:ext cx="151200" cy="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1ED6D4-425A-6896-98A3-4763BF1ACE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70726" y="509343"/>
                  <a:ext cx="168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66E02D-B872-E4DF-9B81-B5CAA6565188}"/>
                    </a:ext>
                  </a:extLst>
                </p14:cNvPr>
                <p14:cNvContentPartPr/>
                <p14:nvPr/>
              </p14:nvContentPartPr>
              <p14:xfrm>
                <a:off x="2726886" y="421143"/>
                <a:ext cx="420120" cy="86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66E02D-B872-E4DF-9B81-B5CAA65651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17886" y="412503"/>
                  <a:ext cx="43776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F11C08-DA36-7025-8329-D1F3DCA93318}"/>
                    </a:ext>
                  </a:extLst>
                </p14:cNvPr>
                <p14:cNvContentPartPr/>
                <p14:nvPr/>
              </p14:nvContentPartPr>
              <p14:xfrm>
                <a:off x="4001646" y="476943"/>
                <a:ext cx="272160" cy="38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F11C08-DA36-7025-8329-D1F3DCA933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3006" y="468303"/>
                  <a:ext cx="2898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A18D12-80D0-FC87-D8BA-D161DD469AE3}"/>
                    </a:ext>
                  </a:extLst>
                </p14:cNvPr>
                <p14:cNvContentPartPr/>
                <p14:nvPr/>
              </p14:nvContentPartPr>
              <p14:xfrm>
                <a:off x="4328886" y="709863"/>
                <a:ext cx="63720" cy="168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A18D12-80D0-FC87-D8BA-D161DD469A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20246" y="701223"/>
                  <a:ext cx="81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F74075-3ED2-46E1-850F-72CFB47A4698}"/>
                    </a:ext>
                  </a:extLst>
                </p14:cNvPr>
                <p14:cNvContentPartPr/>
                <p14:nvPr/>
              </p14:nvContentPartPr>
              <p14:xfrm>
                <a:off x="4403406" y="581343"/>
                <a:ext cx="22680" cy="2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F74075-3ED2-46E1-850F-72CFB47A46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94766" y="572703"/>
                  <a:ext cx="40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59588B-DA8D-6111-8585-1129CED50C4C}"/>
                    </a:ext>
                  </a:extLst>
                </p14:cNvPr>
                <p14:cNvContentPartPr/>
                <p14:nvPr/>
              </p14:nvContentPartPr>
              <p14:xfrm>
                <a:off x="4483326" y="568023"/>
                <a:ext cx="901080" cy="344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59588B-DA8D-6111-8585-1129CED50C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74686" y="559023"/>
                  <a:ext cx="918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7767F5-37DC-79A9-9298-D1833226B900}"/>
                    </a:ext>
                  </a:extLst>
                </p14:cNvPr>
                <p14:cNvContentPartPr/>
                <p14:nvPr/>
              </p14:nvContentPartPr>
              <p14:xfrm>
                <a:off x="5403126" y="566943"/>
                <a:ext cx="104040" cy="36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7767F5-37DC-79A9-9298-D1833226B90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94486" y="557943"/>
                  <a:ext cx="1216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54119D-9287-C751-6C8E-2675A1C16F0A}"/>
                    </a:ext>
                  </a:extLst>
                </p14:cNvPr>
                <p14:cNvContentPartPr/>
                <p14:nvPr/>
              </p14:nvContentPartPr>
              <p14:xfrm>
                <a:off x="5319606" y="652623"/>
                <a:ext cx="218880" cy="37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54119D-9287-C751-6C8E-2675A1C16F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10606" y="643623"/>
                  <a:ext cx="236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CDB008-BBBE-9F4C-59EC-1C01CA01515C}"/>
                    </a:ext>
                  </a:extLst>
                </p14:cNvPr>
                <p14:cNvContentPartPr/>
                <p14:nvPr/>
              </p14:nvContentPartPr>
              <p14:xfrm>
                <a:off x="5484126" y="740463"/>
                <a:ext cx="677520" cy="207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CDB008-BBBE-9F4C-59EC-1C01CA0151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75126" y="731463"/>
                  <a:ext cx="695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CE1598-F3E5-CC3D-8746-46DF82EA2371}"/>
                    </a:ext>
                  </a:extLst>
                </p14:cNvPr>
                <p14:cNvContentPartPr/>
                <p14:nvPr/>
              </p14:nvContentPartPr>
              <p14:xfrm>
                <a:off x="6206646" y="751263"/>
                <a:ext cx="414360" cy="213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CE1598-F3E5-CC3D-8746-46DF82EA23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98006" y="742263"/>
                  <a:ext cx="432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1CCD85-0982-A5F7-9044-606DD5F345F5}"/>
                    </a:ext>
                  </a:extLst>
                </p14:cNvPr>
                <p14:cNvContentPartPr/>
                <p14:nvPr/>
              </p14:nvContentPartPr>
              <p14:xfrm>
                <a:off x="6671046" y="750183"/>
                <a:ext cx="121320" cy="19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1CCD85-0982-A5F7-9044-606DD5F345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62406" y="741543"/>
                  <a:ext cx="138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0A9DC5-B65F-A163-0E27-4B026A7A9F99}"/>
                    </a:ext>
                  </a:extLst>
                </p14:cNvPr>
                <p14:cNvContentPartPr/>
                <p14:nvPr/>
              </p14:nvContentPartPr>
              <p14:xfrm>
                <a:off x="7416246" y="511863"/>
                <a:ext cx="274680" cy="428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0A9DC5-B65F-A163-0E27-4B026A7A9F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07246" y="503223"/>
                  <a:ext cx="292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B2F66E1-568D-8F84-24E5-8F3CD0ECB2EE}"/>
                    </a:ext>
                  </a:extLst>
                </p14:cNvPr>
                <p14:cNvContentPartPr/>
                <p14:nvPr/>
              </p14:nvContentPartPr>
              <p14:xfrm>
                <a:off x="7660686" y="796983"/>
                <a:ext cx="178560" cy="596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B2F66E1-568D-8F84-24E5-8F3CD0ECB2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51686" y="787983"/>
                  <a:ext cx="1962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C960A3-D8CA-03C3-8376-B15AC2A4EABC}"/>
                    </a:ext>
                  </a:extLst>
                </p14:cNvPr>
                <p14:cNvContentPartPr/>
                <p14:nvPr/>
              </p14:nvContentPartPr>
              <p14:xfrm>
                <a:off x="7914126" y="782583"/>
                <a:ext cx="172080" cy="19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C960A3-D8CA-03C3-8376-B15AC2A4EA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05486" y="773943"/>
                  <a:ext cx="189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7F0156-AED3-26D7-3269-2541742B7B77}"/>
                    </a:ext>
                  </a:extLst>
                </p14:cNvPr>
                <p14:cNvContentPartPr/>
                <p14:nvPr/>
              </p14:nvContentPartPr>
              <p14:xfrm>
                <a:off x="8133726" y="531303"/>
                <a:ext cx="329760" cy="46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7F0156-AED3-26D7-3269-2541742B7B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25086" y="522303"/>
                  <a:ext cx="3474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0DB48A-7ED6-1A0C-47B6-D5E4F5DB321E}"/>
                    </a:ext>
                  </a:extLst>
                </p14:cNvPr>
                <p14:cNvContentPartPr/>
                <p14:nvPr/>
              </p14:nvContentPartPr>
              <p14:xfrm>
                <a:off x="8502726" y="766023"/>
                <a:ext cx="453960" cy="191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0DB48A-7ED6-1A0C-47B6-D5E4F5DB32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94086" y="757383"/>
                  <a:ext cx="471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427B4E-B570-5324-65E6-CCD03462CDBB}"/>
                    </a:ext>
                  </a:extLst>
                </p14:cNvPr>
                <p14:cNvContentPartPr/>
                <p14:nvPr/>
              </p14:nvContentPartPr>
              <p14:xfrm>
                <a:off x="8960646" y="775383"/>
                <a:ext cx="116280" cy="176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427B4E-B570-5324-65E6-CCD03462CD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51646" y="766743"/>
                  <a:ext cx="133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F0AFB4-109F-68C0-A982-294A2ECCA996}"/>
                    </a:ext>
                  </a:extLst>
                </p14:cNvPr>
                <p14:cNvContentPartPr/>
                <p14:nvPr/>
              </p14:nvContentPartPr>
              <p14:xfrm>
                <a:off x="8773446" y="614823"/>
                <a:ext cx="27360" cy="35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F0AFB4-109F-68C0-A982-294A2ECCA9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64806" y="605823"/>
                  <a:ext cx="450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F6502B-4AC1-6A16-2EFE-66F352EB306B}"/>
                    </a:ext>
                  </a:extLst>
                </p14:cNvPr>
                <p14:cNvContentPartPr/>
                <p14:nvPr/>
              </p14:nvContentPartPr>
              <p14:xfrm>
                <a:off x="8189526" y="602943"/>
                <a:ext cx="316080" cy="2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F6502B-4AC1-6A16-2EFE-66F352EB306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80886" y="594303"/>
                  <a:ext cx="333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CCDBC5-493C-2E93-E2BF-A55AD1DC2747}"/>
                    </a:ext>
                  </a:extLst>
                </p14:cNvPr>
                <p14:cNvContentPartPr/>
                <p14:nvPr/>
              </p14:nvContentPartPr>
              <p14:xfrm>
                <a:off x="9689646" y="585663"/>
                <a:ext cx="296280" cy="813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CCDBC5-493C-2E93-E2BF-A55AD1DC27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80646" y="577023"/>
                  <a:ext cx="31392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C935FB-9D6C-3A93-DC45-47D600ACDF37}"/>
                    </a:ext>
                  </a:extLst>
                </p14:cNvPr>
                <p14:cNvContentPartPr/>
                <p14:nvPr/>
              </p14:nvContentPartPr>
              <p14:xfrm>
                <a:off x="10567326" y="541743"/>
                <a:ext cx="1028880" cy="379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C935FB-9D6C-3A93-DC45-47D600ACDF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58686" y="533103"/>
                  <a:ext cx="10465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39AACB-97BE-2CC7-C27E-B7D37AEA58C0}"/>
                    </a:ext>
                  </a:extLst>
                </p14:cNvPr>
                <p14:cNvContentPartPr/>
                <p14:nvPr/>
              </p14:nvContentPartPr>
              <p14:xfrm>
                <a:off x="10287966" y="655503"/>
                <a:ext cx="176040" cy="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39AACB-97BE-2CC7-C27E-B7D37AEA58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79326" y="646863"/>
                  <a:ext cx="19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361170F-FD85-FC7E-ECB3-11E11AAD6B1A}"/>
                    </a:ext>
                  </a:extLst>
                </p14:cNvPr>
                <p14:cNvContentPartPr/>
                <p14:nvPr/>
              </p14:nvContentPartPr>
              <p14:xfrm>
                <a:off x="871446" y="1266423"/>
                <a:ext cx="230040" cy="237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361170F-FD85-FC7E-ECB3-11E11AAD6B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2446" y="1257783"/>
                  <a:ext cx="247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D762FE-3A72-56F4-37F4-390F68B51A09}"/>
                    </a:ext>
                  </a:extLst>
                </p14:cNvPr>
                <p14:cNvContentPartPr/>
                <p14:nvPr/>
              </p14:nvContentPartPr>
              <p14:xfrm>
                <a:off x="1091046" y="1316103"/>
                <a:ext cx="509040" cy="206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D762FE-3A72-56F4-37F4-390F68B51A0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2406" y="1307103"/>
                  <a:ext cx="526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AC09AD-0A65-965B-46C8-9F182B3073B8}"/>
                    </a:ext>
                  </a:extLst>
                </p14:cNvPr>
                <p14:cNvContentPartPr/>
                <p14:nvPr/>
              </p14:nvContentPartPr>
              <p14:xfrm>
                <a:off x="1595406" y="1221063"/>
                <a:ext cx="63360" cy="56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AC09AD-0A65-965B-46C8-9F182B3073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86406" y="1212063"/>
                  <a:ext cx="81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A1C1E0-2F24-1DB7-BB44-88DA3C82D8AD}"/>
                    </a:ext>
                  </a:extLst>
                </p14:cNvPr>
                <p14:cNvContentPartPr/>
                <p14:nvPr/>
              </p14:nvContentPartPr>
              <p14:xfrm>
                <a:off x="1634286" y="1369023"/>
                <a:ext cx="180000" cy="181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A1C1E0-2F24-1DB7-BB44-88DA3C82D8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25646" y="1360023"/>
                  <a:ext cx="197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A7FE44-5885-2FBA-8556-9CA0CCD53ED2}"/>
                    </a:ext>
                  </a:extLst>
                </p14:cNvPr>
                <p14:cNvContentPartPr/>
                <p14:nvPr/>
              </p14:nvContentPartPr>
              <p14:xfrm>
                <a:off x="1919046" y="1255263"/>
                <a:ext cx="641880" cy="33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A7FE44-5885-2FBA-8556-9CA0CCD53ED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10046" y="1246263"/>
                  <a:ext cx="659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E5642E-149C-2E61-3A38-3854EC5A71A0}"/>
                    </a:ext>
                  </a:extLst>
                </p14:cNvPr>
                <p14:cNvContentPartPr/>
                <p14:nvPr/>
              </p14:nvContentPartPr>
              <p14:xfrm>
                <a:off x="3140166" y="1602663"/>
                <a:ext cx="35280" cy="2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E5642E-149C-2E61-3A38-3854EC5A71A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31166" y="1594023"/>
                  <a:ext cx="52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7DA698-EB67-CAFC-5BCE-1E3546C9ACB7}"/>
                    </a:ext>
                  </a:extLst>
                </p14:cNvPr>
                <p14:cNvContentPartPr/>
                <p14:nvPr/>
              </p14:nvContentPartPr>
              <p14:xfrm>
                <a:off x="1174926" y="979863"/>
                <a:ext cx="10603800" cy="154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7DA698-EB67-CAFC-5BCE-1E3546C9AC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6286" y="970863"/>
                  <a:ext cx="1062144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5464F94-D0E2-6A65-A12E-E3F4ECC08E04}"/>
                  </a:ext>
                </a:extLst>
              </p14:cNvPr>
              <p14:cNvContentPartPr/>
              <p14:nvPr/>
            </p14:nvContentPartPr>
            <p14:xfrm>
              <a:off x="942366" y="1780503"/>
              <a:ext cx="1880280" cy="110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5464F94-D0E2-6A65-A12E-E3F4ECC08E0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33366" y="1771503"/>
                <a:ext cx="189792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AAC4B01-E75D-F0C1-EE81-3D48533A4FDF}"/>
              </a:ext>
            </a:extLst>
          </p:cNvPr>
          <p:cNvGrpSpPr/>
          <p:nvPr/>
        </p:nvGrpSpPr>
        <p:grpSpPr>
          <a:xfrm>
            <a:off x="2544006" y="3259023"/>
            <a:ext cx="4188600" cy="1185120"/>
            <a:chOff x="2544006" y="3259023"/>
            <a:chExt cx="4188600" cy="11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CF6310-0EB6-2B3D-6918-7FCD6D45BC43}"/>
                    </a:ext>
                  </a:extLst>
                </p14:cNvPr>
                <p14:cNvContentPartPr/>
                <p14:nvPr/>
              </p14:nvContentPartPr>
              <p14:xfrm>
                <a:off x="5802366" y="3398703"/>
                <a:ext cx="121320" cy="6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CF6310-0EB6-2B3D-6918-7FCD6D45BC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93366" y="3390063"/>
                  <a:ext cx="138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6E3FAB-CED8-21B8-C4E2-4BFC822D44DE}"/>
                    </a:ext>
                  </a:extLst>
                </p14:cNvPr>
                <p14:cNvContentPartPr/>
                <p14:nvPr/>
              </p14:nvContentPartPr>
              <p14:xfrm>
                <a:off x="5744046" y="3499503"/>
                <a:ext cx="180720" cy="30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6E3FAB-CED8-21B8-C4E2-4BFC822D44D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35046" y="3490863"/>
                  <a:ext cx="198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A50AC63-0BCB-C0B8-F92B-0AC4F6522594}"/>
                    </a:ext>
                  </a:extLst>
                </p14:cNvPr>
                <p14:cNvContentPartPr/>
                <p14:nvPr/>
              </p14:nvContentPartPr>
              <p14:xfrm>
                <a:off x="6283326" y="3259023"/>
                <a:ext cx="129240" cy="309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A50AC63-0BCB-C0B8-F92B-0AC4F652259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4686" y="3250383"/>
                  <a:ext cx="146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FD9944-FE38-5EA9-C663-274DF5F51EAF}"/>
                    </a:ext>
                  </a:extLst>
                </p14:cNvPr>
                <p14:cNvContentPartPr/>
                <p14:nvPr/>
              </p14:nvContentPartPr>
              <p14:xfrm>
                <a:off x="6549366" y="3498783"/>
                <a:ext cx="53640" cy="195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FD9944-FE38-5EA9-C663-274DF5F51E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40366" y="3490143"/>
                  <a:ext cx="71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13E2980-A90B-4800-BC27-09006F78CBF4}"/>
                    </a:ext>
                  </a:extLst>
                </p14:cNvPr>
                <p14:cNvContentPartPr/>
                <p14:nvPr/>
              </p14:nvContentPartPr>
              <p14:xfrm>
                <a:off x="2639406" y="3404103"/>
                <a:ext cx="160200" cy="19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13E2980-A90B-4800-BC27-09006F78CB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30766" y="3395463"/>
                  <a:ext cx="177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19309E-8181-0C33-2CDF-38E25C91C56F}"/>
                    </a:ext>
                  </a:extLst>
                </p14:cNvPr>
                <p14:cNvContentPartPr/>
                <p14:nvPr/>
              </p14:nvContentPartPr>
              <p14:xfrm>
                <a:off x="2884926" y="3557823"/>
                <a:ext cx="21960" cy="79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19309E-8181-0C33-2CDF-38E25C91C56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76286" y="3548823"/>
                  <a:ext cx="39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DCBF35-1AEC-2942-69D6-DF342B5FC30E}"/>
                    </a:ext>
                  </a:extLst>
                </p14:cNvPr>
                <p14:cNvContentPartPr/>
                <p14:nvPr/>
              </p14:nvContentPartPr>
              <p14:xfrm>
                <a:off x="2994726" y="3421023"/>
                <a:ext cx="179280" cy="171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DCBF35-1AEC-2942-69D6-DF342B5FC3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5726" y="3412023"/>
                  <a:ext cx="19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804C1CB-4481-85E1-B851-A7B85A589AE0}"/>
                    </a:ext>
                  </a:extLst>
                </p14:cNvPr>
                <p14:cNvContentPartPr/>
                <p14:nvPr/>
              </p14:nvContentPartPr>
              <p14:xfrm>
                <a:off x="3431046" y="3468903"/>
                <a:ext cx="126720" cy="35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804C1CB-4481-85E1-B851-A7B85A589AE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22406" y="3460263"/>
                  <a:ext cx="144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D08C52-9296-9B62-0BE8-48D65D0511CD}"/>
                    </a:ext>
                  </a:extLst>
                </p14:cNvPr>
                <p14:cNvContentPartPr/>
                <p14:nvPr/>
              </p14:nvContentPartPr>
              <p14:xfrm>
                <a:off x="3449406" y="3413103"/>
                <a:ext cx="74160" cy="221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D08C52-9296-9B62-0BE8-48D65D0511C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40766" y="3404463"/>
                  <a:ext cx="91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6C46BB1-1CAC-AA00-9035-385AA404C3B3}"/>
                    </a:ext>
                  </a:extLst>
                </p14:cNvPr>
                <p14:cNvContentPartPr/>
                <p14:nvPr/>
              </p14:nvContentPartPr>
              <p14:xfrm>
                <a:off x="3683406" y="3354423"/>
                <a:ext cx="116640" cy="260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6C46BB1-1CAC-AA00-9035-385AA404C3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74766" y="3345423"/>
                  <a:ext cx="134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BBF2D6-701B-4C6D-AB3F-167603F1B62C}"/>
                    </a:ext>
                  </a:extLst>
                </p14:cNvPr>
                <p14:cNvContentPartPr/>
                <p14:nvPr/>
              </p14:nvContentPartPr>
              <p14:xfrm>
                <a:off x="3876006" y="3520023"/>
                <a:ext cx="211680" cy="157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BBF2D6-701B-4C6D-AB3F-167603F1B6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67006" y="3511383"/>
                  <a:ext cx="229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757BE50-BA57-6212-F718-05F054923F45}"/>
                    </a:ext>
                  </a:extLst>
                </p14:cNvPr>
                <p14:cNvContentPartPr/>
                <p14:nvPr/>
              </p14:nvContentPartPr>
              <p14:xfrm>
                <a:off x="4056366" y="3400143"/>
                <a:ext cx="252360" cy="51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757BE50-BA57-6212-F718-05F054923F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47726" y="3391143"/>
                  <a:ext cx="2700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C2D224-C57B-9826-61E3-C928D8EBA9D4}"/>
                    </a:ext>
                  </a:extLst>
                </p14:cNvPr>
                <p14:cNvContentPartPr/>
                <p14:nvPr/>
              </p14:nvContentPartPr>
              <p14:xfrm>
                <a:off x="4488366" y="3448743"/>
                <a:ext cx="164520" cy="63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C2D224-C57B-9826-61E3-C928D8EBA9D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79366" y="3440103"/>
                  <a:ext cx="182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FDD2EB1-BE67-CABE-4613-E522D1D7685F}"/>
                    </a:ext>
                  </a:extLst>
                </p14:cNvPr>
                <p14:cNvContentPartPr/>
                <p14:nvPr/>
              </p14:nvContentPartPr>
              <p14:xfrm>
                <a:off x="4535166" y="3381063"/>
                <a:ext cx="68040" cy="253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FDD2EB1-BE67-CABE-4613-E522D1D768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26526" y="3372063"/>
                  <a:ext cx="85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C1C7BD-EC2E-B861-506B-CB14FBB4D43C}"/>
                    </a:ext>
                  </a:extLst>
                </p14:cNvPr>
                <p14:cNvContentPartPr/>
                <p14:nvPr/>
              </p14:nvContentPartPr>
              <p14:xfrm>
                <a:off x="4804086" y="3381783"/>
                <a:ext cx="155160" cy="19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C1C7BD-EC2E-B861-506B-CB14FBB4D43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95086" y="3372783"/>
                  <a:ext cx="172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658EE2D-3934-281C-1753-DFE28919B44B}"/>
                    </a:ext>
                  </a:extLst>
                </p14:cNvPr>
                <p14:cNvContentPartPr/>
                <p14:nvPr/>
              </p14:nvContentPartPr>
              <p14:xfrm>
                <a:off x="4990206" y="3495903"/>
                <a:ext cx="118080" cy="210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658EE2D-3934-281C-1753-DFE28919B4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81566" y="3486903"/>
                  <a:ext cx="13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D4FE60-2446-F41E-D478-8EE21091E493}"/>
                    </a:ext>
                  </a:extLst>
                </p14:cNvPr>
                <p14:cNvContentPartPr/>
                <p14:nvPr/>
              </p14:nvContentPartPr>
              <p14:xfrm>
                <a:off x="5257686" y="3387903"/>
                <a:ext cx="178920" cy="18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D4FE60-2446-F41E-D478-8EE21091E4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49046" y="3378903"/>
                  <a:ext cx="196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4EB76CF-8110-604D-B82C-F65A40724FA0}"/>
                    </a:ext>
                  </a:extLst>
                </p14:cNvPr>
                <p14:cNvContentPartPr/>
                <p14:nvPr/>
              </p14:nvContentPartPr>
              <p14:xfrm>
                <a:off x="5132766" y="3381063"/>
                <a:ext cx="315720" cy="211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4EB76CF-8110-604D-B82C-F65A40724FA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23766" y="3372063"/>
                  <a:ext cx="333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6A0C884-C547-42F9-AE47-036FD63855C4}"/>
                    </a:ext>
                  </a:extLst>
                </p14:cNvPr>
                <p14:cNvContentPartPr/>
                <p14:nvPr/>
              </p14:nvContentPartPr>
              <p14:xfrm>
                <a:off x="2631846" y="3923583"/>
                <a:ext cx="32040" cy="150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6A0C884-C547-42F9-AE47-036FD63855C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23206" y="3914943"/>
                  <a:ext cx="49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B5B7089-9478-EB2C-6743-E4F38221B909}"/>
                    </a:ext>
                  </a:extLst>
                </p14:cNvPr>
                <p14:cNvContentPartPr/>
                <p14:nvPr/>
              </p14:nvContentPartPr>
              <p14:xfrm>
                <a:off x="2810766" y="3561423"/>
                <a:ext cx="25920" cy="120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B5B7089-9478-EB2C-6743-E4F38221B9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01766" y="3552423"/>
                  <a:ext cx="43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731C247-F923-CA5B-C1D6-BFCEF2B1A9C7}"/>
                    </a:ext>
                  </a:extLst>
                </p14:cNvPr>
                <p14:cNvContentPartPr/>
                <p14:nvPr/>
              </p14:nvContentPartPr>
              <p14:xfrm>
                <a:off x="3813726" y="3503823"/>
                <a:ext cx="16200" cy="166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731C247-F923-CA5B-C1D6-BFCEF2B1A9C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04726" y="3495183"/>
                  <a:ext cx="33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3487779-72B4-459A-740A-25779ECE8AB8}"/>
                    </a:ext>
                  </a:extLst>
                </p14:cNvPr>
                <p14:cNvContentPartPr/>
                <p14:nvPr/>
              </p14:nvContentPartPr>
              <p14:xfrm>
                <a:off x="4952046" y="3538743"/>
                <a:ext cx="25560" cy="10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3487779-72B4-459A-740A-25779ECE8A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43406" y="3529743"/>
                  <a:ext cx="43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E55B06-212F-E923-478A-FCC5DF1571CA}"/>
                    </a:ext>
                  </a:extLst>
                </p14:cNvPr>
                <p14:cNvContentPartPr/>
                <p14:nvPr/>
              </p14:nvContentPartPr>
              <p14:xfrm>
                <a:off x="2544006" y="3948423"/>
                <a:ext cx="145440" cy="192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E55B06-212F-E923-478A-FCC5DF1571C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35006" y="3939423"/>
                  <a:ext cx="163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CAD90D-EB12-4B5D-5DF5-B6DA35FB8B91}"/>
                    </a:ext>
                  </a:extLst>
                </p14:cNvPr>
                <p14:cNvContentPartPr/>
                <p14:nvPr/>
              </p14:nvContentPartPr>
              <p14:xfrm>
                <a:off x="2737326" y="4086303"/>
                <a:ext cx="100440" cy="12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CAD90D-EB12-4B5D-5DF5-B6DA35FB8B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28326" y="4077303"/>
                  <a:ext cx="118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1F22EB-D1A4-D408-F8B3-21980441E7CA}"/>
                    </a:ext>
                  </a:extLst>
                </p14:cNvPr>
                <p14:cNvContentPartPr/>
                <p14:nvPr/>
              </p14:nvContentPartPr>
              <p14:xfrm>
                <a:off x="2943246" y="4061823"/>
                <a:ext cx="19080" cy="178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1F22EB-D1A4-D408-F8B3-21980441E7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34246" y="4053183"/>
                  <a:ext cx="36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45C66D-20FA-A152-FB81-3CA2CEAF3FA9}"/>
                    </a:ext>
                  </a:extLst>
                </p14:cNvPr>
                <p14:cNvContentPartPr/>
                <p14:nvPr/>
              </p14:nvContentPartPr>
              <p14:xfrm>
                <a:off x="3048006" y="3995223"/>
                <a:ext cx="217080" cy="13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45C66D-20FA-A152-FB81-3CA2CEAF3FA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39006" y="3986223"/>
                  <a:ext cx="234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51A735-C2BB-6D32-59B5-0D068E6ABBC1}"/>
                    </a:ext>
                  </a:extLst>
                </p14:cNvPr>
                <p14:cNvContentPartPr/>
                <p14:nvPr/>
              </p14:nvContentPartPr>
              <p14:xfrm>
                <a:off x="3521046" y="4000623"/>
                <a:ext cx="116280" cy="17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51A735-C2BB-6D32-59B5-0D068E6ABB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512046" y="3991623"/>
                  <a:ext cx="133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937C98-D329-41A5-65CC-6F997AC35D05}"/>
                    </a:ext>
                  </a:extLst>
                </p14:cNvPr>
                <p14:cNvContentPartPr/>
                <p14:nvPr/>
              </p14:nvContentPartPr>
              <p14:xfrm>
                <a:off x="3571086" y="3910263"/>
                <a:ext cx="34920" cy="201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937C98-D329-41A5-65CC-6F997AC35D0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62446" y="3901623"/>
                  <a:ext cx="52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591D9F4-752A-4854-8681-60C8EE1C914B}"/>
                    </a:ext>
                  </a:extLst>
                </p14:cNvPr>
                <p14:cNvContentPartPr/>
                <p14:nvPr/>
              </p14:nvContentPartPr>
              <p14:xfrm>
                <a:off x="3752166" y="3957423"/>
                <a:ext cx="118800" cy="198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591D9F4-752A-4854-8681-60C8EE1C91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43526" y="3948423"/>
                  <a:ext cx="136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40D393-F952-9CE4-83CD-E9F5ECF34201}"/>
                    </a:ext>
                  </a:extLst>
                </p14:cNvPr>
                <p14:cNvContentPartPr/>
                <p14:nvPr/>
              </p14:nvContentPartPr>
              <p14:xfrm>
                <a:off x="3880326" y="4096383"/>
                <a:ext cx="188280" cy="117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40D393-F952-9CE4-83CD-E9F5ECF3420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71326" y="4087743"/>
                  <a:ext cx="205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D6A239-54D4-4BBB-F051-D03528CFB80B}"/>
                    </a:ext>
                  </a:extLst>
                </p14:cNvPr>
                <p14:cNvContentPartPr/>
                <p14:nvPr/>
              </p14:nvContentPartPr>
              <p14:xfrm>
                <a:off x="4087326" y="4081623"/>
                <a:ext cx="145440" cy="14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D6A239-54D4-4BBB-F051-D03528CFB8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78686" y="4072983"/>
                  <a:ext cx="163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519EFE-D713-968B-09A5-A51D6CE823F6}"/>
                    </a:ext>
                  </a:extLst>
                </p14:cNvPr>
                <p14:cNvContentPartPr/>
                <p14:nvPr/>
              </p14:nvContentPartPr>
              <p14:xfrm>
                <a:off x="4280286" y="3976863"/>
                <a:ext cx="216000" cy="467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519EFE-D713-968B-09A5-A51D6CE823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71646" y="3967863"/>
                  <a:ext cx="2336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6220AD4-8B64-C53F-6C03-33A9875FF457}"/>
                    </a:ext>
                  </a:extLst>
                </p14:cNvPr>
                <p14:cNvContentPartPr/>
                <p14:nvPr/>
              </p14:nvContentPartPr>
              <p14:xfrm>
                <a:off x="4581606" y="4043823"/>
                <a:ext cx="103680" cy="45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220AD4-8B64-C53F-6C03-33A9875FF45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72606" y="4035183"/>
                  <a:ext cx="121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41AE78-0039-AC9E-F231-9243DD770EED}"/>
                    </a:ext>
                  </a:extLst>
                </p14:cNvPr>
                <p14:cNvContentPartPr/>
                <p14:nvPr/>
              </p14:nvContentPartPr>
              <p14:xfrm>
                <a:off x="4655406" y="3946983"/>
                <a:ext cx="25560" cy="217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41AE78-0039-AC9E-F231-9243DD770E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46406" y="3937983"/>
                  <a:ext cx="43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4C0ED36-F699-03ED-7B95-5F0B59CFD310}"/>
                    </a:ext>
                  </a:extLst>
                </p14:cNvPr>
                <p14:cNvContentPartPr/>
                <p14:nvPr/>
              </p14:nvContentPartPr>
              <p14:xfrm>
                <a:off x="4804446" y="3948423"/>
                <a:ext cx="143280" cy="221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4C0ED36-F699-03ED-7B95-5F0B59CFD3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95446" y="3939423"/>
                  <a:ext cx="160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377737A-8948-7AFF-2D7C-109E52C6F5B9}"/>
                    </a:ext>
                  </a:extLst>
                </p14:cNvPr>
                <p14:cNvContentPartPr/>
                <p14:nvPr/>
              </p14:nvContentPartPr>
              <p14:xfrm>
                <a:off x="5014326" y="4081983"/>
                <a:ext cx="169560" cy="141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377737A-8948-7AFF-2D7C-109E52C6F5B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05326" y="4073343"/>
                  <a:ext cx="187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2AC405-941C-3E54-F289-BF31E6AC4848}"/>
                    </a:ext>
                  </a:extLst>
                </p14:cNvPr>
                <p14:cNvContentPartPr/>
                <p14:nvPr/>
              </p14:nvContentPartPr>
              <p14:xfrm>
                <a:off x="5223486" y="4066863"/>
                <a:ext cx="99000" cy="209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2AC405-941C-3E54-F289-BF31E6AC48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14846" y="4057863"/>
                  <a:ext cx="116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5385F2E-0F90-5BCF-5E63-2E949D563C00}"/>
                    </a:ext>
                  </a:extLst>
                </p14:cNvPr>
                <p14:cNvContentPartPr/>
                <p14:nvPr/>
              </p14:nvContentPartPr>
              <p14:xfrm>
                <a:off x="5408526" y="4001703"/>
                <a:ext cx="224280" cy="138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5385F2E-0F90-5BCF-5E63-2E949D563C0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99886" y="3993063"/>
                  <a:ext cx="241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08FD75-6CA3-D455-116C-6D7E9A5F8100}"/>
                    </a:ext>
                  </a:extLst>
                </p14:cNvPr>
                <p14:cNvContentPartPr/>
                <p14:nvPr/>
              </p14:nvContentPartPr>
              <p14:xfrm>
                <a:off x="5796246" y="4016463"/>
                <a:ext cx="133560" cy="1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08FD75-6CA3-D455-116C-6D7E9A5F810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87246" y="4007463"/>
                  <a:ext cx="151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D2D915-3F46-22EC-CCE8-43DD03005FAD}"/>
                    </a:ext>
                  </a:extLst>
                </p14:cNvPr>
                <p14:cNvContentPartPr/>
                <p14:nvPr/>
              </p14:nvContentPartPr>
              <p14:xfrm>
                <a:off x="5803086" y="4084143"/>
                <a:ext cx="173520" cy="31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D2D915-3F46-22EC-CCE8-43DD03005FA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94086" y="4075503"/>
                  <a:ext cx="191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2E85B81-63F6-2324-F05C-467ACAB3014C}"/>
                    </a:ext>
                  </a:extLst>
                </p14:cNvPr>
                <p14:cNvContentPartPr/>
                <p14:nvPr/>
              </p14:nvContentPartPr>
              <p14:xfrm>
                <a:off x="6139686" y="3875343"/>
                <a:ext cx="138960" cy="298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2E85B81-63F6-2324-F05C-467ACAB3014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30686" y="3866343"/>
                  <a:ext cx="1566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4922E58-EEB7-DE65-EE90-2784720EEB70}"/>
                    </a:ext>
                  </a:extLst>
                </p14:cNvPr>
                <p14:cNvContentPartPr/>
                <p14:nvPr/>
              </p14:nvContentPartPr>
              <p14:xfrm>
                <a:off x="6405006" y="4097103"/>
                <a:ext cx="327600" cy="145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4922E58-EEB7-DE65-EE90-2784720EEB7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96006" y="4088103"/>
                  <a:ext cx="3452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6ACBCA5-8D15-C22E-4F4D-4D99103663F9}"/>
              </a:ext>
            </a:extLst>
          </p:cNvPr>
          <p:cNvGrpSpPr/>
          <p:nvPr/>
        </p:nvGrpSpPr>
        <p:grpSpPr>
          <a:xfrm>
            <a:off x="2589366" y="4557903"/>
            <a:ext cx="4018680" cy="582120"/>
            <a:chOff x="2589366" y="4557903"/>
            <a:chExt cx="401868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368B9F1-C392-7520-3AE8-F02BBA578A61}"/>
                    </a:ext>
                  </a:extLst>
                </p14:cNvPr>
                <p14:cNvContentPartPr/>
                <p14:nvPr/>
              </p14:nvContentPartPr>
              <p14:xfrm>
                <a:off x="2589366" y="4592823"/>
                <a:ext cx="112320" cy="168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368B9F1-C392-7520-3AE8-F02BBA578A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80366" y="4583823"/>
                  <a:ext cx="129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F152C9E-D001-4938-A325-C509BCDA92B1}"/>
                    </a:ext>
                  </a:extLst>
                </p14:cNvPr>
                <p14:cNvContentPartPr/>
                <p14:nvPr/>
              </p14:nvContentPartPr>
              <p14:xfrm>
                <a:off x="2732646" y="4704063"/>
                <a:ext cx="94680" cy="178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F152C9E-D001-4938-A325-C509BCDA92B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24006" y="4695423"/>
                  <a:ext cx="112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F31430C-D6C9-77CE-28CF-22A49D64A6BF}"/>
                    </a:ext>
                  </a:extLst>
                </p14:cNvPr>
                <p14:cNvContentPartPr/>
                <p14:nvPr/>
              </p14:nvContentPartPr>
              <p14:xfrm>
                <a:off x="2885646" y="4796943"/>
                <a:ext cx="52920" cy="145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F31430C-D6C9-77CE-28CF-22A49D64A6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76646" y="4788303"/>
                  <a:ext cx="70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F6E640E-F8B9-37C4-60FA-027E04362FF4}"/>
                    </a:ext>
                  </a:extLst>
                </p14:cNvPr>
                <p14:cNvContentPartPr/>
                <p14:nvPr/>
              </p14:nvContentPartPr>
              <p14:xfrm>
                <a:off x="3067446" y="4692183"/>
                <a:ext cx="249480" cy="132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F6E640E-F8B9-37C4-60FA-027E04362F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58446" y="4683183"/>
                  <a:ext cx="267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2588EAE-A675-2AD5-8A38-D81F6245856E}"/>
                    </a:ext>
                  </a:extLst>
                </p14:cNvPr>
                <p14:cNvContentPartPr/>
                <p14:nvPr/>
              </p14:nvContentPartPr>
              <p14:xfrm>
                <a:off x="3454806" y="4680303"/>
                <a:ext cx="133920" cy="42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2588EAE-A675-2AD5-8A38-D81F624585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46166" y="4671663"/>
                  <a:ext cx="151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3DC39EA-6952-27AD-BE78-8336C6274E1D}"/>
                    </a:ext>
                  </a:extLst>
                </p14:cNvPr>
                <p14:cNvContentPartPr/>
                <p14:nvPr/>
              </p14:nvContentPartPr>
              <p14:xfrm>
                <a:off x="3506286" y="4629543"/>
                <a:ext cx="45000" cy="234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3DC39EA-6952-27AD-BE78-8336C6274E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97286" y="4620903"/>
                  <a:ext cx="62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11FCB94-FA6B-6D7A-64DD-E8C27EDF4D7C}"/>
                    </a:ext>
                  </a:extLst>
                </p14:cNvPr>
                <p14:cNvContentPartPr/>
                <p14:nvPr/>
              </p14:nvContentPartPr>
              <p14:xfrm>
                <a:off x="3807246" y="4654383"/>
                <a:ext cx="93240" cy="20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11FCB94-FA6B-6D7A-64DD-E8C27EDF4D7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98246" y="4645743"/>
                  <a:ext cx="110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2408F8C-6632-C2E9-87E1-3DD91A7C1829}"/>
                    </a:ext>
                  </a:extLst>
                </p14:cNvPr>
                <p14:cNvContentPartPr/>
                <p14:nvPr/>
              </p14:nvContentPartPr>
              <p14:xfrm>
                <a:off x="3961686" y="4789743"/>
                <a:ext cx="102960" cy="135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2408F8C-6632-C2E9-87E1-3DD91A7C182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952686" y="4781103"/>
                  <a:ext cx="120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76B6FAF-71ED-DF24-B2E0-2E191003F82C}"/>
                    </a:ext>
                  </a:extLst>
                </p14:cNvPr>
                <p14:cNvContentPartPr/>
                <p14:nvPr/>
              </p14:nvContentPartPr>
              <p14:xfrm>
                <a:off x="4127646" y="4787223"/>
                <a:ext cx="114120" cy="176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76B6FAF-71ED-DF24-B2E0-2E191003F82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18646" y="4778583"/>
                  <a:ext cx="131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4BE2A79-F8EF-1243-B210-D33A08873504}"/>
                    </a:ext>
                  </a:extLst>
                </p14:cNvPr>
                <p14:cNvContentPartPr/>
                <p14:nvPr/>
              </p14:nvContentPartPr>
              <p14:xfrm>
                <a:off x="4269486" y="4706223"/>
                <a:ext cx="291600" cy="433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4BE2A79-F8EF-1243-B210-D33A0887350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60846" y="4697583"/>
                  <a:ext cx="3092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59ACACB-7254-C97D-6D89-8B5910850D15}"/>
                    </a:ext>
                  </a:extLst>
                </p14:cNvPr>
                <p14:cNvContentPartPr/>
                <p14:nvPr/>
              </p14:nvContentPartPr>
              <p14:xfrm>
                <a:off x="4652886" y="4787223"/>
                <a:ext cx="142560" cy="41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59ACACB-7254-C97D-6D89-8B5910850D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44246" y="4778583"/>
                  <a:ext cx="160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0BCF654-C827-18A0-9656-5492F7C2E153}"/>
                    </a:ext>
                  </a:extLst>
                </p14:cNvPr>
                <p14:cNvContentPartPr/>
                <p14:nvPr/>
              </p14:nvContentPartPr>
              <p14:xfrm>
                <a:off x="4717326" y="4707303"/>
                <a:ext cx="27000" cy="225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0BCF654-C827-18A0-9656-5492F7C2E15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08326" y="4698663"/>
                  <a:ext cx="44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91EAEE-3157-CB61-E920-28153BAE27D3}"/>
                    </a:ext>
                  </a:extLst>
                </p14:cNvPr>
                <p14:cNvContentPartPr/>
                <p14:nvPr/>
              </p14:nvContentPartPr>
              <p14:xfrm>
                <a:off x="4916046" y="4700823"/>
                <a:ext cx="144000" cy="193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91EAEE-3157-CB61-E920-28153BAE27D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07046" y="4691823"/>
                  <a:ext cx="161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51482D5-F841-98CD-5137-A4DA8A09E023}"/>
                    </a:ext>
                  </a:extLst>
                </p14:cNvPr>
                <p14:cNvContentPartPr/>
                <p14:nvPr/>
              </p14:nvContentPartPr>
              <p14:xfrm>
                <a:off x="5135286" y="4803783"/>
                <a:ext cx="114120" cy="166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51482D5-F841-98CD-5137-A4DA8A09E02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126286" y="4794783"/>
                  <a:ext cx="131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D634D6B-6C8A-D1DA-034F-1D12BCC5A6CC}"/>
                    </a:ext>
                  </a:extLst>
                </p14:cNvPr>
                <p14:cNvContentPartPr/>
                <p14:nvPr/>
              </p14:nvContentPartPr>
              <p14:xfrm>
                <a:off x="5289006" y="4819983"/>
                <a:ext cx="113040" cy="176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D634D6B-6C8A-D1DA-034F-1D12BCC5A6C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280006" y="4811343"/>
                  <a:ext cx="130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7CEA02A-73EE-6FBA-FE7B-83D4F7CF6911}"/>
                    </a:ext>
                  </a:extLst>
                </p14:cNvPr>
                <p14:cNvContentPartPr/>
                <p14:nvPr/>
              </p14:nvContentPartPr>
              <p14:xfrm>
                <a:off x="5515806" y="4712343"/>
                <a:ext cx="249840" cy="154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7CEA02A-73EE-6FBA-FE7B-83D4F7CF691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07166" y="4703343"/>
                  <a:ext cx="267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30D82CC-E960-8688-AB05-CF52306D6532}"/>
                    </a:ext>
                  </a:extLst>
                </p14:cNvPr>
                <p14:cNvContentPartPr/>
                <p14:nvPr/>
              </p14:nvContentPartPr>
              <p14:xfrm>
                <a:off x="5938806" y="4799463"/>
                <a:ext cx="126720" cy="20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30D82CC-E960-8688-AB05-CF52306D653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30166" y="4790823"/>
                  <a:ext cx="144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A9740F-7470-A3A3-CA50-2C869AF6DAA7}"/>
                    </a:ext>
                  </a:extLst>
                </p14:cNvPr>
                <p14:cNvContentPartPr/>
                <p14:nvPr/>
              </p14:nvContentPartPr>
              <p14:xfrm>
                <a:off x="5924406" y="4846623"/>
                <a:ext cx="192600" cy="36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A9740F-7470-A3A3-CA50-2C869AF6DA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15406" y="4837623"/>
                  <a:ext cx="210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C3288A8-6C9C-FE4E-7F8A-187F8FEC03E2}"/>
                    </a:ext>
                  </a:extLst>
                </p14:cNvPr>
                <p14:cNvContentPartPr/>
                <p14:nvPr/>
              </p14:nvContentPartPr>
              <p14:xfrm>
                <a:off x="6317166" y="4557903"/>
                <a:ext cx="138960" cy="343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C3288A8-6C9C-FE4E-7F8A-187F8FEC03E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08526" y="4548903"/>
                  <a:ext cx="1566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1F49927-B59A-17EC-655D-53B1E23B972F}"/>
                    </a:ext>
                  </a:extLst>
                </p14:cNvPr>
                <p14:cNvContentPartPr/>
                <p14:nvPr/>
              </p14:nvContentPartPr>
              <p14:xfrm>
                <a:off x="6389166" y="4846623"/>
                <a:ext cx="218880" cy="196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1F49927-B59A-17EC-655D-53B1E23B97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80526" y="4837623"/>
                  <a:ext cx="23652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FC2DAC6-3D54-7FAB-9248-E0D1E9484348}"/>
              </a:ext>
            </a:extLst>
          </p:cNvPr>
          <p:cNvGrpSpPr/>
          <p:nvPr/>
        </p:nvGrpSpPr>
        <p:grpSpPr>
          <a:xfrm>
            <a:off x="1016886" y="5616303"/>
            <a:ext cx="279360" cy="287640"/>
            <a:chOff x="1016886" y="5616303"/>
            <a:chExt cx="2793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3E15E13-A721-4110-C97E-D5154160AE19}"/>
                    </a:ext>
                  </a:extLst>
                </p14:cNvPr>
                <p14:cNvContentPartPr/>
                <p14:nvPr/>
              </p14:nvContentPartPr>
              <p14:xfrm>
                <a:off x="1086366" y="5616303"/>
                <a:ext cx="209880" cy="265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3E15E13-A721-4110-C97E-D5154160AE1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7366" y="5607303"/>
                  <a:ext cx="227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14DDD65-66BE-5658-29C3-81247A51570B}"/>
                    </a:ext>
                  </a:extLst>
                </p14:cNvPr>
                <p14:cNvContentPartPr/>
                <p14:nvPr/>
              </p14:nvContentPartPr>
              <p14:xfrm>
                <a:off x="1016886" y="5644743"/>
                <a:ext cx="271800" cy="259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14DDD65-66BE-5658-29C3-81247A5157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8246" y="5635743"/>
                  <a:ext cx="2894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BCB42BA-72F8-03B0-5AA7-99FA37A2FBAF}"/>
              </a:ext>
            </a:extLst>
          </p:cNvPr>
          <p:cNvGrpSpPr/>
          <p:nvPr/>
        </p:nvGrpSpPr>
        <p:grpSpPr>
          <a:xfrm>
            <a:off x="1489926" y="5723943"/>
            <a:ext cx="222480" cy="120240"/>
            <a:chOff x="1489926" y="5723943"/>
            <a:chExt cx="22248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CC2E5E4-4F9B-7994-EB3C-13F079A224CD}"/>
                    </a:ext>
                  </a:extLst>
                </p14:cNvPr>
                <p14:cNvContentPartPr/>
                <p14:nvPr/>
              </p14:nvContentPartPr>
              <p14:xfrm>
                <a:off x="1515486" y="5723943"/>
                <a:ext cx="124920" cy="11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CC2E5E4-4F9B-7994-EB3C-13F079A224C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06486" y="5714943"/>
                  <a:ext cx="142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A0D1ED5-3B5B-B008-79FA-7867576CCA67}"/>
                    </a:ext>
                  </a:extLst>
                </p14:cNvPr>
                <p14:cNvContentPartPr/>
                <p14:nvPr/>
              </p14:nvContentPartPr>
              <p14:xfrm>
                <a:off x="1489926" y="5799183"/>
                <a:ext cx="222480" cy="45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A0D1ED5-3B5B-B008-79FA-7867576CCA6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80926" y="5790183"/>
                  <a:ext cx="2401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2FCB622-817D-3183-A2C0-0AC04BC0F6EF}"/>
                  </a:ext>
                </a:extLst>
              </p14:cNvPr>
              <p14:cNvContentPartPr/>
              <p14:nvPr/>
            </p14:nvContentPartPr>
            <p14:xfrm>
              <a:off x="1930566" y="5385543"/>
              <a:ext cx="270720" cy="14374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2FCB622-817D-3183-A2C0-0AC04BC0F6E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921566" y="5376543"/>
                <a:ext cx="288360" cy="145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36FF318-F4E0-D7A9-5678-2636C479C9D4}"/>
              </a:ext>
            </a:extLst>
          </p:cNvPr>
          <p:cNvGrpSpPr/>
          <p:nvPr/>
        </p:nvGrpSpPr>
        <p:grpSpPr>
          <a:xfrm>
            <a:off x="2386326" y="5440263"/>
            <a:ext cx="667080" cy="1372320"/>
            <a:chOff x="2386326" y="5440263"/>
            <a:chExt cx="667080" cy="13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5EBF09F-DDF9-2E88-A916-ED3BF4F85C65}"/>
                    </a:ext>
                  </a:extLst>
                </p14:cNvPr>
                <p14:cNvContentPartPr/>
                <p14:nvPr/>
              </p14:nvContentPartPr>
              <p14:xfrm>
                <a:off x="2386326" y="5569143"/>
                <a:ext cx="221760" cy="209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5EBF09F-DDF9-2E88-A916-ED3BF4F85C6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377326" y="5560503"/>
                  <a:ext cx="239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EE8CE40-2B74-65C8-9544-396911A3B96D}"/>
                    </a:ext>
                  </a:extLst>
                </p14:cNvPr>
                <p14:cNvContentPartPr/>
                <p14:nvPr/>
              </p14:nvContentPartPr>
              <p14:xfrm>
                <a:off x="2435286" y="5987823"/>
                <a:ext cx="134280" cy="341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EE8CE40-2B74-65C8-9544-396911A3B9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426286" y="5979183"/>
                  <a:ext cx="151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5BF5EF2-E702-0ED4-70CA-24777BF6FD1F}"/>
                    </a:ext>
                  </a:extLst>
                </p14:cNvPr>
                <p14:cNvContentPartPr/>
                <p14:nvPr/>
              </p14:nvContentPartPr>
              <p14:xfrm>
                <a:off x="2392086" y="6491463"/>
                <a:ext cx="200520" cy="138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5BF5EF2-E702-0ED4-70CA-24777BF6FD1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83086" y="6482463"/>
                  <a:ext cx="218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88EA33E-DDA6-D761-E249-7D531FD63166}"/>
                    </a:ext>
                  </a:extLst>
                </p14:cNvPr>
                <p14:cNvContentPartPr/>
                <p14:nvPr/>
              </p14:nvContentPartPr>
              <p14:xfrm>
                <a:off x="2633646" y="5440263"/>
                <a:ext cx="419760" cy="1372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88EA33E-DDA6-D761-E249-7D531FD631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24646" y="5431263"/>
                  <a:ext cx="437400" cy="13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8123D96-4BCC-AB4C-2B93-976F4F36F3A4}"/>
              </a:ext>
            </a:extLst>
          </p:cNvPr>
          <p:cNvGrpSpPr/>
          <p:nvPr/>
        </p:nvGrpSpPr>
        <p:grpSpPr>
          <a:xfrm>
            <a:off x="10618806" y="2767623"/>
            <a:ext cx="1127160" cy="948240"/>
            <a:chOff x="10618806" y="2767623"/>
            <a:chExt cx="1127160" cy="9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CCFDF60-7E5F-41C1-FF5A-7BBFAC183881}"/>
                    </a:ext>
                  </a:extLst>
                </p14:cNvPr>
                <p14:cNvContentPartPr/>
                <p14:nvPr/>
              </p14:nvContentPartPr>
              <p14:xfrm>
                <a:off x="10618806" y="3040143"/>
                <a:ext cx="184680" cy="425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CCFDF60-7E5F-41C1-FF5A-7BBFAC18388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09806" y="3031143"/>
                  <a:ext cx="2023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CA07499-686F-4517-B42E-4B5B9FE2A4FA}"/>
                    </a:ext>
                  </a:extLst>
                </p14:cNvPr>
                <p14:cNvContentPartPr/>
                <p14:nvPr/>
              </p14:nvContentPartPr>
              <p14:xfrm>
                <a:off x="11067366" y="2982183"/>
                <a:ext cx="342000" cy="185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CA07499-686F-4517-B42E-4B5B9FE2A4F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58366" y="2973183"/>
                  <a:ext cx="359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EF86E87-BFE8-6D14-6173-2571E6E52B9D}"/>
                    </a:ext>
                  </a:extLst>
                </p14:cNvPr>
                <p14:cNvContentPartPr/>
                <p14:nvPr/>
              </p14:nvContentPartPr>
              <p14:xfrm>
                <a:off x="11206326" y="2767623"/>
                <a:ext cx="539640" cy="948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EF86E87-BFE8-6D14-6173-2571E6E52B9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7686" y="2758983"/>
                  <a:ext cx="55728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ED774C4-8B46-04BC-58DA-F41F0AB5766D}"/>
                    </a:ext>
                  </a:extLst>
                </p14:cNvPr>
                <p14:cNvContentPartPr/>
                <p14:nvPr/>
              </p14:nvContentPartPr>
              <p14:xfrm>
                <a:off x="11373006" y="3287823"/>
                <a:ext cx="360" cy="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ED774C4-8B46-04BC-58DA-F41F0AB5766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64366" y="32788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459CE86-578B-8D45-F7C9-FA070EBFEAAE}"/>
              </a:ext>
            </a:extLst>
          </p:cNvPr>
          <p:cNvGrpSpPr/>
          <p:nvPr/>
        </p:nvGrpSpPr>
        <p:grpSpPr>
          <a:xfrm>
            <a:off x="9409566" y="2755743"/>
            <a:ext cx="715680" cy="1220400"/>
            <a:chOff x="9409566" y="2755743"/>
            <a:chExt cx="715680" cy="12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6B15ADF-7BBD-E4DC-1386-F73668978DAB}"/>
                    </a:ext>
                  </a:extLst>
                </p14:cNvPr>
                <p14:cNvContentPartPr/>
                <p14:nvPr/>
              </p14:nvContentPartPr>
              <p14:xfrm>
                <a:off x="9481206" y="2755743"/>
                <a:ext cx="225000" cy="1220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6B15ADF-7BBD-E4DC-1386-F73668978D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72206" y="2746743"/>
                  <a:ext cx="242640" cy="12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12A2D83-ACA9-2F6B-36A8-AF8DB6ACDF9A}"/>
                    </a:ext>
                  </a:extLst>
                </p14:cNvPr>
                <p14:cNvContentPartPr/>
                <p14:nvPr/>
              </p14:nvContentPartPr>
              <p14:xfrm>
                <a:off x="9820326" y="3066783"/>
                <a:ext cx="304920" cy="186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12A2D83-ACA9-2F6B-36A8-AF8DB6ACDF9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11686" y="3057783"/>
                  <a:ext cx="322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A41F3B-91AB-6891-B58B-DB85822EDCE4}"/>
                    </a:ext>
                  </a:extLst>
                </p14:cNvPr>
                <p14:cNvContentPartPr/>
                <p14:nvPr/>
              </p14:nvContentPartPr>
              <p14:xfrm>
                <a:off x="9409566" y="3517143"/>
                <a:ext cx="26640" cy="6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A41F3B-91AB-6891-B58B-DB85822EDCE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400926" y="3508503"/>
                  <a:ext cx="4428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9D69F05-C901-D9C4-3B55-5C9934DE6A2D}"/>
                  </a:ext>
                </a:extLst>
              </p14:cNvPr>
              <p14:cNvContentPartPr/>
              <p14:nvPr/>
            </p14:nvContentPartPr>
            <p14:xfrm>
              <a:off x="11534286" y="3299343"/>
              <a:ext cx="9000" cy="82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9D69F05-C901-D9C4-3B55-5C9934DE6A2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1525286" y="3290343"/>
                <a:ext cx="2664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3AF56E0-E7A8-BF77-D3C7-B1681F050EF3}"/>
              </a:ext>
            </a:extLst>
          </p:cNvPr>
          <p:cNvGrpSpPr/>
          <p:nvPr/>
        </p:nvGrpSpPr>
        <p:grpSpPr>
          <a:xfrm>
            <a:off x="5083086" y="5440623"/>
            <a:ext cx="666720" cy="375120"/>
            <a:chOff x="5083086" y="5440623"/>
            <a:chExt cx="66672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77D585B-ED25-97C9-7D42-962AA9CAF75F}"/>
                    </a:ext>
                  </a:extLst>
                </p14:cNvPr>
                <p14:cNvContentPartPr/>
                <p14:nvPr/>
              </p14:nvContentPartPr>
              <p14:xfrm>
                <a:off x="5083086" y="5440623"/>
                <a:ext cx="303840" cy="37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77D585B-ED25-97C9-7D42-962AA9CAF75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74446" y="5431983"/>
                  <a:ext cx="3214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2E4BEF1-8B42-ECE9-235D-E0B2A6A3E002}"/>
                    </a:ext>
                  </a:extLst>
                </p14:cNvPr>
                <p14:cNvContentPartPr/>
                <p14:nvPr/>
              </p14:nvContentPartPr>
              <p14:xfrm>
                <a:off x="5124846" y="5629623"/>
                <a:ext cx="182880" cy="8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2E4BEF1-8B42-ECE9-235D-E0B2A6A3E00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115846" y="5620623"/>
                  <a:ext cx="200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71EB114-FD59-696A-DE17-1C8BF287E0A5}"/>
                    </a:ext>
                  </a:extLst>
                </p14:cNvPr>
                <p14:cNvContentPartPr/>
                <p14:nvPr/>
              </p14:nvContentPartPr>
              <p14:xfrm>
                <a:off x="5507886" y="5507223"/>
                <a:ext cx="196200" cy="282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71EB114-FD59-696A-DE17-1C8BF287E0A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99246" y="5498583"/>
                  <a:ext cx="213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D8DB85A-7FDB-75F4-4B58-0059C33C8524}"/>
                    </a:ext>
                  </a:extLst>
                </p14:cNvPr>
                <p14:cNvContentPartPr/>
                <p14:nvPr/>
              </p14:nvContentPartPr>
              <p14:xfrm>
                <a:off x="5530206" y="5542503"/>
                <a:ext cx="219600" cy="262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D8DB85A-7FDB-75F4-4B58-0059C33C852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21566" y="5533503"/>
                  <a:ext cx="23724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D707744-A7BE-7B20-26CF-6DABC7D7E73F}"/>
              </a:ext>
            </a:extLst>
          </p:cNvPr>
          <p:cNvGrpSpPr/>
          <p:nvPr/>
        </p:nvGrpSpPr>
        <p:grpSpPr>
          <a:xfrm>
            <a:off x="5998566" y="5635383"/>
            <a:ext cx="225720" cy="119160"/>
            <a:chOff x="5998566" y="5635383"/>
            <a:chExt cx="22572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B8AFB3C-98B3-41E6-9019-E1378BF32060}"/>
                    </a:ext>
                  </a:extLst>
                </p14:cNvPr>
                <p14:cNvContentPartPr/>
                <p14:nvPr/>
              </p14:nvContentPartPr>
              <p14:xfrm>
                <a:off x="5998566" y="5635383"/>
                <a:ext cx="185400" cy="43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B8AFB3C-98B3-41E6-9019-E1378BF3206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989926" y="5626743"/>
                  <a:ext cx="203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D5D9D0C-9C31-62D1-FA72-7D5549E54571}"/>
                    </a:ext>
                  </a:extLst>
                </p14:cNvPr>
                <p14:cNvContentPartPr/>
                <p14:nvPr/>
              </p14:nvContentPartPr>
              <p14:xfrm>
                <a:off x="6012966" y="5728983"/>
                <a:ext cx="211320" cy="25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D5D9D0C-9C31-62D1-FA72-7D5549E5457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04326" y="5719983"/>
                  <a:ext cx="2289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0386E79-61FA-35E1-0F04-8BF1F80B182F}"/>
                  </a:ext>
                </a:extLst>
              </p14:cNvPr>
              <p14:cNvContentPartPr/>
              <p14:nvPr/>
            </p14:nvContentPartPr>
            <p14:xfrm>
              <a:off x="6472686" y="5439543"/>
              <a:ext cx="222480" cy="3711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0386E79-61FA-35E1-0F04-8BF1F80B182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463686" y="5430903"/>
                <a:ext cx="240120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03FD066-8147-637C-AD00-D5A5955F72CF}"/>
              </a:ext>
            </a:extLst>
          </p:cNvPr>
          <p:cNvGrpSpPr/>
          <p:nvPr/>
        </p:nvGrpSpPr>
        <p:grpSpPr>
          <a:xfrm>
            <a:off x="5518686" y="6162063"/>
            <a:ext cx="522360" cy="295560"/>
            <a:chOff x="5518686" y="6162063"/>
            <a:chExt cx="5223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38BC421-E95D-4D64-8FE8-2DC860A387FC}"/>
                    </a:ext>
                  </a:extLst>
                </p14:cNvPr>
                <p14:cNvContentPartPr/>
                <p14:nvPr/>
              </p14:nvContentPartPr>
              <p14:xfrm>
                <a:off x="5615526" y="6167823"/>
                <a:ext cx="121680" cy="221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38BC421-E95D-4D64-8FE8-2DC860A387F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606526" y="6158823"/>
                  <a:ext cx="139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0670090-7BCB-8396-BF98-84D010F69F05}"/>
                    </a:ext>
                  </a:extLst>
                </p14:cNvPr>
                <p14:cNvContentPartPr/>
                <p14:nvPr/>
              </p14:nvContentPartPr>
              <p14:xfrm>
                <a:off x="5518686" y="6162063"/>
                <a:ext cx="248040" cy="295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0670090-7BCB-8396-BF98-84D010F69F0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510046" y="6153423"/>
                  <a:ext cx="265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508A47D-DA44-EDF8-D31F-0076D099C251}"/>
                    </a:ext>
                  </a:extLst>
                </p14:cNvPr>
                <p14:cNvContentPartPr/>
                <p14:nvPr/>
              </p14:nvContentPartPr>
              <p14:xfrm>
                <a:off x="5862486" y="6269343"/>
                <a:ext cx="148680" cy="17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508A47D-DA44-EDF8-D31F-0076D099C25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53846" y="6260343"/>
                  <a:ext cx="166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60A7E2D-68CE-80D9-E20A-770C2B117A2B}"/>
                    </a:ext>
                  </a:extLst>
                </p14:cNvPr>
                <p14:cNvContentPartPr/>
                <p14:nvPr/>
              </p14:nvContentPartPr>
              <p14:xfrm>
                <a:off x="5846286" y="6370863"/>
                <a:ext cx="194760" cy="27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60A7E2D-68CE-80D9-E20A-770C2B117A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37646" y="6362223"/>
                  <a:ext cx="2124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DF986E4-C528-5D4E-0CE2-3BC95C717A84}"/>
              </a:ext>
            </a:extLst>
          </p:cNvPr>
          <p:cNvGrpSpPr/>
          <p:nvPr/>
        </p:nvGrpSpPr>
        <p:grpSpPr>
          <a:xfrm>
            <a:off x="6295206" y="5959743"/>
            <a:ext cx="629280" cy="499320"/>
            <a:chOff x="6295206" y="5959743"/>
            <a:chExt cx="62928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9961D19-5144-33E5-4891-0C3615AA62D5}"/>
                    </a:ext>
                  </a:extLst>
                </p14:cNvPr>
                <p14:cNvContentPartPr/>
                <p14:nvPr/>
              </p14:nvContentPartPr>
              <p14:xfrm>
                <a:off x="6306366" y="6140103"/>
                <a:ext cx="210240" cy="318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9961D19-5144-33E5-4891-0C3615AA62D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97366" y="6131463"/>
                  <a:ext cx="2278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E80AE4-34D6-6064-8994-C3CC95076449}"/>
                    </a:ext>
                  </a:extLst>
                </p14:cNvPr>
                <p14:cNvContentPartPr/>
                <p14:nvPr/>
              </p14:nvContentPartPr>
              <p14:xfrm>
                <a:off x="6295206" y="6310023"/>
                <a:ext cx="154440" cy="29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E80AE4-34D6-6064-8994-C3CC9507644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286206" y="6301023"/>
                  <a:ext cx="172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EBDC2DF-BC51-EF10-1740-347642035A85}"/>
                    </a:ext>
                  </a:extLst>
                </p14:cNvPr>
                <p14:cNvContentPartPr/>
                <p14:nvPr/>
              </p14:nvContentPartPr>
              <p14:xfrm>
                <a:off x="6621366" y="6113103"/>
                <a:ext cx="138960" cy="44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EBDC2DF-BC51-EF10-1740-347642035A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612366" y="6104103"/>
                  <a:ext cx="156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3940BE-0527-812F-4254-5410AD2BBEE5}"/>
                    </a:ext>
                  </a:extLst>
                </p14:cNvPr>
                <p14:cNvContentPartPr/>
                <p14:nvPr/>
              </p14:nvContentPartPr>
              <p14:xfrm>
                <a:off x="6854646" y="5959743"/>
                <a:ext cx="69840" cy="236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3940BE-0527-812F-4254-5410AD2BBEE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846006" y="5950743"/>
                  <a:ext cx="8748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12A2119-6EA5-A48C-4CD4-374CBB2BEC50}"/>
                  </a:ext>
                </a:extLst>
              </p14:cNvPr>
              <p14:cNvContentPartPr/>
              <p14:nvPr/>
            </p14:nvContentPartPr>
            <p14:xfrm>
              <a:off x="7136886" y="6176103"/>
              <a:ext cx="19440" cy="313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12A2119-6EA5-A48C-4CD4-374CBB2BEC5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128246" y="6167103"/>
                <a:ext cx="37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09C0CC2-2D8B-B31A-675E-DD8FDEF5327C}"/>
                  </a:ext>
                </a:extLst>
              </p14:cNvPr>
              <p14:cNvContentPartPr/>
              <p14:nvPr/>
            </p14:nvContentPartPr>
            <p14:xfrm>
              <a:off x="6541086" y="5433063"/>
              <a:ext cx="245160" cy="3625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09C0CC2-2D8B-B31A-675E-DD8FDEF5327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532446" y="5424063"/>
                <a:ext cx="2628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AD7954C-E62B-C45F-0D87-8621FA080408}"/>
              </a:ext>
            </a:extLst>
          </p:cNvPr>
          <p:cNvGrpSpPr/>
          <p:nvPr/>
        </p:nvGrpSpPr>
        <p:grpSpPr>
          <a:xfrm>
            <a:off x="7113126" y="6137583"/>
            <a:ext cx="271080" cy="332640"/>
            <a:chOff x="7113126" y="6137583"/>
            <a:chExt cx="27108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98E60F7-26A1-5BA5-21A2-BAC0EFD546AE}"/>
                    </a:ext>
                  </a:extLst>
                </p14:cNvPr>
                <p14:cNvContentPartPr/>
                <p14:nvPr/>
              </p14:nvContentPartPr>
              <p14:xfrm>
                <a:off x="7113126" y="6183663"/>
                <a:ext cx="63720" cy="279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98E60F7-26A1-5BA5-21A2-BAC0EFD546A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104486" y="6174663"/>
                  <a:ext cx="81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D93F68B-AAA4-0435-C635-7DB6667923FD}"/>
                    </a:ext>
                  </a:extLst>
                </p14:cNvPr>
                <p14:cNvContentPartPr/>
                <p14:nvPr/>
              </p14:nvContentPartPr>
              <p14:xfrm>
                <a:off x="7162086" y="6137583"/>
                <a:ext cx="222120" cy="332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D93F68B-AAA4-0435-C635-7DB6667923F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153086" y="6128943"/>
                  <a:ext cx="23976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DED707A-F50C-6E91-5FEF-954E54E6E505}"/>
              </a:ext>
            </a:extLst>
          </p:cNvPr>
          <p:cNvGrpSpPr/>
          <p:nvPr/>
        </p:nvGrpSpPr>
        <p:grpSpPr>
          <a:xfrm>
            <a:off x="8276286" y="4394823"/>
            <a:ext cx="203040" cy="320040"/>
            <a:chOff x="8276286" y="4394823"/>
            <a:chExt cx="20304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AB2662-7111-E921-D93E-DD0E04BCB316}"/>
                    </a:ext>
                  </a:extLst>
                </p14:cNvPr>
                <p14:cNvContentPartPr/>
                <p14:nvPr/>
              </p14:nvContentPartPr>
              <p14:xfrm>
                <a:off x="8276286" y="4486983"/>
                <a:ext cx="40320" cy="22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AB2662-7111-E921-D93E-DD0E04BCB31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67646" y="4478343"/>
                  <a:ext cx="57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C798A07-4185-9CC6-F646-E5578D60F690}"/>
                    </a:ext>
                  </a:extLst>
                </p14:cNvPr>
                <p14:cNvContentPartPr/>
                <p14:nvPr/>
              </p14:nvContentPartPr>
              <p14:xfrm>
                <a:off x="8294286" y="4394823"/>
                <a:ext cx="185040" cy="316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C798A07-4185-9CC6-F646-E5578D60F69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85286" y="4386183"/>
                  <a:ext cx="20268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5FA7718-5E6D-ED98-219F-EC640955F59C}"/>
              </a:ext>
            </a:extLst>
          </p:cNvPr>
          <p:cNvGrpSpPr/>
          <p:nvPr/>
        </p:nvGrpSpPr>
        <p:grpSpPr>
          <a:xfrm>
            <a:off x="8706486" y="4060023"/>
            <a:ext cx="1738800" cy="1603800"/>
            <a:chOff x="8706486" y="4060023"/>
            <a:chExt cx="1738800" cy="16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C78727C-3D33-1150-8B83-918E39A9901B}"/>
                    </a:ext>
                  </a:extLst>
                </p14:cNvPr>
                <p14:cNvContentPartPr/>
                <p14:nvPr/>
              </p14:nvContentPartPr>
              <p14:xfrm>
                <a:off x="8706486" y="4482303"/>
                <a:ext cx="155520" cy="29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C78727C-3D33-1150-8B83-918E39A9901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97846" y="4473663"/>
                  <a:ext cx="173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62633EA-804F-06AE-7DAD-9AB4314C476C}"/>
                    </a:ext>
                  </a:extLst>
                </p14:cNvPr>
                <p14:cNvContentPartPr/>
                <p14:nvPr/>
              </p14:nvContentPartPr>
              <p14:xfrm>
                <a:off x="8729886" y="4595703"/>
                <a:ext cx="169920" cy="34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62633EA-804F-06AE-7DAD-9AB4314C47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720886" y="4586703"/>
                  <a:ext cx="187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E55BFE-ADB2-B48D-D824-13048526E27B}"/>
                    </a:ext>
                  </a:extLst>
                </p14:cNvPr>
                <p14:cNvContentPartPr/>
                <p14:nvPr/>
              </p14:nvContentPartPr>
              <p14:xfrm>
                <a:off x="9104646" y="4131303"/>
                <a:ext cx="291960" cy="1522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E55BFE-ADB2-B48D-D824-13048526E27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96006" y="4122663"/>
                  <a:ext cx="309600" cy="15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ECD72D3-A7E5-4441-72E8-19CB2AA51D12}"/>
                    </a:ext>
                  </a:extLst>
                </p14:cNvPr>
                <p14:cNvContentPartPr/>
                <p14:nvPr/>
              </p14:nvContentPartPr>
              <p14:xfrm>
                <a:off x="9541686" y="4192863"/>
                <a:ext cx="146880" cy="300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ECD72D3-A7E5-4441-72E8-19CB2AA51D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33046" y="4183863"/>
                  <a:ext cx="164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5048A9A-AFC8-A4F2-6C0F-1E5AEFF44E8F}"/>
                    </a:ext>
                  </a:extLst>
                </p14:cNvPr>
                <p14:cNvContentPartPr/>
                <p14:nvPr/>
              </p14:nvContentPartPr>
              <p14:xfrm>
                <a:off x="9787566" y="4442343"/>
                <a:ext cx="26640" cy="221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5048A9A-AFC8-A4F2-6C0F-1E5AEFF44E8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778566" y="4433703"/>
                  <a:ext cx="44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C653473-470C-7547-A74C-7BD3D2482A47}"/>
                    </a:ext>
                  </a:extLst>
                </p14:cNvPr>
                <p14:cNvContentPartPr/>
                <p14:nvPr/>
              </p14:nvContentPartPr>
              <p14:xfrm>
                <a:off x="9539166" y="4811703"/>
                <a:ext cx="118080" cy="229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C653473-470C-7547-A74C-7BD3D2482A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30526" y="4803063"/>
                  <a:ext cx="135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313743B-2499-F064-5D1C-7BDB19ED2693}"/>
                    </a:ext>
                  </a:extLst>
                </p14:cNvPr>
                <p14:cNvContentPartPr/>
                <p14:nvPr/>
              </p14:nvContentPartPr>
              <p14:xfrm>
                <a:off x="9687486" y="4952823"/>
                <a:ext cx="241560" cy="106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313743B-2499-F064-5D1C-7BDB19ED269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678486" y="4944183"/>
                  <a:ext cx="259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6F75D7C-E7B0-3533-33BC-2F2A37A781ED}"/>
                    </a:ext>
                  </a:extLst>
                </p14:cNvPr>
                <p14:cNvContentPartPr/>
                <p14:nvPr/>
              </p14:nvContentPartPr>
              <p14:xfrm>
                <a:off x="9444486" y="5292663"/>
                <a:ext cx="138960" cy="240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6F75D7C-E7B0-3533-33BC-2F2A37A781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35846" y="5283663"/>
                  <a:ext cx="156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68DA916-F392-F63F-6183-B997237F377E}"/>
                    </a:ext>
                  </a:extLst>
                </p14:cNvPr>
                <p14:cNvContentPartPr/>
                <p14:nvPr/>
              </p14:nvContentPartPr>
              <p14:xfrm>
                <a:off x="9626286" y="5410023"/>
                <a:ext cx="115200" cy="253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68DA916-F392-F63F-6183-B997237F377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17646" y="5401023"/>
                  <a:ext cx="132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620E0E8-226B-2DB2-4F8F-7523654F2312}"/>
                    </a:ext>
                  </a:extLst>
                </p14:cNvPr>
                <p14:cNvContentPartPr/>
                <p14:nvPr/>
              </p14:nvContentPartPr>
              <p14:xfrm>
                <a:off x="9884046" y="4060023"/>
                <a:ext cx="561240" cy="1523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620E0E8-226B-2DB2-4F8F-7523654F231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875046" y="4051023"/>
                  <a:ext cx="578880" cy="154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BFC4ED6-BCCD-091D-71C9-D45E87DA14CE}"/>
              </a:ext>
            </a:extLst>
          </p:cNvPr>
          <p:cNvGrpSpPr/>
          <p:nvPr/>
        </p:nvGrpSpPr>
        <p:grpSpPr>
          <a:xfrm>
            <a:off x="10549326" y="516543"/>
            <a:ext cx="261360" cy="376560"/>
            <a:chOff x="10549326" y="516543"/>
            <a:chExt cx="26136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4BF740-A87E-F84E-8550-E2ECF365339C}"/>
                    </a:ext>
                  </a:extLst>
                </p14:cNvPr>
                <p14:cNvContentPartPr/>
                <p14:nvPr/>
              </p14:nvContentPartPr>
              <p14:xfrm>
                <a:off x="10549326" y="611583"/>
                <a:ext cx="261360" cy="75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4BF740-A87E-F84E-8550-E2ECF365339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45006" y="607263"/>
                  <a:ext cx="270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3E0463-194B-0796-37D6-86F1B01016DB}"/>
                    </a:ext>
                  </a:extLst>
                </p14:cNvPr>
                <p14:cNvContentPartPr/>
                <p14:nvPr/>
              </p14:nvContentPartPr>
              <p14:xfrm>
                <a:off x="10647606" y="516543"/>
                <a:ext cx="79200" cy="37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3E0463-194B-0796-37D6-86F1B01016D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643286" y="512223"/>
                  <a:ext cx="87840" cy="38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07C8C1D-A356-A1E0-D813-B6919059A406}"/>
                  </a:ext>
                </a:extLst>
              </p14:cNvPr>
              <p14:cNvContentPartPr/>
              <p14:nvPr/>
            </p14:nvContentPartPr>
            <p14:xfrm>
              <a:off x="10731126" y="1017663"/>
              <a:ext cx="12600" cy="3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07C8C1D-A356-A1E0-D813-B6919059A40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726806" y="1013343"/>
                <a:ext cx="21240" cy="1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7648C13B-68DD-22C6-1AB1-105818C845EF}"/>
              </a:ext>
            </a:extLst>
          </p:cNvPr>
          <p:cNvGrpSpPr/>
          <p:nvPr/>
        </p:nvGrpSpPr>
        <p:grpSpPr>
          <a:xfrm>
            <a:off x="3439686" y="2426703"/>
            <a:ext cx="143640" cy="123840"/>
            <a:chOff x="3439686" y="2426703"/>
            <a:chExt cx="143640" cy="1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5A2E6E-6395-9D64-03C6-6C7B5701979C}"/>
                    </a:ext>
                  </a:extLst>
                </p14:cNvPr>
                <p14:cNvContentPartPr/>
                <p14:nvPr/>
              </p14:nvContentPartPr>
              <p14:xfrm>
                <a:off x="3439686" y="2490063"/>
                <a:ext cx="143640" cy="60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5A2E6E-6395-9D64-03C6-6C7B5701979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435366" y="2485743"/>
                  <a:ext cx="152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9E6FCD1-EFAC-17B3-4D39-C591312BBFFB}"/>
                    </a:ext>
                  </a:extLst>
                </p14:cNvPr>
                <p14:cNvContentPartPr/>
                <p14:nvPr/>
              </p14:nvContentPartPr>
              <p14:xfrm>
                <a:off x="3458046" y="2426703"/>
                <a:ext cx="107640" cy="46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9E6FCD1-EFAC-17B3-4D39-C591312BBFF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453726" y="2422383"/>
                  <a:ext cx="1162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EC0F554-3FF2-14A1-7B74-ABB4CA705678}"/>
              </a:ext>
            </a:extLst>
          </p:cNvPr>
          <p:cNvGrpSpPr/>
          <p:nvPr/>
        </p:nvGrpSpPr>
        <p:grpSpPr>
          <a:xfrm>
            <a:off x="375006" y="2134383"/>
            <a:ext cx="171000" cy="300600"/>
            <a:chOff x="375006" y="2134383"/>
            <a:chExt cx="1710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A24E69C-AD6B-979B-4950-1D8F77E3D274}"/>
                    </a:ext>
                  </a:extLst>
                </p14:cNvPr>
                <p14:cNvContentPartPr/>
                <p14:nvPr/>
              </p14:nvContentPartPr>
              <p14:xfrm>
                <a:off x="375006" y="2134383"/>
                <a:ext cx="88200" cy="170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A24E69C-AD6B-979B-4950-1D8F77E3D27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70686" y="2130063"/>
                  <a:ext cx="96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3E92DA-D08E-021B-E405-7AD92A746086}"/>
                    </a:ext>
                  </a:extLst>
                </p14:cNvPr>
                <p14:cNvContentPartPr/>
                <p14:nvPr/>
              </p14:nvContentPartPr>
              <p14:xfrm>
                <a:off x="527286" y="2201343"/>
                <a:ext cx="10080" cy="23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3E92DA-D08E-021B-E405-7AD92A74608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22966" y="2197023"/>
                  <a:ext cx="1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DCA1E5D-78E8-9634-7009-30657775C2DB}"/>
                    </a:ext>
                  </a:extLst>
                </p14:cNvPr>
                <p14:cNvContentPartPr/>
                <p14:nvPr/>
              </p14:nvContentPartPr>
              <p14:xfrm>
                <a:off x="471846" y="2274063"/>
                <a:ext cx="74160" cy="160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DCA1E5D-78E8-9634-7009-30657775C2D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67526" y="2269743"/>
                  <a:ext cx="8280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2171C80-63AD-E2B9-A7E4-7A7309538746}"/>
                  </a:ext>
                </a:extLst>
              </p14:cNvPr>
              <p14:cNvContentPartPr/>
              <p14:nvPr/>
            </p14:nvContentPartPr>
            <p14:xfrm>
              <a:off x="307326" y="705183"/>
              <a:ext cx="158760" cy="3434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2171C80-63AD-E2B9-A7E4-7A7309538746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03006" y="700863"/>
                <a:ext cx="16740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641875B2-28E0-B780-A64C-D63564502C28}"/>
              </a:ext>
            </a:extLst>
          </p:cNvPr>
          <p:cNvGrpSpPr/>
          <p:nvPr/>
        </p:nvGrpSpPr>
        <p:grpSpPr>
          <a:xfrm>
            <a:off x="6926646" y="3253623"/>
            <a:ext cx="1724760" cy="870120"/>
            <a:chOff x="6926646" y="3253623"/>
            <a:chExt cx="1724760" cy="87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897EEEE-9E99-4269-9944-6AFD33493D26}"/>
                    </a:ext>
                  </a:extLst>
                </p14:cNvPr>
                <p14:cNvContentPartPr/>
                <p14:nvPr/>
              </p14:nvContentPartPr>
              <p14:xfrm>
                <a:off x="7274406" y="3271983"/>
                <a:ext cx="122760" cy="352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897EEEE-9E99-4269-9944-6AFD33493D2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270086" y="3267663"/>
                  <a:ext cx="1314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0334A65-A88A-B0FE-C394-29E6973E4053}"/>
                    </a:ext>
                  </a:extLst>
                </p14:cNvPr>
                <p14:cNvContentPartPr/>
                <p14:nvPr/>
              </p14:nvContentPartPr>
              <p14:xfrm>
                <a:off x="7217166" y="3489783"/>
                <a:ext cx="152280" cy="52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0334A65-A88A-B0FE-C394-29E6973E405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12846" y="3485463"/>
                  <a:ext cx="160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E6F97C5-0F04-292F-7CA6-B54263943A95}"/>
                    </a:ext>
                  </a:extLst>
                </p14:cNvPr>
                <p14:cNvContentPartPr/>
                <p14:nvPr/>
              </p14:nvContentPartPr>
              <p14:xfrm>
                <a:off x="7519206" y="3405903"/>
                <a:ext cx="165600" cy="155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E6F97C5-0F04-292F-7CA6-B54263943A9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514886" y="3401583"/>
                  <a:ext cx="174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5AEB6E6-7A37-FD7D-4CCF-4730127A2769}"/>
                    </a:ext>
                  </a:extLst>
                </p14:cNvPr>
                <p14:cNvContentPartPr/>
                <p14:nvPr/>
              </p14:nvContentPartPr>
              <p14:xfrm>
                <a:off x="7496886" y="3346503"/>
                <a:ext cx="193320" cy="292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5AEB6E6-7A37-FD7D-4CCF-4730127A276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492566" y="3342183"/>
                  <a:ext cx="201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854E2A2-9ADA-BA8A-158C-A8E7D8CFA82B}"/>
                    </a:ext>
                  </a:extLst>
                </p14:cNvPr>
                <p14:cNvContentPartPr/>
                <p14:nvPr/>
              </p14:nvContentPartPr>
              <p14:xfrm>
                <a:off x="7824846" y="3427863"/>
                <a:ext cx="89640" cy="180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854E2A2-9ADA-BA8A-158C-A8E7D8CFA82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820526" y="3423543"/>
                  <a:ext cx="98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15EEC41-0ED3-EFF6-00F4-80C22E4B51AC}"/>
                    </a:ext>
                  </a:extLst>
                </p14:cNvPr>
                <p14:cNvContentPartPr/>
                <p14:nvPr/>
              </p14:nvContentPartPr>
              <p14:xfrm>
                <a:off x="7793886" y="3501303"/>
                <a:ext cx="142560" cy="51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15EEC41-0ED3-EFF6-00F4-80C22E4B51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89566" y="3496983"/>
                  <a:ext cx="151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BC320D2-1020-DAF4-6EE0-76C1F02CB722}"/>
                    </a:ext>
                  </a:extLst>
                </p14:cNvPr>
                <p14:cNvContentPartPr/>
                <p14:nvPr/>
              </p14:nvContentPartPr>
              <p14:xfrm>
                <a:off x="8067126" y="3325623"/>
                <a:ext cx="33480" cy="237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BC320D2-1020-DAF4-6EE0-76C1F02CB72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062806" y="3321303"/>
                  <a:ext cx="42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A257290-B0B6-9EE7-FE86-DC2C3E71133A}"/>
                    </a:ext>
                  </a:extLst>
                </p14:cNvPr>
                <p14:cNvContentPartPr/>
                <p14:nvPr/>
              </p14:nvContentPartPr>
              <p14:xfrm>
                <a:off x="8070726" y="3253623"/>
                <a:ext cx="201960" cy="334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A257290-B0B6-9EE7-FE86-DC2C3E71133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066406" y="3249303"/>
                  <a:ext cx="2106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DBB7814-D02D-572F-1B48-CCCDBF2DC5F3}"/>
                    </a:ext>
                  </a:extLst>
                </p14:cNvPr>
                <p14:cNvContentPartPr/>
                <p14:nvPr/>
              </p14:nvContentPartPr>
              <p14:xfrm>
                <a:off x="7442166" y="3874983"/>
                <a:ext cx="151920" cy="154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DBB7814-D02D-572F-1B48-CCCDBF2DC5F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437846" y="3870663"/>
                  <a:ext cx="160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98A3357-7C42-F1A6-5809-12DC67D67696}"/>
                    </a:ext>
                  </a:extLst>
                </p14:cNvPr>
                <p14:cNvContentPartPr/>
                <p14:nvPr/>
              </p14:nvContentPartPr>
              <p14:xfrm>
                <a:off x="7373046" y="3829983"/>
                <a:ext cx="224640" cy="268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98A3357-7C42-F1A6-5809-12DC67D676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368726" y="3825663"/>
                  <a:ext cx="2332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197459E-6A0D-CEB9-E7D0-DE012D3CBB2C}"/>
                    </a:ext>
                  </a:extLst>
                </p14:cNvPr>
                <p14:cNvContentPartPr/>
                <p14:nvPr/>
              </p14:nvContentPartPr>
              <p14:xfrm>
                <a:off x="6926646" y="3841503"/>
                <a:ext cx="85680" cy="248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197459E-6A0D-CEB9-E7D0-DE012D3CBB2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922326" y="3837183"/>
                  <a:ext cx="94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6A06CB1-8F05-7063-D9E0-8904E58DA8BF}"/>
                    </a:ext>
                  </a:extLst>
                </p14:cNvPr>
                <p14:cNvContentPartPr/>
                <p14:nvPr/>
              </p14:nvContentPartPr>
              <p14:xfrm>
                <a:off x="6928086" y="3974343"/>
                <a:ext cx="69480" cy="38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6A06CB1-8F05-7063-D9E0-8904E58DA8B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23766" y="3970023"/>
                  <a:ext cx="78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F26738D-6D88-212D-A7D0-9B172831CB65}"/>
                    </a:ext>
                  </a:extLst>
                </p14:cNvPr>
                <p14:cNvContentPartPr/>
                <p14:nvPr/>
              </p14:nvContentPartPr>
              <p14:xfrm>
                <a:off x="6994686" y="3795783"/>
                <a:ext cx="81000" cy="42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F26738D-6D88-212D-A7D0-9B172831CB6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90366" y="3791463"/>
                  <a:ext cx="89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56EB7A8-0101-9E6E-E2A2-8E093639B406}"/>
                    </a:ext>
                  </a:extLst>
                </p14:cNvPr>
                <p14:cNvContentPartPr/>
                <p14:nvPr/>
              </p14:nvContentPartPr>
              <p14:xfrm>
                <a:off x="7104126" y="3712983"/>
                <a:ext cx="18000" cy="138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56EB7A8-0101-9E6E-E2A2-8E093639B40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99806" y="3708663"/>
                  <a:ext cx="2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6BBABA-1944-9052-6879-16EF644623E7}"/>
                    </a:ext>
                  </a:extLst>
                </p14:cNvPr>
                <p14:cNvContentPartPr/>
                <p14:nvPr/>
              </p14:nvContentPartPr>
              <p14:xfrm>
                <a:off x="7154526" y="3833583"/>
                <a:ext cx="131760" cy="290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6BBABA-1944-9052-6879-16EF644623E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150206" y="3829263"/>
                  <a:ext cx="1404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0DAA00A-197C-5F79-4D8A-00F0599ECCAA}"/>
                    </a:ext>
                  </a:extLst>
                </p14:cNvPr>
                <p14:cNvContentPartPr/>
                <p14:nvPr/>
              </p14:nvContentPartPr>
              <p14:xfrm>
                <a:off x="7182606" y="3955263"/>
                <a:ext cx="137880" cy="65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0DAA00A-197C-5F79-4D8A-00F0599ECCA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178286" y="3950943"/>
                  <a:ext cx="146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94C2F3A-CFAA-5A35-FAA9-46173F2EA692}"/>
                    </a:ext>
                  </a:extLst>
                </p14:cNvPr>
                <p14:cNvContentPartPr/>
                <p14:nvPr/>
              </p14:nvContentPartPr>
              <p14:xfrm>
                <a:off x="7802526" y="3937623"/>
                <a:ext cx="74160" cy="23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94C2F3A-CFAA-5A35-FAA9-46173F2EA69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798206" y="3933303"/>
                  <a:ext cx="82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0185330-C52B-798C-0266-7B7F8F2172EE}"/>
                    </a:ext>
                  </a:extLst>
                </p14:cNvPr>
                <p14:cNvContentPartPr/>
                <p14:nvPr/>
              </p14:nvContentPartPr>
              <p14:xfrm>
                <a:off x="7790646" y="3995583"/>
                <a:ext cx="155520" cy="46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0185330-C52B-798C-0266-7B7F8F2172E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786326" y="3991263"/>
                  <a:ext cx="164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70EE2D8-AC82-0991-1FD5-F6DADC806017}"/>
                    </a:ext>
                  </a:extLst>
                </p14:cNvPr>
                <p14:cNvContentPartPr/>
                <p14:nvPr/>
              </p14:nvContentPartPr>
              <p14:xfrm>
                <a:off x="8095926" y="3822423"/>
                <a:ext cx="122760" cy="262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70EE2D8-AC82-0991-1FD5-F6DADC80601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091606" y="3818103"/>
                  <a:ext cx="131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5B908DF-90DC-A444-5B3F-6280FA9AB1E9}"/>
                    </a:ext>
                  </a:extLst>
                </p14:cNvPr>
                <p14:cNvContentPartPr/>
                <p14:nvPr/>
              </p14:nvContentPartPr>
              <p14:xfrm>
                <a:off x="8106726" y="3909183"/>
                <a:ext cx="117000" cy="74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5B908DF-90DC-A444-5B3F-6280FA9AB1E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02406" y="3904863"/>
                  <a:ext cx="125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CC52DB7-2F07-386A-4C5D-6E38A041F811}"/>
                    </a:ext>
                  </a:extLst>
                </p14:cNvPr>
                <p14:cNvContentPartPr/>
                <p14:nvPr/>
              </p14:nvContentPartPr>
              <p14:xfrm>
                <a:off x="8334606" y="3742503"/>
                <a:ext cx="62280" cy="33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CC52DB7-2F07-386A-4C5D-6E38A041F81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30286" y="3738183"/>
                  <a:ext cx="70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7579FF5-B677-1C21-29DD-16C362445999}"/>
                    </a:ext>
                  </a:extLst>
                </p14:cNvPr>
                <p14:cNvContentPartPr/>
                <p14:nvPr/>
              </p14:nvContentPartPr>
              <p14:xfrm>
                <a:off x="8433246" y="3653223"/>
                <a:ext cx="33480" cy="241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7579FF5-B677-1C21-29DD-16C36244599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428926" y="3648903"/>
                  <a:ext cx="42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670DD82-5917-AB38-5290-83486F1AEFAB}"/>
                    </a:ext>
                  </a:extLst>
                </p14:cNvPr>
                <p14:cNvContentPartPr/>
                <p14:nvPr/>
              </p14:nvContentPartPr>
              <p14:xfrm>
                <a:off x="8456286" y="3808743"/>
                <a:ext cx="195120" cy="230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670DD82-5917-AB38-5290-83486F1AEFA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451966" y="3804423"/>
                  <a:ext cx="20376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F86B8219-E9C7-2281-678B-B432EE42A702}"/>
              </a:ext>
            </a:extLst>
          </p:cNvPr>
          <p:cNvGrpSpPr/>
          <p:nvPr/>
        </p:nvGrpSpPr>
        <p:grpSpPr>
          <a:xfrm>
            <a:off x="7109886" y="4213023"/>
            <a:ext cx="1042200" cy="306000"/>
            <a:chOff x="7109886" y="4213023"/>
            <a:chExt cx="104220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5A4948-1B63-F836-9168-BE53960DE7C3}"/>
                    </a:ext>
                  </a:extLst>
                </p14:cNvPr>
                <p14:cNvContentPartPr/>
                <p14:nvPr/>
              </p14:nvContentPartPr>
              <p14:xfrm>
                <a:off x="7121406" y="4277103"/>
                <a:ext cx="123840" cy="34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5A4948-1B63-F836-9168-BE53960DE7C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17086" y="4272783"/>
                  <a:ext cx="132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F042998-927C-5C6D-AB54-4CF562708F23}"/>
                    </a:ext>
                  </a:extLst>
                </p14:cNvPr>
                <p14:cNvContentPartPr/>
                <p14:nvPr/>
              </p14:nvContentPartPr>
              <p14:xfrm>
                <a:off x="7174326" y="4292223"/>
                <a:ext cx="42480" cy="178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F042998-927C-5C6D-AB54-4CF562708F2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170006" y="4287903"/>
                  <a:ext cx="51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053559D-1BE7-C56B-0384-ED669F540B41}"/>
                    </a:ext>
                  </a:extLst>
                </p14:cNvPr>
                <p14:cNvContentPartPr/>
                <p14:nvPr/>
              </p14:nvContentPartPr>
              <p14:xfrm>
                <a:off x="7109886" y="4446663"/>
                <a:ext cx="190440" cy="72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053559D-1BE7-C56B-0384-ED669F540B4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105566" y="4442343"/>
                  <a:ext cx="199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7F6AD3F-0146-6012-DCC1-DF0CA46F60B2}"/>
                    </a:ext>
                  </a:extLst>
                </p14:cNvPr>
                <p14:cNvContentPartPr/>
                <p14:nvPr/>
              </p14:nvContentPartPr>
              <p14:xfrm>
                <a:off x="7337406" y="4319943"/>
                <a:ext cx="67680" cy="1393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7F6AD3F-0146-6012-DCC1-DF0CA46F60B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333086" y="4315623"/>
                  <a:ext cx="76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5DD6A38-A4BA-199B-CE05-F75F09848FA3}"/>
                    </a:ext>
                  </a:extLst>
                </p14:cNvPr>
                <p14:cNvContentPartPr/>
                <p14:nvPr/>
              </p14:nvContentPartPr>
              <p14:xfrm>
                <a:off x="7312206" y="4348023"/>
                <a:ext cx="109080" cy="166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5DD6A38-A4BA-199B-CE05-F75F09848FA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307886" y="4343703"/>
                  <a:ext cx="117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CAE7A50-71E7-725C-F761-AF534064EC05}"/>
                    </a:ext>
                  </a:extLst>
                </p14:cNvPr>
                <p14:cNvContentPartPr/>
                <p14:nvPr/>
              </p14:nvContentPartPr>
              <p14:xfrm>
                <a:off x="7521366" y="4389783"/>
                <a:ext cx="76320" cy="25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CAE7A50-71E7-725C-F761-AF534064EC0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17046" y="4385463"/>
                  <a:ext cx="84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7025DD6-7864-EC17-3DEA-E27FFA7A188E}"/>
                    </a:ext>
                  </a:extLst>
                </p14:cNvPr>
                <p14:cNvContentPartPr/>
                <p14:nvPr/>
              </p14:nvContentPartPr>
              <p14:xfrm>
                <a:off x="7510926" y="4453503"/>
                <a:ext cx="102240" cy="39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7025DD6-7864-EC17-3DEA-E27FFA7A188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506606" y="4449183"/>
                  <a:ext cx="110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5ED3573-EE3F-7175-B4E9-C9EB1EF714FB}"/>
                    </a:ext>
                  </a:extLst>
                </p14:cNvPr>
                <p14:cNvContentPartPr/>
                <p14:nvPr/>
              </p14:nvContentPartPr>
              <p14:xfrm>
                <a:off x="7674006" y="4310223"/>
                <a:ext cx="83160" cy="2066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5ED3573-EE3F-7175-B4E9-C9EB1EF714F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69686" y="4305903"/>
                  <a:ext cx="91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9466208-922C-5142-52D4-2F81676F1BE4}"/>
                    </a:ext>
                  </a:extLst>
                </p14:cNvPr>
                <p14:cNvContentPartPr/>
                <p14:nvPr/>
              </p14:nvContentPartPr>
              <p14:xfrm>
                <a:off x="7685886" y="4406343"/>
                <a:ext cx="75960" cy="48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9466208-922C-5142-52D4-2F81676F1BE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681566" y="4402023"/>
                  <a:ext cx="84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6C0752B-D4BD-AFF1-5837-2C86464787D6}"/>
                    </a:ext>
                  </a:extLst>
                </p14:cNvPr>
                <p14:cNvContentPartPr/>
                <p14:nvPr/>
              </p14:nvContentPartPr>
              <p14:xfrm>
                <a:off x="7839606" y="4285023"/>
                <a:ext cx="57600" cy="35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6C0752B-D4BD-AFF1-5837-2C86464787D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35286" y="4280703"/>
                  <a:ext cx="66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13679F5-7E91-F461-E9BA-CD2618034B3A}"/>
                    </a:ext>
                  </a:extLst>
                </p14:cNvPr>
                <p14:cNvContentPartPr/>
                <p14:nvPr/>
              </p14:nvContentPartPr>
              <p14:xfrm>
                <a:off x="7935006" y="4213023"/>
                <a:ext cx="16200" cy="208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13679F5-7E91-F461-E9BA-CD2618034B3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30686" y="4208703"/>
                  <a:ext cx="248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F00ED72-7CBD-4BE7-418F-D80F4C00E424}"/>
                    </a:ext>
                  </a:extLst>
                </p14:cNvPr>
                <p14:cNvContentPartPr/>
                <p14:nvPr/>
              </p14:nvContentPartPr>
              <p14:xfrm>
                <a:off x="8033646" y="4383663"/>
                <a:ext cx="3960" cy="85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F00ED72-7CBD-4BE7-418F-D80F4C00E42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29326" y="4379343"/>
                  <a:ext cx="12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34CF962-E41C-ED4A-CCBC-40423A57DBFC}"/>
                    </a:ext>
                  </a:extLst>
                </p14:cNvPr>
                <p14:cNvContentPartPr/>
                <p14:nvPr/>
              </p14:nvContentPartPr>
              <p14:xfrm>
                <a:off x="7940046" y="4292223"/>
                <a:ext cx="212040" cy="211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34CF962-E41C-ED4A-CCBC-40423A57DBF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35726" y="4287903"/>
                  <a:ext cx="2206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4B3E5D5-B0BC-9B29-9D2A-DBD641EB6CDD}"/>
              </a:ext>
            </a:extLst>
          </p:cNvPr>
          <p:cNvGrpSpPr/>
          <p:nvPr/>
        </p:nvGrpSpPr>
        <p:grpSpPr>
          <a:xfrm>
            <a:off x="7222566" y="4654023"/>
            <a:ext cx="1044000" cy="399960"/>
            <a:chOff x="7222566" y="4654023"/>
            <a:chExt cx="10440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CA53C67-E0B5-2B83-B45D-843052FA8256}"/>
                    </a:ext>
                  </a:extLst>
                </p14:cNvPr>
                <p14:cNvContentPartPr/>
                <p14:nvPr/>
              </p14:nvContentPartPr>
              <p14:xfrm>
                <a:off x="7249926" y="4809903"/>
                <a:ext cx="113040" cy="1411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CA53C67-E0B5-2B83-B45D-843052FA825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245606" y="4805583"/>
                  <a:ext cx="121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792AC71-6EC7-DE5E-9159-2FA3D7A8757B}"/>
                    </a:ext>
                  </a:extLst>
                </p14:cNvPr>
                <p14:cNvContentPartPr/>
                <p14:nvPr/>
              </p14:nvContentPartPr>
              <p14:xfrm>
                <a:off x="7222566" y="4830063"/>
                <a:ext cx="158400" cy="174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792AC71-6EC7-DE5E-9159-2FA3D7A8757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218246" y="4825743"/>
                  <a:ext cx="167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5440957-C389-0F3C-8B82-97FB43768163}"/>
                    </a:ext>
                  </a:extLst>
                </p14:cNvPr>
                <p14:cNvContentPartPr/>
                <p14:nvPr/>
              </p14:nvContentPartPr>
              <p14:xfrm>
                <a:off x="7435326" y="4835823"/>
                <a:ext cx="121680" cy="439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5440957-C389-0F3C-8B82-97FB4376816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31006" y="4831503"/>
                  <a:ext cx="130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47E59C2-2503-4A14-9C8A-677E21543FED}"/>
                    </a:ext>
                  </a:extLst>
                </p14:cNvPr>
                <p14:cNvContentPartPr/>
                <p14:nvPr/>
              </p14:nvContentPartPr>
              <p14:xfrm>
                <a:off x="7465926" y="4911063"/>
                <a:ext cx="98640" cy="313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47E59C2-2503-4A14-9C8A-677E21543FE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461606" y="4906743"/>
                  <a:ext cx="107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62405F9-903D-8B73-59D3-A46DCC516084}"/>
                    </a:ext>
                  </a:extLst>
                </p14:cNvPr>
                <p14:cNvContentPartPr/>
                <p14:nvPr/>
              </p14:nvContentPartPr>
              <p14:xfrm>
                <a:off x="7717566" y="4767063"/>
                <a:ext cx="118800" cy="2332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62405F9-903D-8B73-59D3-A46DCC51608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713246" y="4762743"/>
                  <a:ext cx="127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0391467-18E6-1C9B-323B-7021AB583C4C}"/>
                    </a:ext>
                  </a:extLst>
                </p14:cNvPr>
                <p14:cNvContentPartPr/>
                <p14:nvPr/>
              </p14:nvContentPartPr>
              <p14:xfrm>
                <a:off x="7738806" y="4872183"/>
                <a:ext cx="110160" cy="67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0391467-18E6-1C9B-323B-7021AB583C4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734486" y="4867863"/>
                  <a:ext cx="118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384CAC1-04D3-3B15-7CDE-51C8B3765868}"/>
                    </a:ext>
                  </a:extLst>
                </p14:cNvPr>
                <p14:cNvContentPartPr/>
                <p14:nvPr/>
              </p14:nvContentPartPr>
              <p14:xfrm>
                <a:off x="7949406" y="4696503"/>
                <a:ext cx="63360" cy="504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384CAC1-04D3-3B15-7CDE-51C8B376586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945086" y="4692183"/>
                  <a:ext cx="72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07FC4EA-8EA3-8B1B-37BE-5F8CB1923638}"/>
                    </a:ext>
                  </a:extLst>
                </p14:cNvPr>
                <p14:cNvContentPartPr/>
                <p14:nvPr/>
              </p14:nvContentPartPr>
              <p14:xfrm>
                <a:off x="8008086" y="4654023"/>
                <a:ext cx="42480" cy="221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07FC4EA-8EA3-8B1B-37BE-5F8CB192363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003766" y="4649703"/>
                  <a:ext cx="51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60BDBE3-6D88-D615-E2C2-B78F726CAB86}"/>
                    </a:ext>
                  </a:extLst>
                </p14:cNvPr>
                <p14:cNvContentPartPr/>
                <p14:nvPr/>
              </p14:nvContentPartPr>
              <p14:xfrm>
                <a:off x="8035446" y="4826823"/>
                <a:ext cx="231120" cy="227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60BDBE3-6D88-D615-E2C2-B78F726CAB8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031126" y="4822503"/>
                  <a:ext cx="2397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9DD85D7F-E5D4-61CD-F2B8-A3AD7F41E662}"/>
              </a:ext>
            </a:extLst>
          </p:cNvPr>
          <p:cNvGrpSpPr/>
          <p:nvPr/>
        </p:nvGrpSpPr>
        <p:grpSpPr>
          <a:xfrm>
            <a:off x="5291526" y="5838063"/>
            <a:ext cx="2594160" cy="928080"/>
            <a:chOff x="5291526" y="5838063"/>
            <a:chExt cx="2594160" cy="9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95CBAA0-D91F-9BFD-5651-0F1435FDFFA0}"/>
                    </a:ext>
                  </a:extLst>
                </p14:cNvPr>
                <p14:cNvContentPartPr/>
                <p14:nvPr/>
              </p14:nvContentPartPr>
              <p14:xfrm>
                <a:off x="5310606" y="6069183"/>
                <a:ext cx="31680" cy="612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95CBAA0-D91F-9BFD-5651-0F1435FDFFA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306286" y="6064863"/>
                  <a:ext cx="403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AD10025-CA09-786A-A7B6-71E7850EBBA7}"/>
                    </a:ext>
                  </a:extLst>
                </p14:cNvPr>
                <p14:cNvContentPartPr/>
                <p14:nvPr/>
              </p14:nvContentPartPr>
              <p14:xfrm>
                <a:off x="5291526" y="5838063"/>
                <a:ext cx="2594160" cy="9280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AD10025-CA09-786A-A7B6-71E7850EBBA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287206" y="5833743"/>
                  <a:ext cx="260280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BD0A2FB-E5DE-1A61-E910-C0B929DAB20B}"/>
                    </a:ext>
                  </a:extLst>
                </p14:cNvPr>
                <p14:cNvContentPartPr/>
                <p14:nvPr/>
              </p14:nvContentPartPr>
              <p14:xfrm>
                <a:off x="5591766" y="6668223"/>
                <a:ext cx="4680" cy="54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BD0A2FB-E5DE-1A61-E910-C0B929DAB20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587446" y="6663903"/>
                  <a:ext cx="133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B2A4F7E-11B6-A169-12D7-5509AF75443B}"/>
                    </a:ext>
                  </a:extLst>
                </p14:cNvPr>
                <p14:cNvContentPartPr/>
                <p14:nvPr/>
              </p14:nvContentPartPr>
              <p14:xfrm>
                <a:off x="5629566" y="6671103"/>
                <a:ext cx="5760" cy="4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B2A4F7E-11B6-A169-12D7-5509AF75443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625246" y="6666783"/>
                  <a:ext cx="144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5C346F0-DED5-1AC1-F6E5-E24796B8C2A7}"/>
                    </a:ext>
                  </a:extLst>
                </p14:cNvPr>
                <p14:cNvContentPartPr/>
                <p14:nvPr/>
              </p14:nvContentPartPr>
              <p14:xfrm>
                <a:off x="5616246" y="6671823"/>
                <a:ext cx="2160" cy="54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5C346F0-DED5-1AC1-F6E5-E24796B8C2A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611926" y="6667503"/>
                  <a:ext cx="10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D4B6969-77C1-E248-B933-8A83B88FE1F0}"/>
                    </a:ext>
                  </a:extLst>
                </p14:cNvPr>
                <p14:cNvContentPartPr/>
                <p14:nvPr/>
              </p14:nvContentPartPr>
              <p14:xfrm>
                <a:off x="5654766" y="6664623"/>
                <a:ext cx="6480" cy="5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D4B6969-77C1-E248-B933-8A83B88FE1F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650446" y="6660303"/>
                  <a:ext cx="15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D88171D-E2F8-FA4B-6294-7F1CA37A54F6}"/>
                    </a:ext>
                  </a:extLst>
                </p14:cNvPr>
                <p14:cNvContentPartPr/>
                <p14:nvPr/>
              </p14:nvContentPartPr>
              <p14:xfrm>
                <a:off x="5698686" y="6663183"/>
                <a:ext cx="720" cy="1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D88171D-E2F8-FA4B-6294-7F1CA37A54F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694366" y="6658863"/>
                  <a:ext cx="9360" cy="1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210FCAB8-2846-3BBE-EC5B-2FF135820F5F}"/>
                  </a:ext>
                </a:extLst>
              </p14:cNvPr>
              <p14:cNvContentPartPr/>
              <p14:nvPr/>
            </p14:nvContentPartPr>
            <p14:xfrm>
              <a:off x="5699766" y="6495423"/>
              <a:ext cx="3960" cy="57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210FCAB8-2846-3BBE-EC5B-2FF135820F5F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5695446" y="6491103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24411E7B-2DE5-689F-9820-1CB79E27A0C1}"/>
                  </a:ext>
                </a:extLst>
              </p14:cNvPr>
              <p14:cNvContentPartPr/>
              <p14:nvPr/>
            </p14:nvContentPartPr>
            <p14:xfrm>
              <a:off x="5663406" y="6361863"/>
              <a:ext cx="2520" cy="115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24411E7B-2DE5-689F-9820-1CB79E27A0C1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5659086" y="6357543"/>
                <a:ext cx="1116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33F4B454-C3B5-BF3C-D061-6C1A204E2AE6}"/>
                  </a:ext>
                </a:extLst>
              </p14:cNvPr>
              <p14:cNvContentPartPr/>
              <p14:nvPr/>
            </p14:nvContentPartPr>
            <p14:xfrm>
              <a:off x="6817926" y="6132183"/>
              <a:ext cx="5400" cy="54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33F4B454-C3B5-BF3C-D061-6C1A204E2AE6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6813606" y="612786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67B2FF2D-2DCC-43BA-8C1F-FC642E3AF826}"/>
                  </a:ext>
                </a:extLst>
              </p14:cNvPr>
              <p14:cNvContentPartPr/>
              <p14:nvPr/>
            </p14:nvContentPartPr>
            <p14:xfrm>
              <a:off x="7426326" y="6495423"/>
              <a:ext cx="2880" cy="21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67B2FF2D-2DCC-43BA-8C1F-FC642E3AF826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7422006" y="6491103"/>
                <a:ext cx="1152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54677AEB-6796-7AF6-72D7-02DC1446E233}"/>
                  </a:ext>
                </a:extLst>
              </p14:cNvPr>
              <p14:cNvContentPartPr/>
              <p14:nvPr/>
            </p14:nvContentPartPr>
            <p14:xfrm>
              <a:off x="2522406" y="5661303"/>
              <a:ext cx="360" cy="36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54677AEB-6796-7AF6-72D7-02DC1446E233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2518086" y="565698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70AEE1F1-5667-6869-1C27-7D04A8B41A9C}"/>
                  </a:ext>
                </a:extLst>
              </p14:cNvPr>
              <p14:cNvContentPartPr/>
              <p14:nvPr/>
            </p14:nvContentPartPr>
            <p14:xfrm>
              <a:off x="2550486" y="6175743"/>
              <a:ext cx="1080" cy="324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70AEE1F1-5667-6869-1C27-7D04A8B41A9C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2546166" y="6171423"/>
                <a:ext cx="97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1BD6628-4C5F-F45D-BFAE-26A479A29DFA}"/>
                  </a:ext>
                </a:extLst>
              </p14:cNvPr>
              <p14:cNvContentPartPr/>
              <p14:nvPr/>
            </p14:nvContentPartPr>
            <p14:xfrm>
              <a:off x="2509446" y="6659583"/>
              <a:ext cx="5760" cy="540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1BD6628-4C5F-F45D-BFAE-26A479A29DFA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2505126" y="6655263"/>
                <a:ext cx="144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9CED011F-31E4-AB87-2203-CB3035FA2053}"/>
                  </a:ext>
                </a:extLst>
              </p14:cNvPr>
              <p14:cNvContentPartPr/>
              <p14:nvPr/>
            </p14:nvContentPartPr>
            <p14:xfrm>
              <a:off x="6469806" y="3594903"/>
              <a:ext cx="360" cy="3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9CED011F-31E4-AB87-2203-CB3035FA2053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6465486" y="359058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E86AE37-28A4-B2D3-9995-0B0F8CE39B2C}"/>
                  </a:ext>
                </a:extLst>
              </p14:cNvPr>
              <p14:cNvContentPartPr/>
              <p14:nvPr/>
            </p14:nvContentPartPr>
            <p14:xfrm>
              <a:off x="6538926" y="4906743"/>
              <a:ext cx="360" cy="36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E86AE37-28A4-B2D3-9995-0B0F8CE39B2C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6534606" y="490242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B93325D1-11B5-9C94-9504-C498E3E19D44}"/>
                  </a:ext>
                </a:extLst>
              </p14:cNvPr>
              <p14:cNvContentPartPr/>
              <p14:nvPr/>
            </p14:nvContentPartPr>
            <p14:xfrm>
              <a:off x="9560046" y="5145423"/>
              <a:ext cx="2520" cy="504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B93325D1-11B5-9C94-9504-C498E3E19D44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9555726" y="5141103"/>
                <a:ext cx="111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D6E86A5-4891-31AD-F646-C5A5404146BE}"/>
                  </a:ext>
                </a:extLst>
              </p14:cNvPr>
              <p14:cNvContentPartPr/>
              <p14:nvPr/>
            </p14:nvContentPartPr>
            <p14:xfrm>
              <a:off x="9575166" y="5852823"/>
              <a:ext cx="10800" cy="421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D6E86A5-4891-31AD-F646-C5A5404146BE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9570846" y="5848503"/>
                <a:ext cx="194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19C2A98-7C25-EE9E-1102-D8A9CB869E25}"/>
              </a:ext>
            </a:extLst>
          </p:cNvPr>
          <p:cNvGrpSpPr/>
          <p:nvPr/>
        </p:nvGrpSpPr>
        <p:grpSpPr>
          <a:xfrm>
            <a:off x="6715686" y="6270783"/>
            <a:ext cx="28440" cy="34560"/>
            <a:chOff x="6715686" y="6270783"/>
            <a:chExt cx="28440" cy="3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8582467-1755-FA37-BC3B-B59F0EABD3B4}"/>
                    </a:ext>
                  </a:extLst>
                </p14:cNvPr>
                <p14:cNvContentPartPr/>
                <p14:nvPr/>
              </p14:nvContentPartPr>
              <p14:xfrm>
                <a:off x="6732246" y="6270783"/>
                <a:ext cx="11880" cy="4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8582467-1755-FA37-BC3B-B59F0EABD3B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727926" y="6266463"/>
                  <a:ext cx="205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692B1C4-0B79-2705-47BF-A4799C93A17B}"/>
                    </a:ext>
                  </a:extLst>
                </p14:cNvPr>
                <p14:cNvContentPartPr/>
                <p14:nvPr/>
              </p14:nvContentPartPr>
              <p14:xfrm>
                <a:off x="6715686" y="6304983"/>
                <a:ext cx="360" cy="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692B1C4-0B79-2705-47BF-A4799C93A17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711366" y="630066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DD82FE73-CD7B-2DDC-6CA2-49CA8264D928}"/>
                  </a:ext>
                </a:extLst>
              </p14:cNvPr>
              <p14:cNvContentPartPr/>
              <p14:nvPr/>
            </p14:nvContentPartPr>
            <p14:xfrm>
              <a:off x="503886" y="3433263"/>
              <a:ext cx="65520" cy="1674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DD82FE73-CD7B-2DDC-6CA2-49CA8264D928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499566" y="3428943"/>
                <a:ext cx="741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2BD286AE-186C-D665-B9BF-A9A3870B68CF}"/>
                  </a:ext>
                </a:extLst>
              </p14:cNvPr>
              <p14:cNvContentPartPr/>
              <p14:nvPr/>
            </p14:nvContentPartPr>
            <p14:xfrm>
              <a:off x="1086006" y="3112143"/>
              <a:ext cx="122400" cy="1170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2BD286AE-186C-D665-B9BF-A9A3870B68CF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1081686" y="3107823"/>
                <a:ext cx="13104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" name="Group 307">
            <a:extLst>
              <a:ext uri="{FF2B5EF4-FFF2-40B4-BE49-F238E27FC236}">
                <a16:creationId xmlns:a16="http://schemas.microsoft.com/office/drawing/2014/main" id="{5D75E70A-B96B-5C32-1ECF-491864D74F1B}"/>
              </a:ext>
            </a:extLst>
          </p:cNvPr>
          <p:cNvGrpSpPr/>
          <p:nvPr/>
        </p:nvGrpSpPr>
        <p:grpSpPr>
          <a:xfrm>
            <a:off x="129486" y="3372063"/>
            <a:ext cx="2150280" cy="1430640"/>
            <a:chOff x="129486" y="3372063"/>
            <a:chExt cx="2150280" cy="143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918B9E0-AECB-8036-D1E5-D7373A5806B3}"/>
                    </a:ext>
                  </a:extLst>
                </p14:cNvPr>
                <p14:cNvContentPartPr/>
                <p14:nvPr/>
              </p14:nvContentPartPr>
              <p14:xfrm>
                <a:off x="129486" y="3406623"/>
                <a:ext cx="237960" cy="325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918B9E0-AECB-8036-D1E5-D7373A5806B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25166" y="3402303"/>
                  <a:ext cx="246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8337176-FC6A-EA07-21E7-3D53E601C5BF}"/>
                    </a:ext>
                  </a:extLst>
                </p14:cNvPr>
                <p14:cNvContentPartPr/>
                <p14:nvPr/>
              </p14:nvContentPartPr>
              <p14:xfrm>
                <a:off x="478326" y="3597063"/>
                <a:ext cx="72720" cy="20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8337176-FC6A-EA07-21E7-3D53E601C5B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74006" y="3592743"/>
                  <a:ext cx="81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39F941E-8F7E-BE50-FE84-F011AC314900}"/>
                    </a:ext>
                  </a:extLst>
                </p14:cNvPr>
                <p14:cNvContentPartPr/>
                <p14:nvPr/>
              </p14:nvContentPartPr>
              <p14:xfrm>
                <a:off x="440886" y="3677703"/>
                <a:ext cx="81720" cy="313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39F941E-8F7E-BE50-FE84-F011AC31490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36566" y="3673383"/>
                  <a:ext cx="90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BEC3B5F-2717-C90D-8673-DEBD03583EE2}"/>
                    </a:ext>
                  </a:extLst>
                </p14:cNvPr>
                <p14:cNvContentPartPr/>
                <p14:nvPr/>
              </p14:nvContentPartPr>
              <p14:xfrm>
                <a:off x="418206" y="3372063"/>
                <a:ext cx="430560" cy="10022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BEC3B5F-2717-C90D-8673-DEBD03583EE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13886" y="3367743"/>
                  <a:ext cx="43920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31F7341-DFD2-3485-2293-48D0E3B76FDE}"/>
                    </a:ext>
                  </a:extLst>
                </p14:cNvPr>
                <p14:cNvContentPartPr/>
                <p14:nvPr/>
              </p14:nvContentPartPr>
              <p14:xfrm>
                <a:off x="741486" y="3599943"/>
                <a:ext cx="108000" cy="1558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31F7341-DFD2-3485-2293-48D0E3B76FD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37166" y="3595623"/>
                  <a:ext cx="116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B6FFCDC-D1E5-1419-36A3-7EDF31D024D4}"/>
                    </a:ext>
                  </a:extLst>
                </p14:cNvPr>
                <p14:cNvContentPartPr/>
                <p14:nvPr/>
              </p14:nvContentPartPr>
              <p14:xfrm>
                <a:off x="915726" y="3711903"/>
                <a:ext cx="39240" cy="108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B6FFCDC-D1E5-1419-36A3-7EDF31D024D4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11406" y="3707583"/>
                  <a:ext cx="47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28C84F9-2578-19D2-679A-5C91E3AD63BE}"/>
                    </a:ext>
                  </a:extLst>
                </p14:cNvPr>
                <p14:cNvContentPartPr/>
                <p14:nvPr/>
              </p14:nvContentPartPr>
              <p14:xfrm>
                <a:off x="985566" y="3728463"/>
                <a:ext cx="48600" cy="111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28C84F9-2578-19D2-679A-5C91E3AD63B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81246" y="3724143"/>
                  <a:ext cx="57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2CF8437-C267-B080-C10E-74D3BF21A007}"/>
                    </a:ext>
                  </a:extLst>
                </p14:cNvPr>
                <p14:cNvContentPartPr/>
                <p14:nvPr/>
              </p14:nvContentPartPr>
              <p14:xfrm>
                <a:off x="1120566" y="3589863"/>
                <a:ext cx="110880" cy="174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2CF8437-C267-B080-C10E-74D3BF21A00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16246" y="3585543"/>
                  <a:ext cx="119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88613FC-8244-DE2B-5F13-2C6369012BF6}"/>
                    </a:ext>
                  </a:extLst>
                </p14:cNvPr>
                <p14:cNvContentPartPr/>
                <p14:nvPr/>
              </p14:nvContentPartPr>
              <p14:xfrm>
                <a:off x="1254486" y="3732063"/>
                <a:ext cx="32400" cy="810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88613FC-8244-DE2B-5F13-2C6369012BF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250166" y="3727743"/>
                  <a:ext cx="4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99243C9-0E88-FD83-177B-7BA6F057AFEB}"/>
                    </a:ext>
                  </a:extLst>
                </p14:cNvPr>
                <p14:cNvContentPartPr/>
                <p14:nvPr/>
              </p14:nvContentPartPr>
              <p14:xfrm>
                <a:off x="1335846" y="3751503"/>
                <a:ext cx="118800" cy="105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99243C9-0E88-FD83-177B-7BA6F057AFE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331526" y="3747183"/>
                  <a:ext cx="127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F6C2D70-AC6B-2A11-D25E-F76DFB617A64}"/>
                    </a:ext>
                  </a:extLst>
                </p14:cNvPr>
                <p14:cNvContentPartPr/>
                <p14:nvPr/>
              </p14:nvContentPartPr>
              <p14:xfrm>
                <a:off x="1622766" y="3631983"/>
                <a:ext cx="129240" cy="158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F6C2D70-AC6B-2A11-D25E-F76DFB617A6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618446" y="3627663"/>
                  <a:ext cx="137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8280516-2CB7-E609-DD07-B4679DF868D9}"/>
                    </a:ext>
                  </a:extLst>
                </p14:cNvPr>
                <p14:cNvContentPartPr/>
                <p14:nvPr/>
              </p14:nvContentPartPr>
              <p14:xfrm>
                <a:off x="1781166" y="3736023"/>
                <a:ext cx="41760" cy="98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8280516-2CB7-E609-DD07-B4679DF868D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776846" y="3731703"/>
                  <a:ext cx="50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4B07B1C-A36E-D053-9B6F-13C5B6DA7D2B}"/>
                    </a:ext>
                  </a:extLst>
                </p14:cNvPr>
                <p14:cNvContentPartPr/>
                <p14:nvPr/>
              </p14:nvContentPartPr>
              <p14:xfrm>
                <a:off x="1824366" y="3756183"/>
                <a:ext cx="105840" cy="122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4B07B1C-A36E-D053-9B6F-13C5B6DA7D2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820046" y="3751863"/>
                  <a:ext cx="114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BE37DD2-940E-A4B9-E9A6-510B1D2DC11B}"/>
                    </a:ext>
                  </a:extLst>
                </p14:cNvPr>
                <p14:cNvContentPartPr/>
                <p14:nvPr/>
              </p14:nvContentPartPr>
              <p14:xfrm>
                <a:off x="631326" y="3936903"/>
                <a:ext cx="78480" cy="142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BE37DD2-940E-A4B9-E9A6-510B1D2DC11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27006" y="3932583"/>
                  <a:ext cx="87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482E509-86A6-1223-33FE-44CE5AB659CC}"/>
                    </a:ext>
                  </a:extLst>
                </p14:cNvPr>
                <p14:cNvContentPartPr/>
                <p14:nvPr/>
              </p14:nvContentPartPr>
              <p14:xfrm>
                <a:off x="755526" y="4048503"/>
                <a:ext cx="95040" cy="810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482E509-86A6-1223-33FE-44CE5AB659C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51206" y="4044183"/>
                  <a:ext cx="103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793BCB8-6C88-86D5-EEA5-1401356ECCCC}"/>
                    </a:ext>
                  </a:extLst>
                </p14:cNvPr>
                <p14:cNvContentPartPr/>
                <p14:nvPr/>
              </p14:nvContentPartPr>
              <p14:xfrm>
                <a:off x="917886" y="4031583"/>
                <a:ext cx="52560" cy="134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793BCB8-6C88-86D5-EEA5-1401356ECCC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13566" y="4027263"/>
                  <a:ext cx="61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2434272-5B47-5911-8512-F895675B97F3}"/>
                    </a:ext>
                  </a:extLst>
                </p14:cNvPr>
                <p14:cNvContentPartPr/>
                <p14:nvPr/>
              </p14:nvContentPartPr>
              <p14:xfrm>
                <a:off x="1152606" y="4058583"/>
                <a:ext cx="83520" cy="1090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2434272-5B47-5911-8512-F895675B97F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48286" y="4054263"/>
                  <a:ext cx="92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9D94D3A-919E-C782-9B4A-D233C7F3A65A}"/>
                    </a:ext>
                  </a:extLst>
                </p14:cNvPr>
                <p14:cNvContentPartPr/>
                <p14:nvPr/>
              </p14:nvContentPartPr>
              <p14:xfrm>
                <a:off x="1274646" y="4130223"/>
                <a:ext cx="102600" cy="92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9D94D3A-919E-C782-9B4A-D233C7F3A65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270326" y="4125903"/>
                  <a:ext cx="111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4BACCCE-8DCD-6070-BBFD-DEFDA2763381}"/>
                    </a:ext>
                  </a:extLst>
                </p14:cNvPr>
                <p14:cNvContentPartPr/>
                <p14:nvPr/>
              </p14:nvContentPartPr>
              <p14:xfrm>
                <a:off x="1418286" y="4130223"/>
                <a:ext cx="177480" cy="997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4BACCCE-8DCD-6070-BBFD-DEFDA276338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413966" y="4125903"/>
                  <a:ext cx="186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70182EA-83F1-EC24-CD00-C5C5D5CBE17F}"/>
                    </a:ext>
                  </a:extLst>
                </p14:cNvPr>
                <p14:cNvContentPartPr/>
                <p14:nvPr/>
              </p14:nvContentPartPr>
              <p14:xfrm>
                <a:off x="1599726" y="4069743"/>
                <a:ext cx="93600" cy="1202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70182EA-83F1-EC24-CD00-C5C5D5CBE17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595406" y="4065423"/>
                  <a:ext cx="102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D77B6BE-7422-AD95-3FD7-1628492C3BE7}"/>
                    </a:ext>
                  </a:extLst>
                </p14:cNvPr>
                <p14:cNvContentPartPr/>
                <p14:nvPr/>
              </p14:nvContentPartPr>
              <p14:xfrm>
                <a:off x="1768566" y="4142103"/>
                <a:ext cx="127440" cy="1180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D77B6BE-7422-AD95-3FD7-1628492C3BE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764246" y="4137783"/>
                  <a:ext cx="136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F759A97-1B56-B4FF-C718-240781C2BB4E}"/>
                    </a:ext>
                  </a:extLst>
                </p14:cNvPr>
                <p14:cNvContentPartPr/>
                <p14:nvPr/>
              </p14:nvContentPartPr>
              <p14:xfrm>
                <a:off x="1946406" y="4123743"/>
                <a:ext cx="97200" cy="1616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F759A97-1B56-B4FF-C718-240781C2BB4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42086" y="4119423"/>
                  <a:ext cx="105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7498C1B-930F-DB6A-D5D7-64F66C0452E2}"/>
                    </a:ext>
                  </a:extLst>
                </p14:cNvPr>
                <p14:cNvContentPartPr/>
                <p14:nvPr/>
              </p14:nvContentPartPr>
              <p14:xfrm>
                <a:off x="540606" y="4251543"/>
                <a:ext cx="116280" cy="171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7498C1B-930F-DB6A-D5D7-64F66C0452E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36286" y="4247223"/>
                  <a:ext cx="124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060598F-AF9D-ABA1-2623-8F4E6D9BFBAC}"/>
                    </a:ext>
                  </a:extLst>
                </p14:cNvPr>
                <p14:cNvContentPartPr/>
                <p14:nvPr/>
              </p14:nvContentPartPr>
              <p14:xfrm>
                <a:off x="640326" y="4382583"/>
                <a:ext cx="106560" cy="1566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060598F-AF9D-ABA1-2623-8F4E6D9BFBA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36006" y="4378263"/>
                  <a:ext cx="115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8E7996B-FCE7-B000-1DC6-E83501AB7093}"/>
                    </a:ext>
                  </a:extLst>
                </p14:cNvPr>
                <p14:cNvContentPartPr/>
                <p14:nvPr/>
              </p14:nvContentPartPr>
              <p14:xfrm>
                <a:off x="806286" y="4440903"/>
                <a:ext cx="22320" cy="127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8E7996B-FCE7-B000-1DC6-E83501AB709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01966" y="4436583"/>
                  <a:ext cx="30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66E7984-E75B-A2CF-0234-21DC75FE9827}"/>
                    </a:ext>
                  </a:extLst>
                </p14:cNvPr>
                <p14:cNvContentPartPr/>
                <p14:nvPr/>
              </p14:nvContentPartPr>
              <p14:xfrm>
                <a:off x="1029486" y="4367823"/>
                <a:ext cx="115200" cy="1490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66E7984-E75B-A2CF-0234-21DC75FE982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25166" y="4363503"/>
                  <a:ext cx="123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C620FDF-A4A5-6D7E-94A7-A88755E6DDC5}"/>
                    </a:ext>
                  </a:extLst>
                </p14:cNvPr>
                <p14:cNvContentPartPr/>
                <p14:nvPr/>
              </p14:nvContentPartPr>
              <p14:xfrm>
                <a:off x="1134606" y="4484463"/>
                <a:ext cx="148320" cy="160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C620FDF-A4A5-6D7E-94A7-A88755E6DDC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30286" y="4480143"/>
                  <a:ext cx="156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3BA1C98-EB45-AF56-6343-8527A4A78B23}"/>
                    </a:ext>
                  </a:extLst>
                </p14:cNvPr>
                <p14:cNvContentPartPr/>
                <p14:nvPr/>
              </p14:nvContentPartPr>
              <p14:xfrm>
                <a:off x="1282206" y="4508223"/>
                <a:ext cx="157680" cy="1346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3BA1C98-EB45-AF56-6343-8527A4A78B2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277886" y="4503903"/>
                  <a:ext cx="166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2BDC803-4521-918C-D328-78A1C396183F}"/>
                    </a:ext>
                  </a:extLst>
                </p14:cNvPr>
                <p14:cNvContentPartPr/>
                <p14:nvPr/>
              </p14:nvContentPartPr>
              <p14:xfrm>
                <a:off x="1592166" y="4449903"/>
                <a:ext cx="104040" cy="1461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2BDC803-4521-918C-D328-78A1C396183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587846" y="4445583"/>
                  <a:ext cx="112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027C262-808C-3A98-8413-1D36CFC3809C}"/>
                    </a:ext>
                  </a:extLst>
                </p14:cNvPr>
                <p14:cNvContentPartPr/>
                <p14:nvPr/>
              </p14:nvContentPartPr>
              <p14:xfrm>
                <a:off x="1733286" y="4550703"/>
                <a:ext cx="92880" cy="1461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027C262-808C-3A98-8413-1D36CFC3809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728966" y="4546383"/>
                  <a:ext cx="101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3C17B71-34EA-1848-D082-F09FEE33595E}"/>
                    </a:ext>
                  </a:extLst>
                </p14:cNvPr>
                <p14:cNvContentPartPr/>
                <p14:nvPr/>
              </p14:nvContentPartPr>
              <p14:xfrm>
                <a:off x="1854606" y="4544943"/>
                <a:ext cx="137520" cy="196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3C17B71-34EA-1848-D082-F09FEE33595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50286" y="4540623"/>
                  <a:ext cx="146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1200939-E6DA-37B5-02D8-897F15FD7E12}"/>
                    </a:ext>
                  </a:extLst>
                </p14:cNvPr>
                <p14:cNvContentPartPr/>
                <p14:nvPr/>
              </p14:nvContentPartPr>
              <p14:xfrm>
                <a:off x="1665606" y="3518943"/>
                <a:ext cx="614160" cy="1283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1200939-E6DA-37B5-02D8-897F15FD7E12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661286" y="3514623"/>
                  <a:ext cx="622800" cy="129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A0C59B0D-4041-74E8-C6C2-5B52062A0DE8}"/>
                  </a:ext>
                </a:extLst>
              </p14:cNvPr>
              <p14:cNvContentPartPr/>
              <p14:nvPr/>
            </p14:nvContentPartPr>
            <p14:xfrm>
              <a:off x="2487486" y="6627903"/>
              <a:ext cx="360" cy="72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A0C59B0D-4041-74E8-C6C2-5B52062A0DE8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2483166" y="6623583"/>
                <a:ext cx="900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9C394738-72B7-15A6-3A9E-9C6E7B77BE52}"/>
              </a:ext>
            </a:extLst>
          </p:cNvPr>
          <p:cNvGrpSpPr/>
          <p:nvPr/>
        </p:nvGrpSpPr>
        <p:grpSpPr>
          <a:xfrm>
            <a:off x="266286" y="4772823"/>
            <a:ext cx="411480" cy="57240"/>
            <a:chOff x="266286" y="4772823"/>
            <a:chExt cx="41148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8811DA8-10BC-0096-2C81-E15F3215E4DD}"/>
                    </a:ext>
                  </a:extLst>
                </p14:cNvPr>
                <p14:cNvContentPartPr/>
                <p14:nvPr/>
              </p14:nvContentPartPr>
              <p14:xfrm>
                <a:off x="312366" y="4772823"/>
                <a:ext cx="365400" cy="5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8811DA8-10BC-0096-2C81-E15F3215E4D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08046" y="4768503"/>
                  <a:ext cx="3740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561D07D-05EA-F826-7525-D950F2A0E574}"/>
                    </a:ext>
                  </a:extLst>
                </p14:cNvPr>
                <p14:cNvContentPartPr/>
                <p14:nvPr/>
              </p14:nvContentPartPr>
              <p14:xfrm>
                <a:off x="266286" y="4803063"/>
                <a:ext cx="393480" cy="27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561D07D-05EA-F826-7525-D950F2A0E57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61966" y="4798743"/>
                  <a:ext cx="40212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E6F9DF06-BB65-D97F-065D-006C5010B711}"/>
                  </a:ext>
                </a:extLst>
              </p14:cNvPr>
              <p14:cNvContentPartPr/>
              <p14:nvPr/>
            </p14:nvContentPartPr>
            <p14:xfrm>
              <a:off x="305166" y="4846983"/>
              <a:ext cx="527040" cy="399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E6F9DF06-BB65-D97F-065D-006C5010B711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300486" y="4842663"/>
                <a:ext cx="5356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0350A106-2EE3-7FBD-DB74-039BDF019073}"/>
                  </a:ext>
                </a:extLst>
              </p14:cNvPr>
              <p14:cNvContentPartPr/>
              <p14:nvPr/>
            </p14:nvContentPartPr>
            <p14:xfrm>
              <a:off x="7326246" y="6571743"/>
              <a:ext cx="9000" cy="10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0350A106-2EE3-7FBD-DB74-039BDF019073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7321926" y="6567423"/>
                <a:ext cx="17640" cy="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8" name="Group 317">
            <a:extLst>
              <a:ext uri="{FF2B5EF4-FFF2-40B4-BE49-F238E27FC236}">
                <a16:creationId xmlns:a16="http://schemas.microsoft.com/office/drawing/2014/main" id="{A23830D2-1076-5586-AE09-8DD590775075}"/>
              </a:ext>
            </a:extLst>
          </p:cNvPr>
          <p:cNvGrpSpPr/>
          <p:nvPr/>
        </p:nvGrpSpPr>
        <p:grpSpPr>
          <a:xfrm>
            <a:off x="5558646" y="6488583"/>
            <a:ext cx="9720" cy="25560"/>
            <a:chOff x="5558646" y="6488583"/>
            <a:chExt cx="9720" cy="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9C17BC7-2DD6-F2E2-50F5-3B00511D57BC}"/>
                    </a:ext>
                  </a:extLst>
                </p14:cNvPr>
                <p14:cNvContentPartPr/>
                <p14:nvPr/>
              </p14:nvContentPartPr>
              <p14:xfrm>
                <a:off x="5563686" y="6504783"/>
                <a:ext cx="360" cy="3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9C17BC7-2DD6-F2E2-50F5-3B00511D57BC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559366" y="650046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D1D00EB-C229-CD6A-FB5E-34BF6FB43307}"/>
                    </a:ext>
                  </a:extLst>
                </p14:cNvPr>
                <p14:cNvContentPartPr/>
                <p14:nvPr/>
              </p14:nvContentPartPr>
              <p14:xfrm>
                <a:off x="5558646" y="6513783"/>
                <a:ext cx="360" cy="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D1D00EB-C229-CD6A-FB5E-34BF6FB43307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554326" y="650946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E85433B-C48D-9055-94CC-66B8D84D8AB1}"/>
                    </a:ext>
                  </a:extLst>
                </p14:cNvPr>
                <p14:cNvContentPartPr/>
                <p14:nvPr/>
              </p14:nvContentPartPr>
              <p14:xfrm>
                <a:off x="5568006" y="6488583"/>
                <a:ext cx="360" cy="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E85433B-C48D-9055-94CC-66B8D84D8AB1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563686" y="648426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989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21059B-2AB0-16CD-46CC-C356E89D3C51}"/>
                  </a:ext>
                </a:extLst>
              </p14:cNvPr>
              <p14:cNvContentPartPr/>
              <p14:nvPr/>
            </p14:nvContentPartPr>
            <p14:xfrm>
              <a:off x="441246" y="255183"/>
              <a:ext cx="966960" cy="478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21059B-2AB0-16CD-46CC-C356E89D3C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06" y="246183"/>
                <a:ext cx="9846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BC5B71-E71A-8158-B4CA-1F571337B919}"/>
                  </a:ext>
                </a:extLst>
              </p14:cNvPr>
              <p14:cNvContentPartPr/>
              <p14:nvPr/>
            </p14:nvContentPartPr>
            <p14:xfrm>
              <a:off x="1756326" y="397743"/>
              <a:ext cx="10080" cy="24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BC5B71-E71A-8158-B4CA-1F571337B9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7686" y="389103"/>
                <a:ext cx="27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AC25FC-4E22-7D2A-AE2B-4ABEFF354E44}"/>
                  </a:ext>
                </a:extLst>
              </p14:cNvPr>
              <p14:cNvContentPartPr/>
              <p14:nvPr/>
            </p14:nvContentPartPr>
            <p14:xfrm>
              <a:off x="1707006" y="623103"/>
              <a:ext cx="8280" cy="3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AC25FC-4E22-7D2A-AE2B-4ABEFF354E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8366" y="614463"/>
                <a:ext cx="259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358B616-45BD-DDC3-E3A3-0F44582296E3}"/>
              </a:ext>
            </a:extLst>
          </p:cNvPr>
          <p:cNvGrpSpPr/>
          <p:nvPr/>
        </p:nvGrpSpPr>
        <p:grpSpPr>
          <a:xfrm>
            <a:off x="142806" y="1113063"/>
            <a:ext cx="322560" cy="855720"/>
            <a:chOff x="142806" y="1113063"/>
            <a:chExt cx="322560" cy="85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041969-2BFE-C3CF-5628-74919072470E}"/>
                    </a:ext>
                  </a:extLst>
                </p14:cNvPr>
                <p14:cNvContentPartPr/>
                <p14:nvPr/>
              </p14:nvContentPartPr>
              <p14:xfrm>
                <a:off x="142806" y="1357503"/>
                <a:ext cx="60120" cy="262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041969-2BFE-C3CF-5628-7491907247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166" y="1348503"/>
                  <a:ext cx="77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10CC88-274E-163B-E7D5-1A010F8B132D}"/>
                    </a:ext>
                  </a:extLst>
                </p14:cNvPr>
                <p14:cNvContentPartPr/>
                <p14:nvPr/>
              </p14:nvContentPartPr>
              <p14:xfrm>
                <a:off x="225246" y="1113063"/>
                <a:ext cx="240120" cy="855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10CC88-274E-163B-E7D5-1A010F8B13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246" y="1104063"/>
                  <a:ext cx="257760" cy="87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AFA30F6-1DED-F26A-08C3-57706002C747}"/>
              </a:ext>
            </a:extLst>
          </p:cNvPr>
          <p:cNvGrpSpPr/>
          <p:nvPr/>
        </p:nvGrpSpPr>
        <p:grpSpPr>
          <a:xfrm>
            <a:off x="920766" y="1393863"/>
            <a:ext cx="494280" cy="789480"/>
            <a:chOff x="920766" y="1393863"/>
            <a:chExt cx="494280" cy="78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AAB7A7-2479-9F37-B131-DC3F31970504}"/>
                    </a:ext>
                  </a:extLst>
                </p14:cNvPr>
                <p14:cNvContentPartPr/>
                <p14:nvPr/>
              </p14:nvContentPartPr>
              <p14:xfrm>
                <a:off x="920766" y="1402863"/>
                <a:ext cx="277560" cy="43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AAB7A7-2479-9F37-B131-DC3F319705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1766" y="1393863"/>
                  <a:ext cx="29520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7AF8FF1-B91F-05F8-AA03-259542BBA6F1}"/>
                    </a:ext>
                  </a:extLst>
                </p14:cNvPr>
                <p14:cNvContentPartPr/>
                <p14:nvPr/>
              </p14:nvContentPartPr>
              <p14:xfrm>
                <a:off x="1184646" y="1393863"/>
                <a:ext cx="230400" cy="789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7AF8FF1-B91F-05F8-AA03-259542BBA6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6006" y="1385223"/>
                  <a:ext cx="248040" cy="80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803B89-A1D4-6C40-4E3A-CDFDFD3843D6}"/>
              </a:ext>
            </a:extLst>
          </p:cNvPr>
          <p:cNvGrpSpPr/>
          <p:nvPr/>
        </p:nvGrpSpPr>
        <p:grpSpPr>
          <a:xfrm>
            <a:off x="3810126" y="1336263"/>
            <a:ext cx="654120" cy="359640"/>
            <a:chOff x="3810126" y="1336263"/>
            <a:chExt cx="6541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93DAFC-D3E1-E009-EEBF-B15CDC67512B}"/>
                    </a:ext>
                  </a:extLst>
                </p14:cNvPr>
                <p14:cNvContentPartPr/>
                <p14:nvPr/>
              </p14:nvContentPartPr>
              <p14:xfrm>
                <a:off x="3810126" y="1336263"/>
                <a:ext cx="654120" cy="359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93DAFC-D3E1-E009-EEBF-B15CDC6751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01486" y="1327263"/>
                  <a:ext cx="6717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74944D-CB54-DE6B-72FB-3E819C5650EF}"/>
                    </a:ext>
                  </a:extLst>
                </p14:cNvPr>
                <p14:cNvContentPartPr/>
                <p14:nvPr/>
              </p14:nvContentPartPr>
              <p14:xfrm>
                <a:off x="3894366" y="1426983"/>
                <a:ext cx="232920" cy="1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74944D-CB54-DE6B-72FB-3E819C5650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5366" y="1418343"/>
                  <a:ext cx="2505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C87705-6C1B-4558-0A8B-5964772979A1}"/>
              </a:ext>
            </a:extLst>
          </p:cNvPr>
          <p:cNvGrpSpPr/>
          <p:nvPr/>
        </p:nvGrpSpPr>
        <p:grpSpPr>
          <a:xfrm>
            <a:off x="4975806" y="1348503"/>
            <a:ext cx="1377720" cy="771120"/>
            <a:chOff x="4975806" y="1348503"/>
            <a:chExt cx="1377720" cy="77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B5EDF1-DF84-9E76-B450-9A625F4DEECC}"/>
                    </a:ext>
                  </a:extLst>
                </p14:cNvPr>
                <p14:cNvContentPartPr/>
                <p14:nvPr/>
              </p14:nvContentPartPr>
              <p14:xfrm>
                <a:off x="4975806" y="1518423"/>
                <a:ext cx="207000" cy="19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B5EDF1-DF84-9E76-B450-9A625F4DEE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67166" y="1509783"/>
                  <a:ext cx="224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8D964A-2855-0036-12BC-09CC0890EFB1}"/>
                    </a:ext>
                  </a:extLst>
                </p14:cNvPr>
                <p14:cNvContentPartPr/>
                <p14:nvPr/>
              </p14:nvContentPartPr>
              <p14:xfrm>
                <a:off x="5092806" y="1534263"/>
                <a:ext cx="428400" cy="585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8D964A-2855-0036-12BC-09CC0890EF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84166" y="1525623"/>
                  <a:ext cx="4460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B39EAE5-5A23-294D-AC8B-153DE97015F5}"/>
                    </a:ext>
                  </a:extLst>
                </p14:cNvPr>
                <p14:cNvContentPartPr/>
                <p14:nvPr/>
              </p14:nvContentPartPr>
              <p14:xfrm>
                <a:off x="5690766" y="1348503"/>
                <a:ext cx="61200" cy="332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B39EAE5-5A23-294D-AC8B-153DE97015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81766" y="1339863"/>
                  <a:ext cx="788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19D1F5-F3CF-87C5-B752-5F7F96AB61E5}"/>
                    </a:ext>
                  </a:extLst>
                </p14:cNvPr>
                <p14:cNvContentPartPr/>
                <p14:nvPr/>
              </p14:nvContentPartPr>
              <p14:xfrm>
                <a:off x="5664846" y="1436703"/>
                <a:ext cx="108360" cy="2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19D1F5-F3CF-87C5-B752-5F7F96AB61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56206" y="1428063"/>
                  <a:ext cx="126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9A97DA-06CF-8F6B-77DB-793C7878AD85}"/>
                    </a:ext>
                  </a:extLst>
                </p14:cNvPr>
                <p14:cNvContentPartPr/>
                <p14:nvPr/>
              </p14:nvContentPartPr>
              <p14:xfrm>
                <a:off x="5829366" y="1479903"/>
                <a:ext cx="121320" cy="187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9A97DA-06CF-8F6B-77DB-793C7878AD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20366" y="1470903"/>
                  <a:ext cx="138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A7AFB8-CAA3-604A-4301-5ABD686A5FE3}"/>
                    </a:ext>
                  </a:extLst>
                </p14:cNvPr>
                <p14:cNvContentPartPr/>
                <p14:nvPr/>
              </p14:nvContentPartPr>
              <p14:xfrm>
                <a:off x="5996046" y="1505103"/>
                <a:ext cx="357480" cy="170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A7AFB8-CAA3-604A-4301-5ABD686A5F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87406" y="1496463"/>
                  <a:ext cx="3751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B415FE2-71EB-7CA4-6D92-976B57BBD740}"/>
              </a:ext>
            </a:extLst>
          </p:cNvPr>
          <p:cNvGrpSpPr/>
          <p:nvPr/>
        </p:nvGrpSpPr>
        <p:grpSpPr>
          <a:xfrm>
            <a:off x="6960846" y="1455063"/>
            <a:ext cx="226800" cy="246240"/>
            <a:chOff x="6960846" y="1455063"/>
            <a:chExt cx="2268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A8EE35-6939-8621-38A9-82A22A199B46}"/>
                    </a:ext>
                  </a:extLst>
                </p14:cNvPr>
                <p14:cNvContentPartPr/>
                <p14:nvPr/>
              </p14:nvContentPartPr>
              <p14:xfrm>
                <a:off x="6960846" y="1455063"/>
                <a:ext cx="55800" cy="225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A8EE35-6939-8621-38A9-82A22A199B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51846" y="1446063"/>
                  <a:ext cx="73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1FD501-931E-B436-C9FA-C7F438732214}"/>
                    </a:ext>
                  </a:extLst>
                </p14:cNvPr>
                <p14:cNvContentPartPr/>
                <p14:nvPr/>
              </p14:nvContentPartPr>
              <p14:xfrm>
                <a:off x="7069206" y="1518063"/>
                <a:ext cx="118440" cy="18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1FD501-931E-B436-C9FA-C7F43873221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60566" y="1509063"/>
                  <a:ext cx="13608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C50A911-B4BA-E983-FA5E-B847A4187C0C}"/>
                  </a:ext>
                </a:extLst>
              </p14:cNvPr>
              <p14:cNvContentPartPr/>
              <p14:nvPr/>
            </p14:nvContentPartPr>
            <p14:xfrm>
              <a:off x="7126446" y="1308903"/>
              <a:ext cx="2880" cy="30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C50A911-B4BA-E983-FA5E-B847A4187C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17806" y="1299903"/>
                <a:ext cx="205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B4B20424-A981-7EA8-4DA0-0B08C2FB8C3D}"/>
              </a:ext>
            </a:extLst>
          </p:cNvPr>
          <p:cNvGrpSpPr/>
          <p:nvPr/>
        </p:nvGrpSpPr>
        <p:grpSpPr>
          <a:xfrm>
            <a:off x="7737006" y="1338063"/>
            <a:ext cx="2004840" cy="408240"/>
            <a:chOff x="7737006" y="1338063"/>
            <a:chExt cx="200484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8CEECDC-ECC7-3C6B-FA9C-7E0DA32C4A87}"/>
                    </a:ext>
                  </a:extLst>
                </p14:cNvPr>
                <p14:cNvContentPartPr/>
                <p14:nvPr/>
              </p14:nvContentPartPr>
              <p14:xfrm>
                <a:off x="7737006" y="1525983"/>
                <a:ext cx="562680" cy="22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8CEECDC-ECC7-3C6B-FA9C-7E0DA32C4A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28366" y="1516983"/>
                  <a:ext cx="580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EDED1F-3443-7668-DC24-FA37FC229D7A}"/>
                    </a:ext>
                  </a:extLst>
                </p14:cNvPr>
                <p14:cNvContentPartPr/>
                <p14:nvPr/>
              </p14:nvContentPartPr>
              <p14:xfrm>
                <a:off x="8370966" y="1531743"/>
                <a:ext cx="106560" cy="195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EDED1F-3443-7668-DC24-FA37FC229D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61966" y="1522743"/>
                  <a:ext cx="124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F9E402-872E-67F7-BA96-B5EEF7C9D17A}"/>
                    </a:ext>
                  </a:extLst>
                </p14:cNvPr>
                <p14:cNvContentPartPr/>
                <p14:nvPr/>
              </p14:nvContentPartPr>
              <p14:xfrm>
                <a:off x="8554566" y="1529943"/>
                <a:ext cx="32400" cy="173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F9E402-872E-67F7-BA96-B5EEF7C9D1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45566" y="1520943"/>
                  <a:ext cx="50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0362661-244F-CB47-3ACA-68D9DBACA2BD}"/>
                    </a:ext>
                  </a:extLst>
                </p14:cNvPr>
                <p14:cNvContentPartPr/>
                <p14:nvPr/>
              </p14:nvContentPartPr>
              <p14:xfrm>
                <a:off x="8652486" y="1363263"/>
                <a:ext cx="41400" cy="5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0362661-244F-CB47-3ACA-68D9DBACA2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43486" y="1354263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83FA87-31F1-4918-6C72-8A29DF275FCD}"/>
                    </a:ext>
                  </a:extLst>
                </p14:cNvPr>
                <p14:cNvContentPartPr/>
                <p14:nvPr/>
              </p14:nvContentPartPr>
              <p14:xfrm>
                <a:off x="8703966" y="1525263"/>
                <a:ext cx="114120" cy="189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83FA87-31F1-4918-6C72-8A29DF275F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94966" y="1516623"/>
                  <a:ext cx="131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CE52E1-FA70-3163-BB10-860E9834CA97}"/>
                    </a:ext>
                  </a:extLst>
                </p14:cNvPr>
                <p14:cNvContentPartPr/>
                <p14:nvPr/>
              </p14:nvContentPartPr>
              <p14:xfrm>
                <a:off x="8940846" y="1338063"/>
                <a:ext cx="72360" cy="37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CE52E1-FA70-3163-BB10-860E9834CA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32206" y="1329063"/>
                  <a:ext cx="90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650BA4A-7855-86A5-83A1-D6A86D220E10}"/>
                    </a:ext>
                  </a:extLst>
                </p14:cNvPr>
                <p14:cNvContentPartPr/>
                <p14:nvPr/>
              </p14:nvContentPartPr>
              <p14:xfrm>
                <a:off x="8897646" y="1420863"/>
                <a:ext cx="158400" cy="30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650BA4A-7855-86A5-83A1-D6A86D220E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89006" y="1412223"/>
                  <a:ext cx="176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3FAA9BD-628C-7971-3754-D211AEF149F2}"/>
                    </a:ext>
                  </a:extLst>
                </p14:cNvPr>
                <p14:cNvContentPartPr/>
                <p14:nvPr/>
              </p14:nvContentPartPr>
              <p14:xfrm>
                <a:off x="9060726" y="1525263"/>
                <a:ext cx="128520" cy="171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3FAA9BD-628C-7971-3754-D211AEF149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52086" y="1516263"/>
                  <a:ext cx="146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54AF12-8658-21AF-2CC5-4BF6CFB9E01B}"/>
                    </a:ext>
                  </a:extLst>
                </p14:cNvPr>
                <p14:cNvContentPartPr/>
                <p14:nvPr/>
              </p14:nvContentPartPr>
              <p14:xfrm>
                <a:off x="9297966" y="1567743"/>
                <a:ext cx="215640" cy="123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54AF12-8658-21AF-2CC5-4BF6CFB9E01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89326" y="1559103"/>
                  <a:ext cx="233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51323C-75CB-C3A3-B824-B4F30EA2E8F7}"/>
                    </a:ext>
                  </a:extLst>
                </p14:cNvPr>
                <p14:cNvContentPartPr/>
                <p14:nvPr/>
              </p14:nvContentPartPr>
              <p14:xfrm>
                <a:off x="9647886" y="1355703"/>
                <a:ext cx="93960" cy="326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51323C-75CB-C3A3-B824-B4F30EA2E8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39246" y="1346703"/>
                  <a:ext cx="1116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7ED4AA-255B-FA04-748E-16E47E74F7B3}"/>
                    </a:ext>
                  </a:extLst>
                </p14:cNvPr>
                <p14:cNvContentPartPr/>
                <p14:nvPr/>
              </p14:nvContentPartPr>
              <p14:xfrm>
                <a:off x="9537366" y="1419783"/>
                <a:ext cx="166320" cy="2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7ED4AA-255B-FA04-748E-16E47E74F7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28366" y="1410783"/>
                  <a:ext cx="1839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FCB4113-FB53-FEB4-E119-582F3322EE62}"/>
              </a:ext>
            </a:extLst>
          </p:cNvPr>
          <p:cNvGrpSpPr/>
          <p:nvPr/>
        </p:nvGrpSpPr>
        <p:grpSpPr>
          <a:xfrm>
            <a:off x="10313886" y="1324023"/>
            <a:ext cx="816480" cy="376200"/>
            <a:chOff x="10313886" y="1324023"/>
            <a:chExt cx="81648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EE5466-96C3-0BAC-33A3-E0645CA0AA64}"/>
                    </a:ext>
                  </a:extLst>
                </p14:cNvPr>
                <p14:cNvContentPartPr/>
                <p14:nvPr/>
              </p14:nvContentPartPr>
              <p14:xfrm>
                <a:off x="10313886" y="1523463"/>
                <a:ext cx="532440" cy="17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EE5466-96C3-0BAC-33A3-E0645CA0AA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04886" y="1514823"/>
                  <a:ext cx="550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F2D00E-CDD8-D486-FB6D-8DBDD6212705}"/>
                    </a:ext>
                  </a:extLst>
                </p14:cNvPr>
                <p14:cNvContentPartPr/>
                <p14:nvPr/>
              </p14:nvContentPartPr>
              <p14:xfrm>
                <a:off x="10890606" y="1324023"/>
                <a:ext cx="239760" cy="375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F2D00E-CDD8-D486-FB6D-8DBDD62127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81606" y="1315383"/>
                  <a:ext cx="25740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EDA8FBE-177E-8C81-8968-C1CC8734053E}"/>
              </a:ext>
            </a:extLst>
          </p:cNvPr>
          <p:cNvGrpSpPr/>
          <p:nvPr/>
        </p:nvGrpSpPr>
        <p:grpSpPr>
          <a:xfrm>
            <a:off x="11371566" y="1390623"/>
            <a:ext cx="505080" cy="347760"/>
            <a:chOff x="11371566" y="1390623"/>
            <a:chExt cx="5050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150DF0D-DB70-A8D3-BCCA-153DEB987936}"/>
                    </a:ext>
                  </a:extLst>
                </p14:cNvPr>
                <p14:cNvContentPartPr/>
                <p14:nvPr/>
              </p14:nvContentPartPr>
              <p14:xfrm>
                <a:off x="11371566" y="1390623"/>
                <a:ext cx="187560" cy="347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150DF0D-DB70-A8D3-BCCA-153DEB9879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62566" y="1381623"/>
                  <a:ext cx="2052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4A9985-27FD-725A-CF9A-BC4DB31E5681}"/>
                    </a:ext>
                  </a:extLst>
                </p14:cNvPr>
                <p14:cNvContentPartPr/>
                <p14:nvPr/>
              </p14:nvContentPartPr>
              <p14:xfrm>
                <a:off x="11572086" y="1554783"/>
                <a:ext cx="154440" cy="15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4A9985-27FD-725A-CF9A-BC4DB31E568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63086" y="1545783"/>
                  <a:ext cx="172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B2D733-EFF0-F9A4-47BC-21827734E856}"/>
                    </a:ext>
                  </a:extLst>
                </p14:cNvPr>
                <p14:cNvContentPartPr/>
                <p14:nvPr/>
              </p14:nvContentPartPr>
              <p14:xfrm>
                <a:off x="11759286" y="1554423"/>
                <a:ext cx="117360" cy="15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B2D733-EFF0-F9A4-47BC-21827734E8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750646" y="1545783"/>
                  <a:ext cx="13500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8AC5609-C50A-01B1-66A5-290476ED99F7}"/>
                  </a:ext>
                </a:extLst>
              </p14:cNvPr>
              <p14:cNvContentPartPr/>
              <p14:nvPr/>
            </p14:nvContentPartPr>
            <p14:xfrm>
              <a:off x="875766" y="2307183"/>
              <a:ext cx="235800" cy="231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8AC5609-C50A-01B1-66A5-290476ED99F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7126" y="2298183"/>
                <a:ext cx="25344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819A5E0-C791-D870-26A9-14D62B563CF1}"/>
              </a:ext>
            </a:extLst>
          </p:cNvPr>
          <p:cNvGrpSpPr/>
          <p:nvPr/>
        </p:nvGrpSpPr>
        <p:grpSpPr>
          <a:xfrm>
            <a:off x="1554006" y="2252103"/>
            <a:ext cx="1030320" cy="581400"/>
            <a:chOff x="1554006" y="2252103"/>
            <a:chExt cx="1030320" cy="5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5DA155-1DCD-DF67-5A17-5AD7E8B7DE7E}"/>
                    </a:ext>
                  </a:extLst>
                </p14:cNvPr>
                <p14:cNvContentPartPr/>
                <p14:nvPr/>
              </p14:nvContentPartPr>
              <p14:xfrm>
                <a:off x="1554006" y="2357223"/>
                <a:ext cx="138960" cy="197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5DA155-1DCD-DF67-5A17-5AD7E8B7DE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45006" y="2348583"/>
                  <a:ext cx="156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9174502-151C-9B7D-0132-535663C451AB}"/>
                    </a:ext>
                  </a:extLst>
                </p14:cNvPr>
                <p14:cNvContentPartPr/>
                <p14:nvPr/>
              </p14:nvContentPartPr>
              <p14:xfrm>
                <a:off x="1759926" y="2395743"/>
                <a:ext cx="281880" cy="166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174502-151C-9B7D-0132-535663C451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50926" y="2387103"/>
                  <a:ext cx="299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4F859F3-9838-CF83-990D-1E0871F7CB5A}"/>
                    </a:ext>
                  </a:extLst>
                </p14:cNvPr>
                <p14:cNvContentPartPr/>
                <p14:nvPr/>
              </p14:nvContentPartPr>
              <p14:xfrm>
                <a:off x="1984566" y="2252103"/>
                <a:ext cx="48240" cy="35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4F859F3-9838-CF83-990D-1E0871F7CB5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75926" y="2243463"/>
                  <a:ext cx="65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34367F-DC61-F9A0-8F5A-88EE689E9D8A}"/>
                    </a:ext>
                  </a:extLst>
                </p14:cNvPr>
                <p14:cNvContentPartPr/>
                <p14:nvPr/>
              </p14:nvContentPartPr>
              <p14:xfrm>
                <a:off x="2023806" y="2387103"/>
                <a:ext cx="150840" cy="446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34367F-DC61-F9A0-8F5A-88EE689E9D8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14806" y="2378463"/>
                  <a:ext cx="1684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A5F3B9-A1F0-EC91-C319-27CB15762161}"/>
                    </a:ext>
                  </a:extLst>
                </p14:cNvPr>
                <p14:cNvContentPartPr/>
                <p14:nvPr/>
              </p14:nvContentPartPr>
              <p14:xfrm>
                <a:off x="2203086" y="2413743"/>
                <a:ext cx="381240" cy="185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A5F3B9-A1F0-EC91-C319-27CB157621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94446" y="2404743"/>
                  <a:ext cx="39888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A5CECB-AA14-CCCE-CF39-ACC8F1D646AB}"/>
              </a:ext>
            </a:extLst>
          </p:cNvPr>
          <p:cNvGrpSpPr/>
          <p:nvPr/>
        </p:nvGrpSpPr>
        <p:grpSpPr>
          <a:xfrm>
            <a:off x="3118206" y="2073183"/>
            <a:ext cx="1560960" cy="502560"/>
            <a:chOff x="3118206" y="2073183"/>
            <a:chExt cx="156096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0315356-61E3-75EB-8E33-F13B235D8388}"/>
                    </a:ext>
                  </a:extLst>
                </p14:cNvPr>
                <p14:cNvContentPartPr/>
                <p14:nvPr/>
              </p14:nvContentPartPr>
              <p14:xfrm>
                <a:off x="3118206" y="2372703"/>
                <a:ext cx="188280" cy="20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0315356-61E3-75EB-8E33-F13B235D838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09206" y="2364063"/>
                  <a:ext cx="205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F03B93-E689-7075-F152-FF1602E3869A}"/>
                    </a:ext>
                  </a:extLst>
                </p14:cNvPr>
                <p14:cNvContentPartPr/>
                <p14:nvPr/>
              </p14:nvContentPartPr>
              <p14:xfrm>
                <a:off x="3375606" y="2224383"/>
                <a:ext cx="607680" cy="341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F03B93-E689-7075-F152-FF1602E386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66606" y="2215743"/>
                  <a:ext cx="6253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451CEE5-C3A6-280A-9F33-F09A9F8051B5}"/>
                    </a:ext>
                  </a:extLst>
                </p14:cNvPr>
                <p14:cNvContentPartPr/>
                <p14:nvPr/>
              </p14:nvContentPartPr>
              <p14:xfrm>
                <a:off x="4019286" y="2073183"/>
                <a:ext cx="62640" cy="477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451CEE5-C3A6-280A-9F33-F09A9F8051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0646" y="2064183"/>
                  <a:ext cx="802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0F190E6-9109-85EC-53C3-B32266FAF6CF}"/>
                    </a:ext>
                  </a:extLst>
                </p14:cNvPr>
                <p14:cNvContentPartPr/>
                <p14:nvPr/>
              </p14:nvContentPartPr>
              <p14:xfrm>
                <a:off x="4167246" y="2378823"/>
                <a:ext cx="511920" cy="172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0F190E6-9109-85EC-53C3-B32266FAF6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58246" y="2370183"/>
                  <a:ext cx="529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F57E63-4490-7279-B63A-9D3B10B24803}"/>
                    </a:ext>
                  </a:extLst>
                </p14:cNvPr>
                <p14:cNvContentPartPr/>
                <p14:nvPr/>
              </p14:nvContentPartPr>
              <p14:xfrm>
                <a:off x="4073646" y="2174703"/>
                <a:ext cx="115200" cy="1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F57E63-4490-7279-B63A-9D3B10B248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64646" y="2166063"/>
                  <a:ext cx="132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6BCA116-7CF3-31E7-F90F-F69216E3F43C}"/>
                    </a:ext>
                  </a:extLst>
                </p14:cNvPr>
                <p14:cNvContentPartPr/>
                <p14:nvPr/>
              </p14:nvContentPartPr>
              <p14:xfrm>
                <a:off x="3819126" y="2232663"/>
                <a:ext cx="339480" cy="47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6BCA116-7CF3-31E7-F90F-F69216E3F4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10126" y="2223663"/>
                  <a:ext cx="35712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BF65B64-3E43-A8AF-DFC7-CD633C06DA13}"/>
                  </a:ext>
                </a:extLst>
              </p14:cNvPr>
              <p14:cNvContentPartPr/>
              <p14:nvPr/>
            </p14:nvContentPartPr>
            <p14:xfrm>
              <a:off x="5259126" y="2515263"/>
              <a:ext cx="360" cy="3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BF65B64-3E43-A8AF-DFC7-CD633C06DA1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250126" y="2506623"/>
                <a:ext cx="180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4A9262F2-6AC0-128F-5964-B3B39ABDBAEE}"/>
              </a:ext>
            </a:extLst>
          </p:cNvPr>
          <p:cNvGrpSpPr/>
          <p:nvPr/>
        </p:nvGrpSpPr>
        <p:grpSpPr>
          <a:xfrm>
            <a:off x="143526" y="2898303"/>
            <a:ext cx="347760" cy="767520"/>
            <a:chOff x="143526" y="2898303"/>
            <a:chExt cx="347760" cy="76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B80613D-08ED-8746-6B02-670815997EAC}"/>
                    </a:ext>
                  </a:extLst>
                </p14:cNvPr>
                <p14:cNvContentPartPr/>
                <p14:nvPr/>
              </p14:nvContentPartPr>
              <p14:xfrm>
                <a:off x="143526" y="3127263"/>
                <a:ext cx="44280" cy="221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B80613D-08ED-8746-6B02-670815997EA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4886" y="3118623"/>
                  <a:ext cx="61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C15D33-62EA-DCE2-1714-06232892F69F}"/>
                    </a:ext>
                  </a:extLst>
                </p14:cNvPr>
                <p14:cNvContentPartPr/>
                <p14:nvPr/>
              </p14:nvContentPartPr>
              <p14:xfrm>
                <a:off x="254406" y="3181623"/>
                <a:ext cx="38160" cy="171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C15D33-62EA-DCE2-1714-06232892F69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5766" y="3172623"/>
                  <a:ext cx="55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646D67A-C625-549F-5114-62D014C48A06}"/>
                    </a:ext>
                  </a:extLst>
                </p14:cNvPr>
                <p14:cNvContentPartPr/>
                <p14:nvPr/>
              </p14:nvContentPartPr>
              <p14:xfrm>
                <a:off x="319926" y="2898303"/>
                <a:ext cx="171360" cy="767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646D67A-C625-549F-5114-62D014C48A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0926" y="2889663"/>
                  <a:ext cx="189000" cy="78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BF782FB-E4DB-FA6D-DE3F-59849E35A5E3}"/>
              </a:ext>
            </a:extLst>
          </p:cNvPr>
          <p:cNvGrpSpPr/>
          <p:nvPr/>
        </p:nvGrpSpPr>
        <p:grpSpPr>
          <a:xfrm>
            <a:off x="771366" y="3175143"/>
            <a:ext cx="417960" cy="630720"/>
            <a:chOff x="771366" y="3175143"/>
            <a:chExt cx="41796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7C97E6B-B91F-C732-97EB-EE7659433DD4}"/>
                    </a:ext>
                  </a:extLst>
                </p14:cNvPr>
                <p14:cNvContentPartPr/>
                <p14:nvPr/>
              </p14:nvContentPartPr>
              <p14:xfrm>
                <a:off x="771366" y="3175143"/>
                <a:ext cx="198720" cy="316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7C97E6B-B91F-C732-97EB-EE7659433D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2366" y="3166503"/>
                  <a:ext cx="2163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CF8A43-9ABF-5117-97F4-CFD1C2879EC7}"/>
                    </a:ext>
                  </a:extLst>
                </p14:cNvPr>
                <p14:cNvContentPartPr/>
                <p14:nvPr/>
              </p14:nvContentPartPr>
              <p14:xfrm>
                <a:off x="953886" y="3219423"/>
                <a:ext cx="235440" cy="586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CF8A43-9ABF-5117-97F4-CFD1C2879EC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4886" y="3210423"/>
                  <a:ext cx="253080" cy="60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6B90D8A-F053-25BE-7EF0-E0605A0B43D5}"/>
              </a:ext>
            </a:extLst>
          </p:cNvPr>
          <p:cNvGrpSpPr/>
          <p:nvPr/>
        </p:nvGrpSpPr>
        <p:grpSpPr>
          <a:xfrm>
            <a:off x="1466886" y="3180183"/>
            <a:ext cx="1586160" cy="498600"/>
            <a:chOff x="1466886" y="3180183"/>
            <a:chExt cx="158616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B80490-C877-87E4-AA7C-17EB78A1B4B7}"/>
                    </a:ext>
                  </a:extLst>
                </p14:cNvPr>
                <p14:cNvContentPartPr/>
                <p14:nvPr/>
              </p14:nvContentPartPr>
              <p14:xfrm>
                <a:off x="1466886" y="3180183"/>
                <a:ext cx="78840" cy="441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B80490-C877-87E4-AA7C-17EB78A1B4B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57886" y="3171543"/>
                  <a:ext cx="964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A867098-903D-B6CA-1B83-5AC5463C46CE}"/>
                    </a:ext>
                  </a:extLst>
                </p14:cNvPr>
                <p14:cNvContentPartPr/>
                <p14:nvPr/>
              </p14:nvContentPartPr>
              <p14:xfrm>
                <a:off x="1650486" y="3271263"/>
                <a:ext cx="160560" cy="27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A867098-903D-B6CA-1B83-5AC5463C46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41486" y="3262623"/>
                  <a:ext cx="178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E323E01-25E2-39FD-3BAD-5DB7AE52D4DB}"/>
                    </a:ext>
                  </a:extLst>
                </p14:cNvPr>
                <p14:cNvContentPartPr/>
                <p14:nvPr/>
              </p14:nvContentPartPr>
              <p14:xfrm>
                <a:off x="1680366" y="3399423"/>
                <a:ext cx="137160" cy="45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E323E01-25E2-39FD-3BAD-5DB7AE52D4D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71366" y="3390783"/>
                  <a:ext cx="154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90AFC33-55E0-1E7E-5F38-BE7CF357A7B8}"/>
                    </a:ext>
                  </a:extLst>
                </p14:cNvPr>
                <p14:cNvContentPartPr/>
                <p14:nvPr/>
              </p14:nvContentPartPr>
              <p14:xfrm>
                <a:off x="2018406" y="3199263"/>
                <a:ext cx="54000" cy="314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90AFC33-55E0-1E7E-5F38-BE7CF357A7B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09406" y="3190623"/>
                  <a:ext cx="716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23FE4A-96CD-96E9-0ADE-24AE4A579B67}"/>
                    </a:ext>
                  </a:extLst>
                </p14:cNvPr>
                <p14:cNvContentPartPr/>
                <p14:nvPr/>
              </p14:nvContentPartPr>
              <p14:xfrm>
                <a:off x="2307126" y="3377463"/>
                <a:ext cx="87480" cy="41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23FE4A-96CD-96E9-0ADE-24AE4A579B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98126" y="3368823"/>
                  <a:ext cx="105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E89192-BF83-3422-E426-ECA8AA518FD0}"/>
                    </a:ext>
                  </a:extLst>
                </p14:cNvPr>
                <p14:cNvContentPartPr/>
                <p14:nvPr/>
              </p14:nvContentPartPr>
              <p14:xfrm>
                <a:off x="2234406" y="3449463"/>
                <a:ext cx="182160" cy="30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E89192-BF83-3422-E426-ECA8AA518F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25406" y="3440823"/>
                  <a:ext cx="199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C65476-576F-3E91-92EA-3DE318DA3352}"/>
                    </a:ext>
                  </a:extLst>
                </p14:cNvPr>
                <p14:cNvContentPartPr/>
                <p14:nvPr/>
              </p14:nvContentPartPr>
              <p14:xfrm>
                <a:off x="2602326" y="3261183"/>
                <a:ext cx="114120" cy="190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C65476-576F-3E91-92EA-3DE318DA335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93326" y="3252543"/>
                  <a:ext cx="131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3472356-50E3-5E50-16EE-4262F0C6D9A9}"/>
                    </a:ext>
                  </a:extLst>
                </p14:cNvPr>
                <p14:cNvContentPartPr/>
                <p14:nvPr/>
              </p14:nvContentPartPr>
              <p14:xfrm>
                <a:off x="2929566" y="3515343"/>
                <a:ext cx="123480" cy="16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3472356-50E3-5E50-16EE-4262F0C6D9A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20566" y="3506703"/>
                  <a:ext cx="14112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D064FB9-C103-AD52-E62A-031CB564B90B}"/>
              </a:ext>
            </a:extLst>
          </p:cNvPr>
          <p:cNvGrpSpPr/>
          <p:nvPr/>
        </p:nvGrpSpPr>
        <p:grpSpPr>
          <a:xfrm>
            <a:off x="3472086" y="3382143"/>
            <a:ext cx="802800" cy="340560"/>
            <a:chOff x="3472086" y="3382143"/>
            <a:chExt cx="80280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EFE49BA-202D-174D-B0C7-8EA15EDC41B9}"/>
                    </a:ext>
                  </a:extLst>
                </p14:cNvPr>
                <p14:cNvContentPartPr/>
                <p14:nvPr/>
              </p14:nvContentPartPr>
              <p14:xfrm>
                <a:off x="3472086" y="3385383"/>
                <a:ext cx="237960" cy="306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EFE49BA-202D-174D-B0C7-8EA15EDC41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63086" y="3376743"/>
                  <a:ext cx="255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A9BC918-80AB-17F4-8E0D-9004F0E969C0}"/>
                    </a:ext>
                  </a:extLst>
                </p14:cNvPr>
                <p14:cNvContentPartPr/>
                <p14:nvPr/>
              </p14:nvContentPartPr>
              <p14:xfrm>
                <a:off x="3539766" y="3382143"/>
                <a:ext cx="735120" cy="340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A9BC918-80AB-17F4-8E0D-9004F0E969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31126" y="3373503"/>
                  <a:ext cx="75276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6384CCB-D35D-4DD9-F921-4392CF32740E}"/>
              </a:ext>
            </a:extLst>
          </p:cNvPr>
          <p:cNvGrpSpPr/>
          <p:nvPr/>
        </p:nvGrpSpPr>
        <p:grpSpPr>
          <a:xfrm>
            <a:off x="4975086" y="3361623"/>
            <a:ext cx="1426680" cy="659520"/>
            <a:chOff x="4975086" y="3361623"/>
            <a:chExt cx="142668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EEB224B-C9F9-A7CF-A665-64BEBBEFB1C7}"/>
                    </a:ext>
                  </a:extLst>
                </p14:cNvPr>
                <p14:cNvContentPartPr/>
                <p14:nvPr/>
              </p14:nvContentPartPr>
              <p14:xfrm>
                <a:off x="4975086" y="3547743"/>
                <a:ext cx="253800" cy="193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EEB224B-C9F9-A7CF-A665-64BEBBEFB1C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66446" y="3538743"/>
                  <a:ext cx="271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22FA16-43DC-4CAC-BF64-A3DD2395DE68}"/>
                    </a:ext>
                  </a:extLst>
                </p14:cNvPr>
                <p14:cNvContentPartPr/>
                <p14:nvPr/>
              </p14:nvContentPartPr>
              <p14:xfrm>
                <a:off x="5281806" y="3361623"/>
                <a:ext cx="1119960" cy="659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22FA16-43DC-4CAC-BF64-A3DD2395DE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73166" y="3352623"/>
                  <a:ext cx="113760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BB4E2F-2D94-2FCA-FE17-30345564A74D}"/>
                    </a:ext>
                  </a:extLst>
                </p14:cNvPr>
                <p14:cNvContentPartPr/>
                <p14:nvPr/>
              </p14:nvContentPartPr>
              <p14:xfrm>
                <a:off x="5852406" y="3406623"/>
                <a:ext cx="142560" cy="1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BB4E2F-2D94-2FCA-FE17-30345564A7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43406" y="3397623"/>
                  <a:ext cx="1602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4D778C6-9F1E-EA38-BE1F-AF8844FF6FCC}"/>
                  </a:ext>
                </a:extLst>
              </p14:cNvPr>
              <p14:cNvContentPartPr/>
              <p14:nvPr/>
            </p14:nvContentPartPr>
            <p14:xfrm>
              <a:off x="7142286" y="3416703"/>
              <a:ext cx="446760" cy="716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4D778C6-9F1E-EA38-BE1F-AF8844FF6FC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133286" y="3408063"/>
                <a:ext cx="464400" cy="73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DA7506-7BA8-8131-9BF0-23693D75E91C}"/>
              </a:ext>
            </a:extLst>
          </p:cNvPr>
          <p:cNvGrpSpPr/>
          <p:nvPr/>
        </p:nvGrpSpPr>
        <p:grpSpPr>
          <a:xfrm>
            <a:off x="8035446" y="3208263"/>
            <a:ext cx="2008440" cy="736920"/>
            <a:chOff x="8035446" y="3208263"/>
            <a:chExt cx="2008440" cy="7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449B85-6284-468F-449A-1DC89B987973}"/>
                    </a:ext>
                  </a:extLst>
                </p14:cNvPr>
                <p14:cNvContentPartPr/>
                <p14:nvPr/>
              </p14:nvContentPartPr>
              <p14:xfrm>
                <a:off x="8035446" y="3502743"/>
                <a:ext cx="204120" cy="174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449B85-6284-468F-449A-1DC89B9879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26806" y="3493743"/>
                  <a:ext cx="221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C40C296-AD05-C75B-18DD-357DF7FDA77F}"/>
                    </a:ext>
                  </a:extLst>
                </p14:cNvPr>
                <p14:cNvContentPartPr/>
                <p14:nvPr/>
              </p14:nvContentPartPr>
              <p14:xfrm>
                <a:off x="8265486" y="3511383"/>
                <a:ext cx="211320" cy="433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C40C296-AD05-C75B-18DD-357DF7FDA7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56846" y="3502383"/>
                  <a:ext cx="2289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E9A6DD7-209F-C97A-6F30-91E31A07CBAD}"/>
                    </a:ext>
                  </a:extLst>
                </p14:cNvPr>
                <p14:cNvContentPartPr/>
                <p14:nvPr/>
              </p14:nvContentPartPr>
              <p14:xfrm>
                <a:off x="8621886" y="3494823"/>
                <a:ext cx="162000" cy="160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E9A6DD7-209F-C97A-6F30-91E31A07CB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12886" y="3485823"/>
                  <a:ext cx="179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726E1B0-AE77-F195-D905-BF3F58284121}"/>
                    </a:ext>
                  </a:extLst>
                </p14:cNvPr>
                <p14:cNvContentPartPr/>
                <p14:nvPr/>
              </p14:nvContentPartPr>
              <p14:xfrm>
                <a:off x="8895846" y="3507783"/>
                <a:ext cx="281880" cy="173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726E1B0-AE77-F195-D905-BF3F582841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87206" y="3499143"/>
                  <a:ext cx="299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301B692-21F2-3389-5605-E052CB715A88}"/>
                    </a:ext>
                  </a:extLst>
                </p14:cNvPr>
                <p14:cNvContentPartPr/>
                <p14:nvPr/>
              </p14:nvContentPartPr>
              <p14:xfrm>
                <a:off x="9302646" y="3208263"/>
                <a:ext cx="154800" cy="471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301B692-21F2-3389-5605-E052CB715A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94006" y="3199623"/>
                  <a:ext cx="1724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962380A-5C2E-A5C0-D462-969982C447EA}"/>
                    </a:ext>
                  </a:extLst>
                </p14:cNvPr>
                <p14:cNvContentPartPr/>
                <p14:nvPr/>
              </p14:nvContentPartPr>
              <p14:xfrm>
                <a:off x="9462846" y="3509223"/>
                <a:ext cx="46800" cy="144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962380A-5C2E-A5C0-D462-969982C447E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53846" y="3500583"/>
                  <a:ext cx="64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6DF0DC-6ABA-C6AE-0E60-8C964E207B55}"/>
                    </a:ext>
                  </a:extLst>
                </p14:cNvPr>
                <p14:cNvContentPartPr/>
                <p14:nvPr/>
              </p14:nvContentPartPr>
              <p14:xfrm>
                <a:off x="9641766" y="3472863"/>
                <a:ext cx="402120" cy="215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6DF0DC-6ABA-C6AE-0E60-8C964E207B5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32766" y="3464223"/>
                  <a:ext cx="419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3354E69-662B-339D-D84A-A1EB1C3EBF74}"/>
                    </a:ext>
                  </a:extLst>
                </p14:cNvPr>
                <p14:cNvContentPartPr/>
                <p14:nvPr/>
              </p14:nvContentPartPr>
              <p14:xfrm>
                <a:off x="9881166" y="3305103"/>
                <a:ext cx="66600" cy="74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3354E69-662B-339D-D84A-A1EB1C3EBF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72166" y="3296103"/>
                  <a:ext cx="84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F9B9C9B-B648-4A00-6F0B-3AB5CF41FB12}"/>
                    </a:ext>
                  </a:extLst>
                </p14:cNvPr>
                <p14:cNvContentPartPr/>
                <p14:nvPr/>
              </p14:nvContentPartPr>
              <p14:xfrm>
                <a:off x="9299406" y="3336423"/>
                <a:ext cx="224280" cy="57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F9B9C9B-B648-4A00-6F0B-3AB5CF41FB1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90766" y="3327783"/>
                  <a:ext cx="2419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DDB4B40-DCB3-118A-7287-647E5802DB22}"/>
              </a:ext>
            </a:extLst>
          </p:cNvPr>
          <p:cNvGrpSpPr/>
          <p:nvPr/>
        </p:nvGrpSpPr>
        <p:grpSpPr>
          <a:xfrm>
            <a:off x="10910766" y="3347943"/>
            <a:ext cx="797400" cy="393480"/>
            <a:chOff x="10910766" y="3347943"/>
            <a:chExt cx="79740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812D224-F8EF-51B4-1EA9-C121FDB99470}"/>
                    </a:ext>
                  </a:extLst>
                </p14:cNvPr>
                <p14:cNvContentPartPr/>
                <p14:nvPr/>
              </p14:nvContentPartPr>
              <p14:xfrm>
                <a:off x="10910766" y="3347943"/>
                <a:ext cx="294840" cy="393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812D224-F8EF-51B4-1EA9-C121FDB9947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02126" y="3338943"/>
                  <a:ext cx="3124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53327F1-9CD3-BF28-A463-F1D5A34F6C4D}"/>
                    </a:ext>
                  </a:extLst>
                </p14:cNvPr>
                <p14:cNvContentPartPr/>
                <p14:nvPr/>
              </p14:nvContentPartPr>
              <p14:xfrm>
                <a:off x="11254566" y="3569343"/>
                <a:ext cx="221400" cy="166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53327F1-9CD3-BF28-A463-F1D5A34F6C4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245926" y="3560703"/>
                  <a:ext cx="239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22E3251-B0A3-06F8-9D59-CA9CB6F5D532}"/>
                    </a:ext>
                  </a:extLst>
                </p14:cNvPr>
                <p14:cNvContentPartPr/>
                <p14:nvPr/>
              </p14:nvContentPartPr>
              <p14:xfrm>
                <a:off x="11509086" y="3529743"/>
                <a:ext cx="199080" cy="177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22E3251-B0A3-06F8-9D59-CA9CB6F5D53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00446" y="3521103"/>
                  <a:ext cx="21672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579B9C3-B0A8-FF56-5AA0-9FF526800E2B}"/>
              </a:ext>
            </a:extLst>
          </p:cNvPr>
          <p:cNvGrpSpPr/>
          <p:nvPr/>
        </p:nvGrpSpPr>
        <p:grpSpPr>
          <a:xfrm>
            <a:off x="717006" y="4209783"/>
            <a:ext cx="458640" cy="207720"/>
            <a:chOff x="717006" y="4209783"/>
            <a:chExt cx="45864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0CA7F96-A231-4187-F94C-7D79B50709F8}"/>
                    </a:ext>
                  </a:extLst>
                </p14:cNvPr>
                <p14:cNvContentPartPr/>
                <p14:nvPr/>
              </p14:nvContentPartPr>
              <p14:xfrm>
                <a:off x="717006" y="4230303"/>
                <a:ext cx="228600" cy="187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0CA7F96-A231-4187-F94C-7D79B50709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8366" y="4221663"/>
                  <a:ext cx="246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BB7971-388D-EBBA-D417-634F8F5CAB79}"/>
                    </a:ext>
                  </a:extLst>
                </p14:cNvPr>
                <p14:cNvContentPartPr/>
                <p14:nvPr/>
              </p14:nvContentPartPr>
              <p14:xfrm>
                <a:off x="1054326" y="4209783"/>
                <a:ext cx="121320" cy="172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BB7971-388D-EBBA-D417-634F8F5CAB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5326" y="4201143"/>
                  <a:ext cx="13896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0959FC7-9988-9735-B427-5BE746E71ED8}"/>
              </a:ext>
            </a:extLst>
          </p:cNvPr>
          <p:cNvGrpSpPr/>
          <p:nvPr/>
        </p:nvGrpSpPr>
        <p:grpSpPr>
          <a:xfrm>
            <a:off x="1617366" y="4076943"/>
            <a:ext cx="1790640" cy="360000"/>
            <a:chOff x="1617366" y="4076943"/>
            <a:chExt cx="17906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8D8877D-7699-A077-C148-1EE47A5BB543}"/>
                    </a:ext>
                  </a:extLst>
                </p14:cNvPr>
                <p14:cNvContentPartPr/>
                <p14:nvPr/>
              </p14:nvContentPartPr>
              <p14:xfrm>
                <a:off x="1617366" y="4236783"/>
                <a:ext cx="204840" cy="200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8D8877D-7699-A077-C148-1EE47A5BB54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08726" y="4227783"/>
                  <a:ext cx="222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58472A1-0066-E51F-FC5C-CADDCF4EC991}"/>
                    </a:ext>
                  </a:extLst>
                </p14:cNvPr>
                <p14:cNvContentPartPr/>
                <p14:nvPr/>
              </p14:nvContentPartPr>
              <p14:xfrm>
                <a:off x="1899246" y="4221303"/>
                <a:ext cx="140760" cy="155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58472A1-0066-E51F-FC5C-CADDCF4EC99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90246" y="4212663"/>
                  <a:ext cx="158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F860E84-1474-F607-1FCE-3BD995247447}"/>
                    </a:ext>
                  </a:extLst>
                </p14:cNvPr>
                <p14:cNvContentPartPr/>
                <p14:nvPr/>
              </p14:nvContentPartPr>
              <p14:xfrm>
                <a:off x="2121726" y="4109343"/>
                <a:ext cx="415080" cy="276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F860E84-1474-F607-1FCE-3BD99524744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12726" y="4100343"/>
                  <a:ext cx="432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5BFF413-805C-E311-0E1E-4DF6101B1DEA}"/>
                    </a:ext>
                  </a:extLst>
                </p14:cNvPr>
                <p14:cNvContentPartPr/>
                <p14:nvPr/>
              </p14:nvContentPartPr>
              <p14:xfrm>
                <a:off x="2648406" y="4076943"/>
                <a:ext cx="101160" cy="341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5BFF413-805C-E311-0E1E-4DF6101B1D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39406" y="4068303"/>
                  <a:ext cx="1188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044EFC-BE94-3593-571D-35D7FD12A0CB}"/>
                    </a:ext>
                  </a:extLst>
                </p14:cNvPr>
                <p14:cNvContentPartPr/>
                <p14:nvPr/>
              </p14:nvContentPartPr>
              <p14:xfrm>
                <a:off x="2590806" y="4250463"/>
                <a:ext cx="260280" cy="178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044EFC-BE94-3593-571D-35D7FD12A0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81806" y="4241463"/>
                  <a:ext cx="277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0ECCDF0-7E46-070B-9C01-F151AD98E3BE}"/>
                    </a:ext>
                  </a:extLst>
                </p14:cNvPr>
                <p14:cNvContentPartPr/>
                <p14:nvPr/>
              </p14:nvContentPartPr>
              <p14:xfrm>
                <a:off x="2853246" y="4145703"/>
                <a:ext cx="45000" cy="55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0ECCDF0-7E46-070B-9C01-F151AD98E3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44246" y="4136703"/>
                  <a:ext cx="62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3D03158-7421-21D7-F18F-A86F97AE5F83}"/>
                    </a:ext>
                  </a:extLst>
                </p14:cNvPr>
                <p14:cNvContentPartPr/>
                <p14:nvPr/>
              </p14:nvContentPartPr>
              <p14:xfrm>
                <a:off x="2937486" y="4223823"/>
                <a:ext cx="470520" cy="212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3D03158-7421-21D7-F18F-A86F97AE5F8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28486" y="4215183"/>
                  <a:ext cx="48816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9BF1F96-AFC5-FF2A-E31C-A9B3741538C6}"/>
                  </a:ext>
                </a:extLst>
              </p14:cNvPr>
              <p14:cNvContentPartPr/>
              <p14:nvPr/>
            </p14:nvContentPartPr>
            <p14:xfrm>
              <a:off x="4160766" y="4228143"/>
              <a:ext cx="441360" cy="236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9BF1F96-AFC5-FF2A-E31C-A9B3741538C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152126" y="4219503"/>
                <a:ext cx="45900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64B8453-965E-9DC2-BD49-D664619D884E}"/>
              </a:ext>
            </a:extLst>
          </p:cNvPr>
          <p:cNvGrpSpPr/>
          <p:nvPr/>
        </p:nvGrpSpPr>
        <p:grpSpPr>
          <a:xfrm>
            <a:off x="5155086" y="4057863"/>
            <a:ext cx="1348560" cy="820800"/>
            <a:chOff x="5155086" y="4057863"/>
            <a:chExt cx="134856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4243F69-2F77-B38F-A0DB-9CEA40C6602B}"/>
                    </a:ext>
                  </a:extLst>
                </p14:cNvPr>
                <p14:cNvContentPartPr/>
                <p14:nvPr/>
              </p14:nvContentPartPr>
              <p14:xfrm>
                <a:off x="5155086" y="4292223"/>
                <a:ext cx="112680" cy="175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4243F69-2F77-B38F-A0DB-9CEA40C6602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46446" y="4283583"/>
                  <a:ext cx="130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B1C5540-0CA2-2140-43EF-B58759285515}"/>
                    </a:ext>
                  </a:extLst>
                </p14:cNvPr>
                <p14:cNvContentPartPr/>
                <p14:nvPr/>
              </p14:nvContentPartPr>
              <p14:xfrm>
                <a:off x="5232846" y="4140663"/>
                <a:ext cx="32040" cy="34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B1C5540-0CA2-2140-43EF-B5875928551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24206" y="4131663"/>
                  <a:ext cx="49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1B57066-A798-6CF1-0F62-18DCA393727B}"/>
                    </a:ext>
                  </a:extLst>
                </p14:cNvPr>
                <p14:cNvContentPartPr/>
                <p14:nvPr/>
              </p14:nvContentPartPr>
              <p14:xfrm>
                <a:off x="5336886" y="4060383"/>
                <a:ext cx="478440" cy="818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1B57066-A798-6CF1-0F62-18DCA393727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28246" y="4051743"/>
                  <a:ext cx="49608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84015E-5466-5595-CCBE-228D455278AE}"/>
                    </a:ext>
                  </a:extLst>
                </p14:cNvPr>
                <p14:cNvContentPartPr/>
                <p14:nvPr/>
              </p14:nvContentPartPr>
              <p14:xfrm>
                <a:off x="5799126" y="4178463"/>
                <a:ext cx="51480" cy="81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84015E-5466-5595-CCBE-228D455278A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90486" y="4169823"/>
                  <a:ext cx="69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9B05A6A-E3AC-967F-9F9A-499E93F8F62D}"/>
                    </a:ext>
                  </a:extLst>
                </p14:cNvPr>
                <p14:cNvContentPartPr/>
                <p14:nvPr/>
              </p14:nvContentPartPr>
              <p14:xfrm>
                <a:off x="5871486" y="4289343"/>
                <a:ext cx="140760" cy="177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9B05A6A-E3AC-967F-9F9A-499E93F8F6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62846" y="4280343"/>
                  <a:ext cx="158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4FCA1C-CA21-2280-C816-118C7030A2DE}"/>
                    </a:ext>
                  </a:extLst>
                </p14:cNvPr>
                <p14:cNvContentPartPr/>
                <p14:nvPr/>
              </p14:nvContentPartPr>
              <p14:xfrm>
                <a:off x="6123126" y="4299783"/>
                <a:ext cx="39600" cy="117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4FCA1C-CA21-2280-C816-118C7030A2D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14486" y="4290783"/>
                  <a:ext cx="57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7B06579-F2D1-11B8-AC63-EA08434ECF2E}"/>
                    </a:ext>
                  </a:extLst>
                </p14:cNvPr>
                <p14:cNvContentPartPr/>
                <p14:nvPr/>
              </p14:nvContentPartPr>
              <p14:xfrm>
                <a:off x="6181086" y="4131663"/>
                <a:ext cx="38160" cy="41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7B06579-F2D1-11B8-AC63-EA08434ECF2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72446" y="4123023"/>
                  <a:ext cx="55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DBB6C12-BBD5-040C-0B7B-262DFA580DD3}"/>
                    </a:ext>
                  </a:extLst>
                </p14:cNvPr>
                <p14:cNvContentPartPr/>
                <p14:nvPr/>
              </p14:nvContentPartPr>
              <p14:xfrm>
                <a:off x="6302046" y="4057863"/>
                <a:ext cx="201600" cy="381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DBB6C12-BBD5-040C-0B7B-262DFA580DD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93406" y="4049223"/>
                  <a:ext cx="2192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BFA979C-CC92-1EC8-1746-ED71C441703D}"/>
                    </a:ext>
                  </a:extLst>
                </p14:cNvPr>
                <p14:cNvContentPartPr/>
                <p14:nvPr/>
              </p14:nvContentPartPr>
              <p14:xfrm>
                <a:off x="6247686" y="4178823"/>
                <a:ext cx="136440" cy="14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BFA979C-CC92-1EC8-1746-ED71C441703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39046" y="4169823"/>
                  <a:ext cx="1540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63A442E-5C94-6519-6F33-DF29E9190A04}"/>
              </a:ext>
            </a:extLst>
          </p:cNvPr>
          <p:cNvGrpSpPr/>
          <p:nvPr/>
        </p:nvGrpSpPr>
        <p:grpSpPr>
          <a:xfrm>
            <a:off x="7235166" y="4080543"/>
            <a:ext cx="1452240" cy="346320"/>
            <a:chOff x="7235166" y="4080543"/>
            <a:chExt cx="14522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C06E58B-C3BA-8E98-12B6-59708D570E41}"/>
                    </a:ext>
                  </a:extLst>
                </p14:cNvPr>
                <p14:cNvContentPartPr/>
                <p14:nvPr/>
              </p14:nvContentPartPr>
              <p14:xfrm>
                <a:off x="7235166" y="4257663"/>
                <a:ext cx="475200" cy="169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C06E58B-C3BA-8E98-12B6-59708D570E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26526" y="4249023"/>
                  <a:ext cx="492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1839A5-B5B8-3602-9AE1-ED019DE5ED0F}"/>
                    </a:ext>
                  </a:extLst>
                </p14:cNvPr>
                <p14:cNvContentPartPr/>
                <p14:nvPr/>
              </p14:nvContentPartPr>
              <p14:xfrm>
                <a:off x="7809366" y="4232823"/>
                <a:ext cx="247320" cy="166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1839A5-B5B8-3602-9AE1-ED019DE5ED0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00366" y="4224183"/>
                  <a:ext cx="264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F7685C6-9E67-C483-5264-B1D4B5DC9FCA}"/>
                    </a:ext>
                  </a:extLst>
                </p14:cNvPr>
                <p14:cNvContentPartPr/>
                <p14:nvPr/>
              </p14:nvContentPartPr>
              <p14:xfrm>
                <a:off x="8114646" y="4080543"/>
                <a:ext cx="125640" cy="334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7685C6-9E67-C483-5264-B1D4B5DC9F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05646" y="4071903"/>
                  <a:ext cx="1432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538487-6A3E-D3E0-2693-7730951ED617}"/>
                    </a:ext>
                  </a:extLst>
                </p14:cNvPr>
                <p14:cNvContentPartPr/>
                <p14:nvPr/>
              </p14:nvContentPartPr>
              <p14:xfrm>
                <a:off x="8298966" y="4213743"/>
                <a:ext cx="388440" cy="178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538487-6A3E-D3E0-2693-7730951ED61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90326" y="4205103"/>
                  <a:ext cx="40608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CB48B35-164C-FA33-7D2C-E02E7E9BAA00}"/>
                  </a:ext>
                </a:extLst>
              </p14:cNvPr>
              <p14:cNvContentPartPr/>
              <p14:nvPr/>
            </p14:nvContentPartPr>
            <p14:xfrm>
              <a:off x="9203286" y="4019343"/>
              <a:ext cx="410040" cy="9129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CB48B35-164C-FA33-7D2C-E02E7E9BAA0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194646" y="4010343"/>
                <a:ext cx="427680" cy="9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FA77D8B-D8A4-DF29-79E5-C76665A6A369}"/>
              </a:ext>
            </a:extLst>
          </p:cNvPr>
          <p:cNvGrpSpPr/>
          <p:nvPr/>
        </p:nvGrpSpPr>
        <p:grpSpPr>
          <a:xfrm>
            <a:off x="9945246" y="3970023"/>
            <a:ext cx="1852560" cy="531360"/>
            <a:chOff x="9945246" y="3970023"/>
            <a:chExt cx="1852560" cy="53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220A0D9-9055-6470-F5E8-BF57076B4041}"/>
                    </a:ext>
                  </a:extLst>
                </p14:cNvPr>
                <p14:cNvContentPartPr/>
                <p14:nvPr/>
              </p14:nvContentPartPr>
              <p14:xfrm>
                <a:off x="9945246" y="4282503"/>
                <a:ext cx="212400" cy="180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220A0D9-9055-6470-F5E8-BF57076B404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36246" y="4273503"/>
                  <a:ext cx="230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D08167C-4044-A8DF-1ACA-A49CA2CE298B}"/>
                    </a:ext>
                  </a:extLst>
                </p14:cNvPr>
                <p14:cNvContentPartPr/>
                <p14:nvPr/>
              </p14:nvContentPartPr>
              <p14:xfrm>
                <a:off x="10186806" y="4132743"/>
                <a:ext cx="690120" cy="335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D08167C-4044-A8DF-1ACA-A49CA2CE29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77806" y="4123743"/>
                  <a:ext cx="7077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EB84F57-DB81-A3C5-4ABA-E71F8013EB0D}"/>
                    </a:ext>
                  </a:extLst>
                </p14:cNvPr>
                <p14:cNvContentPartPr/>
                <p14:nvPr/>
              </p14:nvContentPartPr>
              <p14:xfrm>
                <a:off x="10926246" y="3970023"/>
                <a:ext cx="94680" cy="531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EB84F57-DB81-A3C5-4ABA-E71F8013EB0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17246" y="3961383"/>
                  <a:ext cx="11232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E909A2-DF06-070A-8C6E-77B186FBB68D}"/>
                    </a:ext>
                  </a:extLst>
                </p14:cNvPr>
                <p14:cNvContentPartPr/>
                <p14:nvPr/>
              </p14:nvContentPartPr>
              <p14:xfrm>
                <a:off x="11154126" y="4273863"/>
                <a:ext cx="39960" cy="157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E909A2-DF06-070A-8C6E-77B186FBB6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45486" y="4265223"/>
                  <a:ext cx="57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0AAC29D-BA8F-CA1A-082C-C5DB9F5AD58B}"/>
                    </a:ext>
                  </a:extLst>
                </p14:cNvPr>
                <p14:cNvContentPartPr/>
                <p14:nvPr/>
              </p14:nvContentPartPr>
              <p14:xfrm>
                <a:off x="11249166" y="4239663"/>
                <a:ext cx="387360" cy="20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0AAC29D-BA8F-CA1A-082C-C5DB9F5AD5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40526" y="4230663"/>
                  <a:ext cx="405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7CBF5F3-21F2-D766-B960-C9E36E10DD74}"/>
                    </a:ext>
                  </a:extLst>
                </p14:cNvPr>
                <p14:cNvContentPartPr/>
                <p14:nvPr/>
              </p14:nvContentPartPr>
              <p14:xfrm>
                <a:off x="11673966" y="4235703"/>
                <a:ext cx="108720" cy="146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7CBF5F3-21F2-D766-B960-C9E36E10DD7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665326" y="4227063"/>
                  <a:ext cx="126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E59A43F-285E-02C0-A94B-FE1397DA8E5F}"/>
                    </a:ext>
                  </a:extLst>
                </p14:cNvPr>
                <p14:cNvContentPartPr/>
                <p14:nvPr/>
              </p14:nvContentPartPr>
              <p14:xfrm>
                <a:off x="11788806" y="3995223"/>
                <a:ext cx="9000" cy="41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E59A43F-285E-02C0-A94B-FE1397DA8E5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79806" y="3986223"/>
                  <a:ext cx="26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5C8FBBB-BE41-1B66-B8AB-9135E820ED6E}"/>
                    </a:ext>
                  </a:extLst>
                </p14:cNvPr>
                <p14:cNvContentPartPr/>
                <p14:nvPr/>
              </p14:nvContentPartPr>
              <p14:xfrm>
                <a:off x="11124246" y="4098903"/>
                <a:ext cx="212040" cy="19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5C8FBBB-BE41-1B66-B8AB-9135E820ED6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115606" y="4089903"/>
                  <a:ext cx="22968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5ADE304-EA09-BC62-F62A-CE9F877427B8}"/>
                  </a:ext>
                </a:extLst>
              </p14:cNvPr>
              <p14:cNvContentPartPr/>
              <p14:nvPr/>
            </p14:nvContentPartPr>
            <p14:xfrm>
              <a:off x="137046" y="4943463"/>
              <a:ext cx="57960" cy="1706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5ADE304-EA09-BC62-F62A-CE9F877427B8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8046" y="4934463"/>
                <a:ext cx="75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E6E45BE-796F-8D40-9C54-AAD1236345B6}"/>
                  </a:ext>
                </a:extLst>
              </p14:cNvPr>
              <p14:cNvContentPartPr/>
              <p14:nvPr/>
            </p14:nvContentPartPr>
            <p14:xfrm>
              <a:off x="247206" y="4957503"/>
              <a:ext cx="30600" cy="164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E6E45BE-796F-8D40-9C54-AAD1236345B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8566" y="4948863"/>
                <a:ext cx="482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B75910F-3F96-4C6F-5FA7-3CA1733483B8}"/>
                  </a:ext>
                </a:extLst>
              </p14:cNvPr>
              <p14:cNvContentPartPr/>
              <p14:nvPr/>
            </p14:nvContentPartPr>
            <p14:xfrm>
              <a:off x="330726" y="4954623"/>
              <a:ext cx="54000" cy="17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B75910F-3F96-4C6F-5FA7-3CA1733483B8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22086" y="4945983"/>
                <a:ext cx="716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DC4A57E-4A9B-FC63-2BEB-2E392F2513E5}"/>
                  </a:ext>
                </a:extLst>
              </p14:cNvPr>
              <p14:cNvContentPartPr/>
              <p14:nvPr/>
            </p14:nvContentPartPr>
            <p14:xfrm>
              <a:off x="452766" y="4761663"/>
              <a:ext cx="136800" cy="4852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DC4A57E-4A9B-FC63-2BEB-2E392F2513E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4126" y="4753023"/>
                <a:ext cx="154440" cy="50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66E6105-CC24-792C-871C-A8075417F2BE}"/>
              </a:ext>
            </a:extLst>
          </p:cNvPr>
          <p:cNvGrpSpPr/>
          <p:nvPr/>
        </p:nvGrpSpPr>
        <p:grpSpPr>
          <a:xfrm>
            <a:off x="872526" y="4796223"/>
            <a:ext cx="949320" cy="396000"/>
            <a:chOff x="872526" y="4796223"/>
            <a:chExt cx="94932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2CD3D7E-5732-4349-EC1A-C5CF98C18852}"/>
                    </a:ext>
                  </a:extLst>
                </p14:cNvPr>
                <p14:cNvContentPartPr/>
                <p14:nvPr/>
              </p14:nvContentPartPr>
              <p14:xfrm>
                <a:off x="872526" y="4847703"/>
                <a:ext cx="252000" cy="334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2CD3D7E-5732-4349-EC1A-C5CF98C1885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3886" y="4838703"/>
                  <a:ext cx="2696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7AFC793-F9AE-57F2-56A5-1BAEAEB002D5}"/>
                    </a:ext>
                  </a:extLst>
                </p14:cNvPr>
                <p14:cNvContentPartPr/>
                <p14:nvPr/>
              </p14:nvContentPartPr>
              <p14:xfrm>
                <a:off x="950286" y="5008263"/>
                <a:ext cx="279720" cy="132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7AFC793-F9AE-57F2-56A5-1BAEAEB002D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1286" y="4999623"/>
                  <a:ext cx="297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BB92B0-88CF-2149-9415-A291D710D8E8}"/>
                    </a:ext>
                  </a:extLst>
                </p14:cNvPr>
                <p14:cNvContentPartPr/>
                <p14:nvPr/>
              </p14:nvContentPartPr>
              <p14:xfrm>
                <a:off x="1263486" y="4872543"/>
                <a:ext cx="31320" cy="64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BB92B0-88CF-2149-9415-A291D710D8E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54486" y="4863903"/>
                  <a:ext cx="48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C70464E-AE1F-8DDA-FA34-CBD3882BF14A}"/>
                    </a:ext>
                  </a:extLst>
                </p14:cNvPr>
                <p14:cNvContentPartPr/>
                <p14:nvPr/>
              </p14:nvContentPartPr>
              <p14:xfrm>
                <a:off x="1317126" y="5030943"/>
                <a:ext cx="190440" cy="131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C70464E-AE1F-8DDA-FA34-CBD3882BF1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08486" y="5021943"/>
                  <a:ext cx="208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98F9E23-7307-9AC4-12BE-988A1C73E576}"/>
                    </a:ext>
                  </a:extLst>
                </p14:cNvPr>
                <p14:cNvContentPartPr/>
                <p14:nvPr/>
              </p14:nvContentPartPr>
              <p14:xfrm>
                <a:off x="1569846" y="4796223"/>
                <a:ext cx="252000" cy="396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98F9E23-7307-9AC4-12BE-988A1C73E57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61206" y="4787583"/>
                  <a:ext cx="26964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1A88EB4-B354-587D-C753-65BE26636A5A}"/>
              </a:ext>
            </a:extLst>
          </p:cNvPr>
          <p:cNvGrpSpPr/>
          <p:nvPr/>
        </p:nvGrpSpPr>
        <p:grpSpPr>
          <a:xfrm>
            <a:off x="717726" y="5376903"/>
            <a:ext cx="245520" cy="468720"/>
            <a:chOff x="717726" y="5376903"/>
            <a:chExt cx="24552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73E0EAE-B2D5-D65B-591F-0535EBD91EEF}"/>
                    </a:ext>
                  </a:extLst>
                </p14:cNvPr>
                <p14:cNvContentPartPr/>
                <p14:nvPr/>
              </p14:nvContentPartPr>
              <p14:xfrm>
                <a:off x="717726" y="5534943"/>
                <a:ext cx="155880" cy="205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73E0EAE-B2D5-D65B-591F-0535EBD91EE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8726" y="5525943"/>
                  <a:ext cx="173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BEC7254-DA15-D874-4882-E2A844FB0D39}"/>
                    </a:ext>
                  </a:extLst>
                </p14:cNvPr>
                <p14:cNvContentPartPr/>
                <p14:nvPr/>
              </p14:nvContentPartPr>
              <p14:xfrm>
                <a:off x="882246" y="5376903"/>
                <a:ext cx="81000" cy="468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BEC7254-DA15-D874-4882-E2A844FB0D3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73246" y="5367903"/>
                  <a:ext cx="98640" cy="48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75E8EC7-C4E9-8B60-61BE-0A9C114AE73D}"/>
              </a:ext>
            </a:extLst>
          </p:cNvPr>
          <p:cNvGrpSpPr/>
          <p:nvPr/>
        </p:nvGrpSpPr>
        <p:grpSpPr>
          <a:xfrm>
            <a:off x="1247646" y="5437743"/>
            <a:ext cx="403560" cy="635040"/>
            <a:chOff x="1247646" y="5437743"/>
            <a:chExt cx="40356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770AD5D-3ADB-BE92-9711-AFD2A3254D61}"/>
                    </a:ext>
                  </a:extLst>
                </p14:cNvPr>
                <p14:cNvContentPartPr/>
                <p14:nvPr/>
              </p14:nvContentPartPr>
              <p14:xfrm>
                <a:off x="1247646" y="5511183"/>
                <a:ext cx="186480" cy="228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770AD5D-3ADB-BE92-9711-AFD2A3254D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38646" y="5502543"/>
                  <a:ext cx="204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ADE2FD6-C4D2-C3FF-40C0-9D32C2A99039}"/>
                    </a:ext>
                  </a:extLst>
                </p14:cNvPr>
                <p14:cNvContentPartPr/>
                <p14:nvPr/>
              </p14:nvContentPartPr>
              <p14:xfrm>
                <a:off x="1462206" y="5437743"/>
                <a:ext cx="189000" cy="635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ADE2FD6-C4D2-C3FF-40C0-9D32C2A9903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53566" y="5428743"/>
                  <a:ext cx="206640" cy="65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27AA5377-577F-267D-D5A5-C6C9CE529501}"/>
                  </a:ext>
                </a:extLst>
              </p14:cNvPr>
              <p14:cNvContentPartPr/>
              <p14:nvPr/>
            </p14:nvContentPartPr>
            <p14:xfrm>
              <a:off x="4283526" y="5540343"/>
              <a:ext cx="171000" cy="2761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27AA5377-577F-267D-D5A5-C6C9CE52950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274886" y="5531703"/>
                <a:ext cx="1886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DE020201-5EF9-7EBA-960B-AC1B2B22D457}"/>
                  </a:ext>
                </a:extLst>
              </p14:cNvPr>
              <p14:cNvContentPartPr/>
              <p14:nvPr/>
            </p14:nvContentPartPr>
            <p14:xfrm>
              <a:off x="5048886" y="5777223"/>
              <a:ext cx="57600" cy="1357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DE020201-5EF9-7EBA-960B-AC1B2B22D45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039886" y="5768583"/>
                <a:ext cx="7524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035682B-C609-3556-E352-54A15B4FA248}"/>
              </a:ext>
            </a:extLst>
          </p:cNvPr>
          <p:cNvGrpSpPr/>
          <p:nvPr/>
        </p:nvGrpSpPr>
        <p:grpSpPr>
          <a:xfrm>
            <a:off x="5363526" y="5484903"/>
            <a:ext cx="740160" cy="348120"/>
            <a:chOff x="5363526" y="5484903"/>
            <a:chExt cx="74016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FE90FD0-BDD2-C2F9-C407-73E8E982F0C5}"/>
                    </a:ext>
                  </a:extLst>
                </p14:cNvPr>
                <p14:cNvContentPartPr/>
                <p14:nvPr/>
              </p14:nvContentPartPr>
              <p14:xfrm>
                <a:off x="5363526" y="5484903"/>
                <a:ext cx="308880" cy="340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FE90FD0-BDD2-C2F9-C407-73E8E982F0C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354526" y="5475903"/>
                  <a:ext cx="3265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E9924E2-A765-3ADB-6606-F78BB23BA084}"/>
                    </a:ext>
                  </a:extLst>
                </p14:cNvPr>
                <p14:cNvContentPartPr/>
                <p14:nvPr/>
              </p14:nvContentPartPr>
              <p14:xfrm>
                <a:off x="5562966" y="5511543"/>
                <a:ext cx="540720" cy="321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E9924E2-A765-3ADB-6606-F78BB23BA08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53966" y="5502903"/>
                  <a:ext cx="55836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2CE3F0D-B4E8-E36E-623C-84E67ACE4647}"/>
              </a:ext>
            </a:extLst>
          </p:cNvPr>
          <p:cNvGrpSpPr/>
          <p:nvPr/>
        </p:nvGrpSpPr>
        <p:grpSpPr>
          <a:xfrm>
            <a:off x="6381606" y="5464023"/>
            <a:ext cx="1465560" cy="624600"/>
            <a:chOff x="6381606" y="5464023"/>
            <a:chExt cx="146556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F704A1F-F409-AF9D-ED62-D673AFCC6E4E}"/>
                    </a:ext>
                  </a:extLst>
                </p14:cNvPr>
                <p14:cNvContentPartPr/>
                <p14:nvPr/>
              </p14:nvContentPartPr>
              <p14:xfrm>
                <a:off x="6381606" y="5631423"/>
                <a:ext cx="194400" cy="178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F704A1F-F409-AF9D-ED62-D673AFCC6E4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72606" y="5622423"/>
                  <a:ext cx="212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D3CD422-C2E1-C9BD-4864-0F9B6EC55D36}"/>
                    </a:ext>
                  </a:extLst>
                </p14:cNvPr>
                <p14:cNvContentPartPr/>
                <p14:nvPr/>
              </p14:nvContentPartPr>
              <p14:xfrm>
                <a:off x="6576726" y="5644383"/>
                <a:ext cx="198000" cy="444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D3CD422-C2E1-C9BD-4864-0F9B6EC55D3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67726" y="5635743"/>
                  <a:ext cx="2156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9522D8B-7B7F-0592-2FF7-0BD6650C792B}"/>
                    </a:ext>
                  </a:extLst>
                </p14:cNvPr>
                <p14:cNvContentPartPr/>
                <p14:nvPr/>
              </p14:nvContentPartPr>
              <p14:xfrm>
                <a:off x="6888126" y="5635023"/>
                <a:ext cx="162720" cy="161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9522D8B-7B7F-0592-2FF7-0BD6650C79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79126" y="5626383"/>
                  <a:ext cx="180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EE81830-CED2-E6F5-1EBB-DECA3753EA62}"/>
                    </a:ext>
                  </a:extLst>
                </p14:cNvPr>
                <p14:cNvContentPartPr/>
                <p14:nvPr/>
              </p14:nvContentPartPr>
              <p14:xfrm>
                <a:off x="6818286" y="5596503"/>
                <a:ext cx="276480" cy="212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EE81830-CED2-E6F5-1EBB-DECA3753EA6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09646" y="5587863"/>
                  <a:ext cx="294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366B032-4F7F-C4D8-2A68-7C7C258C2093}"/>
                    </a:ext>
                  </a:extLst>
                </p14:cNvPr>
                <p14:cNvContentPartPr/>
                <p14:nvPr/>
              </p14:nvContentPartPr>
              <p14:xfrm>
                <a:off x="7147686" y="5464023"/>
                <a:ext cx="121680" cy="338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366B032-4F7F-C4D8-2A68-7C7C258C209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38686" y="5455383"/>
                  <a:ext cx="139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1F913B6-084E-F04A-740A-6EA45C31B07E}"/>
                    </a:ext>
                  </a:extLst>
                </p14:cNvPr>
                <p14:cNvContentPartPr/>
                <p14:nvPr/>
              </p14:nvContentPartPr>
              <p14:xfrm>
                <a:off x="7166766" y="5568423"/>
                <a:ext cx="154800" cy="40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1F913B6-084E-F04A-740A-6EA45C31B07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157766" y="5559423"/>
                  <a:ext cx="172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E7F2DC2-998C-A99F-11C9-D1AD73628F6D}"/>
                    </a:ext>
                  </a:extLst>
                </p14:cNvPr>
                <p14:cNvContentPartPr/>
                <p14:nvPr/>
              </p14:nvContentPartPr>
              <p14:xfrm>
                <a:off x="7326966" y="5605143"/>
                <a:ext cx="147240" cy="190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E7F2DC2-998C-A99F-11C9-D1AD73628F6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318326" y="5596503"/>
                  <a:ext cx="164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E2727A8-B848-63FB-DDFF-2D07CAAFF00A}"/>
                    </a:ext>
                  </a:extLst>
                </p14:cNvPr>
                <p14:cNvContentPartPr/>
                <p14:nvPr/>
              </p14:nvContentPartPr>
              <p14:xfrm>
                <a:off x="7524246" y="5629263"/>
                <a:ext cx="322920" cy="174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E2727A8-B848-63FB-DDFF-2D07CAAFF00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15606" y="5620623"/>
                  <a:ext cx="34056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C2EBCCF-1BE1-6C8F-2741-63C5D145534E}"/>
              </a:ext>
            </a:extLst>
          </p:cNvPr>
          <p:cNvGrpSpPr/>
          <p:nvPr/>
        </p:nvGrpSpPr>
        <p:grpSpPr>
          <a:xfrm>
            <a:off x="8299686" y="5475183"/>
            <a:ext cx="621360" cy="327600"/>
            <a:chOff x="8299686" y="5475183"/>
            <a:chExt cx="62136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B851E42-28DF-B26D-9F19-7D341FD40547}"/>
                    </a:ext>
                  </a:extLst>
                </p14:cNvPr>
                <p14:cNvContentPartPr/>
                <p14:nvPr/>
              </p14:nvContentPartPr>
              <p14:xfrm>
                <a:off x="8299686" y="5475183"/>
                <a:ext cx="393120" cy="327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B851E42-28DF-B26D-9F19-7D341FD4054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91046" y="5466543"/>
                  <a:ext cx="410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E6BE655-EDBF-F25F-7A73-61574CE80F92}"/>
                    </a:ext>
                  </a:extLst>
                </p14:cNvPr>
                <p14:cNvContentPartPr/>
                <p14:nvPr/>
              </p14:nvContentPartPr>
              <p14:xfrm>
                <a:off x="8779926" y="5601543"/>
                <a:ext cx="141120" cy="171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E6BE655-EDBF-F25F-7A73-61574CE80F9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770926" y="5592903"/>
                  <a:ext cx="15876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E81B37E-842D-7BB7-E743-F93DC9F64CF1}"/>
              </a:ext>
            </a:extLst>
          </p:cNvPr>
          <p:cNvGrpSpPr/>
          <p:nvPr/>
        </p:nvGrpSpPr>
        <p:grpSpPr>
          <a:xfrm>
            <a:off x="9264486" y="5578503"/>
            <a:ext cx="351720" cy="168120"/>
            <a:chOff x="9264486" y="5578503"/>
            <a:chExt cx="35172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A66F7DE-2042-2C1A-D87A-2C53EF917F6D}"/>
                    </a:ext>
                  </a:extLst>
                </p14:cNvPr>
                <p14:cNvContentPartPr/>
                <p14:nvPr/>
              </p14:nvContentPartPr>
              <p14:xfrm>
                <a:off x="9264486" y="5578503"/>
                <a:ext cx="151560" cy="168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A66F7DE-2042-2C1A-D87A-2C53EF917F6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55486" y="5569503"/>
                  <a:ext cx="169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D6C522B-2D61-3DFA-D843-0470BFF964DB}"/>
                    </a:ext>
                  </a:extLst>
                </p14:cNvPr>
                <p14:cNvContentPartPr/>
                <p14:nvPr/>
              </p14:nvContentPartPr>
              <p14:xfrm>
                <a:off x="9474726" y="5593623"/>
                <a:ext cx="141480" cy="149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D6C522B-2D61-3DFA-D843-0470BFF964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66086" y="5584623"/>
                  <a:ext cx="1591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5F82CA0-1D0F-BD2C-9780-55E18DEE0751}"/>
              </a:ext>
            </a:extLst>
          </p:cNvPr>
          <p:cNvGrpSpPr/>
          <p:nvPr/>
        </p:nvGrpSpPr>
        <p:grpSpPr>
          <a:xfrm>
            <a:off x="9907806" y="5298783"/>
            <a:ext cx="1648800" cy="448200"/>
            <a:chOff x="9907806" y="5298783"/>
            <a:chExt cx="164880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EB8A2FA-5A95-C438-A8D2-387B01BDD5C6}"/>
                    </a:ext>
                  </a:extLst>
                </p14:cNvPr>
                <p14:cNvContentPartPr/>
                <p14:nvPr/>
              </p14:nvContentPartPr>
              <p14:xfrm>
                <a:off x="9907806" y="5531343"/>
                <a:ext cx="174960" cy="215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EB8A2FA-5A95-C438-A8D2-387B01BDD5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99166" y="5522343"/>
                  <a:ext cx="192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53D462D-5D94-EBFC-AF74-B686751ACB5F}"/>
                    </a:ext>
                  </a:extLst>
                </p14:cNvPr>
                <p14:cNvContentPartPr/>
                <p14:nvPr/>
              </p14:nvContentPartPr>
              <p14:xfrm>
                <a:off x="10125606" y="5396703"/>
                <a:ext cx="619560" cy="329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53D462D-5D94-EBFC-AF74-B686751ACB5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16966" y="5388063"/>
                  <a:ext cx="6372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E1F49E4-27EE-13F0-29B2-1EDB9F3B861F}"/>
                    </a:ext>
                  </a:extLst>
                </p14:cNvPr>
                <p14:cNvContentPartPr/>
                <p14:nvPr/>
              </p14:nvContentPartPr>
              <p14:xfrm>
                <a:off x="10796286" y="5298783"/>
                <a:ext cx="71280" cy="373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E1F49E4-27EE-13F0-29B2-1EDB9F3B861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787286" y="5289783"/>
                  <a:ext cx="889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2CADD48-AB32-D37A-F499-CF8EFB40B5B5}"/>
                    </a:ext>
                  </a:extLst>
                </p14:cNvPr>
                <p14:cNvContentPartPr/>
                <p14:nvPr/>
              </p14:nvContentPartPr>
              <p14:xfrm>
                <a:off x="10890246" y="5512983"/>
                <a:ext cx="74160" cy="1490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2CADD48-AB32-D37A-F499-CF8EFB40B5B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881606" y="5503983"/>
                  <a:ext cx="91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835F20F-A9AC-C643-0947-5A8BBA7A584E}"/>
                    </a:ext>
                  </a:extLst>
                </p14:cNvPr>
                <p14:cNvContentPartPr/>
                <p14:nvPr/>
              </p14:nvContentPartPr>
              <p14:xfrm>
                <a:off x="11055846" y="5503983"/>
                <a:ext cx="131400" cy="155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835F20F-A9AC-C643-0947-5A8BBA7A584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47206" y="5494983"/>
                  <a:ext cx="149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AE88FCC-9B9B-78BB-FA1D-F4EFC3775F67}"/>
                    </a:ext>
                  </a:extLst>
                </p14:cNvPr>
                <p14:cNvContentPartPr/>
                <p14:nvPr/>
              </p14:nvContentPartPr>
              <p14:xfrm>
                <a:off x="11296686" y="5485983"/>
                <a:ext cx="259920" cy="152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AE88FCC-9B9B-78BB-FA1D-F4EFC3775F6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288046" y="5477343"/>
                  <a:ext cx="277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7A51716-1A8E-E83B-BBD6-C3D5979D6985}"/>
                    </a:ext>
                  </a:extLst>
                </p14:cNvPr>
                <p14:cNvContentPartPr/>
                <p14:nvPr/>
              </p14:nvContentPartPr>
              <p14:xfrm>
                <a:off x="11081406" y="5333703"/>
                <a:ext cx="91440" cy="28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7A51716-1A8E-E83B-BBD6-C3D5979D69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72406" y="5324703"/>
                  <a:ext cx="109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443A316-E331-4B64-7A56-125E55FC0B2F}"/>
                    </a:ext>
                  </a:extLst>
                </p14:cNvPr>
                <p14:cNvContentPartPr/>
                <p14:nvPr/>
              </p14:nvContentPartPr>
              <p14:xfrm>
                <a:off x="10739046" y="5392743"/>
                <a:ext cx="227160" cy="27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443A316-E331-4B64-7A56-125E55FC0B2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730406" y="5383743"/>
                  <a:ext cx="2448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71A8B5A-9B2A-CF6D-7C44-3696CEB7D9E4}"/>
              </a:ext>
            </a:extLst>
          </p:cNvPr>
          <p:cNvGrpSpPr/>
          <p:nvPr/>
        </p:nvGrpSpPr>
        <p:grpSpPr>
          <a:xfrm>
            <a:off x="1112286" y="6134343"/>
            <a:ext cx="673200" cy="293400"/>
            <a:chOff x="1112286" y="6134343"/>
            <a:chExt cx="67320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92D5614-EB7C-239C-8B8B-6DDE026A27FD}"/>
                    </a:ext>
                  </a:extLst>
                </p14:cNvPr>
                <p14:cNvContentPartPr/>
                <p14:nvPr/>
              </p14:nvContentPartPr>
              <p14:xfrm>
                <a:off x="1112286" y="6215703"/>
                <a:ext cx="157680" cy="179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92D5614-EB7C-239C-8B8B-6DDE026A27F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03286" y="6206703"/>
                  <a:ext cx="175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CF6B001-12F7-3073-AEA1-478BCE6022B1}"/>
                    </a:ext>
                  </a:extLst>
                </p14:cNvPr>
                <p14:cNvContentPartPr/>
                <p14:nvPr/>
              </p14:nvContentPartPr>
              <p14:xfrm>
                <a:off x="1339806" y="6256023"/>
                <a:ext cx="181080" cy="134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CF6B001-12F7-3073-AEA1-478BCE6022B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330806" y="6247023"/>
                  <a:ext cx="198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8951DCA-2E8B-A1FA-0F2B-C9E2FD9B57E8}"/>
                    </a:ext>
                  </a:extLst>
                </p14:cNvPr>
                <p14:cNvContentPartPr/>
                <p14:nvPr/>
              </p14:nvContentPartPr>
              <p14:xfrm>
                <a:off x="1551846" y="6134343"/>
                <a:ext cx="233640" cy="293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8951DCA-2E8B-A1FA-0F2B-C9E2FD9B57E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42846" y="6125343"/>
                  <a:ext cx="25128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3B177E7-4972-8DB0-6295-BCC613364B18}"/>
              </a:ext>
            </a:extLst>
          </p:cNvPr>
          <p:cNvGrpSpPr/>
          <p:nvPr/>
        </p:nvGrpSpPr>
        <p:grpSpPr>
          <a:xfrm>
            <a:off x="2100126" y="6141543"/>
            <a:ext cx="263160" cy="309240"/>
            <a:chOff x="2100126" y="6141543"/>
            <a:chExt cx="26316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7322B89-66BB-28C6-5458-F551B2AB342A}"/>
                    </a:ext>
                  </a:extLst>
                </p14:cNvPr>
                <p14:cNvContentPartPr/>
                <p14:nvPr/>
              </p14:nvContentPartPr>
              <p14:xfrm>
                <a:off x="2100126" y="6274383"/>
                <a:ext cx="42120" cy="176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7322B89-66BB-28C6-5458-F551B2AB342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91126" y="6265383"/>
                  <a:ext cx="59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00DA225-4D45-DE54-4D32-98D5C3354FFB}"/>
                    </a:ext>
                  </a:extLst>
                </p14:cNvPr>
                <p14:cNvContentPartPr/>
                <p14:nvPr/>
              </p14:nvContentPartPr>
              <p14:xfrm>
                <a:off x="2189046" y="6141543"/>
                <a:ext cx="2160" cy="73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00DA225-4D45-DE54-4D32-98D5C3354FF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80406" y="6132543"/>
                  <a:ext cx="19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6C13558-9617-B3D0-F65C-3F68EAEC0786}"/>
                    </a:ext>
                  </a:extLst>
                </p14:cNvPr>
                <p14:cNvContentPartPr/>
                <p14:nvPr/>
              </p14:nvContentPartPr>
              <p14:xfrm>
                <a:off x="2231166" y="6285543"/>
                <a:ext cx="132120" cy="138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6C13558-9617-B3D0-F65C-3F68EAEC07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22526" y="6276903"/>
                  <a:ext cx="1497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CF1F4451-03C7-69A1-4547-828722055D7A}"/>
              </a:ext>
            </a:extLst>
          </p:cNvPr>
          <p:cNvGrpSpPr/>
          <p:nvPr/>
        </p:nvGrpSpPr>
        <p:grpSpPr>
          <a:xfrm>
            <a:off x="2842086" y="6120663"/>
            <a:ext cx="1541880" cy="657720"/>
            <a:chOff x="2842086" y="6120663"/>
            <a:chExt cx="1541880" cy="6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FA69E74-85A7-7D75-3609-005AC7E0121E}"/>
                    </a:ext>
                  </a:extLst>
                </p14:cNvPr>
                <p14:cNvContentPartPr/>
                <p14:nvPr/>
              </p14:nvContentPartPr>
              <p14:xfrm>
                <a:off x="2842086" y="6143703"/>
                <a:ext cx="177480" cy="319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FA69E74-85A7-7D75-3609-005AC7E0121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33446" y="6134703"/>
                  <a:ext cx="1951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99F1673-28EB-398A-4AD0-6D4F21B24055}"/>
                    </a:ext>
                  </a:extLst>
                </p14:cNvPr>
                <p14:cNvContentPartPr/>
                <p14:nvPr/>
              </p14:nvContentPartPr>
              <p14:xfrm>
                <a:off x="2878806" y="6120663"/>
                <a:ext cx="1002600" cy="657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99F1673-28EB-398A-4AD0-6D4F21B2405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870166" y="6112023"/>
                  <a:ext cx="102024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95FB538-1C62-A3D3-F1DC-AE9B1232C1AA}"/>
                    </a:ext>
                  </a:extLst>
                </p14:cNvPr>
                <p14:cNvContentPartPr/>
                <p14:nvPr/>
              </p14:nvContentPartPr>
              <p14:xfrm>
                <a:off x="3896526" y="6302463"/>
                <a:ext cx="113400" cy="138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95FB538-1C62-A3D3-F1DC-AE9B1232C1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887886" y="6293463"/>
                  <a:ext cx="131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EE8CE2F-AD03-7DCE-1B0B-B23F7DF7472A}"/>
                    </a:ext>
                  </a:extLst>
                </p14:cNvPr>
                <p14:cNvContentPartPr/>
                <p14:nvPr/>
              </p14:nvContentPartPr>
              <p14:xfrm>
                <a:off x="4043766" y="6305703"/>
                <a:ext cx="340200" cy="149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EE8CE2F-AD03-7DCE-1B0B-B23F7DF7472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035126" y="6296703"/>
                  <a:ext cx="3578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365E0972-90FF-D04E-4D94-8B0CA8F3B490}"/>
              </a:ext>
            </a:extLst>
          </p:cNvPr>
          <p:cNvGrpSpPr/>
          <p:nvPr/>
        </p:nvGrpSpPr>
        <p:grpSpPr>
          <a:xfrm>
            <a:off x="4863126" y="6103743"/>
            <a:ext cx="2063880" cy="402840"/>
            <a:chOff x="4863126" y="6103743"/>
            <a:chExt cx="206388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39E1795-C62B-B696-9AE0-800670C436D1}"/>
                    </a:ext>
                  </a:extLst>
                </p14:cNvPr>
                <p14:cNvContentPartPr/>
                <p14:nvPr/>
              </p14:nvContentPartPr>
              <p14:xfrm>
                <a:off x="4863126" y="6302103"/>
                <a:ext cx="42120" cy="164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39E1795-C62B-B696-9AE0-800670C436D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854126" y="6293103"/>
                  <a:ext cx="59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B257092-9FB0-0921-6ED6-1B34FCC4670D}"/>
                    </a:ext>
                  </a:extLst>
                </p14:cNvPr>
                <p14:cNvContentPartPr/>
                <p14:nvPr/>
              </p14:nvContentPartPr>
              <p14:xfrm>
                <a:off x="4904526" y="6182943"/>
                <a:ext cx="6480" cy="41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B257092-9FB0-0921-6ED6-1B34FCC4670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895526" y="6174303"/>
                  <a:ext cx="2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3251094-41FA-83BF-BA97-82691A78DE18}"/>
                    </a:ext>
                  </a:extLst>
                </p14:cNvPr>
                <p14:cNvContentPartPr/>
                <p14:nvPr/>
              </p14:nvContentPartPr>
              <p14:xfrm>
                <a:off x="4949886" y="6335583"/>
                <a:ext cx="137160" cy="130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3251094-41FA-83BF-BA97-82691A78DE1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940886" y="6326583"/>
                  <a:ext cx="154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61DD9BA-3E89-F2AE-1EFC-6979E4BE98D6}"/>
                    </a:ext>
                  </a:extLst>
                </p14:cNvPr>
                <p14:cNvContentPartPr/>
                <p14:nvPr/>
              </p14:nvContentPartPr>
              <p14:xfrm>
                <a:off x="5134926" y="6325863"/>
                <a:ext cx="495360" cy="1738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61DD9BA-3E89-F2AE-1EFC-6979E4BE98D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126286" y="6316863"/>
                  <a:ext cx="513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B00C94C-C1E7-5E4F-1271-84443B278C14}"/>
                    </a:ext>
                  </a:extLst>
                </p14:cNvPr>
                <p14:cNvContentPartPr/>
                <p14:nvPr/>
              </p14:nvContentPartPr>
              <p14:xfrm>
                <a:off x="5671686" y="6288783"/>
                <a:ext cx="102600" cy="176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B00C94C-C1E7-5E4F-1271-84443B278C1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62686" y="6279783"/>
                  <a:ext cx="120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8D663F8-F999-E09F-7610-5745BF025FE6}"/>
                    </a:ext>
                  </a:extLst>
                </p14:cNvPr>
                <p14:cNvContentPartPr/>
                <p14:nvPr/>
              </p14:nvContentPartPr>
              <p14:xfrm>
                <a:off x="5858886" y="6301383"/>
                <a:ext cx="39600" cy="161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8D663F8-F999-E09F-7610-5745BF025FE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850246" y="6292743"/>
                  <a:ext cx="57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59EDD23-B2E6-2812-8972-102CA6F37B24}"/>
                    </a:ext>
                  </a:extLst>
                </p14:cNvPr>
                <p14:cNvContentPartPr/>
                <p14:nvPr/>
              </p14:nvContentPartPr>
              <p14:xfrm>
                <a:off x="5911446" y="6149103"/>
                <a:ext cx="51120" cy="39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59EDD23-B2E6-2812-8972-102CA6F37B2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902806" y="6140463"/>
                  <a:ext cx="68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E5601C4-0A37-EE34-DF92-78A48B6D8A04}"/>
                    </a:ext>
                  </a:extLst>
                </p14:cNvPr>
                <p14:cNvContentPartPr/>
                <p14:nvPr/>
              </p14:nvContentPartPr>
              <p14:xfrm>
                <a:off x="5958606" y="6306423"/>
                <a:ext cx="124560" cy="1501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E5601C4-0A37-EE34-DF92-78A48B6D8A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949966" y="6297423"/>
                  <a:ext cx="142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F5B6409-EBD7-EC6D-59C8-483D4863683A}"/>
                    </a:ext>
                  </a:extLst>
                </p14:cNvPr>
                <p14:cNvContentPartPr/>
                <p14:nvPr/>
              </p14:nvContentPartPr>
              <p14:xfrm>
                <a:off x="6190446" y="6157383"/>
                <a:ext cx="91800" cy="349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F5B6409-EBD7-EC6D-59C8-483D4863683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181446" y="6148383"/>
                  <a:ext cx="1094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B67F613-B659-F5E1-06B1-983E60EEC95B}"/>
                    </a:ext>
                  </a:extLst>
                </p14:cNvPr>
                <p14:cNvContentPartPr/>
                <p14:nvPr/>
              </p14:nvContentPartPr>
              <p14:xfrm>
                <a:off x="6148326" y="6279783"/>
                <a:ext cx="119520" cy="33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B67F613-B659-F5E1-06B1-983E60EEC95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39326" y="6270783"/>
                  <a:ext cx="137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45474E5-AC49-460E-EABE-D2322EFCC040}"/>
                    </a:ext>
                  </a:extLst>
                </p14:cNvPr>
                <p14:cNvContentPartPr/>
                <p14:nvPr/>
              </p14:nvContentPartPr>
              <p14:xfrm>
                <a:off x="6311766" y="6323343"/>
                <a:ext cx="148680" cy="155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45474E5-AC49-460E-EABE-D2322EFCC04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303126" y="6314703"/>
                  <a:ext cx="166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423983E-1434-0919-5047-EDBA64662D24}"/>
                    </a:ext>
                  </a:extLst>
                </p14:cNvPr>
                <p14:cNvContentPartPr/>
                <p14:nvPr/>
              </p14:nvContentPartPr>
              <p14:xfrm>
                <a:off x="6527406" y="6103743"/>
                <a:ext cx="399600" cy="370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423983E-1434-0919-5047-EDBA64662D2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518406" y="6094743"/>
                  <a:ext cx="4172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19DBCBC-A089-99BF-0866-8578DBC4ABCB}"/>
                    </a:ext>
                  </a:extLst>
                </p14:cNvPr>
                <p14:cNvContentPartPr/>
                <p14:nvPr/>
              </p14:nvContentPartPr>
              <p14:xfrm>
                <a:off x="6735126" y="6186543"/>
                <a:ext cx="172080" cy="36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19DBCBC-A089-99BF-0866-8578DBC4ABC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26126" y="6177543"/>
                  <a:ext cx="18972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C7A8A3A-1AF4-1518-01F4-79AF179F678C}"/>
                  </a:ext>
                </a:extLst>
              </p14:cNvPr>
              <p14:cNvContentPartPr/>
              <p14:nvPr/>
            </p14:nvContentPartPr>
            <p14:xfrm>
              <a:off x="7401126" y="6432063"/>
              <a:ext cx="25920" cy="57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C7A8A3A-1AF4-1518-01F4-79AF179F678C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7392486" y="6423063"/>
                <a:ext cx="4356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E6176A5-F9A3-572F-503C-8A0E522EE7B5}"/>
              </a:ext>
            </a:extLst>
          </p:cNvPr>
          <p:cNvGrpSpPr/>
          <p:nvPr/>
        </p:nvGrpSpPr>
        <p:grpSpPr>
          <a:xfrm>
            <a:off x="1751646" y="1371543"/>
            <a:ext cx="1693800" cy="574200"/>
            <a:chOff x="1751646" y="1371543"/>
            <a:chExt cx="169380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ACA02B-6F39-F6D3-0B18-0D10773DFB92}"/>
                    </a:ext>
                  </a:extLst>
                </p14:cNvPr>
                <p14:cNvContentPartPr/>
                <p14:nvPr/>
              </p14:nvContentPartPr>
              <p14:xfrm>
                <a:off x="1751646" y="1371543"/>
                <a:ext cx="99360" cy="425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ACA02B-6F39-F6D3-0B18-0D10773DFB9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742646" y="1362543"/>
                  <a:ext cx="1170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C2F61B-87A3-4386-75C1-1C115878D345}"/>
                    </a:ext>
                  </a:extLst>
                </p14:cNvPr>
                <p14:cNvContentPartPr/>
                <p14:nvPr/>
              </p14:nvContentPartPr>
              <p14:xfrm>
                <a:off x="1938126" y="1474863"/>
                <a:ext cx="139680" cy="267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C2F61B-87A3-4386-75C1-1C115878D34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929486" y="1466223"/>
                  <a:ext cx="157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03300CB-42BB-F4A0-2472-84E75A6F8401}"/>
                    </a:ext>
                  </a:extLst>
                </p14:cNvPr>
                <p14:cNvContentPartPr/>
                <p14:nvPr/>
              </p14:nvContentPartPr>
              <p14:xfrm>
                <a:off x="1951806" y="1586823"/>
                <a:ext cx="127800" cy="100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03300CB-42BB-F4A0-2472-84E75A6F840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43166" y="1578183"/>
                  <a:ext cx="145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B339A9-1C11-B9EC-450D-3251AE66D7B3}"/>
                    </a:ext>
                  </a:extLst>
                </p14:cNvPr>
                <p14:cNvContentPartPr/>
                <p14:nvPr/>
              </p14:nvContentPartPr>
              <p14:xfrm>
                <a:off x="2207046" y="1384863"/>
                <a:ext cx="67320" cy="382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B339A9-1C11-B9EC-450D-3251AE66D7B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198406" y="1376223"/>
                  <a:ext cx="849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7E68BA-D51C-5B4C-1538-D4788C2AFDE9}"/>
                    </a:ext>
                  </a:extLst>
                </p14:cNvPr>
                <p14:cNvContentPartPr/>
                <p14:nvPr/>
              </p14:nvContentPartPr>
              <p14:xfrm>
                <a:off x="2488926" y="1555503"/>
                <a:ext cx="213840" cy="57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7E68BA-D51C-5B4C-1538-D4788C2AFDE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479926" y="1546503"/>
                  <a:ext cx="231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31EFDE-49E1-9F76-94EE-C9C7565C2AAB}"/>
                    </a:ext>
                  </a:extLst>
                </p14:cNvPr>
                <p14:cNvContentPartPr/>
                <p14:nvPr/>
              </p14:nvContentPartPr>
              <p14:xfrm>
                <a:off x="2479926" y="1640103"/>
                <a:ext cx="260640" cy="54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31EFDE-49E1-9F76-94EE-C9C7565C2AA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471286" y="1631103"/>
                  <a:ext cx="278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10CE8F-9CDF-E2D5-8F97-FACF4A8F604E}"/>
                    </a:ext>
                  </a:extLst>
                </p14:cNvPr>
                <p14:cNvContentPartPr/>
                <p14:nvPr/>
              </p14:nvContentPartPr>
              <p14:xfrm>
                <a:off x="2648766" y="1457943"/>
                <a:ext cx="133920" cy="359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10CE8F-9CDF-E2D5-8F97-FACF4A8F604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40126" y="1449303"/>
                  <a:ext cx="151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D7EC57-AD96-9E6A-6E27-010CEBA43F11}"/>
                    </a:ext>
                  </a:extLst>
                </p14:cNvPr>
                <p14:cNvContentPartPr/>
                <p14:nvPr/>
              </p14:nvContentPartPr>
              <p14:xfrm>
                <a:off x="3001206" y="1502943"/>
                <a:ext cx="150840" cy="23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D7EC57-AD96-9E6A-6E27-010CEBA43F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992206" y="1494303"/>
                  <a:ext cx="168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753C34-7917-42A3-2796-1DACFEF59114}"/>
                    </a:ext>
                  </a:extLst>
                </p14:cNvPr>
                <p14:cNvContentPartPr/>
                <p14:nvPr/>
              </p14:nvContentPartPr>
              <p14:xfrm>
                <a:off x="3304326" y="1772583"/>
                <a:ext cx="141120" cy="173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753C34-7917-42A3-2796-1DACFEF5911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295326" y="1763583"/>
                  <a:ext cx="158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F1C9CB0-79D6-9AE2-7537-80559BCE97ED}"/>
                    </a:ext>
                  </a:extLst>
                </p14:cNvPr>
                <p14:cNvContentPartPr/>
                <p14:nvPr/>
              </p14:nvContentPartPr>
              <p14:xfrm>
                <a:off x="2662086" y="1566303"/>
                <a:ext cx="126720" cy="252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F1C9CB0-79D6-9AE2-7537-80559BCE97E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653446" y="1557303"/>
                  <a:ext cx="144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D9FC004-7469-EA6E-BD19-38BC33E9D398}"/>
                    </a:ext>
                  </a:extLst>
                </p14:cNvPr>
                <p14:cNvContentPartPr/>
                <p14:nvPr/>
              </p14:nvContentPartPr>
              <p14:xfrm>
                <a:off x="2645886" y="1691943"/>
                <a:ext cx="189000" cy="29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D9FC004-7469-EA6E-BD19-38BC33E9D39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637246" y="1682943"/>
                  <a:ext cx="2066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95F53B9-70C4-A577-7054-13649AD22D44}"/>
              </a:ext>
            </a:extLst>
          </p:cNvPr>
          <p:cNvGrpSpPr/>
          <p:nvPr/>
        </p:nvGrpSpPr>
        <p:grpSpPr>
          <a:xfrm>
            <a:off x="5752686" y="2290623"/>
            <a:ext cx="788040" cy="424800"/>
            <a:chOff x="5752686" y="2290623"/>
            <a:chExt cx="7880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7A33F68-F851-F833-52AB-4975A50A2880}"/>
                    </a:ext>
                  </a:extLst>
                </p14:cNvPr>
                <p14:cNvContentPartPr/>
                <p14:nvPr/>
              </p14:nvContentPartPr>
              <p14:xfrm>
                <a:off x="5752686" y="2290623"/>
                <a:ext cx="727200" cy="282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7A33F68-F851-F833-52AB-4975A50A28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744046" y="2281623"/>
                  <a:ext cx="7448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B8EA061-0E6A-D3D1-3F6A-A5B75409BE2A}"/>
                    </a:ext>
                  </a:extLst>
                </p14:cNvPr>
                <p14:cNvContentPartPr/>
                <p14:nvPr/>
              </p14:nvContentPartPr>
              <p14:xfrm>
                <a:off x="5831166" y="2563143"/>
                <a:ext cx="709560" cy="152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B8EA061-0E6A-D3D1-3F6A-A5B75409BE2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22166" y="2554503"/>
                  <a:ext cx="72720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5AEBA4D-4708-F533-1D94-5F460CB6614C}"/>
              </a:ext>
            </a:extLst>
          </p:cNvPr>
          <p:cNvGrpSpPr/>
          <p:nvPr/>
        </p:nvGrpSpPr>
        <p:grpSpPr>
          <a:xfrm>
            <a:off x="2357166" y="3601383"/>
            <a:ext cx="204480" cy="79200"/>
            <a:chOff x="2357166" y="3601383"/>
            <a:chExt cx="20448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606D614-493C-6B5E-F2E3-7C0254DF9FFB}"/>
                    </a:ext>
                  </a:extLst>
                </p14:cNvPr>
                <p14:cNvContentPartPr/>
                <p14:nvPr/>
              </p14:nvContentPartPr>
              <p14:xfrm>
                <a:off x="2357166" y="3665463"/>
                <a:ext cx="2880" cy="151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606D614-493C-6B5E-F2E3-7C0254DF9FF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348166" y="3656823"/>
                  <a:ext cx="20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627F3EA-9B05-FAFC-51F9-142EED980723}"/>
                    </a:ext>
                  </a:extLst>
                </p14:cNvPr>
                <p14:cNvContentPartPr/>
                <p14:nvPr/>
              </p14:nvContentPartPr>
              <p14:xfrm>
                <a:off x="2537526" y="3601383"/>
                <a:ext cx="19800" cy="24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627F3EA-9B05-FAFC-51F9-142EED98072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28886" y="3592743"/>
                  <a:ext cx="37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E9AFDA8-C17E-AE14-A9C1-7B587918B636}"/>
                    </a:ext>
                  </a:extLst>
                </p14:cNvPr>
                <p14:cNvContentPartPr/>
                <p14:nvPr/>
              </p14:nvContentPartPr>
              <p14:xfrm>
                <a:off x="2544726" y="3603183"/>
                <a:ext cx="16920" cy="18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E9AFDA8-C17E-AE14-A9C1-7B587918B63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536086" y="3594543"/>
                  <a:ext cx="3456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D889B31-A7B7-8F5E-8B43-EAF00C0AADFC}"/>
                  </a:ext>
                </a:extLst>
              </p14:cNvPr>
              <p14:cNvContentPartPr/>
              <p14:nvPr/>
            </p14:nvContentPartPr>
            <p14:xfrm>
              <a:off x="1476966" y="4521543"/>
              <a:ext cx="5760" cy="108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D889B31-A7B7-8F5E-8B43-EAF00C0AADF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468326" y="4512903"/>
                <a:ext cx="2340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99E2383-1E35-29AE-86C2-EA7D9E499E58}"/>
              </a:ext>
            </a:extLst>
          </p:cNvPr>
          <p:cNvGrpSpPr/>
          <p:nvPr/>
        </p:nvGrpSpPr>
        <p:grpSpPr>
          <a:xfrm>
            <a:off x="2089326" y="4884783"/>
            <a:ext cx="1962360" cy="1123200"/>
            <a:chOff x="2089326" y="4884783"/>
            <a:chExt cx="1962360" cy="11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6AFDEF7-2846-DDDE-60A1-A738E15644B6}"/>
                    </a:ext>
                  </a:extLst>
                </p14:cNvPr>
                <p14:cNvContentPartPr/>
                <p14:nvPr/>
              </p14:nvContentPartPr>
              <p14:xfrm>
                <a:off x="2176446" y="4910343"/>
                <a:ext cx="219600" cy="37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6AFDEF7-2846-DDDE-60A1-A738E15644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167806" y="4901703"/>
                  <a:ext cx="2372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176C56-8F0C-AE67-F9A2-C3DF80B8BF11}"/>
                    </a:ext>
                  </a:extLst>
                </p14:cNvPr>
                <p14:cNvContentPartPr/>
                <p14:nvPr/>
              </p14:nvContentPartPr>
              <p14:xfrm>
                <a:off x="2390646" y="5055783"/>
                <a:ext cx="200520" cy="165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176C56-8F0C-AE67-F9A2-C3DF80B8BF1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382006" y="5047143"/>
                  <a:ext cx="218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3184E0-C2DA-2B51-87EB-25F5E9CABA47}"/>
                    </a:ext>
                  </a:extLst>
                </p14:cNvPr>
                <p14:cNvContentPartPr/>
                <p14:nvPr/>
              </p14:nvContentPartPr>
              <p14:xfrm>
                <a:off x="2615286" y="4884783"/>
                <a:ext cx="212040" cy="333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3184E0-C2DA-2B51-87EB-25F5E9CABA4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606646" y="4876143"/>
                  <a:ext cx="2296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DA88374-97F8-9E4D-82F6-005F334CFCFA}"/>
                    </a:ext>
                  </a:extLst>
                </p14:cNvPr>
                <p14:cNvContentPartPr/>
                <p14:nvPr/>
              </p14:nvContentPartPr>
              <p14:xfrm>
                <a:off x="2799246" y="5122743"/>
                <a:ext cx="143640" cy="280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DA88374-97F8-9E4D-82F6-005F334CFC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790246" y="5114103"/>
                  <a:ext cx="161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E135AF5-EC88-AC69-E1F5-C52FC91A8DFD}"/>
                    </a:ext>
                  </a:extLst>
                </p14:cNvPr>
                <p14:cNvContentPartPr/>
                <p14:nvPr/>
              </p14:nvContentPartPr>
              <p14:xfrm>
                <a:off x="2972046" y="4948503"/>
                <a:ext cx="44280" cy="60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E135AF5-EC88-AC69-E1F5-C52FC91A8DF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963406" y="4939863"/>
                  <a:ext cx="61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F429878-2948-CE48-B500-FC889ED2A6DC}"/>
                    </a:ext>
                  </a:extLst>
                </p14:cNvPr>
                <p14:cNvContentPartPr/>
                <p14:nvPr/>
              </p14:nvContentPartPr>
              <p14:xfrm>
                <a:off x="3131886" y="4953903"/>
                <a:ext cx="217440" cy="306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F429878-2948-CE48-B500-FC889ED2A6D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122886" y="4944903"/>
                  <a:ext cx="235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77936C-5C7F-0250-13DE-90820C32B6C5}"/>
                    </a:ext>
                  </a:extLst>
                </p14:cNvPr>
                <p14:cNvContentPartPr/>
                <p14:nvPr/>
              </p14:nvContentPartPr>
              <p14:xfrm>
                <a:off x="3194886" y="5102223"/>
                <a:ext cx="149760" cy="52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77936C-5C7F-0250-13DE-90820C32B6C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186246" y="5093223"/>
                  <a:ext cx="167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B1D861-0817-44A3-B9AD-A64820F25627}"/>
                    </a:ext>
                  </a:extLst>
                </p14:cNvPr>
                <p14:cNvContentPartPr/>
                <p14:nvPr/>
              </p14:nvContentPartPr>
              <p14:xfrm>
                <a:off x="3364086" y="4891623"/>
                <a:ext cx="140760" cy="465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B1D861-0817-44A3-B9AD-A64820F2562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355446" y="4882623"/>
                  <a:ext cx="1584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F4AB29B-7DFA-C39E-BEE1-0FA65E8F7E6C}"/>
                    </a:ext>
                  </a:extLst>
                </p14:cNvPr>
                <p14:cNvContentPartPr/>
                <p14:nvPr/>
              </p14:nvContentPartPr>
              <p14:xfrm>
                <a:off x="3684846" y="4991703"/>
                <a:ext cx="70200" cy="249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F4AB29B-7DFA-C39E-BEE1-0FA65E8F7E6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675846" y="4983063"/>
                  <a:ext cx="87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2814F1B-DD33-C403-0747-22F256120142}"/>
                    </a:ext>
                  </a:extLst>
                </p14:cNvPr>
                <p14:cNvContentPartPr/>
                <p14:nvPr/>
              </p14:nvContentPartPr>
              <p14:xfrm>
                <a:off x="3728406" y="4953903"/>
                <a:ext cx="173880" cy="295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2814F1B-DD33-C403-0747-22F25612014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719766" y="4944903"/>
                  <a:ext cx="1915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A3070D7-34B4-9ED0-01A7-37A19FFD6523}"/>
                    </a:ext>
                  </a:extLst>
                </p14:cNvPr>
                <p14:cNvContentPartPr/>
                <p14:nvPr/>
              </p14:nvContentPartPr>
              <p14:xfrm>
                <a:off x="2089326" y="5434503"/>
                <a:ext cx="153000" cy="396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A3070D7-34B4-9ED0-01A7-37A19FFD652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080326" y="5425503"/>
                  <a:ext cx="1706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F64243F-FBC4-E226-3997-220C936063F1}"/>
                    </a:ext>
                  </a:extLst>
                </p14:cNvPr>
                <p14:cNvContentPartPr/>
                <p14:nvPr/>
              </p14:nvContentPartPr>
              <p14:xfrm>
                <a:off x="2252766" y="5621343"/>
                <a:ext cx="136800" cy="143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F64243F-FBC4-E226-3997-220C936063F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243766" y="5612343"/>
                  <a:ext cx="154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FA21154-2740-2E19-26FA-5992ED7220FB}"/>
                    </a:ext>
                  </a:extLst>
                </p14:cNvPr>
                <p14:cNvContentPartPr/>
                <p14:nvPr/>
              </p14:nvContentPartPr>
              <p14:xfrm>
                <a:off x="2454006" y="5487423"/>
                <a:ext cx="142560" cy="296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FA21154-2740-2E19-26FA-5992ED7220F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445366" y="5478423"/>
                  <a:ext cx="1602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6F1B97B-A503-59EE-F7D2-AACB264CA85A}"/>
                    </a:ext>
                  </a:extLst>
                </p14:cNvPr>
                <p14:cNvContentPartPr/>
                <p14:nvPr/>
              </p14:nvContentPartPr>
              <p14:xfrm>
                <a:off x="2560566" y="5691543"/>
                <a:ext cx="142200" cy="316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6F1B97B-A503-59EE-F7D2-AACB264CA85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551566" y="5682903"/>
                  <a:ext cx="15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95D73D-DD12-0829-72CB-736B1B7D2CB5}"/>
                    </a:ext>
                  </a:extLst>
                </p14:cNvPr>
                <p14:cNvContentPartPr/>
                <p14:nvPr/>
              </p14:nvContentPartPr>
              <p14:xfrm>
                <a:off x="2673246" y="5558703"/>
                <a:ext cx="20520" cy="58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95D73D-DD12-0829-72CB-736B1B7D2CB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64246" y="5549703"/>
                  <a:ext cx="38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6ADDA27-F9A2-CF0A-ED01-2CD141003211}"/>
                    </a:ext>
                  </a:extLst>
                </p14:cNvPr>
                <p14:cNvContentPartPr/>
                <p14:nvPr/>
              </p14:nvContentPartPr>
              <p14:xfrm>
                <a:off x="2833086" y="5549703"/>
                <a:ext cx="171720" cy="283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6ADDA27-F9A2-CF0A-ED01-2CD14100321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824086" y="5540703"/>
                  <a:ext cx="189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A3A8064-3BA5-2748-D617-1F30C2C6AEC5}"/>
                    </a:ext>
                  </a:extLst>
                </p14:cNvPr>
                <p14:cNvContentPartPr/>
                <p14:nvPr/>
              </p14:nvContentPartPr>
              <p14:xfrm>
                <a:off x="2868726" y="5662383"/>
                <a:ext cx="14400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A3A8064-3BA5-2748-D617-1F30C2C6AEC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860086" y="5653743"/>
                  <a:ext cx="161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38EF452-235D-8C75-DDAF-41C9B0CFB236}"/>
                    </a:ext>
                  </a:extLst>
                </p14:cNvPr>
                <p14:cNvContentPartPr/>
                <p14:nvPr/>
              </p14:nvContentPartPr>
              <p14:xfrm>
                <a:off x="3112446" y="5484183"/>
                <a:ext cx="85320" cy="407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38EF452-235D-8C75-DDAF-41C9B0CFB23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103806" y="5475543"/>
                  <a:ext cx="1029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DF5891C-60D7-8822-6385-310BD8D874F0}"/>
                    </a:ext>
                  </a:extLst>
                </p14:cNvPr>
                <p14:cNvContentPartPr/>
                <p14:nvPr/>
              </p14:nvContentPartPr>
              <p14:xfrm>
                <a:off x="3363726" y="5654823"/>
                <a:ext cx="38160" cy="233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DF5891C-60D7-8822-6385-310BD8D874F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355086" y="5646183"/>
                  <a:ext cx="55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C19F353-2A03-5175-969F-3AD9BB29003F}"/>
                    </a:ext>
                  </a:extLst>
                </p14:cNvPr>
                <p14:cNvContentPartPr/>
                <p14:nvPr/>
              </p14:nvContentPartPr>
              <p14:xfrm>
                <a:off x="3396126" y="5576703"/>
                <a:ext cx="177480" cy="258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C19F353-2A03-5175-969F-3AD9BB29003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387126" y="5568063"/>
                  <a:ext cx="195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1C05D21-3996-5159-52F0-7C00BC33D8E6}"/>
                    </a:ext>
                  </a:extLst>
                </p14:cNvPr>
                <p14:cNvContentPartPr/>
                <p14:nvPr/>
              </p14:nvContentPartPr>
              <p14:xfrm>
                <a:off x="3837486" y="5710623"/>
                <a:ext cx="195120" cy="1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1C05D21-3996-5159-52F0-7C00BC33D8E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828846" y="5701983"/>
                  <a:ext cx="212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192CF18-F907-2819-9548-B42DA8DBD21B}"/>
                    </a:ext>
                  </a:extLst>
                </p14:cNvPr>
                <p14:cNvContentPartPr/>
                <p14:nvPr/>
              </p14:nvContentPartPr>
              <p14:xfrm>
                <a:off x="3805446" y="5766063"/>
                <a:ext cx="168840" cy="50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192CF18-F907-2819-9548-B42DA8DBD21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796446" y="5757423"/>
                  <a:ext cx="186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2A8945C-54F0-7811-7912-5714F5ABA638}"/>
                    </a:ext>
                  </a:extLst>
                </p14:cNvPr>
                <p14:cNvContentPartPr/>
                <p14:nvPr/>
              </p14:nvContentPartPr>
              <p14:xfrm>
                <a:off x="3926046" y="5492823"/>
                <a:ext cx="125640" cy="424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2A8945C-54F0-7811-7912-5714F5ABA63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917046" y="5483823"/>
                  <a:ext cx="1432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9DD0C80-52D5-FBB1-1428-70422DDE7E0C}"/>
                    </a:ext>
                  </a:extLst>
                </p14:cNvPr>
                <p14:cNvContentPartPr/>
                <p14:nvPr/>
              </p14:nvContentPartPr>
              <p14:xfrm>
                <a:off x="3945126" y="5261343"/>
                <a:ext cx="4680" cy="4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9DD0C80-52D5-FBB1-1428-70422DDE7E0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936126" y="5252703"/>
                  <a:ext cx="22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715E2C2-F9D1-94F5-15E7-4397F8B84ACE}"/>
                    </a:ext>
                  </a:extLst>
                </p14:cNvPr>
                <p14:cNvContentPartPr/>
                <p14:nvPr/>
              </p14:nvContentPartPr>
              <p14:xfrm>
                <a:off x="3799326" y="5964423"/>
                <a:ext cx="2160" cy="5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715E2C2-F9D1-94F5-15E7-4397F8B84AC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0326" y="5955783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8C6A7113-73DB-BB0E-4E23-3ACD12F61A80}"/>
                  </a:ext>
                </a:extLst>
              </p14:cNvPr>
              <p14:cNvContentPartPr/>
              <p14:nvPr/>
            </p14:nvContentPartPr>
            <p14:xfrm>
              <a:off x="4435446" y="5789463"/>
              <a:ext cx="1440" cy="28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8C6A7113-73DB-BB0E-4E23-3ACD12F61A8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26446" y="5780463"/>
                <a:ext cx="190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4703B5-0E47-66D4-AFE4-1BE90D4FC00C}"/>
                  </a:ext>
                </a:extLst>
              </p14:cNvPr>
              <p14:cNvContentPartPr/>
              <p14:nvPr/>
            </p14:nvContentPartPr>
            <p14:xfrm>
              <a:off x="8178006" y="1840623"/>
              <a:ext cx="2160" cy="6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4703B5-0E47-66D4-AFE4-1BE90D4FC00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73686" y="1836303"/>
                <a:ext cx="1080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AAFE37D-B298-FE0D-3A91-D73E5A06DF22}"/>
                  </a:ext>
                </a:extLst>
              </p14:cNvPr>
              <p14:cNvContentPartPr/>
              <p14:nvPr/>
            </p14:nvContentPartPr>
            <p14:xfrm>
              <a:off x="2982846" y="1702743"/>
              <a:ext cx="2160" cy="5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AAFE37D-B298-FE0D-3A91-D73E5A06DF2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978526" y="1698423"/>
                <a:ext cx="108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C208E90-125E-9857-D2DB-5E1DE358D718}"/>
                  </a:ext>
                </a:extLst>
              </p14:cNvPr>
              <p14:cNvContentPartPr/>
              <p14:nvPr/>
            </p14:nvContentPartPr>
            <p14:xfrm>
              <a:off x="2081766" y="1087503"/>
              <a:ext cx="2160" cy="90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C208E90-125E-9857-D2DB-5E1DE358D718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2064126" y="1069503"/>
                <a:ext cx="37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C25F213F-0128-2EE6-22CD-863FE695AAA8}"/>
                  </a:ext>
                </a:extLst>
              </p14:cNvPr>
              <p14:cNvContentPartPr/>
              <p14:nvPr/>
            </p14:nvContentPartPr>
            <p14:xfrm>
              <a:off x="2590086" y="1570983"/>
              <a:ext cx="247680" cy="493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C25F213F-0128-2EE6-22CD-863FE695AAA8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2572446" y="1553343"/>
                <a:ext cx="2833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CA1DA111-A388-3695-0E7D-F6731E0A71A7}"/>
                  </a:ext>
                </a:extLst>
              </p14:cNvPr>
              <p14:cNvContentPartPr/>
              <p14:nvPr/>
            </p14:nvContentPartPr>
            <p14:xfrm>
              <a:off x="2526726" y="1721103"/>
              <a:ext cx="248040" cy="144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CA1DA111-A388-3695-0E7D-F6731E0A71A7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2508726" y="1703463"/>
                <a:ext cx="2836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E84F515-564E-265B-A749-9D4E29A3F1C7}"/>
                  </a:ext>
                </a:extLst>
              </p14:cNvPr>
              <p14:cNvContentPartPr/>
              <p14:nvPr/>
            </p14:nvContentPartPr>
            <p14:xfrm>
              <a:off x="5826126" y="2243103"/>
              <a:ext cx="13320" cy="75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E84F515-564E-265B-A749-9D4E29A3F1C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5808126" y="2225103"/>
                <a:ext cx="48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0C424270-45D2-B4FA-620D-B5E0B67CF587}"/>
                  </a:ext>
                </a:extLst>
              </p14:cNvPr>
              <p14:cNvContentPartPr/>
              <p14:nvPr/>
            </p14:nvContentPartPr>
            <p14:xfrm>
              <a:off x="7791726" y="2023863"/>
              <a:ext cx="3240" cy="21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0C424270-45D2-B4FA-620D-B5E0B67CF587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774086" y="2005863"/>
                <a:ext cx="38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BA08D13-6A8F-4FCB-A445-FAF8F245522A}"/>
                  </a:ext>
                </a:extLst>
              </p14:cNvPr>
              <p14:cNvContentPartPr/>
              <p14:nvPr/>
            </p14:nvContentPartPr>
            <p14:xfrm>
              <a:off x="1983486" y="2397903"/>
              <a:ext cx="3960" cy="93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BA08D13-6A8F-4FCB-A445-FAF8F245522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965846" y="2380263"/>
                <a:ext cx="39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88494432-C435-C9EE-0E13-D3086ECBAE17}"/>
                  </a:ext>
                </a:extLst>
              </p14:cNvPr>
              <p14:cNvContentPartPr/>
              <p14:nvPr/>
            </p14:nvContentPartPr>
            <p14:xfrm>
              <a:off x="1772166" y="1851423"/>
              <a:ext cx="1413720" cy="1231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88494432-C435-C9EE-0E13-D3086ECBAE17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754526" y="1833783"/>
                <a:ext cx="14493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6CF583E-0D92-88E4-AECF-791F4A1080DF}"/>
                  </a:ext>
                </a:extLst>
              </p14:cNvPr>
              <p14:cNvContentPartPr/>
              <p14:nvPr/>
            </p14:nvContentPartPr>
            <p14:xfrm>
              <a:off x="1758846" y="1911543"/>
              <a:ext cx="1485720" cy="554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6CF583E-0D92-88E4-AECF-791F4A1080DF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1741206" y="1893543"/>
                <a:ext cx="152136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665B374F-F3E2-E3B0-2124-10923FAB270A}"/>
              </a:ext>
            </a:extLst>
          </p:cNvPr>
          <p:cNvGrpSpPr/>
          <p:nvPr/>
        </p:nvGrpSpPr>
        <p:grpSpPr>
          <a:xfrm>
            <a:off x="1315686" y="2679423"/>
            <a:ext cx="819000" cy="124920"/>
            <a:chOff x="1315686" y="2679423"/>
            <a:chExt cx="81900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08A4E4E-138A-25DF-4468-B14281847797}"/>
                    </a:ext>
                  </a:extLst>
                </p14:cNvPr>
                <p14:cNvContentPartPr/>
                <p14:nvPr/>
              </p14:nvContentPartPr>
              <p14:xfrm>
                <a:off x="1315686" y="2679423"/>
                <a:ext cx="819000" cy="124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08A4E4E-138A-25DF-4468-B1428184779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298046" y="2661423"/>
                  <a:ext cx="854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47DA5AF-EAB5-A659-CD98-7A8776868769}"/>
                    </a:ext>
                  </a:extLst>
                </p14:cNvPr>
                <p14:cNvContentPartPr/>
                <p14:nvPr/>
              </p14:nvContentPartPr>
              <p14:xfrm>
                <a:off x="1942086" y="2718303"/>
                <a:ext cx="2880" cy="18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47DA5AF-EAB5-A659-CD98-7A877686876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924086" y="2700663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A0CEBCAC-D84F-321A-D15D-8903142559BC}"/>
                  </a:ext>
                </a:extLst>
              </p14:cNvPr>
              <p14:cNvContentPartPr/>
              <p14:nvPr/>
            </p14:nvContentPartPr>
            <p14:xfrm>
              <a:off x="1944606" y="2793903"/>
              <a:ext cx="2617920" cy="687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A0CEBCAC-D84F-321A-D15D-8903142559BC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926606" y="2775903"/>
                <a:ext cx="265356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4553FFA-0DA6-18BF-4D7F-0158BCB26349}"/>
              </a:ext>
            </a:extLst>
          </p:cNvPr>
          <p:cNvGrpSpPr/>
          <p:nvPr/>
        </p:nvGrpSpPr>
        <p:grpSpPr>
          <a:xfrm>
            <a:off x="2238006" y="3273783"/>
            <a:ext cx="478440" cy="205920"/>
            <a:chOff x="2238006" y="3273783"/>
            <a:chExt cx="47844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9A789AD-9FE0-37DB-11B4-64A34C877AE2}"/>
                    </a:ext>
                  </a:extLst>
                </p14:cNvPr>
                <p14:cNvContentPartPr/>
                <p14:nvPr/>
              </p14:nvContentPartPr>
              <p14:xfrm>
                <a:off x="2238006" y="3382503"/>
                <a:ext cx="193320" cy="1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9A789AD-9FE0-37DB-11B4-64A34C877A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20366" y="3364503"/>
                  <a:ext cx="228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AC2F74A-FCF0-34AB-2336-F2AA34866174}"/>
                    </a:ext>
                  </a:extLst>
                </p14:cNvPr>
                <p14:cNvContentPartPr/>
                <p14:nvPr/>
              </p14:nvContentPartPr>
              <p14:xfrm>
                <a:off x="2242686" y="3466383"/>
                <a:ext cx="159480" cy="133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AC2F74A-FCF0-34AB-2336-F2AA3486617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225046" y="3448743"/>
                  <a:ext cx="195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7A90392-FE52-E67E-579E-4B666F14E63B}"/>
                    </a:ext>
                  </a:extLst>
                </p14:cNvPr>
                <p14:cNvContentPartPr/>
                <p14:nvPr/>
              </p14:nvContentPartPr>
              <p14:xfrm>
                <a:off x="2591526" y="3273783"/>
                <a:ext cx="124920" cy="1915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7A90392-FE52-E67E-579E-4B666F14E63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573526" y="3256143"/>
                  <a:ext cx="16056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A4A5DE7-8FD5-1327-01C0-45D2C5B2FF19}"/>
                  </a:ext>
                </a:extLst>
              </p14:cNvPr>
              <p14:cNvContentPartPr/>
              <p14:nvPr/>
            </p14:nvContentPartPr>
            <p14:xfrm>
              <a:off x="9650766" y="5818623"/>
              <a:ext cx="360" cy="3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A4A5DE7-8FD5-1327-01C0-45D2C5B2FF19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9633126" y="58009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3C7BD159-C703-A585-28B0-32C1C06E509D}"/>
                  </a:ext>
                </a:extLst>
              </p14:cNvPr>
              <p14:cNvContentPartPr/>
              <p14:nvPr/>
            </p14:nvContentPartPr>
            <p14:xfrm>
              <a:off x="8756886" y="6001143"/>
              <a:ext cx="54720" cy="75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3C7BD159-C703-A585-28B0-32C1C06E509D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8738886" y="5983143"/>
                <a:ext cx="903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EFBA8B7C-F31E-50A5-5DFE-D411061340DC}"/>
                  </a:ext>
                </a:extLst>
              </p14:cNvPr>
              <p14:cNvContentPartPr/>
              <p14:nvPr/>
            </p14:nvContentPartPr>
            <p14:xfrm>
              <a:off x="2301006" y="4057503"/>
              <a:ext cx="193680" cy="8042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EFBA8B7C-F31E-50A5-5DFE-D411061340DC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2283366" y="4039503"/>
                <a:ext cx="229320" cy="8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E1716EF-E28C-4049-43EF-E29B05AAD776}"/>
                  </a:ext>
                </a:extLst>
              </p14:cNvPr>
              <p14:cNvContentPartPr/>
              <p14:nvPr/>
            </p14:nvContentPartPr>
            <p14:xfrm>
              <a:off x="-439314" y="4659063"/>
              <a:ext cx="420120" cy="47988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E1716EF-E28C-4049-43EF-E29B05AAD776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-457314" y="4641423"/>
                <a:ext cx="455760" cy="51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815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1781BF-7879-039E-1694-4D2B388BAD0F}"/>
                  </a:ext>
                </a:extLst>
              </p14:cNvPr>
              <p14:cNvContentPartPr/>
              <p14:nvPr/>
            </p14:nvContentPartPr>
            <p14:xfrm>
              <a:off x="300846" y="351303"/>
              <a:ext cx="32040" cy="174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1781BF-7879-039E-1694-4D2B388BAD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206" y="342663"/>
                <a:ext cx="496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253E88-5963-86AF-30D8-F7E093D3EAEE}"/>
                  </a:ext>
                </a:extLst>
              </p14:cNvPr>
              <p14:cNvContentPartPr/>
              <p14:nvPr/>
            </p14:nvContentPartPr>
            <p14:xfrm>
              <a:off x="382566" y="331863"/>
              <a:ext cx="149400" cy="203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253E88-5963-86AF-30D8-F7E093D3EA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926" y="323223"/>
                <a:ext cx="1670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FA2696-423E-9186-FC0D-CA7FDA3699C0}"/>
                  </a:ext>
                </a:extLst>
              </p14:cNvPr>
              <p14:cNvContentPartPr/>
              <p14:nvPr/>
            </p14:nvContentPartPr>
            <p14:xfrm>
              <a:off x="574446" y="145383"/>
              <a:ext cx="136440" cy="61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FA2696-423E-9186-FC0D-CA7FDA3699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446" y="136383"/>
                <a:ext cx="15408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58F1AD-466D-76A7-D0D5-0CAD088A962F}"/>
                  </a:ext>
                </a:extLst>
              </p14:cNvPr>
              <p14:cNvContentPartPr/>
              <p14:nvPr/>
            </p14:nvContentPartPr>
            <p14:xfrm>
              <a:off x="654366" y="705543"/>
              <a:ext cx="22320" cy="25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58F1AD-466D-76A7-D0D5-0CAD088A96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5366" y="696903"/>
                <a:ext cx="39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A22C0B-EA17-62FF-B9BB-D62801A99314}"/>
                  </a:ext>
                </a:extLst>
              </p14:cNvPr>
              <p14:cNvContentPartPr/>
              <p14:nvPr/>
            </p14:nvContentPartPr>
            <p14:xfrm>
              <a:off x="1496406" y="395583"/>
              <a:ext cx="287640" cy="30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A22C0B-EA17-62FF-B9BB-D62801A9931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87766" y="386943"/>
                <a:ext cx="3052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A74700-3192-4148-8F5B-7432BEE54B4B}"/>
                  </a:ext>
                </a:extLst>
              </p14:cNvPr>
              <p14:cNvContentPartPr/>
              <p14:nvPr/>
            </p14:nvContentPartPr>
            <p14:xfrm>
              <a:off x="1731846" y="385143"/>
              <a:ext cx="245880" cy="788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A74700-3192-4148-8F5B-7432BEE54B4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22846" y="376143"/>
                <a:ext cx="263520" cy="80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F3C466-B980-CD9F-0C12-8F3205AE2691}"/>
                  </a:ext>
                </a:extLst>
              </p14:cNvPr>
              <p14:cNvContentPartPr/>
              <p14:nvPr/>
            </p14:nvContentPartPr>
            <p14:xfrm>
              <a:off x="2544366" y="521583"/>
              <a:ext cx="158400" cy="156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F3C466-B980-CD9F-0C12-8F3205AE26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35726" y="512943"/>
                <a:ext cx="1760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B1C7BE-B717-4810-5E80-D1C00243F223}"/>
                  </a:ext>
                </a:extLst>
              </p14:cNvPr>
              <p14:cNvContentPartPr/>
              <p14:nvPr/>
            </p14:nvContentPartPr>
            <p14:xfrm>
              <a:off x="2742726" y="365343"/>
              <a:ext cx="168480" cy="293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B1C7BE-B717-4810-5E80-D1C00243F2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33726" y="356703"/>
                <a:ext cx="1861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511C10-F03D-FED4-41A0-46DB4C24D47C}"/>
                  </a:ext>
                </a:extLst>
              </p14:cNvPr>
              <p14:cNvContentPartPr/>
              <p14:nvPr/>
            </p14:nvContentPartPr>
            <p14:xfrm>
              <a:off x="2864046" y="578823"/>
              <a:ext cx="177480" cy="375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511C10-F03D-FED4-41A0-46DB4C24D4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55046" y="569823"/>
                <a:ext cx="1951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49EEDD4-2C50-0001-2B02-F1FA668F839F}"/>
                  </a:ext>
                </a:extLst>
              </p14:cNvPr>
              <p14:cNvContentPartPr/>
              <p14:nvPr/>
            </p14:nvContentPartPr>
            <p14:xfrm>
              <a:off x="3084366" y="413943"/>
              <a:ext cx="30960" cy="62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49EEDD4-2C50-0001-2B02-F1FA668F83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75726" y="404943"/>
                <a:ext cx="486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E4B989F-67CC-ED0A-0B17-D9BBEB686BD7}"/>
                  </a:ext>
                </a:extLst>
              </p14:cNvPr>
              <p14:cNvContentPartPr/>
              <p14:nvPr/>
            </p14:nvContentPartPr>
            <p14:xfrm>
              <a:off x="3238806" y="418623"/>
              <a:ext cx="222840" cy="343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E4B989F-67CC-ED0A-0B17-D9BBEB686B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30166" y="409623"/>
                <a:ext cx="2404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82CBA4-0E22-7067-6AF6-70E8FEEC5B9C}"/>
                  </a:ext>
                </a:extLst>
              </p14:cNvPr>
              <p14:cNvContentPartPr/>
              <p14:nvPr/>
            </p14:nvContentPartPr>
            <p14:xfrm>
              <a:off x="3264006" y="583503"/>
              <a:ext cx="171000" cy="61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82CBA4-0E22-7067-6AF6-70E8FEEC5B9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55366" y="574863"/>
                <a:ext cx="1886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B43CB38-A4C1-A61B-C496-02310DA25579}"/>
                  </a:ext>
                </a:extLst>
              </p14:cNvPr>
              <p14:cNvContentPartPr/>
              <p14:nvPr/>
            </p14:nvContentPartPr>
            <p14:xfrm>
              <a:off x="3310806" y="374343"/>
              <a:ext cx="336600" cy="570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B43CB38-A4C1-A61B-C496-02310DA255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02166" y="365343"/>
                <a:ext cx="35424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87E4DE4-1B9D-8D6A-EC48-496617E8C022}"/>
                  </a:ext>
                </a:extLst>
              </p14:cNvPr>
              <p14:cNvContentPartPr/>
              <p14:nvPr/>
            </p14:nvContentPartPr>
            <p14:xfrm>
              <a:off x="2171046" y="386583"/>
              <a:ext cx="176040" cy="479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87E4DE4-1B9D-8D6A-EC48-496617E8C02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62406" y="377583"/>
                <a:ext cx="19368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B92616-31CD-47D2-1808-FD1436079E1C}"/>
                  </a:ext>
                </a:extLst>
              </p14:cNvPr>
              <p14:cNvContentPartPr/>
              <p14:nvPr/>
            </p14:nvContentPartPr>
            <p14:xfrm>
              <a:off x="3857646" y="530943"/>
              <a:ext cx="86400" cy="229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B92616-31CD-47D2-1808-FD1436079E1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49006" y="522303"/>
                <a:ext cx="1040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A4775F5-664C-5582-1C43-FD42FD6D6336}"/>
                  </a:ext>
                </a:extLst>
              </p14:cNvPr>
              <p14:cNvContentPartPr/>
              <p14:nvPr/>
            </p14:nvContentPartPr>
            <p14:xfrm>
              <a:off x="3896886" y="470823"/>
              <a:ext cx="171000" cy="279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A4775F5-664C-5582-1C43-FD42FD6D633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87886" y="461823"/>
                <a:ext cx="18864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A2C298-8CD3-DEA2-97EE-52867F257E86}"/>
                  </a:ext>
                </a:extLst>
              </p14:cNvPr>
              <p14:cNvContentPartPr/>
              <p14:nvPr/>
            </p14:nvContentPartPr>
            <p14:xfrm>
              <a:off x="4337526" y="591063"/>
              <a:ext cx="98640" cy="14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A2C298-8CD3-DEA2-97EE-52867F257E8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28526" y="582423"/>
                <a:ext cx="1162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35524C-5698-28EC-4BBA-FBE84F921E54}"/>
                  </a:ext>
                </a:extLst>
              </p14:cNvPr>
              <p14:cNvContentPartPr/>
              <p14:nvPr/>
            </p14:nvContentPartPr>
            <p14:xfrm>
              <a:off x="4302246" y="658743"/>
              <a:ext cx="198000" cy="33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35524C-5698-28EC-4BBA-FBE84F921E5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93606" y="649743"/>
                <a:ext cx="2156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58D0D5-6E04-3D82-B368-81B755F47C12}"/>
                  </a:ext>
                </a:extLst>
              </p14:cNvPr>
              <p14:cNvContentPartPr/>
              <p14:nvPr/>
            </p14:nvContentPartPr>
            <p14:xfrm>
              <a:off x="4734606" y="434103"/>
              <a:ext cx="176760" cy="245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58D0D5-6E04-3D82-B368-81B755F47C1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25966" y="425103"/>
                <a:ext cx="1944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284DE70-B944-8B82-DB9E-003B34BBFCFD}"/>
                  </a:ext>
                </a:extLst>
              </p14:cNvPr>
              <p14:cNvContentPartPr/>
              <p14:nvPr/>
            </p14:nvContentPartPr>
            <p14:xfrm>
              <a:off x="4894086" y="665223"/>
              <a:ext cx="131400" cy="16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284DE70-B944-8B82-DB9E-003B34BBFCF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85086" y="656583"/>
                <a:ext cx="149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4A1CDB4-E0F0-84AB-A582-D0DB17A6323A}"/>
                  </a:ext>
                </a:extLst>
              </p14:cNvPr>
              <p14:cNvContentPartPr/>
              <p14:nvPr/>
            </p14:nvContentPartPr>
            <p14:xfrm>
              <a:off x="5715606" y="398823"/>
              <a:ext cx="625320" cy="355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4A1CDB4-E0F0-84AB-A582-D0DB17A6323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06606" y="390183"/>
                <a:ext cx="6429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29A67B-7276-AF39-5AD5-8F8ACBF0606E}"/>
                  </a:ext>
                </a:extLst>
              </p14:cNvPr>
              <p14:cNvContentPartPr/>
              <p14:nvPr/>
            </p14:nvContentPartPr>
            <p14:xfrm>
              <a:off x="5757006" y="520863"/>
              <a:ext cx="266400" cy="1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29A67B-7276-AF39-5AD5-8F8ACBF060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48366" y="511863"/>
                <a:ext cx="28404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D1B390F-2926-BF98-6FBD-527DF2C359E2}"/>
                  </a:ext>
                </a:extLst>
              </p14:cNvPr>
              <p14:cNvContentPartPr/>
              <p14:nvPr/>
            </p14:nvContentPartPr>
            <p14:xfrm>
              <a:off x="6929166" y="600423"/>
              <a:ext cx="171000" cy="164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D1B390F-2926-BF98-6FBD-527DF2C359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20166" y="591783"/>
                <a:ext cx="1886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66BD057-FAD0-F46C-269E-4911200A9F97}"/>
                  </a:ext>
                </a:extLst>
              </p14:cNvPr>
              <p14:cNvContentPartPr/>
              <p14:nvPr/>
            </p14:nvContentPartPr>
            <p14:xfrm>
              <a:off x="7033206" y="594663"/>
              <a:ext cx="473760" cy="53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66BD057-FAD0-F46C-269E-4911200A9F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24566" y="585663"/>
                <a:ext cx="49140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B6C43AF-B7CB-7961-0905-8983D1468A31}"/>
                  </a:ext>
                </a:extLst>
              </p14:cNvPr>
              <p14:cNvContentPartPr/>
              <p14:nvPr/>
            </p14:nvContentPartPr>
            <p14:xfrm>
              <a:off x="7670766" y="366783"/>
              <a:ext cx="77040" cy="381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B6C43AF-B7CB-7961-0905-8983D1468A3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62126" y="358143"/>
                <a:ext cx="9468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486D579-25F2-A941-20D2-EF9C230A6C59}"/>
                  </a:ext>
                </a:extLst>
              </p14:cNvPr>
              <p14:cNvContentPartPr/>
              <p14:nvPr/>
            </p14:nvContentPartPr>
            <p14:xfrm>
              <a:off x="7775886" y="579183"/>
              <a:ext cx="525600" cy="163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486D579-25F2-A941-20D2-EF9C230A6C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66886" y="570543"/>
                <a:ext cx="5432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63EA318-5906-1F5B-EAD8-6E11C97B5739}"/>
                  </a:ext>
                </a:extLst>
              </p14:cNvPr>
              <p14:cNvContentPartPr/>
              <p14:nvPr/>
            </p14:nvContentPartPr>
            <p14:xfrm>
              <a:off x="7775526" y="451023"/>
              <a:ext cx="192960" cy="29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63EA318-5906-1F5B-EAD8-6E11C97B573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66886" y="442383"/>
                <a:ext cx="2106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0B65ED3-9101-8F6C-BDF6-C1C77C74DF66}"/>
                  </a:ext>
                </a:extLst>
              </p14:cNvPr>
              <p14:cNvContentPartPr/>
              <p14:nvPr/>
            </p14:nvContentPartPr>
            <p14:xfrm>
              <a:off x="8643846" y="608703"/>
              <a:ext cx="51480" cy="143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0B65ED3-9101-8F6C-BDF6-C1C77C74DF6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35206" y="599703"/>
                <a:ext cx="691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A65BD36-EE8B-124F-4321-83C9227B603B}"/>
                  </a:ext>
                </a:extLst>
              </p14:cNvPr>
              <p14:cNvContentPartPr/>
              <p14:nvPr/>
            </p14:nvContentPartPr>
            <p14:xfrm>
              <a:off x="8758686" y="599343"/>
              <a:ext cx="101880" cy="162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A65BD36-EE8B-124F-4321-83C9227B603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49686" y="590343"/>
                <a:ext cx="119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BA9D84E-4636-C35A-7187-A0DF7EC50879}"/>
                  </a:ext>
                </a:extLst>
              </p14:cNvPr>
              <p14:cNvContentPartPr/>
              <p14:nvPr/>
            </p14:nvContentPartPr>
            <p14:xfrm>
              <a:off x="8762646" y="379743"/>
              <a:ext cx="4680" cy="334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BA9D84E-4636-C35A-7187-A0DF7EC5087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754006" y="370743"/>
                <a:ext cx="223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5F211CC-EB5C-3403-2DDA-8A9AB1CD2866}"/>
                  </a:ext>
                </a:extLst>
              </p14:cNvPr>
              <p14:cNvContentPartPr/>
              <p14:nvPr/>
            </p14:nvContentPartPr>
            <p14:xfrm>
              <a:off x="9225966" y="610503"/>
              <a:ext cx="534600" cy="185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5F211CC-EB5C-3403-2DDA-8A9AB1CD286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17326" y="601503"/>
                <a:ext cx="5522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2775663-BA93-4787-42F5-A60010190562}"/>
                  </a:ext>
                </a:extLst>
              </p14:cNvPr>
              <p14:cNvContentPartPr/>
              <p14:nvPr/>
            </p14:nvContentPartPr>
            <p14:xfrm>
              <a:off x="9826446" y="620943"/>
              <a:ext cx="121680" cy="16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2775663-BA93-4787-42F5-A6001019056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817446" y="611943"/>
                <a:ext cx="1393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C2855C-7E81-AAD2-0060-678B8CDEB636}"/>
                  </a:ext>
                </a:extLst>
              </p14:cNvPr>
              <p14:cNvContentPartPr/>
              <p14:nvPr/>
            </p14:nvContentPartPr>
            <p14:xfrm>
              <a:off x="10050726" y="641463"/>
              <a:ext cx="42480" cy="144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C2855C-7E81-AAD2-0060-678B8CDEB63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041726" y="632823"/>
                <a:ext cx="601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52C80D2-C5B5-A5C1-9DD6-CACCA7E7F6EC}"/>
                  </a:ext>
                </a:extLst>
              </p14:cNvPr>
              <p14:cNvContentPartPr/>
              <p14:nvPr/>
            </p14:nvContentPartPr>
            <p14:xfrm>
              <a:off x="10136046" y="514023"/>
              <a:ext cx="35280" cy="29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52C80D2-C5B5-A5C1-9DD6-CACCA7E7F6E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27046" y="505023"/>
                <a:ext cx="529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2643D1-DC88-4305-9C31-4EC565C1F323}"/>
                  </a:ext>
                </a:extLst>
              </p14:cNvPr>
              <p14:cNvContentPartPr/>
              <p14:nvPr/>
            </p14:nvContentPartPr>
            <p14:xfrm>
              <a:off x="10184286" y="610503"/>
              <a:ext cx="111960" cy="164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2643D1-DC88-4305-9C31-4EC565C1F32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75646" y="601503"/>
                <a:ext cx="1296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F55155D-B418-1C3A-ABB6-E1D121876E60}"/>
                  </a:ext>
                </a:extLst>
              </p14:cNvPr>
              <p14:cNvContentPartPr/>
              <p14:nvPr/>
            </p14:nvContentPartPr>
            <p14:xfrm>
              <a:off x="10456086" y="503223"/>
              <a:ext cx="55440" cy="265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F55155D-B418-1C3A-ABB6-E1D121876E6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47446" y="494583"/>
                <a:ext cx="730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D134F0E-A498-1F77-653C-3AA63E20C9BF}"/>
                  </a:ext>
                </a:extLst>
              </p14:cNvPr>
              <p14:cNvContentPartPr/>
              <p14:nvPr/>
            </p14:nvContentPartPr>
            <p14:xfrm>
              <a:off x="10406046" y="580623"/>
              <a:ext cx="166680" cy="39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D134F0E-A498-1F77-653C-3AA63E20C9B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97046" y="571623"/>
                <a:ext cx="1843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A1454A4-EFE3-EFE8-7532-EE390D83597D}"/>
                  </a:ext>
                </a:extLst>
              </p14:cNvPr>
              <p14:cNvContentPartPr/>
              <p14:nvPr/>
            </p14:nvContentPartPr>
            <p14:xfrm>
              <a:off x="10609806" y="609423"/>
              <a:ext cx="129960" cy="125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A1454A4-EFE3-EFE8-7532-EE390D83597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600806" y="600423"/>
                <a:ext cx="1476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B7EE800-F063-50CF-4877-BE6F5AAA8770}"/>
              </a:ext>
            </a:extLst>
          </p:cNvPr>
          <p:cNvGrpSpPr/>
          <p:nvPr/>
        </p:nvGrpSpPr>
        <p:grpSpPr>
          <a:xfrm>
            <a:off x="10831206" y="377943"/>
            <a:ext cx="578520" cy="387360"/>
            <a:chOff x="10831206" y="377943"/>
            <a:chExt cx="57852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3FE38C-0450-A02E-31AD-E89C7EB3FD35}"/>
                    </a:ext>
                  </a:extLst>
                </p14:cNvPr>
                <p14:cNvContentPartPr/>
                <p14:nvPr/>
              </p14:nvContentPartPr>
              <p14:xfrm>
                <a:off x="10831206" y="377943"/>
                <a:ext cx="480240" cy="38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3FE38C-0450-A02E-31AD-E89C7EB3FD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22566" y="368943"/>
                  <a:ext cx="4978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A1C714-37D7-1644-C037-8D85FE144FEA}"/>
                    </a:ext>
                  </a:extLst>
                </p14:cNvPr>
                <p14:cNvContentPartPr/>
                <p14:nvPr/>
              </p14:nvContentPartPr>
              <p14:xfrm>
                <a:off x="11154126" y="457863"/>
                <a:ext cx="255600" cy="21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A1C714-37D7-1644-C037-8D85FE144F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45126" y="448863"/>
                  <a:ext cx="2732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0BA9857-27DF-852B-A7D9-5C6FF949ED3D}"/>
              </a:ext>
            </a:extLst>
          </p:cNvPr>
          <p:cNvGrpSpPr/>
          <p:nvPr/>
        </p:nvGrpSpPr>
        <p:grpSpPr>
          <a:xfrm>
            <a:off x="1222806" y="1311783"/>
            <a:ext cx="732960" cy="349920"/>
            <a:chOff x="1222806" y="1311783"/>
            <a:chExt cx="7329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FF934D-A249-8556-F732-3706ABFCE184}"/>
                    </a:ext>
                  </a:extLst>
                </p14:cNvPr>
                <p14:cNvContentPartPr/>
                <p14:nvPr/>
              </p14:nvContentPartPr>
              <p14:xfrm>
                <a:off x="1222806" y="1430223"/>
                <a:ext cx="164520" cy="219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FF934D-A249-8556-F732-3706ABFCE1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14166" y="1421223"/>
                  <a:ext cx="182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5D97FE-2419-76AC-B471-F0F8077167E4}"/>
                    </a:ext>
                  </a:extLst>
                </p14:cNvPr>
                <p14:cNvContentPartPr/>
                <p14:nvPr/>
              </p14:nvContentPartPr>
              <p14:xfrm>
                <a:off x="1436646" y="1473063"/>
                <a:ext cx="176040" cy="16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5D97FE-2419-76AC-B471-F0F8077167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28006" y="1464423"/>
                  <a:ext cx="193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D0DA20-5C34-8B8B-920B-490176E304C8}"/>
                    </a:ext>
                  </a:extLst>
                </p14:cNvPr>
                <p14:cNvContentPartPr/>
                <p14:nvPr/>
              </p14:nvContentPartPr>
              <p14:xfrm>
                <a:off x="1707726" y="1311783"/>
                <a:ext cx="248040" cy="349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D0DA20-5C34-8B8B-920B-490176E304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99086" y="1302783"/>
                  <a:ext cx="26568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B2619E2-B7D6-C32E-DD49-4FE2A0CF4B93}"/>
              </a:ext>
            </a:extLst>
          </p:cNvPr>
          <p:cNvGrpSpPr/>
          <p:nvPr/>
        </p:nvGrpSpPr>
        <p:grpSpPr>
          <a:xfrm>
            <a:off x="2594766" y="1369023"/>
            <a:ext cx="673920" cy="352440"/>
            <a:chOff x="2594766" y="1369023"/>
            <a:chExt cx="67392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D71DE89-AB4D-C8A8-63B4-D3B2454D04D5}"/>
                    </a:ext>
                  </a:extLst>
                </p14:cNvPr>
                <p14:cNvContentPartPr/>
                <p14:nvPr/>
              </p14:nvContentPartPr>
              <p14:xfrm>
                <a:off x="2594766" y="1369023"/>
                <a:ext cx="224280" cy="330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D71DE89-AB4D-C8A8-63B4-D3B2454D04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5766" y="1360023"/>
                  <a:ext cx="241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8A1D8F-4F7F-F380-60FA-9E6037DBEE81}"/>
                    </a:ext>
                  </a:extLst>
                </p14:cNvPr>
                <p14:cNvContentPartPr/>
                <p14:nvPr/>
              </p14:nvContentPartPr>
              <p14:xfrm>
                <a:off x="2860086" y="1549383"/>
                <a:ext cx="185040" cy="17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8A1D8F-4F7F-F380-60FA-9E6037DBEE8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51446" y="1540743"/>
                  <a:ext cx="202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B175DC-DC3B-1C0F-4E59-6FFCC7EF4EEC}"/>
                    </a:ext>
                  </a:extLst>
                </p14:cNvPr>
                <p14:cNvContentPartPr/>
                <p14:nvPr/>
              </p14:nvContentPartPr>
              <p14:xfrm>
                <a:off x="3079686" y="1514463"/>
                <a:ext cx="189000" cy="200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B175DC-DC3B-1C0F-4E59-6FFCC7EF4E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70686" y="1505823"/>
                  <a:ext cx="2066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E00B70E-1302-6726-8851-4FFEEFDCE201}"/>
              </a:ext>
            </a:extLst>
          </p:cNvPr>
          <p:cNvGrpSpPr/>
          <p:nvPr/>
        </p:nvGrpSpPr>
        <p:grpSpPr>
          <a:xfrm>
            <a:off x="3906966" y="1294143"/>
            <a:ext cx="1739880" cy="770040"/>
            <a:chOff x="3906966" y="1294143"/>
            <a:chExt cx="1739880" cy="77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F74FA6-D60E-AFDA-95C3-BA399BC7CCF9}"/>
                    </a:ext>
                  </a:extLst>
                </p14:cNvPr>
                <p14:cNvContentPartPr/>
                <p14:nvPr/>
              </p14:nvContentPartPr>
              <p14:xfrm>
                <a:off x="3906966" y="1497903"/>
                <a:ext cx="123840" cy="214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F74FA6-D60E-AFDA-95C3-BA399BC7CC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98326" y="1488903"/>
                  <a:ext cx="141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7EB9631-62A1-C12B-CE64-C287C4BFCECE}"/>
                    </a:ext>
                  </a:extLst>
                </p14:cNvPr>
                <p14:cNvContentPartPr/>
                <p14:nvPr/>
              </p14:nvContentPartPr>
              <p14:xfrm>
                <a:off x="4026126" y="1381263"/>
                <a:ext cx="48960" cy="51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7EB9631-62A1-C12B-CE64-C287C4BFCE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17126" y="1372263"/>
                  <a:ext cx="66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E80A8EE-45C8-7A89-2EF2-54E9DAF6F215}"/>
                    </a:ext>
                  </a:extLst>
                </p14:cNvPr>
                <p14:cNvContentPartPr/>
                <p14:nvPr/>
              </p14:nvContentPartPr>
              <p14:xfrm>
                <a:off x="4044126" y="1522023"/>
                <a:ext cx="154440" cy="174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E80A8EE-45C8-7A89-2EF2-54E9DAF6F2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35486" y="1513383"/>
                  <a:ext cx="172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5739B7-0903-9916-FCE5-5B5CD8538AA2}"/>
                    </a:ext>
                  </a:extLst>
                </p14:cNvPr>
                <p14:cNvContentPartPr/>
                <p14:nvPr/>
              </p14:nvContentPartPr>
              <p14:xfrm>
                <a:off x="4234566" y="1294143"/>
                <a:ext cx="283320" cy="770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5739B7-0903-9916-FCE5-5B5CD8538A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25926" y="1285143"/>
                  <a:ext cx="30096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EAF8AE-3CD6-65AB-61CA-B6C6ED9B3546}"/>
                    </a:ext>
                  </a:extLst>
                </p14:cNvPr>
                <p14:cNvContentPartPr/>
                <p14:nvPr/>
              </p14:nvContentPartPr>
              <p14:xfrm>
                <a:off x="4534446" y="1390623"/>
                <a:ext cx="38160" cy="77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CEAF8AE-3CD6-65AB-61CA-B6C6ED9B35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25806" y="1381623"/>
                  <a:ext cx="55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CBEE4C-4C70-1472-52B1-0A5E827A36F6}"/>
                    </a:ext>
                  </a:extLst>
                </p14:cNvPr>
                <p14:cNvContentPartPr/>
                <p14:nvPr/>
              </p14:nvContentPartPr>
              <p14:xfrm>
                <a:off x="4598526" y="1529583"/>
                <a:ext cx="151920" cy="163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CBEE4C-4C70-1472-52B1-0A5E827A36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89526" y="1520583"/>
                  <a:ext cx="169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3826195-89DB-0F0D-C759-076DA72FB962}"/>
                    </a:ext>
                  </a:extLst>
                </p14:cNvPr>
                <p14:cNvContentPartPr/>
                <p14:nvPr/>
              </p14:nvContentPartPr>
              <p14:xfrm>
                <a:off x="4864926" y="1538583"/>
                <a:ext cx="74880" cy="136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3826195-89DB-0F0D-C759-076DA72FB9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55926" y="1529943"/>
                  <a:ext cx="92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5E2E8D-BBBA-D7E2-18BD-21F8C299152D}"/>
                    </a:ext>
                  </a:extLst>
                </p14:cNvPr>
                <p14:cNvContentPartPr/>
                <p14:nvPr/>
              </p14:nvContentPartPr>
              <p14:xfrm>
                <a:off x="4942326" y="1327263"/>
                <a:ext cx="67680" cy="60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5E2E8D-BBBA-D7E2-18BD-21F8C29915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33326" y="1318623"/>
                  <a:ext cx="85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3A0D3AE-A65C-2140-EECC-53F5C2D47359}"/>
                    </a:ext>
                  </a:extLst>
                </p14:cNvPr>
                <p14:cNvContentPartPr/>
                <p14:nvPr/>
              </p14:nvContentPartPr>
              <p14:xfrm>
                <a:off x="5062926" y="1348143"/>
                <a:ext cx="583920" cy="688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3A0D3AE-A65C-2140-EECC-53F5C2D473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53926" y="1339143"/>
                  <a:ext cx="60156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BD55C4C-462F-753F-5E4D-40C7E57B39FB}"/>
                    </a:ext>
                  </a:extLst>
                </p14:cNvPr>
                <p14:cNvContentPartPr/>
                <p14:nvPr/>
              </p14:nvContentPartPr>
              <p14:xfrm>
                <a:off x="5000646" y="1439223"/>
                <a:ext cx="130680" cy="14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BD55C4C-462F-753F-5E4D-40C7E57B39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91646" y="1430223"/>
                  <a:ext cx="1483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CBB8F50-BA8B-7465-9978-6F92714A41F8}"/>
              </a:ext>
            </a:extLst>
          </p:cNvPr>
          <p:cNvGrpSpPr/>
          <p:nvPr/>
        </p:nvGrpSpPr>
        <p:grpSpPr>
          <a:xfrm>
            <a:off x="6102966" y="1516983"/>
            <a:ext cx="1056600" cy="484200"/>
            <a:chOff x="6102966" y="1516983"/>
            <a:chExt cx="1056600" cy="4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9AC55B-0051-1C74-E40D-5F2A42506785}"/>
                    </a:ext>
                  </a:extLst>
                </p14:cNvPr>
                <p14:cNvContentPartPr/>
                <p14:nvPr/>
              </p14:nvContentPartPr>
              <p14:xfrm>
                <a:off x="6102966" y="1516983"/>
                <a:ext cx="270000" cy="128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9AC55B-0051-1C74-E40D-5F2A4250678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94326" y="1508343"/>
                  <a:ext cx="287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1C94D7-BCF2-A90C-C6AE-2C30D64D401B}"/>
                    </a:ext>
                  </a:extLst>
                </p14:cNvPr>
                <p14:cNvContentPartPr/>
                <p14:nvPr/>
              </p14:nvContentPartPr>
              <p14:xfrm>
                <a:off x="6442806" y="1523823"/>
                <a:ext cx="123480" cy="138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1C94D7-BCF2-A90C-C6AE-2C30D64D40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33806" y="1514823"/>
                  <a:ext cx="141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AD22F34-8F84-6577-978D-EC8DD0D63BA9}"/>
                    </a:ext>
                  </a:extLst>
                </p14:cNvPr>
                <p14:cNvContentPartPr/>
                <p14:nvPr/>
              </p14:nvContentPartPr>
              <p14:xfrm>
                <a:off x="6660966" y="1547223"/>
                <a:ext cx="248040" cy="12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AD22F34-8F84-6577-978D-EC8DD0D63B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51966" y="1538583"/>
                  <a:ext cx="265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86DF61-B631-C48D-14F6-5B21FF25EB81}"/>
                    </a:ext>
                  </a:extLst>
                </p14:cNvPr>
                <p14:cNvContentPartPr/>
                <p14:nvPr/>
              </p14:nvContentPartPr>
              <p14:xfrm>
                <a:off x="6833046" y="1566303"/>
                <a:ext cx="326520" cy="434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86DF61-B631-C48D-14F6-5B21FF25EB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24406" y="1557663"/>
                  <a:ext cx="34416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F44775-42B5-3AF9-04B5-85BFE7E2EB69}"/>
              </a:ext>
            </a:extLst>
          </p:cNvPr>
          <p:cNvGrpSpPr/>
          <p:nvPr/>
        </p:nvGrpSpPr>
        <p:grpSpPr>
          <a:xfrm>
            <a:off x="7843926" y="1312503"/>
            <a:ext cx="1907280" cy="427680"/>
            <a:chOff x="7843926" y="1312503"/>
            <a:chExt cx="190728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D55ECA-2601-96DD-65F5-1A02463FC428}"/>
                    </a:ext>
                  </a:extLst>
                </p14:cNvPr>
                <p14:cNvContentPartPr/>
                <p14:nvPr/>
              </p14:nvContentPartPr>
              <p14:xfrm>
                <a:off x="7843926" y="1554063"/>
                <a:ext cx="264960" cy="186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D55ECA-2601-96DD-65F5-1A02463FC4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35286" y="1545423"/>
                  <a:ext cx="28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DDB526B-C12F-F96A-D0CD-97FFB6E538F5}"/>
                    </a:ext>
                  </a:extLst>
                </p14:cNvPr>
                <p14:cNvContentPartPr/>
                <p14:nvPr/>
              </p14:nvContentPartPr>
              <p14:xfrm>
                <a:off x="8210406" y="1361103"/>
                <a:ext cx="648000" cy="376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DDB526B-C12F-F96A-D0CD-97FFB6E538F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01766" y="1352103"/>
                  <a:ext cx="6656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6A3F84-4A21-D7CA-F013-78A622050F8B}"/>
                    </a:ext>
                  </a:extLst>
                </p14:cNvPr>
                <p14:cNvContentPartPr/>
                <p14:nvPr/>
              </p14:nvContentPartPr>
              <p14:xfrm>
                <a:off x="9039846" y="1344543"/>
                <a:ext cx="50400" cy="337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6A3F84-4A21-D7CA-F013-78A622050F8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30846" y="1335903"/>
                  <a:ext cx="680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5C43A9-DE19-BB25-9F57-B366E2A75758}"/>
                    </a:ext>
                  </a:extLst>
                </p14:cNvPr>
                <p14:cNvContentPartPr/>
                <p14:nvPr/>
              </p14:nvContentPartPr>
              <p14:xfrm>
                <a:off x="9211566" y="1557663"/>
                <a:ext cx="18000" cy="129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5C43A9-DE19-BB25-9F57-B366E2A757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02566" y="1548663"/>
                  <a:ext cx="35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317DF3-DE64-5D7A-8466-2540B50E3197}"/>
                    </a:ext>
                  </a:extLst>
                </p14:cNvPr>
                <p14:cNvContentPartPr/>
                <p14:nvPr/>
              </p14:nvContentPartPr>
              <p14:xfrm>
                <a:off x="9345126" y="1546143"/>
                <a:ext cx="106920" cy="156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317DF3-DE64-5D7A-8466-2540B50E31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36126" y="1537143"/>
                  <a:ext cx="124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E8089F-D925-7D26-9560-40E46626093C}"/>
                    </a:ext>
                  </a:extLst>
                </p14:cNvPr>
                <p14:cNvContentPartPr/>
                <p14:nvPr/>
              </p14:nvContentPartPr>
              <p14:xfrm>
                <a:off x="9579486" y="1504383"/>
                <a:ext cx="171720" cy="18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E8089F-D925-7D26-9560-40E46626093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70486" y="1495383"/>
                  <a:ext cx="189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6094E53-8C96-4215-05BC-B3FA06A36476}"/>
                    </a:ext>
                  </a:extLst>
                </p14:cNvPr>
                <p14:cNvContentPartPr/>
                <p14:nvPr/>
              </p14:nvContentPartPr>
              <p14:xfrm>
                <a:off x="9235686" y="1312503"/>
                <a:ext cx="110160" cy="41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6094E53-8C96-4215-05BC-B3FA06A3647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27046" y="1303863"/>
                  <a:ext cx="127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9B579C-E708-63D9-585E-C9E0BF70B17D}"/>
                    </a:ext>
                  </a:extLst>
                </p14:cNvPr>
                <p14:cNvContentPartPr/>
                <p14:nvPr/>
              </p14:nvContentPartPr>
              <p14:xfrm>
                <a:off x="8809086" y="1354983"/>
                <a:ext cx="254880" cy="44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9B579C-E708-63D9-585E-C9E0BF70B17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00446" y="1345983"/>
                  <a:ext cx="27252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D0668F9-58A8-5738-0E31-E7F7DD41DBA1}"/>
                  </a:ext>
                </a:extLst>
              </p14:cNvPr>
              <p14:cNvContentPartPr/>
              <p14:nvPr/>
            </p14:nvContentPartPr>
            <p14:xfrm>
              <a:off x="10593606" y="1697343"/>
              <a:ext cx="53280" cy="36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D0668F9-58A8-5738-0E31-E7F7DD41DBA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584966" y="1688703"/>
                <a:ext cx="70920" cy="5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578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743CE5-1AFA-7587-8BEB-31A73A588D7D}"/>
                  </a:ext>
                </a:extLst>
              </p14:cNvPr>
              <p14:cNvContentPartPr/>
              <p14:nvPr/>
            </p14:nvContentPartPr>
            <p14:xfrm>
              <a:off x="211926" y="304863"/>
              <a:ext cx="229320" cy="31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743CE5-1AFA-7587-8BEB-31A73A588D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926" y="295863"/>
                <a:ext cx="2469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F3B80F-CC9C-BE3F-5E87-78C3D2DBF69A}"/>
                  </a:ext>
                </a:extLst>
              </p14:cNvPr>
              <p14:cNvContentPartPr/>
              <p14:nvPr/>
            </p14:nvContentPartPr>
            <p14:xfrm>
              <a:off x="627726" y="465783"/>
              <a:ext cx="1692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F3B80F-CC9C-BE3F-5E87-78C3D2DBF6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086" y="457143"/>
                <a:ext cx="345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0BF2052-2FFB-754F-6C45-E7C9FEC72FF1}"/>
              </a:ext>
            </a:extLst>
          </p:cNvPr>
          <p:cNvGrpSpPr/>
          <p:nvPr/>
        </p:nvGrpSpPr>
        <p:grpSpPr>
          <a:xfrm>
            <a:off x="953166" y="337623"/>
            <a:ext cx="1076400" cy="312480"/>
            <a:chOff x="953166" y="337623"/>
            <a:chExt cx="107640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6DD96A-7DD1-898D-EB17-A07FC6002CBB}"/>
                    </a:ext>
                  </a:extLst>
                </p14:cNvPr>
                <p14:cNvContentPartPr/>
                <p14:nvPr/>
              </p14:nvContentPartPr>
              <p14:xfrm>
                <a:off x="953166" y="341223"/>
                <a:ext cx="234720" cy="305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6DD96A-7DD1-898D-EB17-A07FC6002C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166" y="332223"/>
                  <a:ext cx="252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06696F-DD70-994B-BC3D-9BAC6F5B276A}"/>
                    </a:ext>
                  </a:extLst>
                </p14:cNvPr>
                <p14:cNvContentPartPr/>
                <p14:nvPr/>
              </p14:nvContentPartPr>
              <p14:xfrm>
                <a:off x="1188606" y="337623"/>
                <a:ext cx="840960" cy="312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06696F-DD70-994B-BC3D-9BAC6F5B27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9606" y="328623"/>
                  <a:ext cx="85860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887F7E-73D5-F67E-FE0A-3D863D79042A}"/>
              </a:ext>
            </a:extLst>
          </p:cNvPr>
          <p:cNvGrpSpPr/>
          <p:nvPr/>
        </p:nvGrpSpPr>
        <p:grpSpPr>
          <a:xfrm>
            <a:off x="2774766" y="341583"/>
            <a:ext cx="686520" cy="376200"/>
            <a:chOff x="2774766" y="341583"/>
            <a:chExt cx="68652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0CFE8E-50C5-ABEC-03FB-7BEC0D07699F}"/>
                    </a:ext>
                  </a:extLst>
                </p14:cNvPr>
                <p14:cNvContentPartPr/>
                <p14:nvPr/>
              </p14:nvContentPartPr>
              <p14:xfrm>
                <a:off x="2774766" y="341583"/>
                <a:ext cx="686520" cy="376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0CFE8E-50C5-ABEC-03FB-7BEC0D0769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6126" y="332943"/>
                  <a:ext cx="7041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1960E4-861E-3F20-B658-434E1076BC17}"/>
                    </a:ext>
                  </a:extLst>
                </p14:cNvPr>
                <p14:cNvContentPartPr/>
                <p14:nvPr/>
              </p14:nvContentPartPr>
              <p14:xfrm>
                <a:off x="2797446" y="387663"/>
                <a:ext cx="289800" cy="1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1960E4-861E-3F20-B658-434E1076BC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8806" y="378663"/>
                  <a:ext cx="307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AF60B11-A305-A4EE-8E96-6F53D9F2A86E}"/>
              </a:ext>
            </a:extLst>
          </p:cNvPr>
          <p:cNvGrpSpPr/>
          <p:nvPr/>
        </p:nvGrpSpPr>
        <p:grpSpPr>
          <a:xfrm>
            <a:off x="4204326" y="228543"/>
            <a:ext cx="1875600" cy="726840"/>
            <a:chOff x="4204326" y="228543"/>
            <a:chExt cx="1875600" cy="72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729B93-07AA-899B-E8E2-BF696A08FBDE}"/>
                    </a:ext>
                  </a:extLst>
                </p14:cNvPr>
                <p14:cNvContentPartPr/>
                <p14:nvPr/>
              </p14:nvContentPartPr>
              <p14:xfrm>
                <a:off x="4204326" y="501063"/>
                <a:ext cx="165240" cy="166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729B93-07AA-899B-E8E2-BF696A08FB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5326" y="492063"/>
                  <a:ext cx="182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4399B1-3FD3-F40A-ACB4-F519FC96C9B4}"/>
                    </a:ext>
                  </a:extLst>
                </p14:cNvPr>
                <p14:cNvContentPartPr/>
                <p14:nvPr/>
              </p14:nvContentPartPr>
              <p14:xfrm>
                <a:off x="4450206" y="487023"/>
                <a:ext cx="155880" cy="46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4399B1-3FD3-F40A-ACB4-F519FC96C9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41566" y="478383"/>
                  <a:ext cx="1735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08DE94-71C7-0D9E-D8E4-06BE62D767DC}"/>
                    </a:ext>
                  </a:extLst>
                </p14:cNvPr>
                <p14:cNvContentPartPr/>
                <p14:nvPr/>
              </p14:nvContentPartPr>
              <p14:xfrm>
                <a:off x="4729566" y="485943"/>
                <a:ext cx="208440" cy="194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08DE94-71C7-0D9E-D8E4-06BE62D767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20566" y="476943"/>
                  <a:ext cx="226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CA7F88-CC3A-40FC-D19C-4BC559DBB2E0}"/>
                    </a:ext>
                  </a:extLst>
                </p14:cNvPr>
                <p14:cNvContentPartPr/>
                <p14:nvPr/>
              </p14:nvContentPartPr>
              <p14:xfrm>
                <a:off x="5007846" y="512223"/>
                <a:ext cx="222480" cy="15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CA7F88-CC3A-40FC-D19C-4BC559DBB2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8846" y="503583"/>
                  <a:ext cx="240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9F79D3-03D9-0189-64B2-46EBEDC4018B}"/>
                    </a:ext>
                  </a:extLst>
                </p14:cNvPr>
                <p14:cNvContentPartPr/>
                <p14:nvPr/>
              </p14:nvContentPartPr>
              <p14:xfrm>
                <a:off x="5340846" y="228543"/>
                <a:ext cx="66240" cy="44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9F79D3-03D9-0189-64B2-46EBEDC401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32206" y="219543"/>
                  <a:ext cx="83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C847B5-0CCD-C8B9-1313-0AEC88064761}"/>
                    </a:ext>
                  </a:extLst>
                </p14:cNvPr>
                <p14:cNvContentPartPr/>
                <p14:nvPr/>
              </p14:nvContentPartPr>
              <p14:xfrm>
                <a:off x="5514726" y="448863"/>
                <a:ext cx="52920" cy="18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C847B5-0CCD-C8B9-1313-0AEC8806476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06086" y="439863"/>
                  <a:ext cx="70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3F08E8-82C9-40D0-A00F-A9C0246A7DE1}"/>
                    </a:ext>
                  </a:extLst>
                </p14:cNvPr>
                <p14:cNvContentPartPr/>
                <p14:nvPr/>
              </p14:nvContentPartPr>
              <p14:xfrm>
                <a:off x="5629206" y="481983"/>
                <a:ext cx="135720" cy="16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3F08E8-82C9-40D0-A00F-A9C0246A7D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20566" y="473343"/>
                  <a:ext cx="153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5C73C7-D889-FED3-C32E-4926152CE1D7}"/>
                    </a:ext>
                  </a:extLst>
                </p14:cNvPr>
                <p14:cNvContentPartPr/>
                <p14:nvPr/>
              </p14:nvContentPartPr>
              <p14:xfrm>
                <a:off x="5796246" y="468663"/>
                <a:ext cx="283680" cy="17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5C73C7-D889-FED3-C32E-4926152CE1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7246" y="460023"/>
                  <a:ext cx="301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49EFB0-0AB9-35A5-66E9-15B390B9E593}"/>
                    </a:ext>
                  </a:extLst>
                </p14:cNvPr>
                <p14:cNvContentPartPr/>
                <p14:nvPr/>
              </p14:nvContentPartPr>
              <p14:xfrm>
                <a:off x="5574126" y="288663"/>
                <a:ext cx="97200" cy="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49EFB0-0AB9-35A5-66E9-15B390B9E5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65486" y="280023"/>
                  <a:ext cx="11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AD96C9-9882-7A4C-4746-ACFF055FC401}"/>
                    </a:ext>
                  </a:extLst>
                </p14:cNvPr>
                <p14:cNvContentPartPr/>
                <p14:nvPr/>
              </p14:nvContentPartPr>
              <p14:xfrm>
                <a:off x="5236446" y="379023"/>
                <a:ext cx="248400" cy="34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8AD96C9-9882-7A4C-4746-ACFF055FC4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7446" y="370383"/>
                  <a:ext cx="2660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FC19F-D00F-36C4-26D4-3678C6C9FD35}"/>
              </a:ext>
            </a:extLst>
          </p:cNvPr>
          <p:cNvGrpSpPr/>
          <p:nvPr/>
        </p:nvGrpSpPr>
        <p:grpSpPr>
          <a:xfrm>
            <a:off x="6954006" y="338703"/>
            <a:ext cx="512280" cy="793800"/>
            <a:chOff x="6954006" y="338703"/>
            <a:chExt cx="512280" cy="79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226061-434A-C36C-5B44-3CEF5CF58886}"/>
                    </a:ext>
                  </a:extLst>
                </p14:cNvPr>
                <p14:cNvContentPartPr/>
                <p14:nvPr/>
              </p14:nvContentPartPr>
              <p14:xfrm>
                <a:off x="6954006" y="338703"/>
                <a:ext cx="172440" cy="378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226061-434A-C36C-5B44-3CEF5CF588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45366" y="330063"/>
                  <a:ext cx="1900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F177B4-3D18-77A4-F3C8-86E2D12C8182}"/>
                    </a:ext>
                  </a:extLst>
                </p14:cNvPr>
                <p14:cNvContentPartPr/>
                <p14:nvPr/>
              </p14:nvContentPartPr>
              <p14:xfrm>
                <a:off x="7099446" y="558663"/>
                <a:ext cx="366840" cy="573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F177B4-3D18-77A4-F3C8-86E2D12C81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0806" y="550023"/>
                  <a:ext cx="384480" cy="59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CE8450-027B-F0DC-5A33-EB428D312656}"/>
              </a:ext>
            </a:extLst>
          </p:cNvPr>
          <p:cNvGrpSpPr/>
          <p:nvPr/>
        </p:nvGrpSpPr>
        <p:grpSpPr>
          <a:xfrm>
            <a:off x="7985046" y="265263"/>
            <a:ext cx="1384200" cy="418320"/>
            <a:chOff x="7985046" y="265263"/>
            <a:chExt cx="138420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C7D4A3F-7C2B-880A-10F6-76469BE675E4}"/>
                    </a:ext>
                  </a:extLst>
                </p14:cNvPr>
                <p14:cNvContentPartPr/>
                <p14:nvPr/>
              </p14:nvContentPartPr>
              <p14:xfrm>
                <a:off x="7985046" y="526263"/>
                <a:ext cx="258120" cy="127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C7D4A3F-7C2B-880A-10F6-76469BE675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76046" y="517263"/>
                  <a:ext cx="275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15645D4-6CD6-8B8D-61CC-1070AE47712B}"/>
                    </a:ext>
                  </a:extLst>
                </p14:cNvPr>
                <p14:cNvContentPartPr/>
                <p14:nvPr/>
              </p14:nvContentPartPr>
              <p14:xfrm>
                <a:off x="8345766" y="265263"/>
                <a:ext cx="702720" cy="418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15645D4-6CD6-8B8D-61CC-1070AE4771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36766" y="256263"/>
                  <a:ext cx="7203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1F3185-58A8-D648-C5B1-A40424D51377}"/>
                    </a:ext>
                  </a:extLst>
                </p14:cNvPr>
                <p14:cNvContentPartPr/>
                <p14:nvPr/>
              </p14:nvContentPartPr>
              <p14:xfrm>
                <a:off x="9156486" y="537423"/>
                <a:ext cx="212760" cy="138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1F3185-58A8-D648-C5B1-A40424D513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47486" y="528423"/>
                  <a:ext cx="230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5E8B07-D3DE-EE3C-FDE4-5674DE370139}"/>
                    </a:ext>
                  </a:extLst>
                </p14:cNvPr>
                <p14:cNvContentPartPr/>
                <p14:nvPr/>
              </p14:nvContentPartPr>
              <p14:xfrm>
                <a:off x="9086286" y="320703"/>
                <a:ext cx="111960" cy="4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5E8B07-D3DE-EE3C-FDE4-5674DE3701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77286" y="311703"/>
                  <a:ext cx="129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5266A8-7F9F-EAD5-9A91-199B088202D4}"/>
                    </a:ext>
                  </a:extLst>
                </p14:cNvPr>
                <p14:cNvContentPartPr/>
                <p14:nvPr/>
              </p14:nvContentPartPr>
              <p14:xfrm>
                <a:off x="8527206" y="324303"/>
                <a:ext cx="8640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5266A8-7F9F-EAD5-9A91-199B088202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18566" y="315303"/>
                  <a:ext cx="1040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EDF4B1-72E1-7992-324C-07D2ABF666AD}"/>
              </a:ext>
            </a:extLst>
          </p:cNvPr>
          <p:cNvGrpSpPr/>
          <p:nvPr/>
        </p:nvGrpSpPr>
        <p:grpSpPr>
          <a:xfrm>
            <a:off x="9693246" y="199743"/>
            <a:ext cx="1537200" cy="438120"/>
            <a:chOff x="9693246" y="199743"/>
            <a:chExt cx="153720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3E8AD0-5E67-2679-9A0E-EFD9E9ED4ECD}"/>
                    </a:ext>
                  </a:extLst>
                </p14:cNvPr>
                <p14:cNvContentPartPr/>
                <p14:nvPr/>
              </p14:nvContentPartPr>
              <p14:xfrm>
                <a:off x="9693246" y="233583"/>
                <a:ext cx="930600" cy="40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3E8AD0-5E67-2679-9A0E-EFD9E9ED4EC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4606" y="224583"/>
                  <a:ext cx="9482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E7B8E-7866-BA21-6823-3CE24EDC75F4}"/>
                    </a:ext>
                  </a:extLst>
                </p14:cNvPr>
                <p14:cNvContentPartPr/>
                <p14:nvPr/>
              </p14:nvContentPartPr>
              <p14:xfrm>
                <a:off x="10671366" y="442023"/>
                <a:ext cx="159840" cy="164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E7B8E-7866-BA21-6823-3CE24EDC75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62726" y="433383"/>
                  <a:ext cx="177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DBB509-BA7D-5D6C-6A4D-6149E651E82C}"/>
                    </a:ext>
                  </a:extLst>
                </p14:cNvPr>
                <p14:cNvContentPartPr/>
                <p14:nvPr/>
              </p14:nvContentPartPr>
              <p14:xfrm>
                <a:off x="11015166" y="293703"/>
                <a:ext cx="215280" cy="29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DBB509-BA7D-5D6C-6A4D-6149E651E8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06526" y="285063"/>
                  <a:ext cx="232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C5FBC9-663C-A633-41D1-CCBCB7647742}"/>
                    </a:ext>
                  </a:extLst>
                </p14:cNvPr>
                <p14:cNvContentPartPr/>
                <p14:nvPr/>
              </p14:nvContentPartPr>
              <p14:xfrm>
                <a:off x="10141446" y="199743"/>
                <a:ext cx="183600" cy="19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C5FBC9-663C-A633-41D1-CCBCB76477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32806" y="190743"/>
                  <a:ext cx="2012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AE58004-8EE9-DDDE-F069-54F282AA9BBA}"/>
                  </a:ext>
                </a:extLst>
              </p14:cNvPr>
              <p14:cNvContentPartPr/>
              <p14:nvPr/>
            </p14:nvContentPartPr>
            <p14:xfrm>
              <a:off x="11658126" y="670263"/>
              <a:ext cx="14400" cy="1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AE58004-8EE9-DDDE-F069-54F282AA9B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649126" y="661263"/>
                <a:ext cx="3204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BB23D43-3D0E-6723-1B8C-4CA1FD7A10D4}"/>
              </a:ext>
            </a:extLst>
          </p:cNvPr>
          <p:cNvGrpSpPr/>
          <p:nvPr/>
        </p:nvGrpSpPr>
        <p:grpSpPr>
          <a:xfrm>
            <a:off x="2638326" y="1169583"/>
            <a:ext cx="2492280" cy="628200"/>
            <a:chOff x="2638326" y="1169583"/>
            <a:chExt cx="249228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73D4F0-B56F-7E2E-E2F9-5359EE9315C6}"/>
                    </a:ext>
                  </a:extLst>
                </p14:cNvPr>
                <p14:cNvContentPartPr/>
                <p14:nvPr/>
              </p14:nvContentPartPr>
              <p14:xfrm>
                <a:off x="2638326" y="1263183"/>
                <a:ext cx="192600" cy="18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73D4F0-B56F-7E2E-E2F9-5359EE9315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29686" y="1254543"/>
                  <a:ext cx="210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5BD042-46B0-71D3-16FC-F2210A04E77A}"/>
                    </a:ext>
                  </a:extLst>
                </p14:cNvPr>
                <p14:cNvContentPartPr/>
                <p14:nvPr/>
              </p14:nvContentPartPr>
              <p14:xfrm>
                <a:off x="2914446" y="1324023"/>
                <a:ext cx="135720" cy="45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5BD042-46B0-71D3-16FC-F2210A04E7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5806" y="1315023"/>
                  <a:ext cx="153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C0A84F-85BE-1CF5-1998-D6160284D657}"/>
                    </a:ext>
                  </a:extLst>
                </p14:cNvPr>
                <p14:cNvContentPartPr/>
                <p14:nvPr/>
              </p14:nvContentPartPr>
              <p14:xfrm>
                <a:off x="3232326" y="1169583"/>
                <a:ext cx="157320" cy="26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C0A84F-85BE-1CF5-1998-D6160284D6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23326" y="1160583"/>
                  <a:ext cx="174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03E51D-DD5D-BA69-1899-903EAF18CF0C}"/>
                    </a:ext>
                  </a:extLst>
                </p14:cNvPr>
                <p14:cNvContentPartPr/>
                <p14:nvPr/>
              </p14:nvContentPartPr>
              <p14:xfrm>
                <a:off x="3426006" y="1291623"/>
                <a:ext cx="218520" cy="506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03E51D-DD5D-BA69-1899-903EAF18CF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17366" y="1282623"/>
                  <a:ext cx="236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FCEABB0-BCE9-18AD-97D9-39BA3A57C99E}"/>
                    </a:ext>
                  </a:extLst>
                </p14:cNvPr>
                <p14:cNvContentPartPr/>
                <p14:nvPr/>
              </p14:nvContentPartPr>
              <p14:xfrm>
                <a:off x="3860166" y="1371543"/>
                <a:ext cx="180000" cy="40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FCEABB0-BCE9-18AD-97D9-39BA3A57C9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51166" y="1362543"/>
                  <a:ext cx="197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480A9E-E101-D8D2-EDBE-A25102888772}"/>
                    </a:ext>
                  </a:extLst>
                </p14:cNvPr>
                <p14:cNvContentPartPr/>
                <p14:nvPr/>
              </p14:nvContentPartPr>
              <p14:xfrm>
                <a:off x="3967086" y="1280823"/>
                <a:ext cx="37080" cy="179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480A9E-E101-D8D2-EDBE-A2510288877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58086" y="1272183"/>
                  <a:ext cx="54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9C57D9-4246-7E57-F3F2-DEAA4ED35A2A}"/>
                    </a:ext>
                  </a:extLst>
                </p14:cNvPr>
                <p14:cNvContentPartPr/>
                <p14:nvPr/>
              </p14:nvContentPartPr>
              <p14:xfrm>
                <a:off x="4264806" y="1254183"/>
                <a:ext cx="140400" cy="274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9C57D9-4246-7E57-F3F2-DEAA4ED35A2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56166" y="1245183"/>
                  <a:ext cx="158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5C138C-76BD-6788-AC05-510A6FFBD946}"/>
                    </a:ext>
                  </a:extLst>
                </p14:cNvPr>
                <p14:cNvContentPartPr/>
                <p14:nvPr/>
              </p14:nvContentPartPr>
              <p14:xfrm>
                <a:off x="4581606" y="1378743"/>
                <a:ext cx="191880" cy="135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5C138C-76BD-6788-AC05-510A6FFBD94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2606" y="1369743"/>
                  <a:ext cx="209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FF6722-87C3-ECEE-11DB-9ABA9DA33027}"/>
                    </a:ext>
                  </a:extLst>
                </p14:cNvPr>
                <p14:cNvContentPartPr/>
                <p14:nvPr/>
              </p14:nvContentPartPr>
              <p14:xfrm>
                <a:off x="4998486" y="1364343"/>
                <a:ext cx="120960" cy="16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FF6722-87C3-ECEE-11DB-9ABA9DA330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89846" y="1355703"/>
                  <a:ext cx="138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485898-52E9-831F-B1C1-95089D1ED624}"/>
                    </a:ext>
                  </a:extLst>
                </p14:cNvPr>
                <p14:cNvContentPartPr/>
                <p14:nvPr/>
              </p14:nvContentPartPr>
              <p14:xfrm>
                <a:off x="5013966" y="1432023"/>
                <a:ext cx="116640" cy="2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485898-52E9-831F-B1C1-95089D1ED6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04966" y="1423023"/>
                  <a:ext cx="1342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FAD631-215D-207A-D889-B01D15AA5A91}"/>
              </a:ext>
            </a:extLst>
          </p:cNvPr>
          <p:cNvGrpSpPr/>
          <p:nvPr/>
        </p:nvGrpSpPr>
        <p:grpSpPr>
          <a:xfrm>
            <a:off x="5429046" y="1184343"/>
            <a:ext cx="547920" cy="294120"/>
            <a:chOff x="5429046" y="1184343"/>
            <a:chExt cx="54792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B1A5C8-FBEE-5BC7-B792-6E4B4946DF27}"/>
                    </a:ext>
                  </a:extLst>
                </p14:cNvPr>
                <p14:cNvContentPartPr/>
                <p14:nvPr/>
              </p14:nvContentPartPr>
              <p14:xfrm>
                <a:off x="5429046" y="1261023"/>
                <a:ext cx="140040" cy="21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B1A5C8-FBEE-5BC7-B792-6E4B4946DF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20406" y="1252383"/>
                  <a:ext cx="157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A33ECB-4794-1F48-2CD3-95E5D537D962}"/>
                    </a:ext>
                  </a:extLst>
                </p14:cNvPr>
                <p14:cNvContentPartPr/>
                <p14:nvPr/>
              </p14:nvContentPartPr>
              <p14:xfrm>
                <a:off x="5640726" y="1184343"/>
                <a:ext cx="336240" cy="13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A33ECB-4794-1F48-2CD3-95E5D537D96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31726" y="1175703"/>
                  <a:ext cx="3538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A83124C-4AA3-5516-8F28-337CBFFEDE96}"/>
              </a:ext>
            </a:extLst>
          </p:cNvPr>
          <p:cNvGrpSpPr/>
          <p:nvPr/>
        </p:nvGrpSpPr>
        <p:grpSpPr>
          <a:xfrm>
            <a:off x="2229006" y="1907223"/>
            <a:ext cx="1334520" cy="701640"/>
            <a:chOff x="2229006" y="1907223"/>
            <a:chExt cx="1334520" cy="7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84F39F-B00B-6289-D3CE-6DB77202B560}"/>
                    </a:ext>
                  </a:extLst>
                </p14:cNvPr>
                <p14:cNvContentPartPr/>
                <p14:nvPr/>
              </p14:nvContentPartPr>
              <p14:xfrm>
                <a:off x="2229006" y="1907223"/>
                <a:ext cx="177120" cy="369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84F39F-B00B-6289-D3CE-6DB77202B5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20006" y="1898583"/>
                  <a:ext cx="1947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442A92-B772-9284-F69A-61AA5382B957}"/>
                    </a:ext>
                  </a:extLst>
                </p14:cNvPr>
                <p14:cNvContentPartPr/>
                <p14:nvPr/>
              </p14:nvContentPartPr>
              <p14:xfrm>
                <a:off x="2463726" y="2140503"/>
                <a:ext cx="246960" cy="17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442A92-B772-9284-F69A-61AA5382B9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55086" y="2131503"/>
                  <a:ext cx="264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3C3CE4-05DB-498B-B43E-B4A0F4F1E532}"/>
                    </a:ext>
                  </a:extLst>
                </p14:cNvPr>
                <p14:cNvContentPartPr/>
                <p14:nvPr/>
              </p14:nvContentPartPr>
              <p14:xfrm>
                <a:off x="2892846" y="2129343"/>
                <a:ext cx="151920" cy="48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3C3CE4-05DB-498B-B43E-B4A0F4F1E5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3846" y="2120703"/>
                  <a:ext cx="169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030B87-FE88-761D-1778-400F674A354E}"/>
                    </a:ext>
                  </a:extLst>
                </p14:cNvPr>
                <p14:cNvContentPartPr/>
                <p14:nvPr/>
              </p14:nvContentPartPr>
              <p14:xfrm>
                <a:off x="2967006" y="2064543"/>
                <a:ext cx="52560" cy="18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030B87-FE88-761D-1778-400F674A354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58366" y="2055543"/>
                  <a:ext cx="70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40D32B8-2A15-D886-A4DA-51BFD2448060}"/>
                    </a:ext>
                  </a:extLst>
                </p14:cNvPr>
                <p14:cNvContentPartPr/>
                <p14:nvPr/>
              </p14:nvContentPartPr>
              <p14:xfrm>
                <a:off x="3213246" y="2025303"/>
                <a:ext cx="150480" cy="244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40D32B8-2A15-D886-A4DA-51BFD24480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04246" y="2016663"/>
                  <a:ext cx="1681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819117-CCBD-E685-B88D-0C74B9710629}"/>
                    </a:ext>
                  </a:extLst>
                </p14:cNvPr>
                <p14:cNvContentPartPr/>
                <p14:nvPr/>
              </p14:nvContentPartPr>
              <p14:xfrm>
                <a:off x="3341406" y="2113863"/>
                <a:ext cx="222120" cy="495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819117-CCBD-E685-B88D-0C74B97106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32406" y="2105223"/>
                  <a:ext cx="239760" cy="51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20509B4-D77D-C531-9A9D-7ABBD101A0BF}"/>
              </a:ext>
            </a:extLst>
          </p:cNvPr>
          <p:cNvGrpSpPr/>
          <p:nvPr/>
        </p:nvGrpSpPr>
        <p:grpSpPr>
          <a:xfrm>
            <a:off x="3884286" y="2118903"/>
            <a:ext cx="177120" cy="223560"/>
            <a:chOff x="3884286" y="2118903"/>
            <a:chExt cx="17712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3C2C86-1EAF-34BD-C4E0-A91A1D75D6A8}"/>
                    </a:ext>
                  </a:extLst>
                </p14:cNvPr>
                <p14:cNvContentPartPr/>
                <p14:nvPr/>
              </p14:nvContentPartPr>
              <p14:xfrm>
                <a:off x="3884286" y="2173983"/>
                <a:ext cx="177120" cy="68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3C2C86-1EAF-34BD-C4E0-A91A1D75D6A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75646" y="2165343"/>
                  <a:ext cx="194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0E1AD1-3434-93A1-E370-7F2FA548781D}"/>
                    </a:ext>
                  </a:extLst>
                </p14:cNvPr>
                <p14:cNvContentPartPr/>
                <p14:nvPr/>
              </p14:nvContentPartPr>
              <p14:xfrm>
                <a:off x="3978246" y="2118903"/>
                <a:ext cx="30600" cy="223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0E1AD1-3434-93A1-E370-7F2FA548781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9606" y="2109903"/>
                  <a:ext cx="482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01456C-F7F7-3709-AC5F-161027267369}"/>
              </a:ext>
            </a:extLst>
          </p:cNvPr>
          <p:cNvGrpSpPr/>
          <p:nvPr/>
        </p:nvGrpSpPr>
        <p:grpSpPr>
          <a:xfrm>
            <a:off x="4322766" y="1993983"/>
            <a:ext cx="517320" cy="306720"/>
            <a:chOff x="4322766" y="1993983"/>
            <a:chExt cx="51732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CCDC61D-67D5-A197-995C-F539A0E68758}"/>
                    </a:ext>
                  </a:extLst>
                </p14:cNvPr>
                <p14:cNvContentPartPr/>
                <p14:nvPr/>
              </p14:nvContentPartPr>
              <p14:xfrm>
                <a:off x="4322766" y="1993983"/>
                <a:ext cx="126000" cy="30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CCDC61D-67D5-A197-995C-F539A0E687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14126" y="1984983"/>
                  <a:ext cx="143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400A1C1-CEA1-DDD4-7194-A1DDC4942EFD}"/>
                    </a:ext>
                  </a:extLst>
                </p14:cNvPr>
                <p14:cNvContentPartPr/>
                <p14:nvPr/>
              </p14:nvContentPartPr>
              <p14:xfrm>
                <a:off x="4606446" y="2099463"/>
                <a:ext cx="233640" cy="170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400A1C1-CEA1-DDD4-7194-A1DDC4942E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97806" y="2090823"/>
                  <a:ext cx="2512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55CC91E-616A-1D1B-E723-0ABBC000AE19}"/>
              </a:ext>
            </a:extLst>
          </p:cNvPr>
          <p:cNvGrpSpPr/>
          <p:nvPr/>
        </p:nvGrpSpPr>
        <p:grpSpPr>
          <a:xfrm>
            <a:off x="5065446" y="2134023"/>
            <a:ext cx="150480" cy="83520"/>
            <a:chOff x="5065446" y="2134023"/>
            <a:chExt cx="150480" cy="8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71EC1DC-A7D4-E614-A07A-FF1BC5D033D2}"/>
                    </a:ext>
                  </a:extLst>
                </p14:cNvPr>
                <p14:cNvContentPartPr/>
                <p14:nvPr/>
              </p14:nvContentPartPr>
              <p14:xfrm>
                <a:off x="5069046" y="2134023"/>
                <a:ext cx="122400" cy="21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71EC1DC-A7D4-E614-A07A-FF1BC5D033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60046" y="2125023"/>
                  <a:ext cx="140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7D5892-1921-2F55-7E69-2916F5263552}"/>
                    </a:ext>
                  </a:extLst>
                </p14:cNvPr>
                <p14:cNvContentPartPr/>
                <p14:nvPr/>
              </p14:nvContentPartPr>
              <p14:xfrm>
                <a:off x="5065446" y="2188743"/>
                <a:ext cx="150480" cy="28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7D5892-1921-2F55-7E69-2916F52635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56806" y="2179743"/>
                  <a:ext cx="16812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1A54FF8-9CBA-4DEE-A500-0623F0A2724E}"/>
                  </a:ext>
                </a:extLst>
              </p14:cNvPr>
              <p14:cNvContentPartPr/>
              <p14:nvPr/>
            </p14:nvContentPartPr>
            <p14:xfrm>
              <a:off x="5553966" y="1887423"/>
              <a:ext cx="262440" cy="405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1A54FF8-9CBA-4DEE-A500-0623F0A2724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544966" y="1878783"/>
                <a:ext cx="280080" cy="42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234B86A3-C530-B3C0-5A22-A92E40E49DCA}"/>
              </a:ext>
            </a:extLst>
          </p:cNvPr>
          <p:cNvGrpSpPr/>
          <p:nvPr/>
        </p:nvGrpSpPr>
        <p:grpSpPr>
          <a:xfrm>
            <a:off x="2805726" y="2881743"/>
            <a:ext cx="821160" cy="480600"/>
            <a:chOff x="2805726" y="2881743"/>
            <a:chExt cx="82116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CA0D876-2FE2-ECA8-AD40-4E904CBFB119}"/>
                    </a:ext>
                  </a:extLst>
                </p14:cNvPr>
                <p14:cNvContentPartPr/>
                <p14:nvPr/>
              </p14:nvContentPartPr>
              <p14:xfrm>
                <a:off x="2805726" y="2944023"/>
                <a:ext cx="285480" cy="155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CA0D876-2FE2-ECA8-AD40-4E904CBFB1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96726" y="2935383"/>
                  <a:ext cx="303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331D4F-E93F-8069-147E-03B03B839365}"/>
                    </a:ext>
                  </a:extLst>
                </p14:cNvPr>
                <p14:cNvContentPartPr/>
                <p14:nvPr/>
              </p14:nvContentPartPr>
              <p14:xfrm>
                <a:off x="3207846" y="2956263"/>
                <a:ext cx="167760" cy="46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331D4F-E93F-8069-147E-03B03B83936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98846" y="2947623"/>
                  <a:ext cx="185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1A9F211-CBCD-1608-C18B-FC954B4F873D}"/>
                    </a:ext>
                  </a:extLst>
                </p14:cNvPr>
                <p14:cNvContentPartPr/>
                <p14:nvPr/>
              </p14:nvContentPartPr>
              <p14:xfrm>
                <a:off x="3291366" y="2881743"/>
                <a:ext cx="40680" cy="177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1A9F211-CBCD-1608-C18B-FC954B4F87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82726" y="2873103"/>
                  <a:ext cx="58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C1DD48-16C9-7CFA-1685-925C594C066D}"/>
                    </a:ext>
                  </a:extLst>
                </p14:cNvPr>
                <p14:cNvContentPartPr/>
                <p14:nvPr/>
              </p14:nvContentPartPr>
              <p14:xfrm>
                <a:off x="3450486" y="2921343"/>
                <a:ext cx="176400" cy="441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C1DD48-16C9-7CFA-1685-925C594C0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41486" y="2912343"/>
                  <a:ext cx="19404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1C9EFDA-6434-1263-C139-E92C8F64DFDF}"/>
              </a:ext>
            </a:extLst>
          </p:cNvPr>
          <p:cNvGrpSpPr/>
          <p:nvPr/>
        </p:nvGrpSpPr>
        <p:grpSpPr>
          <a:xfrm>
            <a:off x="3873486" y="2844663"/>
            <a:ext cx="522360" cy="213480"/>
            <a:chOff x="3873486" y="2844663"/>
            <a:chExt cx="52236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2806EE-4A93-19BC-D8A5-4582E747C794}"/>
                    </a:ext>
                  </a:extLst>
                </p14:cNvPr>
                <p14:cNvContentPartPr/>
                <p14:nvPr/>
              </p14:nvContentPartPr>
              <p14:xfrm>
                <a:off x="3873486" y="2928903"/>
                <a:ext cx="153000" cy="39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2806EE-4A93-19BC-D8A5-4582E747C7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64486" y="2920263"/>
                  <a:ext cx="170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2D4CA1-A683-A821-7779-1451C0CE68AA}"/>
                    </a:ext>
                  </a:extLst>
                </p14:cNvPr>
                <p14:cNvContentPartPr/>
                <p14:nvPr/>
              </p14:nvContentPartPr>
              <p14:xfrm>
                <a:off x="4196046" y="2844663"/>
                <a:ext cx="199800" cy="213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2D4CA1-A683-A821-7779-1451C0CE68A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87046" y="2835663"/>
                  <a:ext cx="21744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55E433-2C60-ACD5-27F0-AAC1413FC336}"/>
              </a:ext>
            </a:extLst>
          </p:cNvPr>
          <p:cNvGrpSpPr/>
          <p:nvPr/>
        </p:nvGrpSpPr>
        <p:grpSpPr>
          <a:xfrm>
            <a:off x="4764486" y="2864103"/>
            <a:ext cx="187920" cy="92520"/>
            <a:chOff x="4764486" y="2864103"/>
            <a:chExt cx="18792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330CBC5-FF32-54BD-DA26-3C8123BDF240}"/>
                    </a:ext>
                  </a:extLst>
                </p14:cNvPr>
                <p14:cNvContentPartPr/>
                <p14:nvPr/>
              </p14:nvContentPartPr>
              <p14:xfrm>
                <a:off x="4793286" y="2864103"/>
                <a:ext cx="138600" cy="23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330CBC5-FF32-54BD-DA26-3C8123BDF24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84286" y="2855463"/>
                  <a:ext cx="156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3D45A7-F9F9-81A7-A41B-5322C35758A3}"/>
                    </a:ext>
                  </a:extLst>
                </p14:cNvPr>
                <p14:cNvContentPartPr/>
                <p14:nvPr/>
              </p14:nvContentPartPr>
              <p14:xfrm>
                <a:off x="4764486" y="2930703"/>
                <a:ext cx="187920" cy="2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3D45A7-F9F9-81A7-A41B-5322C35758A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55846" y="2922063"/>
                  <a:ext cx="2055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CFF8C11-299A-771B-1B7E-365D5C9E7F04}"/>
                  </a:ext>
                </a:extLst>
              </p14:cNvPr>
              <p14:cNvContentPartPr/>
              <p14:nvPr/>
            </p14:nvContentPartPr>
            <p14:xfrm>
              <a:off x="5264166" y="2833143"/>
              <a:ext cx="233280" cy="37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CFF8C11-299A-771B-1B7E-365D5C9E7F0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255152" y="2824228"/>
                <a:ext cx="250947" cy="55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709D774-9440-BDFF-712F-8B31BD4120FB}"/>
                  </a:ext>
                </a:extLst>
              </p14:cNvPr>
              <p14:cNvContentPartPr/>
              <p14:nvPr/>
            </p14:nvContentPartPr>
            <p14:xfrm>
              <a:off x="5633886" y="2690223"/>
              <a:ext cx="155880" cy="5234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709D774-9440-BDFF-712F-8B31BD4120F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615886" y="2672583"/>
                <a:ext cx="19152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A3880BC-3D32-AC80-E54E-BDB8A11DEFFC}"/>
                  </a:ext>
                </a:extLst>
              </p14:cNvPr>
              <p14:cNvContentPartPr/>
              <p14:nvPr/>
            </p14:nvContentPartPr>
            <p14:xfrm>
              <a:off x="4190286" y="3301863"/>
              <a:ext cx="25560" cy="10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A3880BC-3D32-AC80-E54E-BDB8A11DEFF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72646" y="3283863"/>
                <a:ext cx="612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4BD3E4D3-C5C0-F8C3-E065-3F19F7B1544B}"/>
              </a:ext>
            </a:extLst>
          </p:cNvPr>
          <p:cNvGrpSpPr/>
          <p:nvPr/>
        </p:nvGrpSpPr>
        <p:grpSpPr>
          <a:xfrm>
            <a:off x="852366" y="3436863"/>
            <a:ext cx="2055240" cy="1782000"/>
            <a:chOff x="852366" y="3436863"/>
            <a:chExt cx="2055240" cy="178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381644-83EE-713C-D671-F868C177C74F}"/>
                    </a:ext>
                  </a:extLst>
                </p14:cNvPr>
                <p14:cNvContentPartPr/>
                <p14:nvPr/>
              </p14:nvContentPartPr>
              <p14:xfrm>
                <a:off x="852366" y="3694263"/>
                <a:ext cx="178920" cy="240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381644-83EE-713C-D671-F868C177C7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4726" y="3676263"/>
                  <a:ext cx="214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D692F04-FB5F-8322-1D16-71D87F17EDB7}"/>
                    </a:ext>
                  </a:extLst>
                </p14:cNvPr>
                <p14:cNvContentPartPr/>
                <p14:nvPr/>
              </p14:nvContentPartPr>
              <p14:xfrm>
                <a:off x="880086" y="3715863"/>
                <a:ext cx="173520" cy="175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D692F04-FB5F-8322-1D16-71D87F17ED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446" y="3697863"/>
                  <a:ext cx="209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B3A83B9-4578-473F-45D3-081D2217767A}"/>
                    </a:ext>
                  </a:extLst>
                </p14:cNvPr>
                <p14:cNvContentPartPr/>
                <p14:nvPr/>
              </p14:nvContentPartPr>
              <p14:xfrm>
                <a:off x="1246926" y="3715143"/>
                <a:ext cx="164520" cy="40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B3A83B9-4578-473F-45D3-081D2217767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28926" y="3697503"/>
                  <a:ext cx="200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1AC4003-49B3-79F7-941E-810A8731880F}"/>
                    </a:ext>
                  </a:extLst>
                </p14:cNvPr>
                <p14:cNvContentPartPr/>
                <p14:nvPr/>
              </p14:nvContentPartPr>
              <p14:xfrm>
                <a:off x="1281486" y="3782823"/>
                <a:ext cx="168480" cy="51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1AC4003-49B3-79F7-941E-810A873188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63486" y="3764823"/>
                  <a:ext cx="204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FBF94C9-F87C-2E75-EBAE-A45DAEB41F93}"/>
                    </a:ext>
                  </a:extLst>
                </p14:cNvPr>
                <p14:cNvContentPartPr/>
                <p14:nvPr/>
              </p14:nvContentPartPr>
              <p14:xfrm>
                <a:off x="1538166" y="3436863"/>
                <a:ext cx="352800" cy="1782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FBF94C9-F87C-2E75-EBAE-A45DAEB41F9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20166" y="3419223"/>
                  <a:ext cx="388440" cy="18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285B181-B1D5-346F-E668-08BAD3A8DCDB}"/>
                    </a:ext>
                  </a:extLst>
                </p14:cNvPr>
                <p14:cNvContentPartPr/>
                <p14:nvPr/>
              </p14:nvContentPartPr>
              <p14:xfrm>
                <a:off x="2064846" y="3683103"/>
                <a:ext cx="204120" cy="198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285B181-B1D5-346F-E668-08BAD3A8DC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46846" y="3665463"/>
                  <a:ext cx="239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7F66F90-6E2E-97FA-366D-D07F637BB3CE}"/>
                    </a:ext>
                  </a:extLst>
                </p14:cNvPr>
                <p14:cNvContentPartPr/>
                <p14:nvPr/>
              </p14:nvContentPartPr>
              <p14:xfrm>
                <a:off x="1959366" y="4138503"/>
                <a:ext cx="179280" cy="398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7F66F90-6E2E-97FA-366D-D07F637BB3C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41366" y="4120863"/>
                  <a:ext cx="2149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0EF6151-D6E7-C23D-C598-D525D5E3A62E}"/>
                    </a:ext>
                  </a:extLst>
                </p14:cNvPr>
                <p14:cNvContentPartPr/>
                <p14:nvPr/>
              </p14:nvContentPartPr>
              <p14:xfrm>
                <a:off x="1875126" y="4861023"/>
                <a:ext cx="333360" cy="172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0EF6151-D6E7-C23D-C598-D525D5E3A62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57126" y="4843383"/>
                  <a:ext cx="369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E49A0A1-99D3-989B-D95D-6B9EC8F11BE6}"/>
                    </a:ext>
                  </a:extLst>
                </p14:cNvPr>
                <p14:cNvContentPartPr/>
                <p14:nvPr/>
              </p14:nvContentPartPr>
              <p14:xfrm>
                <a:off x="2129286" y="3487263"/>
                <a:ext cx="489600" cy="1638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E49A0A1-99D3-989B-D95D-6B9EC8F11BE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11646" y="3469623"/>
                  <a:ext cx="525240" cy="16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544AD9A-A838-F2CB-D1FF-B6608959B345}"/>
                    </a:ext>
                  </a:extLst>
                </p14:cNvPr>
                <p14:cNvContentPartPr/>
                <p14:nvPr/>
              </p14:nvContentPartPr>
              <p14:xfrm>
                <a:off x="2817966" y="4299063"/>
                <a:ext cx="89640" cy="171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544AD9A-A838-F2CB-D1FF-B6608959B34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99966" y="4281063"/>
                  <a:ext cx="12528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917C3D1-ADED-0D24-ABED-E76A385B94B7}"/>
              </a:ext>
            </a:extLst>
          </p:cNvPr>
          <p:cNvGrpSpPr/>
          <p:nvPr/>
        </p:nvGrpSpPr>
        <p:grpSpPr>
          <a:xfrm>
            <a:off x="3307926" y="3373143"/>
            <a:ext cx="2041560" cy="1721160"/>
            <a:chOff x="3307926" y="3373143"/>
            <a:chExt cx="2041560" cy="172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6A0415D-1BB2-4A45-DF64-EB67A4FC5C41}"/>
                    </a:ext>
                  </a:extLst>
                </p14:cNvPr>
                <p14:cNvContentPartPr/>
                <p14:nvPr/>
              </p14:nvContentPartPr>
              <p14:xfrm>
                <a:off x="3307926" y="3693183"/>
                <a:ext cx="75960" cy="313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6A0415D-1BB2-4A45-DF64-EB67A4FC5C4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89926" y="3675543"/>
                  <a:ext cx="111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5374E5A-D998-0ACA-F6A5-2E9313C79BF4}"/>
                    </a:ext>
                  </a:extLst>
                </p14:cNvPr>
                <p14:cNvContentPartPr/>
                <p14:nvPr/>
              </p14:nvContentPartPr>
              <p14:xfrm>
                <a:off x="3360846" y="3669063"/>
                <a:ext cx="141120" cy="343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5374E5A-D998-0ACA-F6A5-2E9313C79BF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43206" y="3651063"/>
                  <a:ext cx="176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5AA0209-FDE4-D335-CEBA-8AD9AC059ABC}"/>
                    </a:ext>
                  </a:extLst>
                </p14:cNvPr>
                <p14:cNvContentPartPr/>
                <p14:nvPr/>
              </p14:nvContentPartPr>
              <p14:xfrm>
                <a:off x="3708246" y="3790743"/>
                <a:ext cx="105480" cy="18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5AA0209-FDE4-D335-CEBA-8AD9AC059A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90606" y="3773103"/>
                  <a:ext cx="141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1C9CDF2-9F45-DD15-21AB-1A17C37A3453}"/>
                    </a:ext>
                  </a:extLst>
                </p14:cNvPr>
                <p14:cNvContentPartPr/>
                <p14:nvPr/>
              </p14:nvContentPartPr>
              <p14:xfrm>
                <a:off x="3693846" y="3885783"/>
                <a:ext cx="128520" cy="49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1C9CDF2-9F45-DD15-21AB-1A17C37A34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75846" y="3868143"/>
                  <a:ext cx="164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E3AC2DA-F13B-A832-4FAB-7F2554505AD1}"/>
                    </a:ext>
                  </a:extLst>
                </p14:cNvPr>
                <p14:cNvContentPartPr/>
                <p14:nvPr/>
              </p14:nvContentPartPr>
              <p14:xfrm>
                <a:off x="3930366" y="3373143"/>
                <a:ext cx="480240" cy="17211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E3AC2DA-F13B-A832-4FAB-7F2554505AD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12366" y="3355503"/>
                  <a:ext cx="515880" cy="17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7C635FB-C9DA-1B77-7230-7123CFFBAE6B}"/>
                    </a:ext>
                  </a:extLst>
                </p14:cNvPr>
                <p14:cNvContentPartPr/>
                <p14:nvPr/>
              </p14:nvContentPartPr>
              <p14:xfrm>
                <a:off x="4736766" y="3607503"/>
                <a:ext cx="136800" cy="46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7C635FB-C9DA-1B77-7230-7123CFFBAE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19126" y="3589863"/>
                  <a:ext cx="17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80EBA25-7042-AD64-B665-4F860ACC17E0}"/>
                    </a:ext>
                  </a:extLst>
                </p14:cNvPr>
                <p14:cNvContentPartPr/>
                <p14:nvPr/>
              </p14:nvContentPartPr>
              <p14:xfrm>
                <a:off x="4656126" y="3630183"/>
                <a:ext cx="164520" cy="246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80EBA25-7042-AD64-B665-4F860ACC17E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38486" y="3612183"/>
                  <a:ext cx="200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367B95E-6E57-DA9A-783A-99A5E1B11CA1}"/>
                    </a:ext>
                  </a:extLst>
                </p14:cNvPr>
                <p14:cNvContentPartPr/>
                <p14:nvPr/>
              </p14:nvContentPartPr>
              <p14:xfrm>
                <a:off x="4620126" y="4079103"/>
                <a:ext cx="143640" cy="275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367B95E-6E57-DA9A-783A-99A5E1B11CA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02126" y="4061463"/>
                  <a:ext cx="179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8EBD54-AF34-BDDD-E6DD-AFBEE0F42B80}"/>
                    </a:ext>
                  </a:extLst>
                </p14:cNvPr>
                <p14:cNvContentPartPr/>
                <p14:nvPr/>
              </p14:nvContentPartPr>
              <p14:xfrm>
                <a:off x="4366326" y="4781823"/>
                <a:ext cx="164160" cy="21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18EBD54-AF34-BDDD-E6DD-AFBEE0F42B8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48686" y="4764183"/>
                  <a:ext cx="199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54878D1-FE52-218A-B956-06ED09FAA371}"/>
                    </a:ext>
                  </a:extLst>
                </p14:cNvPr>
                <p14:cNvContentPartPr/>
                <p14:nvPr/>
              </p14:nvContentPartPr>
              <p14:xfrm>
                <a:off x="4618686" y="4673463"/>
                <a:ext cx="164160" cy="318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54878D1-FE52-218A-B956-06ED09FAA3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01046" y="4655463"/>
                  <a:ext cx="1998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06F3072-3F78-0275-70B8-D7905BFB0A77}"/>
                    </a:ext>
                  </a:extLst>
                </p14:cNvPr>
                <p14:cNvContentPartPr/>
                <p14:nvPr/>
              </p14:nvContentPartPr>
              <p14:xfrm>
                <a:off x="4700766" y="3430743"/>
                <a:ext cx="648720" cy="1659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06F3072-3F78-0275-70B8-D7905BFB0A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82766" y="3412743"/>
                  <a:ext cx="684360" cy="169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0C153ED3-EF5F-06D1-A765-491EE62C9A45}"/>
              </a:ext>
            </a:extLst>
          </p:cNvPr>
          <p:cNvGrpSpPr/>
          <p:nvPr/>
        </p:nvGrpSpPr>
        <p:grpSpPr>
          <a:xfrm>
            <a:off x="7943286" y="3476823"/>
            <a:ext cx="448560" cy="258120"/>
            <a:chOff x="7943286" y="3476823"/>
            <a:chExt cx="4485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52CAEF3-637B-EE1F-76DB-89FCB567A3C8}"/>
                    </a:ext>
                  </a:extLst>
                </p14:cNvPr>
                <p14:cNvContentPartPr/>
                <p14:nvPr/>
              </p14:nvContentPartPr>
              <p14:xfrm>
                <a:off x="7943286" y="3592743"/>
                <a:ext cx="134640" cy="34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52CAEF3-637B-EE1F-76DB-89FCB567A3C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25286" y="3574743"/>
                  <a:ext cx="170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9F74C47-EEF2-44BB-4779-78DD7CA78CFD}"/>
                    </a:ext>
                  </a:extLst>
                </p14:cNvPr>
                <p14:cNvContentPartPr/>
                <p14:nvPr/>
              </p14:nvContentPartPr>
              <p14:xfrm>
                <a:off x="8143446" y="3476823"/>
                <a:ext cx="248400" cy="258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9F74C47-EEF2-44BB-4779-78DD7CA78C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25806" y="3459183"/>
                  <a:ext cx="284040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0DCAD6D6-FA47-F459-E0D2-8D953E122732}"/>
                  </a:ext>
                </a:extLst>
              </p14:cNvPr>
              <p14:cNvContentPartPr/>
              <p14:nvPr/>
            </p14:nvContentPartPr>
            <p14:xfrm>
              <a:off x="8198886" y="4056783"/>
              <a:ext cx="150480" cy="2372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0DCAD6D6-FA47-F459-E0D2-8D953E12273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180886" y="4039143"/>
                <a:ext cx="18612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0F3F72C-3456-2581-FAB5-E14484317731}"/>
              </a:ext>
            </a:extLst>
          </p:cNvPr>
          <p:cNvGrpSpPr/>
          <p:nvPr/>
        </p:nvGrpSpPr>
        <p:grpSpPr>
          <a:xfrm>
            <a:off x="5876526" y="3255063"/>
            <a:ext cx="1631880" cy="1899000"/>
            <a:chOff x="5876526" y="3255063"/>
            <a:chExt cx="1631880" cy="18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624D0A9-7210-66E8-6156-4AAA7C960E0D}"/>
                    </a:ext>
                  </a:extLst>
                </p14:cNvPr>
                <p14:cNvContentPartPr/>
                <p14:nvPr/>
              </p14:nvContentPartPr>
              <p14:xfrm>
                <a:off x="5876526" y="3588063"/>
                <a:ext cx="268200" cy="4442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624D0A9-7210-66E8-6156-4AAA7C960E0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58886" y="3570423"/>
                  <a:ext cx="3038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A23A819-2BA3-1605-D6BD-99B920743798}"/>
                    </a:ext>
                  </a:extLst>
                </p14:cNvPr>
                <p14:cNvContentPartPr/>
                <p14:nvPr/>
              </p14:nvContentPartPr>
              <p14:xfrm>
                <a:off x="6468006" y="3709023"/>
                <a:ext cx="103320" cy="13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A23A819-2BA3-1605-D6BD-99B92074379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50006" y="3691023"/>
                  <a:ext cx="138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4E333A4-1AE7-B89E-E431-271831203AB4}"/>
                    </a:ext>
                  </a:extLst>
                </p14:cNvPr>
                <p14:cNvContentPartPr/>
                <p14:nvPr/>
              </p14:nvContentPartPr>
              <p14:xfrm>
                <a:off x="6393126" y="3807663"/>
                <a:ext cx="196200" cy="41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4E333A4-1AE7-B89E-E431-271831203AB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75486" y="3790023"/>
                  <a:ext cx="231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FC0C22F-878D-6CE0-F5DD-A22DCCDE4E60}"/>
                    </a:ext>
                  </a:extLst>
                </p14:cNvPr>
                <p14:cNvContentPartPr/>
                <p14:nvPr/>
              </p14:nvContentPartPr>
              <p14:xfrm>
                <a:off x="6622806" y="3255063"/>
                <a:ext cx="498960" cy="1899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FC0C22F-878D-6CE0-F5DD-A22DCCDE4E6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04806" y="3237423"/>
                  <a:ext cx="534600" cy="19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BB5BA05-0703-0736-5D1B-85FF1823D998}"/>
                    </a:ext>
                  </a:extLst>
                </p14:cNvPr>
                <p14:cNvContentPartPr/>
                <p14:nvPr/>
              </p14:nvContentPartPr>
              <p14:xfrm>
                <a:off x="7333086" y="3558903"/>
                <a:ext cx="47880" cy="226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BB5BA05-0703-0736-5D1B-85FF1823D99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15446" y="3540903"/>
                  <a:ext cx="83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91C51DC-6239-34F1-8151-CC7952B8256F}"/>
                    </a:ext>
                  </a:extLst>
                </p14:cNvPr>
                <p14:cNvContentPartPr/>
                <p14:nvPr/>
              </p14:nvContentPartPr>
              <p14:xfrm>
                <a:off x="7359366" y="4025103"/>
                <a:ext cx="149040" cy="321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91C51DC-6239-34F1-8151-CC7952B8256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41366" y="4007463"/>
                  <a:ext cx="184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F5F10A0-33A5-FB28-8F74-72DA1BC224C1}"/>
                    </a:ext>
                  </a:extLst>
                </p14:cNvPr>
                <p14:cNvContentPartPr/>
                <p14:nvPr/>
              </p14:nvContentPartPr>
              <p14:xfrm>
                <a:off x="7424526" y="4698663"/>
                <a:ext cx="50040" cy="244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F5F10A0-33A5-FB28-8F74-72DA1BC224C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06526" y="4680663"/>
                  <a:ext cx="8568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A20CA2F-AEDF-576C-153B-63CC70D194B9}"/>
                  </a:ext>
                </a:extLst>
              </p14:cNvPr>
              <p14:cNvContentPartPr/>
              <p14:nvPr/>
            </p14:nvContentPartPr>
            <p14:xfrm>
              <a:off x="8428566" y="4658343"/>
              <a:ext cx="56880" cy="2815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A20CA2F-AEDF-576C-153B-63CC70D194B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410566" y="4640343"/>
                <a:ext cx="9252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A1D3BCE-293B-17FA-CB27-C6D85794E2E9}"/>
              </a:ext>
            </a:extLst>
          </p:cNvPr>
          <p:cNvGrpSpPr/>
          <p:nvPr/>
        </p:nvGrpSpPr>
        <p:grpSpPr>
          <a:xfrm>
            <a:off x="8972166" y="3236343"/>
            <a:ext cx="880560" cy="1944360"/>
            <a:chOff x="8972166" y="3236343"/>
            <a:chExt cx="880560" cy="19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75968A0-5DDA-186D-B5E9-C34DAE98D338}"/>
                    </a:ext>
                  </a:extLst>
                </p14:cNvPr>
                <p14:cNvContentPartPr/>
                <p14:nvPr/>
              </p14:nvContentPartPr>
              <p14:xfrm>
                <a:off x="9086286" y="3415263"/>
                <a:ext cx="242640" cy="3070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75968A0-5DDA-186D-B5E9-C34DAE98D33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68286" y="3397623"/>
                  <a:ext cx="2782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0C50EC1-9BD4-6CCB-2FA3-BC1B2D98278C}"/>
                    </a:ext>
                  </a:extLst>
                </p14:cNvPr>
                <p14:cNvContentPartPr/>
                <p14:nvPr/>
              </p14:nvContentPartPr>
              <p14:xfrm>
                <a:off x="8972166" y="3974703"/>
                <a:ext cx="163440" cy="3391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0C50EC1-9BD4-6CCB-2FA3-BC1B2D98278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4166" y="3957063"/>
                  <a:ext cx="1990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62FB358-A341-8369-00F7-EFE5B66CB3AB}"/>
                    </a:ext>
                  </a:extLst>
                </p14:cNvPr>
                <p14:cNvContentPartPr/>
                <p14:nvPr/>
              </p14:nvContentPartPr>
              <p14:xfrm>
                <a:off x="8974686" y="4729263"/>
                <a:ext cx="150840" cy="35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62FB358-A341-8369-00F7-EFE5B66CB3A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56686" y="4711263"/>
                  <a:ext cx="186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7C4262D-B447-5DD9-0A31-B473F4FE6030}"/>
                    </a:ext>
                  </a:extLst>
                </p14:cNvPr>
                <p14:cNvContentPartPr/>
                <p14:nvPr/>
              </p14:nvContentPartPr>
              <p14:xfrm>
                <a:off x="9183846" y="4635303"/>
                <a:ext cx="69840" cy="279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7C4262D-B447-5DD9-0A31-B473F4FE60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66206" y="4617303"/>
                  <a:ext cx="105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09E9556-37EF-DE69-D586-49601DD71DEC}"/>
                    </a:ext>
                  </a:extLst>
                </p14:cNvPr>
                <p14:cNvContentPartPr/>
                <p14:nvPr/>
              </p14:nvContentPartPr>
              <p14:xfrm>
                <a:off x="9115446" y="3236343"/>
                <a:ext cx="737280" cy="1944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09E9556-37EF-DE69-D586-49601DD71DE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97806" y="3218703"/>
                  <a:ext cx="772920" cy="19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93E375E-717D-A4AD-F529-93F954F821B0}"/>
              </a:ext>
            </a:extLst>
          </p:cNvPr>
          <p:cNvGrpSpPr/>
          <p:nvPr/>
        </p:nvGrpSpPr>
        <p:grpSpPr>
          <a:xfrm>
            <a:off x="1990326" y="5835183"/>
            <a:ext cx="646560" cy="282960"/>
            <a:chOff x="1990326" y="5835183"/>
            <a:chExt cx="64656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B9DA1F5-4255-6CB3-C65A-DD0D9F1D7ED4}"/>
                    </a:ext>
                  </a:extLst>
                </p14:cNvPr>
                <p14:cNvContentPartPr/>
                <p14:nvPr/>
              </p14:nvContentPartPr>
              <p14:xfrm>
                <a:off x="2092206" y="5861823"/>
                <a:ext cx="109080" cy="254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B9DA1F5-4255-6CB3-C65A-DD0D9F1D7E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74206" y="5844183"/>
                  <a:ext cx="144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DAC59F2-D031-ED30-4467-CEB29E2CADBF}"/>
                    </a:ext>
                  </a:extLst>
                </p14:cNvPr>
                <p14:cNvContentPartPr/>
                <p14:nvPr/>
              </p14:nvContentPartPr>
              <p14:xfrm>
                <a:off x="1990326" y="5835183"/>
                <a:ext cx="270000" cy="282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DAC59F2-D031-ED30-4467-CEB29E2CAD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72326" y="5817183"/>
                  <a:ext cx="305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8103CDA-20B5-A63D-BA1D-29FE9A3D110A}"/>
                    </a:ext>
                  </a:extLst>
                </p14:cNvPr>
                <p14:cNvContentPartPr/>
                <p14:nvPr/>
              </p14:nvContentPartPr>
              <p14:xfrm>
                <a:off x="2434206" y="5938863"/>
                <a:ext cx="145800" cy="198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8103CDA-20B5-A63D-BA1D-29FE9A3D110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16566" y="5921223"/>
                  <a:ext cx="181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06B486B-8AC0-5AEE-F7F1-E58867DAB52B}"/>
                    </a:ext>
                  </a:extLst>
                </p14:cNvPr>
                <p14:cNvContentPartPr/>
                <p14:nvPr/>
              </p14:nvContentPartPr>
              <p14:xfrm>
                <a:off x="2463726" y="6030303"/>
                <a:ext cx="173160" cy="31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06B486B-8AC0-5AEE-F7F1-E58867DAB5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46086" y="6012663"/>
                  <a:ext cx="2088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F8D0A54-C541-1378-ABD6-8C1E9A1B4BA3}"/>
              </a:ext>
            </a:extLst>
          </p:cNvPr>
          <p:cNvGrpSpPr/>
          <p:nvPr/>
        </p:nvGrpSpPr>
        <p:grpSpPr>
          <a:xfrm>
            <a:off x="2886726" y="5620983"/>
            <a:ext cx="1078920" cy="546120"/>
            <a:chOff x="2886726" y="5620983"/>
            <a:chExt cx="107892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8599026-FFCF-D40C-4A6E-D0376199DBB0}"/>
                    </a:ext>
                  </a:extLst>
                </p14:cNvPr>
                <p14:cNvContentPartPr/>
                <p14:nvPr/>
              </p14:nvContentPartPr>
              <p14:xfrm>
                <a:off x="2982126" y="5800623"/>
                <a:ext cx="186840" cy="316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8599026-FFCF-D40C-4A6E-D0376199DB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64126" y="5782623"/>
                  <a:ext cx="222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B587D77-5425-BA1A-EAA9-674FC6A015ED}"/>
                    </a:ext>
                  </a:extLst>
                </p14:cNvPr>
                <p14:cNvContentPartPr/>
                <p14:nvPr/>
              </p14:nvContentPartPr>
              <p14:xfrm>
                <a:off x="3074646" y="5953983"/>
                <a:ext cx="125640" cy="33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B587D77-5425-BA1A-EAA9-674FC6A015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57006" y="5936343"/>
                  <a:ext cx="161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42A793F-6B1E-108A-8541-A5A7A19A0791}"/>
                    </a:ext>
                  </a:extLst>
                </p14:cNvPr>
                <p14:cNvContentPartPr/>
                <p14:nvPr/>
              </p14:nvContentPartPr>
              <p14:xfrm>
                <a:off x="3388566" y="5785863"/>
                <a:ext cx="105480" cy="460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42A793F-6B1E-108A-8541-A5A7A19A07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70566" y="5767863"/>
                  <a:ext cx="141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E8E8573-C987-3589-A7DB-33D567591168}"/>
                    </a:ext>
                  </a:extLst>
                </p14:cNvPr>
                <p14:cNvContentPartPr/>
                <p14:nvPr/>
              </p14:nvContentPartPr>
              <p14:xfrm>
                <a:off x="3611046" y="5620983"/>
                <a:ext cx="92160" cy="187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E8E8573-C987-3589-A7DB-33D5675911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93406" y="5603343"/>
                  <a:ext cx="127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1954109-0CCB-CA16-0F51-C4655D404224}"/>
                    </a:ext>
                  </a:extLst>
                </p14:cNvPr>
                <p14:cNvContentPartPr/>
                <p14:nvPr/>
              </p14:nvContentPartPr>
              <p14:xfrm>
                <a:off x="3725526" y="5826183"/>
                <a:ext cx="95760" cy="2854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1954109-0CCB-CA16-0F51-C4655D4042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07886" y="5808183"/>
                  <a:ext cx="1314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D205DE5-58EB-84BF-562C-7674F11C20CC}"/>
                    </a:ext>
                  </a:extLst>
                </p14:cNvPr>
                <p14:cNvContentPartPr/>
                <p14:nvPr/>
              </p14:nvContentPartPr>
              <p14:xfrm>
                <a:off x="3725526" y="5808903"/>
                <a:ext cx="240120" cy="358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D205DE5-58EB-84BF-562C-7674F11C20C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07526" y="5791263"/>
                  <a:ext cx="2757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B3F2B47-A401-09AF-A9AB-424045401C1F}"/>
                    </a:ext>
                  </a:extLst>
                </p14:cNvPr>
                <p14:cNvContentPartPr/>
                <p14:nvPr/>
              </p14:nvContentPartPr>
              <p14:xfrm>
                <a:off x="2886726" y="6102303"/>
                <a:ext cx="3240" cy="1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B3F2B47-A401-09AF-A9AB-424045401C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69086" y="6084663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3CEAD79-A8EC-B2F3-3FA0-B9061F11B021}"/>
                  </a:ext>
                </a:extLst>
              </p14:cNvPr>
              <p14:cNvContentPartPr/>
              <p14:nvPr/>
            </p14:nvContentPartPr>
            <p14:xfrm>
              <a:off x="7667886" y="2731263"/>
              <a:ext cx="10800" cy="14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3CEAD79-A8EC-B2F3-3FA0-B9061F11B02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650246" y="2713623"/>
                <a:ext cx="464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958542A1-4E28-CC4A-7906-B16A19A5EF07}"/>
                  </a:ext>
                </a:extLst>
              </p14:cNvPr>
              <p14:cNvContentPartPr/>
              <p14:nvPr/>
            </p14:nvContentPartPr>
            <p14:xfrm>
              <a:off x="6689046" y="1179663"/>
              <a:ext cx="201960" cy="19504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958542A1-4E28-CC4A-7906-B16A19A5EF0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671406" y="1162023"/>
                <a:ext cx="237600" cy="19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C51EC50-80EA-5D39-E937-F4C01A9F1B17}"/>
              </a:ext>
            </a:extLst>
          </p:cNvPr>
          <p:cNvGrpSpPr/>
          <p:nvPr/>
        </p:nvGrpSpPr>
        <p:grpSpPr>
          <a:xfrm>
            <a:off x="5724246" y="5747343"/>
            <a:ext cx="942840" cy="412200"/>
            <a:chOff x="5724246" y="5747343"/>
            <a:chExt cx="94284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8159AD9-E384-6DE3-82B0-12628E4D1270}"/>
                    </a:ext>
                  </a:extLst>
                </p14:cNvPr>
                <p14:cNvContentPartPr/>
                <p14:nvPr/>
              </p14:nvContentPartPr>
              <p14:xfrm>
                <a:off x="5951766" y="5777943"/>
                <a:ext cx="170280" cy="272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8159AD9-E384-6DE3-82B0-12628E4D12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33766" y="5759943"/>
                  <a:ext cx="205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4FCC846-ACD7-FB13-361A-B820F3373900}"/>
                    </a:ext>
                  </a:extLst>
                </p14:cNvPr>
                <p14:cNvContentPartPr/>
                <p14:nvPr/>
              </p14:nvContentPartPr>
              <p14:xfrm>
                <a:off x="5992086" y="5908263"/>
                <a:ext cx="150120" cy="442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4FCC846-ACD7-FB13-361A-B820F337390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74446" y="5890623"/>
                  <a:ext cx="185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AC59D12-CD13-6DC8-CD5C-38FDB63237FD}"/>
                    </a:ext>
                  </a:extLst>
                </p14:cNvPr>
                <p14:cNvContentPartPr/>
                <p14:nvPr/>
              </p14:nvContentPartPr>
              <p14:xfrm>
                <a:off x="6309606" y="5754543"/>
                <a:ext cx="16560" cy="382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AC59D12-CD13-6DC8-CD5C-38FDB63237F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291606" y="5736903"/>
                  <a:ext cx="522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59C6284-8352-00B2-347A-1686FC2ACD78}"/>
                    </a:ext>
                  </a:extLst>
                </p14:cNvPr>
                <p14:cNvContentPartPr/>
                <p14:nvPr/>
              </p14:nvContentPartPr>
              <p14:xfrm>
                <a:off x="5724246" y="5747343"/>
                <a:ext cx="43920" cy="412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59C6284-8352-00B2-347A-1686FC2ACD7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06246" y="5729703"/>
                  <a:ext cx="795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5A4ECD3-3E70-DAA7-0752-E7BE1FCD9DF8}"/>
                    </a:ext>
                  </a:extLst>
                </p14:cNvPr>
                <p14:cNvContentPartPr/>
                <p14:nvPr/>
              </p14:nvContentPartPr>
              <p14:xfrm>
                <a:off x="6488166" y="5938503"/>
                <a:ext cx="174240" cy="14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5A4ECD3-3E70-DAA7-0752-E7BE1FCD9D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70526" y="5920503"/>
                  <a:ext cx="209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41CF6B1-D6FE-F15A-C979-571E37D428F1}"/>
                    </a:ext>
                  </a:extLst>
                </p14:cNvPr>
                <p14:cNvContentPartPr/>
                <p14:nvPr/>
              </p14:nvContentPartPr>
              <p14:xfrm>
                <a:off x="6447846" y="6022383"/>
                <a:ext cx="219240" cy="435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41CF6B1-D6FE-F15A-C979-571E37D428F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29846" y="6004743"/>
                  <a:ext cx="25488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4CB7763-9A5C-45C7-2597-4B8F8705B5D4}"/>
                  </a:ext>
                </a:extLst>
              </p14:cNvPr>
              <p14:cNvContentPartPr/>
              <p14:nvPr/>
            </p14:nvContentPartPr>
            <p14:xfrm>
              <a:off x="6517686" y="6567063"/>
              <a:ext cx="79200" cy="50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4CB7763-9A5C-45C7-2597-4B8F8705B5D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499686" y="6549423"/>
                <a:ext cx="1148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5940A6D6-E21D-E785-F41F-9E75F5020F07}"/>
                  </a:ext>
                </a:extLst>
              </p14:cNvPr>
              <p14:cNvContentPartPr/>
              <p14:nvPr/>
            </p14:nvContentPartPr>
            <p14:xfrm>
              <a:off x="6432006" y="6675423"/>
              <a:ext cx="194400" cy="4212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5940A6D6-E21D-E785-F41F-9E75F5020F0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414006" y="6657783"/>
                <a:ext cx="23004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B7814D28-BDCE-1508-A0C7-BF8BF263203C}"/>
              </a:ext>
            </a:extLst>
          </p:cNvPr>
          <p:cNvGrpSpPr/>
          <p:nvPr/>
        </p:nvGrpSpPr>
        <p:grpSpPr>
          <a:xfrm>
            <a:off x="7025646" y="5434143"/>
            <a:ext cx="5145480" cy="1386360"/>
            <a:chOff x="7025646" y="5434143"/>
            <a:chExt cx="5145480" cy="13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4C14495-8ADA-C176-79E2-C18717EFA0A3}"/>
                    </a:ext>
                  </a:extLst>
                </p14:cNvPr>
                <p14:cNvContentPartPr/>
                <p14:nvPr/>
              </p14:nvContentPartPr>
              <p14:xfrm>
                <a:off x="7104486" y="5761023"/>
                <a:ext cx="24840" cy="231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4C14495-8ADA-C176-79E2-C18717EFA0A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86486" y="5743383"/>
                  <a:ext cx="60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DE2D07E-769B-6464-2411-089E75EAE38D}"/>
                    </a:ext>
                  </a:extLst>
                </p14:cNvPr>
                <p14:cNvContentPartPr/>
                <p14:nvPr/>
              </p14:nvContentPartPr>
              <p14:xfrm>
                <a:off x="7234806" y="5466903"/>
                <a:ext cx="232560" cy="9216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DE2D07E-769B-6464-2411-089E75EAE3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17166" y="5448903"/>
                  <a:ext cx="26820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BF8F3EC-6CD8-2105-E4A0-0368545D59DD}"/>
                    </a:ext>
                  </a:extLst>
                </p14:cNvPr>
                <p14:cNvContentPartPr/>
                <p14:nvPr/>
              </p14:nvContentPartPr>
              <p14:xfrm>
                <a:off x="8054886" y="6178623"/>
                <a:ext cx="11880" cy="19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BF8F3EC-6CD8-2105-E4A0-0368545D59D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036886" y="6160983"/>
                  <a:ext cx="47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46AE301-1251-7515-42B9-EFAD4451E987}"/>
                    </a:ext>
                  </a:extLst>
                </p14:cNvPr>
                <p14:cNvContentPartPr/>
                <p14:nvPr/>
              </p14:nvContentPartPr>
              <p14:xfrm>
                <a:off x="7521726" y="5865063"/>
                <a:ext cx="153000" cy="255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46AE301-1251-7515-42B9-EFAD4451E98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503726" y="5847423"/>
                  <a:ext cx="188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1EC9297-ADF7-416C-C587-4B97B8576990}"/>
                    </a:ext>
                  </a:extLst>
                </p14:cNvPr>
                <p14:cNvContentPartPr/>
                <p14:nvPr/>
              </p14:nvContentPartPr>
              <p14:xfrm>
                <a:off x="7741326" y="5742303"/>
                <a:ext cx="137880" cy="270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1EC9297-ADF7-416C-C587-4B97B85769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23326" y="5724303"/>
                  <a:ext cx="1735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4956FC8-BC30-A4DC-D1D4-80A62162161A}"/>
                    </a:ext>
                  </a:extLst>
                </p14:cNvPr>
                <p14:cNvContentPartPr/>
                <p14:nvPr/>
              </p14:nvContentPartPr>
              <p14:xfrm>
                <a:off x="8021766" y="5853543"/>
                <a:ext cx="144000" cy="270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4956FC8-BC30-A4DC-D1D4-80A62162161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04126" y="5835903"/>
                  <a:ext cx="179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79383E6-5559-3532-ED51-9D9BCB9D38E9}"/>
                    </a:ext>
                  </a:extLst>
                </p14:cNvPr>
                <p14:cNvContentPartPr/>
                <p14:nvPr/>
              </p14:nvContentPartPr>
              <p14:xfrm>
                <a:off x="8289246" y="5710623"/>
                <a:ext cx="147240" cy="3837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79383E6-5559-3532-ED51-9D9BCB9D38E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71246" y="5692983"/>
                  <a:ext cx="1828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F1EBF3C-5D65-01D8-BE9E-FFC74FC76F9B}"/>
                    </a:ext>
                  </a:extLst>
                </p14:cNvPr>
                <p14:cNvContentPartPr/>
                <p14:nvPr/>
              </p14:nvContentPartPr>
              <p14:xfrm>
                <a:off x="8468166" y="5583183"/>
                <a:ext cx="195120" cy="718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F1EBF3C-5D65-01D8-BE9E-FFC74FC76F9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50166" y="5565543"/>
                  <a:ext cx="23076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750EFC3-3403-526A-266F-0F223E4B64A9}"/>
                    </a:ext>
                  </a:extLst>
                </p14:cNvPr>
                <p14:cNvContentPartPr/>
                <p14:nvPr/>
              </p14:nvContentPartPr>
              <p14:xfrm>
                <a:off x="8125086" y="6814023"/>
                <a:ext cx="4680" cy="64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750EFC3-3403-526A-266F-0F223E4B64A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07086" y="6796383"/>
                  <a:ext cx="40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BAEC9E8-A060-21EF-F494-AAFC5CE8CAA1}"/>
                    </a:ext>
                  </a:extLst>
                </p14:cNvPr>
                <p14:cNvContentPartPr/>
                <p14:nvPr/>
              </p14:nvContentPartPr>
              <p14:xfrm>
                <a:off x="8876766" y="5881623"/>
                <a:ext cx="142200" cy="158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BAEC9E8-A060-21EF-F494-AAFC5CE8CAA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59126" y="5863623"/>
                  <a:ext cx="177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1AED7FC-9474-14DA-38AD-3DD218193E07}"/>
                    </a:ext>
                  </a:extLst>
                </p14:cNvPr>
                <p14:cNvContentPartPr/>
                <p14:nvPr/>
              </p14:nvContentPartPr>
              <p14:xfrm>
                <a:off x="9123006" y="5790183"/>
                <a:ext cx="177480" cy="277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1AED7FC-9474-14DA-38AD-3DD218193E0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05006" y="5772183"/>
                  <a:ext cx="2131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DBF027A-CA1B-2DC1-C51F-787082797B01}"/>
                    </a:ext>
                  </a:extLst>
                </p14:cNvPr>
                <p14:cNvContentPartPr/>
                <p14:nvPr/>
              </p14:nvContentPartPr>
              <p14:xfrm>
                <a:off x="8945166" y="5759943"/>
                <a:ext cx="29520" cy="3024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DBF027A-CA1B-2DC1-C51F-787082797B0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27526" y="5742303"/>
                  <a:ext cx="651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4265009-2FB1-9915-063B-463B15095954}"/>
                    </a:ext>
                  </a:extLst>
                </p14:cNvPr>
                <p14:cNvContentPartPr/>
                <p14:nvPr/>
              </p14:nvContentPartPr>
              <p14:xfrm>
                <a:off x="9408486" y="5518023"/>
                <a:ext cx="216360" cy="828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4265009-2FB1-9915-063B-463B150959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90846" y="5500383"/>
                  <a:ext cx="25200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2F42CC9-B495-9E66-E625-353F2EC03FA0}"/>
                    </a:ext>
                  </a:extLst>
                </p14:cNvPr>
                <p14:cNvContentPartPr/>
                <p14:nvPr/>
              </p14:nvContentPartPr>
              <p14:xfrm>
                <a:off x="9868566" y="6380223"/>
                <a:ext cx="2160" cy="13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2F42CC9-B495-9E66-E625-353F2EC03FA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50926" y="6362223"/>
                  <a:ext cx="37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34C68B3-B91F-095D-41EB-3F4B83EA26B4}"/>
                    </a:ext>
                  </a:extLst>
                </p14:cNvPr>
                <p14:cNvContentPartPr/>
                <p14:nvPr/>
              </p14:nvContentPartPr>
              <p14:xfrm>
                <a:off x="9597126" y="5865423"/>
                <a:ext cx="155520" cy="40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34C68B3-B91F-095D-41EB-3F4B83EA26B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79486" y="5847783"/>
                  <a:ext cx="191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FE04A5A-78C6-D702-173B-7BB620908353}"/>
                    </a:ext>
                  </a:extLst>
                </p14:cNvPr>
                <p14:cNvContentPartPr/>
                <p14:nvPr/>
              </p14:nvContentPartPr>
              <p14:xfrm>
                <a:off x="9824286" y="5724303"/>
                <a:ext cx="122040" cy="309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FE04A5A-78C6-D702-173B-7BB6209083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06646" y="5706303"/>
                  <a:ext cx="157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BE405F9-0C54-9938-62C7-F2071D0A8A78}"/>
                    </a:ext>
                  </a:extLst>
                </p14:cNvPr>
                <p14:cNvContentPartPr/>
                <p14:nvPr/>
              </p14:nvContentPartPr>
              <p14:xfrm>
                <a:off x="10053606" y="5876223"/>
                <a:ext cx="95040" cy="48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BE405F9-0C54-9938-62C7-F2071D0A8A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35966" y="5858223"/>
                  <a:ext cx="130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B65CE43-0204-8CF0-FA10-6ABD002AEAFD}"/>
                    </a:ext>
                  </a:extLst>
                </p14:cNvPr>
                <p14:cNvContentPartPr/>
                <p14:nvPr/>
              </p14:nvContentPartPr>
              <p14:xfrm>
                <a:off x="10295166" y="5730063"/>
                <a:ext cx="123120" cy="2858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B65CE43-0204-8CF0-FA10-6ABD002AEAF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77166" y="5712423"/>
                  <a:ext cx="1587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D34F5F8-1297-B0EC-6299-C44EF8D58E1A}"/>
                    </a:ext>
                  </a:extLst>
                </p14:cNvPr>
                <p14:cNvContentPartPr/>
                <p14:nvPr/>
              </p14:nvContentPartPr>
              <p14:xfrm>
                <a:off x="10431246" y="5471943"/>
                <a:ext cx="118800" cy="758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D34F5F8-1297-B0EC-6299-C44EF8D58E1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13606" y="5454303"/>
                  <a:ext cx="15444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C27D0E6-AF91-EB86-6498-BBFD11084C6B}"/>
                    </a:ext>
                  </a:extLst>
                </p14:cNvPr>
                <p14:cNvContentPartPr/>
                <p14:nvPr/>
              </p14:nvContentPartPr>
              <p14:xfrm>
                <a:off x="10665246" y="5903583"/>
                <a:ext cx="126720" cy="482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C27D0E6-AF91-EB86-6498-BBFD11084C6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647246" y="5885943"/>
                  <a:ext cx="162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0AC37EA-53EB-8573-5C2F-0205EAA48739}"/>
                    </a:ext>
                  </a:extLst>
                </p14:cNvPr>
                <p14:cNvContentPartPr/>
                <p14:nvPr/>
              </p14:nvContentPartPr>
              <p14:xfrm>
                <a:off x="10707366" y="5818983"/>
                <a:ext cx="37440" cy="2502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0AC37EA-53EB-8573-5C2F-0205EAA4873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89366" y="5800983"/>
                  <a:ext cx="73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99B0D26-6A21-B67D-5F4B-34DD71B76846}"/>
                    </a:ext>
                  </a:extLst>
                </p14:cNvPr>
                <p14:cNvContentPartPr/>
                <p14:nvPr/>
              </p14:nvContentPartPr>
              <p14:xfrm>
                <a:off x="10807446" y="5767863"/>
                <a:ext cx="249480" cy="3074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99B0D26-6A21-B67D-5F4B-34DD71B7684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789446" y="5749863"/>
                  <a:ext cx="285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A00D94E-F70B-4EC5-C7BF-247F0FF02F13}"/>
                    </a:ext>
                  </a:extLst>
                </p14:cNvPr>
                <p14:cNvContentPartPr/>
                <p14:nvPr/>
              </p14:nvContentPartPr>
              <p14:xfrm>
                <a:off x="11218566" y="5434143"/>
                <a:ext cx="160560" cy="8863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A00D94E-F70B-4EC5-C7BF-247F0FF02F1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200566" y="5416143"/>
                  <a:ext cx="19620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4F6D841-9F3C-0388-512A-5EAFC766E974}"/>
                    </a:ext>
                  </a:extLst>
                </p14:cNvPr>
                <p14:cNvContentPartPr/>
                <p14:nvPr/>
              </p14:nvContentPartPr>
              <p14:xfrm>
                <a:off x="11366526" y="5716023"/>
                <a:ext cx="164160" cy="306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4F6D841-9F3C-0388-512A-5EAFC766E97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48526" y="5698383"/>
                  <a:ext cx="1998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13BC5E-8373-97B5-03CC-04F79E0D9C21}"/>
                    </a:ext>
                  </a:extLst>
                </p14:cNvPr>
                <p14:cNvContentPartPr/>
                <p14:nvPr/>
              </p14:nvContentPartPr>
              <p14:xfrm>
                <a:off x="11657046" y="5831583"/>
                <a:ext cx="83880" cy="511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13BC5E-8373-97B5-03CC-04F79E0D9C2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39046" y="5813583"/>
                  <a:ext cx="119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7292E2D-3244-56FF-8C9F-F7439E9C5E6F}"/>
                    </a:ext>
                  </a:extLst>
                </p14:cNvPr>
                <p14:cNvContentPartPr/>
                <p14:nvPr/>
              </p14:nvContentPartPr>
              <p14:xfrm>
                <a:off x="11785566" y="5753463"/>
                <a:ext cx="99720" cy="2404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7292E2D-3244-56FF-8C9F-F7439E9C5E6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767926" y="5735463"/>
                  <a:ext cx="135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9809500-2B51-0029-70C3-3058852B13DD}"/>
                    </a:ext>
                  </a:extLst>
                </p14:cNvPr>
                <p14:cNvContentPartPr/>
                <p14:nvPr/>
              </p14:nvContentPartPr>
              <p14:xfrm>
                <a:off x="11849646" y="5461503"/>
                <a:ext cx="235800" cy="8834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9809500-2B51-0029-70C3-3058852B13D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832006" y="5443863"/>
                  <a:ext cx="27144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BBB2B3C-D768-1537-E90C-71450320932A}"/>
                    </a:ext>
                  </a:extLst>
                </p14:cNvPr>
                <p14:cNvContentPartPr/>
                <p14:nvPr/>
              </p14:nvContentPartPr>
              <p14:xfrm>
                <a:off x="7025646" y="6580023"/>
                <a:ext cx="137520" cy="298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BBB2B3C-D768-1537-E90C-71450320932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07646" y="6562023"/>
                  <a:ext cx="173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0D9C621-A2EC-0B7E-1F7C-0BE1DF328A17}"/>
                    </a:ext>
                  </a:extLst>
                </p14:cNvPr>
                <p14:cNvContentPartPr/>
                <p14:nvPr/>
              </p14:nvContentPartPr>
              <p14:xfrm>
                <a:off x="7214646" y="6444663"/>
                <a:ext cx="157680" cy="3175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0D9C621-A2EC-0B7E-1F7C-0BE1DF328A1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196646" y="6427023"/>
                  <a:ext cx="1933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4336C97-4DDD-7259-7F03-442C2DE1B0E5}"/>
                    </a:ext>
                  </a:extLst>
                </p14:cNvPr>
                <p14:cNvContentPartPr/>
                <p14:nvPr/>
              </p14:nvContentPartPr>
              <p14:xfrm>
                <a:off x="7505526" y="6622863"/>
                <a:ext cx="150480" cy="302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4336C97-4DDD-7259-7F03-442C2DE1B0E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487526" y="6605223"/>
                  <a:ext cx="186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06593F0-5157-1D52-B7C9-FFD9E943CAC0}"/>
                    </a:ext>
                  </a:extLst>
                </p14:cNvPr>
                <p14:cNvContentPartPr/>
                <p14:nvPr/>
              </p14:nvContentPartPr>
              <p14:xfrm>
                <a:off x="7811166" y="6428463"/>
                <a:ext cx="22680" cy="2664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06593F0-5157-1D52-B7C9-FFD9E943CAC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793526" y="6410463"/>
                  <a:ext cx="58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0CCC485-F427-11E9-F739-2D17B28DF0A7}"/>
                    </a:ext>
                  </a:extLst>
                </p14:cNvPr>
                <p14:cNvContentPartPr/>
                <p14:nvPr/>
              </p14:nvContentPartPr>
              <p14:xfrm>
                <a:off x="8003046" y="6379503"/>
                <a:ext cx="175320" cy="286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0CCC485-F427-11E9-F739-2D17B28DF0A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985406" y="6361503"/>
                  <a:ext cx="210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7C37EE0-59E5-5C05-F2EB-BF7ABB7F674B}"/>
                    </a:ext>
                  </a:extLst>
                </p14:cNvPr>
                <p14:cNvContentPartPr/>
                <p14:nvPr/>
              </p14:nvContentPartPr>
              <p14:xfrm>
                <a:off x="8671206" y="6501903"/>
                <a:ext cx="164520" cy="255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7C37EE0-59E5-5C05-F2EB-BF7ABB7F674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653206" y="6483903"/>
                  <a:ext cx="200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F522E5-0886-7288-C034-7AEDE9500627}"/>
                    </a:ext>
                  </a:extLst>
                </p14:cNvPr>
                <p14:cNvContentPartPr/>
                <p14:nvPr/>
              </p14:nvContentPartPr>
              <p14:xfrm>
                <a:off x="8762286" y="6415143"/>
                <a:ext cx="35280" cy="2530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F522E5-0886-7288-C034-7AEDE950062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44646" y="6397503"/>
                  <a:ext cx="70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2E0A2CF-C972-EDEB-2956-965BADB8A099}"/>
                    </a:ext>
                  </a:extLst>
                </p14:cNvPr>
                <p14:cNvContentPartPr/>
                <p14:nvPr/>
              </p14:nvContentPartPr>
              <p14:xfrm>
                <a:off x="9004566" y="6375903"/>
                <a:ext cx="138600" cy="305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2E0A2CF-C972-EDEB-2956-965BADB8A09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986926" y="6358263"/>
                  <a:ext cx="174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666B500-6F89-1401-C6EB-C56C62368C66}"/>
                    </a:ext>
                  </a:extLst>
                </p14:cNvPr>
                <p14:cNvContentPartPr/>
                <p14:nvPr/>
              </p14:nvContentPartPr>
              <p14:xfrm>
                <a:off x="9425406" y="6533583"/>
                <a:ext cx="131400" cy="18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666B500-6F89-1401-C6EB-C56C62368C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07766" y="6515583"/>
                  <a:ext cx="167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3C76FAD-C6B4-B05D-CE04-C172626A048E}"/>
                    </a:ext>
                  </a:extLst>
                </p14:cNvPr>
                <p14:cNvContentPartPr/>
                <p14:nvPr/>
              </p14:nvContentPartPr>
              <p14:xfrm>
                <a:off x="9411366" y="6613863"/>
                <a:ext cx="183240" cy="41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3C76FAD-C6B4-B05D-CE04-C172626A048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393366" y="6596223"/>
                  <a:ext cx="218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96F2FF2-454C-B17E-ACB5-9505F7AB805B}"/>
                    </a:ext>
                  </a:extLst>
                </p14:cNvPr>
                <p14:cNvContentPartPr/>
                <p14:nvPr/>
              </p14:nvContentPartPr>
              <p14:xfrm>
                <a:off x="9972966" y="6568503"/>
                <a:ext cx="169920" cy="266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96F2FF2-454C-B17E-ACB5-9505F7AB805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954966" y="6550863"/>
                  <a:ext cx="205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90F618B-72B4-4542-A2E5-A9AAB0698B25}"/>
                    </a:ext>
                  </a:extLst>
                </p14:cNvPr>
                <p14:cNvContentPartPr/>
                <p14:nvPr/>
              </p14:nvContentPartPr>
              <p14:xfrm>
                <a:off x="10288686" y="6467343"/>
                <a:ext cx="198000" cy="199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90F618B-72B4-4542-A2E5-A9AAB0698B2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70686" y="6449703"/>
                  <a:ext cx="233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8B091D9-4A77-E88B-E959-E8C4A384DFEA}"/>
                    </a:ext>
                  </a:extLst>
                </p14:cNvPr>
                <p14:cNvContentPartPr/>
                <p14:nvPr/>
              </p14:nvContentPartPr>
              <p14:xfrm>
                <a:off x="10571646" y="6375903"/>
                <a:ext cx="199080" cy="2480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8B091D9-4A77-E88B-E959-E8C4A384DFE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554006" y="6358263"/>
                  <a:ext cx="234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ACB481D-FBBC-EFDD-6E08-011FF6017370}"/>
                    </a:ext>
                  </a:extLst>
                </p14:cNvPr>
                <p14:cNvContentPartPr/>
                <p14:nvPr/>
              </p14:nvContentPartPr>
              <p14:xfrm>
                <a:off x="10892046" y="6497943"/>
                <a:ext cx="149760" cy="360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ACB481D-FBBC-EFDD-6E08-011FF601737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874406" y="6479943"/>
                  <a:ext cx="185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172D730-3377-926E-888B-286AEA37FAC3}"/>
                    </a:ext>
                  </a:extLst>
                </p14:cNvPr>
                <p14:cNvContentPartPr/>
                <p14:nvPr/>
              </p14:nvContentPartPr>
              <p14:xfrm>
                <a:off x="10951086" y="6423783"/>
                <a:ext cx="16200" cy="1814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172D730-3377-926E-888B-286AEA37FAC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933446" y="6406143"/>
                  <a:ext cx="51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D57E44A-B53E-AED1-F4EF-A1256EC7DB47}"/>
                    </a:ext>
                  </a:extLst>
                </p14:cNvPr>
                <p14:cNvContentPartPr/>
                <p14:nvPr/>
              </p14:nvContentPartPr>
              <p14:xfrm>
                <a:off x="11092926" y="6360063"/>
                <a:ext cx="137160" cy="2689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D57E44A-B53E-AED1-F4EF-A1256EC7DB4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75286" y="6342063"/>
                  <a:ext cx="172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0D1A64C-DB70-5A11-DA9D-408CA933F012}"/>
                    </a:ext>
                  </a:extLst>
                </p14:cNvPr>
                <p14:cNvContentPartPr/>
                <p14:nvPr/>
              </p14:nvContentPartPr>
              <p14:xfrm>
                <a:off x="11281206" y="6486063"/>
                <a:ext cx="108000" cy="234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0D1A64C-DB70-5A11-DA9D-408CA933F01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63566" y="6468063"/>
                  <a:ext cx="143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797241D-A350-BEC7-25C1-D83275C7F7BA}"/>
                    </a:ext>
                  </a:extLst>
                </p14:cNvPr>
                <p14:cNvContentPartPr/>
                <p14:nvPr/>
              </p14:nvContentPartPr>
              <p14:xfrm>
                <a:off x="11271126" y="6580383"/>
                <a:ext cx="131040" cy="194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797241D-A350-BEC7-25C1-D83275C7F7B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253486" y="6562383"/>
                  <a:ext cx="166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2D34FC8-CD95-7D55-0E60-3246E69677F9}"/>
                    </a:ext>
                  </a:extLst>
                </p14:cNvPr>
                <p14:cNvContentPartPr/>
                <p14:nvPr/>
              </p14:nvContentPartPr>
              <p14:xfrm>
                <a:off x="11528526" y="6508383"/>
                <a:ext cx="110880" cy="32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2D34FC8-CD95-7D55-0E60-3246E69677F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510886" y="6490383"/>
                  <a:ext cx="146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D71E3B0-7A87-1555-288F-88F24256895D}"/>
                    </a:ext>
                  </a:extLst>
                </p14:cNvPr>
                <p14:cNvContentPartPr/>
                <p14:nvPr/>
              </p14:nvContentPartPr>
              <p14:xfrm>
                <a:off x="11687286" y="6400743"/>
                <a:ext cx="176760" cy="2451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D71E3B0-7A87-1555-288F-88F24256895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669286" y="6383103"/>
                  <a:ext cx="212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56533AD-642C-DD9D-0259-3F49C2058380}"/>
                    </a:ext>
                  </a:extLst>
                </p14:cNvPr>
                <p14:cNvContentPartPr/>
                <p14:nvPr/>
              </p14:nvContentPartPr>
              <p14:xfrm>
                <a:off x="11877366" y="6448983"/>
                <a:ext cx="293760" cy="1724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56533AD-642C-DD9D-0259-3F49C205838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859366" y="6431343"/>
                  <a:ext cx="32940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3A368E08-3D6A-CA9B-258B-DB101613B410}"/>
                  </a:ext>
                </a:extLst>
              </p14:cNvPr>
              <p14:cNvContentPartPr/>
              <p14:nvPr/>
            </p14:nvContentPartPr>
            <p14:xfrm>
              <a:off x="8398197" y="2460183"/>
              <a:ext cx="1042920" cy="6444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3A368E08-3D6A-CA9B-258B-DB101613B41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8380557" y="2442543"/>
                <a:ext cx="1078560" cy="1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702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FFA4BE-3818-0116-E1EB-2B1D47A0B906}"/>
              </a:ext>
            </a:extLst>
          </p:cNvPr>
          <p:cNvGrpSpPr/>
          <p:nvPr/>
        </p:nvGrpSpPr>
        <p:grpSpPr>
          <a:xfrm>
            <a:off x="749406" y="346623"/>
            <a:ext cx="555480" cy="356400"/>
            <a:chOff x="749406" y="346623"/>
            <a:chExt cx="55548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F38D774-F3F2-264C-99AC-30530FCAC205}"/>
                    </a:ext>
                  </a:extLst>
                </p14:cNvPr>
                <p14:cNvContentPartPr/>
                <p14:nvPr/>
              </p14:nvContentPartPr>
              <p14:xfrm>
                <a:off x="749406" y="346623"/>
                <a:ext cx="2876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F38D774-F3F2-264C-99AC-30530FCAC2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1766" y="328983"/>
                  <a:ext cx="323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BA2F4A-656A-5E4D-EAFB-45CB30FC9B4D}"/>
                    </a:ext>
                  </a:extLst>
                </p14:cNvPr>
                <p14:cNvContentPartPr/>
                <p14:nvPr/>
              </p14:nvContentPartPr>
              <p14:xfrm>
                <a:off x="849486" y="542823"/>
                <a:ext cx="145440" cy="27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BA2F4A-656A-5E4D-EAFB-45CB30FC9B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1846" y="524823"/>
                  <a:ext cx="181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B0626F-9C3A-6B4C-20D7-9AE329073912}"/>
                    </a:ext>
                  </a:extLst>
                </p14:cNvPr>
                <p14:cNvContentPartPr/>
                <p14:nvPr/>
              </p14:nvContentPartPr>
              <p14:xfrm>
                <a:off x="1190046" y="528783"/>
                <a:ext cx="114840" cy="1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B0626F-9C3A-6B4C-20D7-9AE3290739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2406" y="510783"/>
                  <a:ext cx="150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462E525-0E64-219D-EA30-27A73C1D0BC5}"/>
                    </a:ext>
                  </a:extLst>
                </p14:cNvPr>
                <p14:cNvContentPartPr/>
                <p14:nvPr/>
              </p14:nvContentPartPr>
              <p14:xfrm>
                <a:off x="1121646" y="625623"/>
                <a:ext cx="145080" cy="29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462E525-0E64-219D-EA30-27A73C1D0B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3646" y="607983"/>
                  <a:ext cx="18072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CDCD40-25C8-1FCD-F114-60F46161A5DC}"/>
              </a:ext>
            </a:extLst>
          </p:cNvPr>
          <p:cNvGrpSpPr/>
          <p:nvPr/>
        </p:nvGrpSpPr>
        <p:grpSpPr>
          <a:xfrm>
            <a:off x="1478406" y="265623"/>
            <a:ext cx="721800" cy="1529280"/>
            <a:chOff x="1478406" y="265623"/>
            <a:chExt cx="721800" cy="152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C63DD7-34F2-AE73-BC5F-8519A09606AB}"/>
                    </a:ext>
                  </a:extLst>
                </p14:cNvPr>
                <p14:cNvContentPartPr/>
                <p14:nvPr/>
              </p14:nvContentPartPr>
              <p14:xfrm>
                <a:off x="1478406" y="265623"/>
                <a:ext cx="445680" cy="1529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C63DD7-34F2-AE73-BC5F-8519A09606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60406" y="247983"/>
                  <a:ext cx="481320" cy="15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0635A3-D355-DA92-8E7F-9366F410BA4B}"/>
                    </a:ext>
                  </a:extLst>
                </p14:cNvPr>
                <p14:cNvContentPartPr/>
                <p14:nvPr/>
              </p14:nvContentPartPr>
              <p14:xfrm>
                <a:off x="2077806" y="324303"/>
                <a:ext cx="34200" cy="170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0635A3-D355-DA92-8E7F-9366F410BA4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60166" y="306303"/>
                  <a:ext cx="69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8C5DBC-558F-7D09-D81F-B18D164B8600}"/>
                    </a:ext>
                  </a:extLst>
                </p14:cNvPr>
                <p14:cNvContentPartPr/>
                <p14:nvPr/>
              </p14:nvContentPartPr>
              <p14:xfrm>
                <a:off x="2074566" y="714903"/>
                <a:ext cx="125640" cy="237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8C5DBC-558F-7D09-D81F-B18D164B86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6566" y="696903"/>
                  <a:ext cx="161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CEA59F-2FC4-60C2-670B-E6721944AEC1}"/>
                    </a:ext>
                  </a:extLst>
                </p14:cNvPr>
                <p14:cNvContentPartPr/>
                <p14:nvPr/>
              </p14:nvContentPartPr>
              <p14:xfrm>
                <a:off x="2046126" y="1191903"/>
                <a:ext cx="39960" cy="29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CEA59F-2FC4-60C2-670B-E6721944AE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8126" y="1174263"/>
                  <a:ext cx="7560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9FE5CB6-BD93-501B-F9E9-1D9DAF097902}"/>
                  </a:ext>
                </a:extLst>
              </p14:cNvPr>
              <p14:cNvContentPartPr/>
              <p14:nvPr/>
            </p14:nvContentPartPr>
            <p14:xfrm>
              <a:off x="1674246" y="1039983"/>
              <a:ext cx="52200" cy="8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9FE5CB6-BD93-501B-F9E9-1D9DAF0979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56246" y="1022343"/>
                <a:ext cx="878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6AAC98A-717D-6CAB-5D1C-D848985D1D15}"/>
              </a:ext>
            </a:extLst>
          </p:cNvPr>
          <p:cNvGrpSpPr/>
          <p:nvPr/>
        </p:nvGrpSpPr>
        <p:grpSpPr>
          <a:xfrm>
            <a:off x="590286" y="2121063"/>
            <a:ext cx="560520" cy="515520"/>
            <a:chOff x="590286" y="2121063"/>
            <a:chExt cx="560520" cy="5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0C670F-C3B2-A897-3256-B5C2535F46F2}"/>
                    </a:ext>
                  </a:extLst>
                </p14:cNvPr>
                <p14:cNvContentPartPr/>
                <p14:nvPr/>
              </p14:nvContentPartPr>
              <p14:xfrm>
                <a:off x="595686" y="2585463"/>
                <a:ext cx="117000" cy="51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0C670F-C3B2-A897-3256-B5C2535F46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7686" y="2567463"/>
                  <a:ext cx="152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466D14-5791-F057-E9F6-89613D3FFD61}"/>
                    </a:ext>
                  </a:extLst>
                </p14:cNvPr>
                <p14:cNvContentPartPr/>
                <p14:nvPr/>
              </p14:nvContentPartPr>
              <p14:xfrm>
                <a:off x="592086" y="2156343"/>
                <a:ext cx="11520" cy="131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466D14-5791-F057-E9F6-89613D3FFD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4086" y="2138343"/>
                  <a:ext cx="47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DC0B7C-872A-04A9-6434-A1D71591DFB5}"/>
                    </a:ext>
                  </a:extLst>
                </p14:cNvPr>
                <p14:cNvContentPartPr/>
                <p14:nvPr/>
              </p14:nvContentPartPr>
              <p14:xfrm>
                <a:off x="590286" y="2146983"/>
                <a:ext cx="38880" cy="356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DC0B7C-872A-04A9-6434-A1D71591DF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2286" y="2129343"/>
                  <a:ext cx="74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0C71FD-5AD9-8842-40EB-C03004ED34B7}"/>
                    </a:ext>
                  </a:extLst>
                </p14:cNvPr>
                <p14:cNvContentPartPr/>
                <p14:nvPr/>
              </p14:nvContentPartPr>
              <p14:xfrm>
                <a:off x="598206" y="2121063"/>
                <a:ext cx="261000" cy="428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0C71FD-5AD9-8842-40EB-C03004ED34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0566" y="2103063"/>
                  <a:ext cx="2966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F3C722-FF90-3B8C-4EFD-8068BF7518C1}"/>
                    </a:ext>
                  </a:extLst>
                </p14:cNvPr>
                <p14:cNvContentPartPr/>
                <p14:nvPr/>
              </p14:nvContentPartPr>
              <p14:xfrm>
                <a:off x="1023726" y="2342823"/>
                <a:ext cx="95400" cy="39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F3C722-FF90-3B8C-4EFD-8068BF7518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6086" y="2325183"/>
                  <a:ext cx="131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EBB6BE-CFB3-8970-0F29-38060AC34380}"/>
                    </a:ext>
                  </a:extLst>
                </p14:cNvPr>
                <p14:cNvContentPartPr/>
                <p14:nvPr/>
              </p14:nvContentPartPr>
              <p14:xfrm>
                <a:off x="1001406" y="2452263"/>
                <a:ext cx="149400" cy="3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EBB6BE-CFB3-8970-0F29-38060AC343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3406" y="2434623"/>
                  <a:ext cx="18504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1D9D305-D51C-301A-02B6-AA889D5F7C27}"/>
                  </a:ext>
                </a:extLst>
              </p14:cNvPr>
              <p14:cNvContentPartPr/>
              <p14:nvPr/>
            </p14:nvContentPartPr>
            <p14:xfrm>
              <a:off x="1435206" y="1941063"/>
              <a:ext cx="403560" cy="1747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1D9D305-D51C-301A-02B6-AA889D5F7C2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17206" y="1923063"/>
                <a:ext cx="439200" cy="17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9406ABC-98B4-3A3A-F942-0B0C753F14EA}"/>
              </a:ext>
            </a:extLst>
          </p:cNvPr>
          <p:cNvGrpSpPr/>
          <p:nvPr/>
        </p:nvGrpSpPr>
        <p:grpSpPr>
          <a:xfrm>
            <a:off x="2500806" y="201543"/>
            <a:ext cx="1385280" cy="1512000"/>
            <a:chOff x="2500806" y="201543"/>
            <a:chExt cx="1385280" cy="151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36B173-798A-ED43-FB2D-350B22DA27E0}"/>
                    </a:ext>
                  </a:extLst>
                </p14:cNvPr>
                <p14:cNvContentPartPr/>
                <p14:nvPr/>
              </p14:nvContentPartPr>
              <p14:xfrm>
                <a:off x="2500806" y="382263"/>
                <a:ext cx="132480" cy="2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36B173-798A-ED43-FB2D-350B22DA27E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82806" y="364623"/>
                  <a:ext cx="168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3B3693-4D78-FC3C-35CB-610A492999BF}"/>
                    </a:ext>
                  </a:extLst>
                </p14:cNvPr>
                <p14:cNvContentPartPr/>
                <p14:nvPr/>
              </p14:nvContentPartPr>
              <p14:xfrm>
                <a:off x="2760366" y="267063"/>
                <a:ext cx="177480" cy="18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3B3693-4D78-FC3C-35CB-610A492999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42726" y="249423"/>
                  <a:ext cx="213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8DA333-1A5B-4A19-3AC4-742EDD6FA374}"/>
                    </a:ext>
                  </a:extLst>
                </p14:cNvPr>
                <p14:cNvContentPartPr/>
                <p14:nvPr/>
              </p14:nvContentPartPr>
              <p14:xfrm>
                <a:off x="2790606" y="609783"/>
                <a:ext cx="136440" cy="263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8DA333-1A5B-4A19-3AC4-742EDD6FA3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72966" y="591783"/>
                  <a:ext cx="172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8C28EE-E6BF-B21C-12E8-73CCD79EDDB4}"/>
                    </a:ext>
                  </a:extLst>
                </p14:cNvPr>
                <p14:cNvContentPartPr/>
                <p14:nvPr/>
              </p14:nvContentPartPr>
              <p14:xfrm>
                <a:off x="3253206" y="201543"/>
                <a:ext cx="198720" cy="23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8C28EE-E6BF-B21C-12E8-73CCD79EDDB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35206" y="183903"/>
                  <a:ext cx="234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62B79C-E06C-944B-E247-67556CC348E0}"/>
                    </a:ext>
                  </a:extLst>
                </p14:cNvPr>
                <p14:cNvContentPartPr/>
                <p14:nvPr/>
              </p14:nvContentPartPr>
              <p14:xfrm>
                <a:off x="3266526" y="571623"/>
                <a:ext cx="158400" cy="35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62B79C-E06C-944B-E247-67556CC348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48526" y="553623"/>
                  <a:ext cx="1940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0C20EAC-0876-F290-8ECB-84690D9CCFA6}"/>
                    </a:ext>
                  </a:extLst>
                </p14:cNvPr>
                <p14:cNvContentPartPr/>
                <p14:nvPr/>
              </p14:nvContentPartPr>
              <p14:xfrm>
                <a:off x="2680446" y="1203783"/>
                <a:ext cx="47880" cy="243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0C20EAC-0876-F290-8ECB-84690D9CCFA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62806" y="1185783"/>
                  <a:ext cx="83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B0D95E-E9C5-C8AD-52B3-0FBB4A96332D}"/>
                    </a:ext>
                  </a:extLst>
                </p14:cNvPr>
                <p14:cNvContentPartPr/>
                <p14:nvPr/>
              </p14:nvContentPartPr>
              <p14:xfrm>
                <a:off x="3054126" y="1293783"/>
                <a:ext cx="12096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B0D95E-E9C5-C8AD-52B3-0FBB4A9633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36126" y="1275783"/>
                  <a:ext cx="156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29CC744-A025-10BE-184E-8B8DB5EF9F49}"/>
                    </a:ext>
                  </a:extLst>
                </p14:cNvPr>
                <p14:cNvContentPartPr/>
                <p14:nvPr/>
              </p14:nvContentPartPr>
              <p14:xfrm>
                <a:off x="3292086" y="1169943"/>
                <a:ext cx="53640" cy="279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29CC744-A025-10BE-184E-8B8DB5EF9F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74086" y="1151943"/>
                  <a:ext cx="892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D0A09E-5328-5920-44D8-B4ECC5B1FFE1}"/>
                    </a:ext>
                  </a:extLst>
                </p14:cNvPr>
                <p14:cNvContentPartPr/>
                <p14:nvPr/>
              </p14:nvContentPartPr>
              <p14:xfrm>
                <a:off x="3357966" y="209463"/>
                <a:ext cx="528120" cy="1504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D0A09E-5328-5920-44D8-B4ECC5B1FF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39966" y="191463"/>
                  <a:ext cx="563760" cy="15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73281C6-EAA6-F3CD-A071-598A39FAA97F}"/>
                    </a:ext>
                  </a:extLst>
                </p14:cNvPr>
                <p14:cNvContentPartPr/>
                <p14:nvPr/>
              </p14:nvContentPartPr>
              <p14:xfrm>
                <a:off x="3314046" y="1346343"/>
                <a:ext cx="12600" cy="1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73281C6-EAA6-F3CD-A071-598A39FAA9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96046" y="1328703"/>
                  <a:ext cx="48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EB3F7E-2BAC-B1A7-3238-06CD6C14D9A5}"/>
                    </a:ext>
                  </a:extLst>
                </p14:cNvPr>
                <p14:cNvContentPartPr/>
                <p14:nvPr/>
              </p14:nvContentPartPr>
              <p14:xfrm>
                <a:off x="2803926" y="740103"/>
                <a:ext cx="5760" cy="6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EB3F7E-2BAC-B1A7-3238-06CD6C14D9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85926" y="722463"/>
                  <a:ext cx="41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90743C-9E85-AC16-8332-5CA1E8DBF16A}"/>
                    </a:ext>
                  </a:extLst>
                </p14:cNvPr>
                <p14:cNvContentPartPr/>
                <p14:nvPr/>
              </p14:nvContentPartPr>
              <p14:xfrm>
                <a:off x="2776926" y="1413663"/>
                <a:ext cx="15120" cy="30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90743C-9E85-AC16-8332-5CA1E8DBF1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58926" y="1395663"/>
                  <a:ext cx="50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08DAB7-2467-D0EE-A5AA-CFE599346C22}"/>
                    </a:ext>
                  </a:extLst>
                </p14:cNvPr>
                <p14:cNvContentPartPr/>
                <p14:nvPr/>
              </p14:nvContentPartPr>
              <p14:xfrm>
                <a:off x="3405486" y="802023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08DAB7-2467-D0EE-A5AA-CFE599346C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87846" y="784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09D422-46A9-F1A7-C60F-D72C0E6C2296}"/>
              </a:ext>
            </a:extLst>
          </p:cNvPr>
          <p:cNvGrpSpPr/>
          <p:nvPr/>
        </p:nvGrpSpPr>
        <p:grpSpPr>
          <a:xfrm>
            <a:off x="1761726" y="2144823"/>
            <a:ext cx="440640" cy="438840"/>
            <a:chOff x="1761726" y="2144823"/>
            <a:chExt cx="44064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22EC94-B8E3-8DEC-1812-5F290F99E883}"/>
                    </a:ext>
                  </a:extLst>
                </p14:cNvPr>
                <p14:cNvContentPartPr/>
                <p14:nvPr/>
              </p14:nvContentPartPr>
              <p14:xfrm>
                <a:off x="1761726" y="2263263"/>
                <a:ext cx="160200" cy="23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22EC94-B8E3-8DEC-1812-5F290F99E8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44086" y="2245263"/>
                  <a:ext cx="195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B84A78-0DB2-8111-5FB7-2D7E8FEE9217}"/>
                    </a:ext>
                  </a:extLst>
                </p14:cNvPr>
                <p14:cNvContentPartPr/>
                <p14:nvPr/>
              </p14:nvContentPartPr>
              <p14:xfrm>
                <a:off x="2019486" y="2144823"/>
                <a:ext cx="182880" cy="438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B84A78-0DB2-8111-5FB7-2D7E8FEE92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01846" y="2127183"/>
                  <a:ext cx="218520" cy="47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9C12D9-F2E6-B8D7-9540-B32C7759CC57}"/>
                  </a:ext>
                </a:extLst>
              </p14:cNvPr>
              <p14:cNvContentPartPr/>
              <p14:nvPr/>
            </p14:nvContentPartPr>
            <p14:xfrm>
              <a:off x="3476406" y="808143"/>
              <a:ext cx="15480" cy="13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9C12D9-F2E6-B8D7-9540-B32C7759CC5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58406" y="790503"/>
                <a:ext cx="5112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3AF96AA-97DD-DBB1-F311-5ECF88F762A1}"/>
              </a:ext>
            </a:extLst>
          </p:cNvPr>
          <p:cNvGrpSpPr/>
          <p:nvPr/>
        </p:nvGrpSpPr>
        <p:grpSpPr>
          <a:xfrm>
            <a:off x="2698806" y="2138343"/>
            <a:ext cx="370080" cy="285840"/>
            <a:chOff x="2698806" y="2138343"/>
            <a:chExt cx="37008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0B796C-A957-D0ED-ACCD-23122DABA219}"/>
                    </a:ext>
                  </a:extLst>
                </p14:cNvPr>
                <p14:cNvContentPartPr/>
                <p14:nvPr/>
              </p14:nvContentPartPr>
              <p14:xfrm>
                <a:off x="2698806" y="2267223"/>
                <a:ext cx="108360" cy="42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0B796C-A957-D0ED-ACCD-23122DABA21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80806" y="2249583"/>
                  <a:ext cx="144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872F58-C36E-ADBF-E09D-9B4C8AD5FD5D}"/>
                    </a:ext>
                  </a:extLst>
                </p14:cNvPr>
                <p14:cNvContentPartPr/>
                <p14:nvPr/>
              </p14:nvContentPartPr>
              <p14:xfrm>
                <a:off x="2767566" y="2208183"/>
                <a:ext cx="23040" cy="181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872F58-C36E-ADBF-E09D-9B4C8AD5FD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49926" y="2190543"/>
                  <a:ext cx="58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41F9C5-6FD4-DD88-E4C7-404C4DD99CAC}"/>
                    </a:ext>
                  </a:extLst>
                </p14:cNvPr>
                <p14:cNvContentPartPr/>
                <p14:nvPr/>
              </p14:nvContentPartPr>
              <p14:xfrm>
                <a:off x="2891766" y="2138343"/>
                <a:ext cx="177120" cy="285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41F9C5-6FD4-DD88-E4C7-404C4DD99C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73766" y="2120343"/>
                  <a:ext cx="21276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195AA79-72F7-5CD1-4C6C-D11EA90F6383}"/>
                  </a:ext>
                </a:extLst>
              </p14:cNvPr>
              <p14:cNvContentPartPr/>
              <p14:nvPr/>
            </p14:nvContentPartPr>
            <p14:xfrm>
              <a:off x="3829206" y="2065983"/>
              <a:ext cx="16200" cy="2926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195AA79-72F7-5CD1-4C6C-D11EA90F638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11206" y="2047983"/>
                <a:ext cx="518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2C95D68-CF5D-F87B-7AC0-1776B0636E53}"/>
                  </a:ext>
                </a:extLst>
              </p14:cNvPr>
              <p14:cNvContentPartPr/>
              <p14:nvPr/>
            </p14:nvContentPartPr>
            <p14:xfrm>
              <a:off x="2002926" y="2750703"/>
              <a:ext cx="56520" cy="2296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2C95D68-CF5D-F87B-7AC0-1776B0636E5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85286" y="2733063"/>
                <a:ext cx="9216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E4E52699-E393-186F-A2F8-9AF29D50C2E5}"/>
              </a:ext>
            </a:extLst>
          </p:cNvPr>
          <p:cNvGrpSpPr/>
          <p:nvPr/>
        </p:nvGrpSpPr>
        <p:grpSpPr>
          <a:xfrm>
            <a:off x="2685486" y="2714703"/>
            <a:ext cx="465120" cy="258840"/>
            <a:chOff x="2685486" y="2714703"/>
            <a:chExt cx="46512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0E1740-D4E5-96FC-CA83-EC4ECB691334}"/>
                    </a:ext>
                  </a:extLst>
                </p14:cNvPr>
                <p14:cNvContentPartPr/>
                <p14:nvPr/>
              </p14:nvContentPartPr>
              <p14:xfrm>
                <a:off x="2685486" y="2828463"/>
                <a:ext cx="190440" cy="1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0E1740-D4E5-96FC-CA83-EC4ECB6913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67846" y="2810463"/>
                  <a:ext cx="226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98D0F1-4D73-22CA-72C6-F185927DA527}"/>
                    </a:ext>
                  </a:extLst>
                </p14:cNvPr>
                <p14:cNvContentPartPr/>
                <p14:nvPr/>
              </p14:nvContentPartPr>
              <p14:xfrm>
                <a:off x="3023166" y="2714703"/>
                <a:ext cx="127440" cy="258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98D0F1-4D73-22CA-72C6-F185927DA5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5526" y="2697063"/>
                  <a:ext cx="1630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740DDA1-6077-04BA-9589-47E2C0D6E041}"/>
              </a:ext>
            </a:extLst>
          </p:cNvPr>
          <p:cNvGrpSpPr/>
          <p:nvPr/>
        </p:nvGrpSpPr>
        <p:grpSpPr>
          <a:xfrm>
            <a:off x="1776486" y="3203583"/>
            <a:ext cx="439920" cy="239040"/>
            <a:chOff x="1776486" y="3203583"/>
            <a:chExt cx="43992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40B2B10-F04B-B91D-9C2D-32E86C8E0559}"/>
                    </a:ext>
                  </a:extLst>
                </p14:cNvPr>
                <p14:cNvContentPartPr/>
                <p14:nvPr/>
              </p14:nvContentPartPr>
              <p14:xfrm>
                <a:off x="1776486" y="3325263"/>
                <a:ext cx="91080" cy="1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40B2B10-F04B-B91D-9C2D-32E86C8E05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58846" y="3307623"/>
                  <a:ext cx="126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156076-5BFC-09EF-F87F-FEEE7639718D}"/>
                    </a:ext>
                  </a:extLst>
                </p14:cNvPr>
                <p14:cNvContentPartPr/>
                <p14:nvPr/>
              </p14:nvContentPartPr>
              <p14:xfrm>
                <a:off x="1933086" y="3208263"/>
                <a:ext cx="50040" cy="211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156076-5BFC-09EF-F87F-FEEE763971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15446" y="3190623"/>
                  <a:ext cx="85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F317DB9-3125-ADB8-324F-AFED87FCA2B4}"/>
                    </a:ext>
                  </a:extLst>
                </p14:cNvPr>
                <p14:cNvContentPartPr/>
                <p14:nvPr/>
              </p14:nvContentPartPr>
              <p14:xfrm>
                <a:off x="2053326" y="3203583"/>
                <a:ext cx="163080" cy="23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F317DB9-3125-ADB8-324F-AFED87FCA2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35326" y="3185583"/>
                  <a:ext cx="19872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9235602-74E2-D706-1A63-8521F52ACE5D}"/>
                  </a:ext>
                </a:extLst>
              </p14:cNvPr>
              <p14:cNvContentPartPr/>
              <p14:nvPr/>
            </p14:nvContentPartPr>
            <p14:xfrm>
              <a:off x="2735886" y="3213303"/>
              <a:ext cx="188640" cy="2376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9235602-74E2-D706-1A63-8521F52ACE5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17886" y="3195303"/>
                <a:ext cx="22428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C869E0C-F241-8325-37E9-98A0B138FAD3}"/>
              </a:ext>
            </a:extLst>
          </p:cNvPr>
          <p:cNvGrpSpPr/>
          <p:nvPr/>
        </p:nvGrpSpPr>
        <p:grpSpPr>
          <a:xfrm>
            <a:off x="3549486" y="1978143"/>
            <a:ext cx="731160" cy="1579680"/>
            <a:chOff x="3549486" y="1978143"/>
            <a:chExt cx="731160" cy="15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F6E63A-FFC9-B968-6B0E-4CF8E0B2E63D}"/>
                    </a:ext>
                  </a:extLst>
                </p14:cNvPr>
                <p14:cNvContentPartPr/>
                <p14:nvPr/>
              </p14:nvContentPartPr>
              <p14:xfrm>
                <a:off x="3549486" y="2778783"/>
                <a:ext cx="132480" cy="2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F6E63A-FFC9-B968-6B0E-4CF8E0B2E63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31486" y="2761143"/>
                  <a:ext cx="168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CB4570-58E0-F47B-CA5E-C66C95344FB3}"/>
                    </a:ext>
                  </a:extLst>
                </p14:cNvPr>
                <p14:cNvContentPartPr/>
                <p14:nvPr/>
              </p14:nvContentPartPr>
              <p14:xfrm>
                <a:off x="3657126" y="2680503"/>
                <a:ext cx="191160" cy="317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4CB4570-58E0-F47B-CA5E-C66C95344F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39126" y="2662503"/>
                  <a:ext cx="226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EFEF99-C9F4-1C44-4CB3-2314957A499C}"/>
                    </a:ext>
                  </a:extLst>
                </p14:cNvPr>
                <p14:cNvContentPartPr/>
                <p14:nvPr/>
              </p14:nvContentPartPr>
              <p14:xfrm>
                <a:off x="3558846" y="3180183"/>
                <a:ext cx="30960" cy="221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EFEF99-C9F4-1C44-4CB3-2314957A49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41206" y="3162183"/>
                  <a:ext cx="66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243C967-AF19-95AC-3BDF-1FCEB9675480}"/>
                    </a:ext>
                  </a:extLst>
                </p14:cNvPr>
                <p14:cNvContentPartPr/>
                <p14:nvPr/>
              </p14:nvContentPartPr>
              <p14:xfrm>
                <a:off x="3663606" y="3223743"/>
                <a:ext cx="29160" cy="187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243C967-AF19-95AC-3BDF-1FCEB967548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45966" y="3205743"/>
                  <a:ext cx="64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B314F5-A31E-6B6B-DA62-2E9815E8635B}"/>
                    </a:ext>
                  </a:extLst>
                </p14:cNvPr>
                <p14:cNvContentPartPr/>
                <p14:nvPr/>
              </p14:nvContentPartPr>
              <p14:xfrm>
                <a:off x="3680166" y="1978143"/>
                <a:ext cx="600480" cy="1579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B314F5-A31E-6B6B-DA62-2E9815E8635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62526" y="1960143"/>
                  <a:ext cx="636120" cy="161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45F66D8-C67F-E54F-80D4-0A024C101365}"/>
                  </a:ext>
                </a:extLst>
              </p14:cNvPr>
              <p14:cNvContentPartPr/>
              <p14:nvPr/>
            </p14:nvContentPartPr>
            <p14:xfrm>
              <a:off x="93486" y="2991903"/>
              <a:ext cx="14040" cy="914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45F66D8-C67F-E54F-80D4-0A024C1013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486" y="2973903"/>
                <a:ext cx="4968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B17B3270-A74E-E233-03AF-09EF23CC2263}"/>
              </a:ext>
            </a:extLst>
          </p:cNvPr>
          <p:cNvGrpSpPr/>
          <p:nvPr/>
        </p:nvGrpSpPr>
        <p:grpSpPr>
          <a:xfrm>
            <a:off x="5593926" y="159423"/>
            <a:ext cx="616320" cy="341280"/>
            <a:chOff x="5593926" y="159423"/>
            <a:chExt cx="61632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0984A2-87AD-7E1D-B953-234B5F45CCE8}"/>
                    </a:ext>
                  </a:extLst>
                </p14:cNvPr>
                <p14:cNvContentPartPr/>
                <p14:nvPr/>
              </p14:nvContentPartPr>
              <p14:xfrm>
                <a:off x="5593926" y="201183"/>
                <a:ext cx="66960" cy="299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0984A2-87AD-7E1D-B953-234B5F45CC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76286" y="183543"/>
                  <a:ext cx="1026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58A0E0-68B6-88CB-99E9-20F0EC42491A}"/>
                    </a:ext>
                  </a:extLst>
                </p14:cNvPr>
                <p14:cNvContentPartPr/>
                <p14:nvPr/>
              </p14:nvContentPartPr>
              <p14:xfrm>
                <a:off x="5728566" y="197223"/>
                <a:ext cx="173880" cy="275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58A0E0-68B6-88CB-99E9-20F0EC4249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10926" y="179223"/>
                  <a:ext cx="209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11BFB77-6D63-4A3B-C71D-96EA4391F2CF}"/>
                    </a:ext>
                  </a:extLst>
                </p14:cNvPr>
                <p14:cNvContentPartPr/>
                <p14:nvPr/>
              </p14:nvContentPartPr>
              <p14:xfrm>
                <a:off x="5747646" y="314943"/>
                <a:ext cx="114480" cy="47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11BFB77-6D63-4A3B-C71D-96EA4391F2C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30006" y="297303"/>
                  <a:ext cx="150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F906EDB-DFF3-3092-A579-7E9452AED1A0}"/>
                    </a:ext>
                  </a:extLst>
                </p14:cNvPr>
                <p14:cNvContentPartPr/>
                <p14:nvPr/>
              </p14:nvContentPartPr>
              <p14:xfrm>
                <a:off x="5972646" y="159423"/>
                <a:ext cx="65160" cy="340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F906EDB-DFF3-3092-A579-7E9452AED1A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4646" y="141783"/>
                  <a:ext cx="1008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CFB0CFE-D00F-DAAA-5E3A-62DD13D69841}"/>
                    </a:ext>
                  </a:extLst>
                </p14:cNvPr>
                <p14:cNvContentPartPr/>
                <p14:nvPr/>
              </p14:nvContentPartPr>
              <p14:xfrm>
                <a:off x="6136806" y="314583"/>
                <a:ext cx="73440" cy="26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CFB0CFE-D00F-DAAA-5E3A-62DD13D6984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18806" y="296943"/>
                  <a:ext cx="109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DED88A-1DAF-B4A6-7F3B-457ADFE0007E}"/>
                    </a:ext>
                  </a:extLst>
                </p14:cNvPr>
                <p14:cNvContentPartPr/>
                <p14:nvPr/>
              </p14:nvContentPartPr>
              <p14:xfrm>
                <a:off x="6112686" y="417543"/>
                <a:ext cx="93240" cy="28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DED88A-1DAF-B4A6-7F3B-457ADFE000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94686" y="399903"/>
                  <a:ext cx="1288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BBE4F42-FA55-BA4B-3FC8-7906108CD571}"/>
              </a:ext>
            </a:extLst>
          </p:cNvPr>
          <p:cNvGrpSpPr/>
          <p:nvPr/>
        </p:nvGrpSpPr>
        <p:grpSpPr>
          <a:xfrm>
            <a:off x="6457566" y="202983"/>
            <a:ext cx="750240" cy="270720"/>
            <a:chOff x="6457566" y="202983"/>
            <a:chExt cx="75024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CDBEF8B-C977-2C21-13C4-0F1C8E4949AB}"/>
                    </a:ext>
                  </a:extLst>
                </p14:cNvPr>
                <p14:cNvContentPartPr/>
                <p14:nvPr/>
              </p14:nvContentPartPr>
              <p14:xfrm>
                <a:off x="6457566" y="362463"/>
                <a:ext cx="175680" cy="20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DBEF8B-C977-2C21-13C4-0F1C8E4949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39926" y="344463"/>
                  <a:ext cx="211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32ED6DB-8B55-E70B-55D1-33F9DB1D2B70}"/>
                    </a:ext>
                  </a:extLst>
                </p14:cNvPr>
                <p14:cNvContentPartPr/>
                <p14:nvPr/>
              </p14:nvContentPartPr>
              <p14:xfrm>
                <a:off x="6733686" y="228183"/>
                <a:ext cx="141480" cy="245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32ED6DB-8B55-E70B-55D1-33F9DB1D2B7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16046" y="210543"/>
                  <a:ext cx="1771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2005673-531B-3D6F-3A11-77B584AA050C}"/>
                    </a:ext>
                  </a:extLst>
                </p14:cNvPr>
                <p14:cNvContentPartPr/>
                <p14:nvPr/>
              </p14:nvContentPartPr>
              <p14:xfrm>
                <a:off x="7011966" y="202983"/>
                <a:ext cx="195840" cy="244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2005673-531B-3D6F-3A11-77B584AA050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94326" y="184983"/>
                  <a:ext cx="23148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D86F80E-C208-5710-F41E-7448C4180A4C}"/>
                  </a:ext>
                </a:extLst>
              </p14:cNvPr>
              <p14:cNvContentPartPr/>
              <p14:nvPr/>
            </p14:nvContentPartPr>
            <p14:xfrm>
              <a:off x="233166" y="4263783"/>
              <a:ext cx="156600" cy="419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D86F80E-C208-5710-F41E-7448C4180A4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5166" y="4245783"/>
                <a:ext cx="19224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3B80255-E027-664A-9260-4091BEA2271C}"/>
                  </a:ext>
                </a:extLst>
              </p14:cNvPr>
              <p14:cNvContentPartPr/>
              <p14:nvPr/>
            </p14:nvContentPartPr>
            <p14:xfrm>
              <a:off x="274206" y="4477263"/>
              <a:ext cx="162000" cy="396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3B80255-E027-664A-9260-4091BEA2271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56566" y="4459263"/>
                <a:ext cx="1976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8F4AAAD-D5C4-1F47-21F0-0B19C99EE673}"/>
                  </a:ext>
                </a:extLst>
              </p14:cNvPr>
              <p14:cNvContentPartPr/>
              <p14:nvPr/>
            </p14:nvContentPartPr>
            <p14:xfrm>
              <a:off x="565446" y="4241823"/>
              <a:ext cx="131040" cy="288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8F4AAAD-D5C4-1F47-21F0-0B19C99EE67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7446" y="4223823"/>
                <a:ext cx="166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30E366B-884D-BB2D-0E0A-C0361F75FA1C}"/>
                  </a:ext>
                </a:extLst>
              </p14:cNvPr>
              <p14:cNvContentPartPr/>
              <p14:nvPr/>
            </p14:nvContentPartPr>
            <p14:xfrm>
              <a:off x="826446" y="4066143"/>
              <a:ext cx="41760" cy="244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30E366B-884D-BB2D-0E0A-C0361F75FA1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08446" y="4048143"/>
                <a:ext cx="7740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633398FC-D9D0-98E9-2DAC-5E8EE47369E3}"/>
              </a:ext>
            </a:extLst>
          </p:cNvPr>
          <p:cNvGrpSpPr/>
          <p:nvPr/>
        </p:nvGrpSpPr>
        <p:grpSpPr>
          <a:xfrm>
            <a:off x="1479486" y="4020063"/>
            <a:ext cx="906840" cy="2118600"/>
            <a:chOff x="1479486" y="4020063"/>
            <a:chExt cx="906840" cy="21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EDC3EA-9EB2-C48E-E525-AAC5BF9A5CEA}"/>
                    </a:ext>
                  </a:extLst>
                </p14:cNvPr>
                <p14:cNvContentPartPr/>
                <p14:nvPr/>
              </p14:nvContentPartPr>
              <p14:xfrm>
                <a:off x="1479486" y="4020063"/>
                <a:ext cx="392040" cy="2118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EDC3EA-9EB2-C48E-E525-AAC5BF9A5C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61486" y="4002423"/>
                  <a:ext cx="427680" cy="21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27C3E2-B540-D685-45CB-7D1462A4928E}"/>
                    </a:ext>
                  </a:extLst>
                </p14:cNvPr>
                <p14:cNvContentPartPr/>
                <p14:nvPr/>
              </p14:nvContentPartPr>
              <p14:xfrm>
                <a:off x="1977726" y="4546023"/>
                <a:ext cx="129600" cy="19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627C3E2-B540-D685-45CB-7D1462A492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60086" y="4528383"/>
                  <a:ext cx="165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F63439-9496-6B1F-35C8-BB2F1B4DBF1D}"/>
                    </a:ext>
                  </a:extLst>
                </p14:cNvPr>
                <p14:cNvContentPartPr/>
                <p14:nvPr/>
              </p14:nvContentPartPr>
              <p14:xfrm>
                <a:off x="2219286" y="4398423"/>
                <a:ext cx="167040" cy="312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F63439-9496-6B1F-35C8-BB2F1B4DBF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01286" y="4380783"/>
                  <a:ext cx="2026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045E0E2-79B7-277A-3728-0C7A5D2837E3}"/>
                    </a:ext>
                  </a:extLst>
                </p14:cNvPr>
                <p14:cNvContentPartPr/>
                <p14:nvPr/>
              </p14:nvContentPartPr>
              <p14:xfrm>
                <a:off x="2217486" y="4947423"/>
                <a:ext cx="134280" cy="268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045E0E2-79B7-277A-3728-0C7A5D2837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99846" y="4929783"/>
                  <a:ext cx="169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50FC52E-FB45-F0DB-CB26-138F5B28A412}"/>
                    </a:ext>
                  </a:extLst>
                </p14:cNvPr>
                <p14:cNvContentPartPr/>
                <p14:nvPr/>
              </p14:nvContentPartPr>
              <p14:xfrm>
                <a:off x="2253126" y="5533863"/>
                <a:ext cx="18360" cy="211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50FC52E-FB45-F0DB-CB26-138F5B28A41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35126" y="5515863"/>
                  <a:ext cx="5400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733B925-6784-4EA7-FFB1-36B03FB734AF}"/>
                  </a:ext>
                </a:extLst>
              </p14:cNvPr>
              <p14:cNvContentPartPr/>
              <p14:nvPr/>
            </p14:nvContentPartPr>
            <p14:xfrm>
              <a:off x="2990766" y="4338663"/>
              <a:ext cx="42840" cy="2322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733B925-6784-4EA7-FFB1-36B03FB734A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72766" y="4321023"/>
                <a:ext cx="7848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D62680A-7629-134A-6581-91B6BFEC4E40}"/>
              </a:ext>
            </a:extLst>
          </p:cNvPr>
          <p:cNvGrpSpPr/>
          <p:nvPr/>
        </p:nvGrpSpPr>
        <p:grpSpPr>
          <a:xfrm>
            <a:off x="2799606" y="4976583"/>
            <a:ext cx="439560" cy="315360"/>
            <a:chOff x="2799606" y="4976583"/>
            <a:chExt cx="4395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909DD0-5C73-AAE5-A752-0D75A6BA27E5}"/>
                    </a:ext>
                  </a:extLst>
                </p14:cNvPr>
                <p14:cNvContentPartPr/>
                <p14:nvPr/>
              </p14:nvContentPartPr>
              <p14:xfrm>
                <a:off x="2799606" y="5100423"/>
                <a:ext cx="169560" cy="27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909DD0-5C73-AAE5-A752-0D75A6BA27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81966" y="5082783"/>
                  <a:ext cx="20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0AEEF6-6261-83DC-3382-734EDE179B00}"/>
                    </a:ext>
                  </a:extLst>
                </p14:cNvPr>
                <p14:cNvContentPartPr/>
                <p14:nvPr/>
              </p14:nvContentPartPr>
              <p14:xfrm>
                <a:off x="3088686" y="4976583"/>
                <a:ext cx="150480" cy="315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0AEEF6-6261-83DC-3382-734EDE179B0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71046" y="4958583"/>
                  <a:ext cx="18612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FDE337E-8DA0-DD2F-CDF4-805EE84EC548}"/>
              </a:ext>
            </a:extLst>
          </p:cNvPr>
          <p:cNvGrpSpPr/>
          <p:nvPr/>
        </p:nvGrpSpPr>
        <p:grpSpPr>
          <a:xfrm>
            <a:off x="2916606" y="5510103"/>
            <a:ext cx="405000" cy="289080"/>
            <a:chOff x="2916606" y="5510103"/>
            <a:chExt cx="40500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878B35-2C02-5408-CDAC-FF40B215F13B}"/>
                    </a:ext>
                  </a:extLst>
                </p14:cNvPr>
                <p14:cNvContentPartPr/>
                <p14:nvPr/>
              </p14:nvContentPartPr>
              <p14:xfrm>
                <a:off x="2916606" y="5593623"/>
                <a:ext cx="149400" cy="30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878B35-2C02-5408-CDAC-FF40B215F13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98966" y="5575983"/>
                  <a:ext cx="185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E94672-0D78-B0A9-E42F-1F1BB2A8C53F}"/>
                    </a:ext>
                  </a:extLst>
                </p14:cNvPr>
                <p14:cNvContentPartPr/>
                <p14:nvPr/>
              </p14:nvContentPartPr>
              <p14:xfrm>
                <a:off x="3184446" y="5510103"/>
                <a:ext cx="137160" cy="289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E94672-0D78-B0A9-E42F-1F1BB2A8C53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66446" y="5492103"/>
                  <a:ext cx="1728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DF2CFA1-4BA7-47D2-5DEF-5728CB0AEAB5}"/>
              </a:ext>
            </a:extLst>
          </p:cNvPr>
          <p:cNvGrpSpPr/>
          <p:nvPr/>
        </p:nvGrpSpPr>
        <p:grpSpPr>
          <a:xfrm>
            <a:off x="3807246" y="3945183"/>
            <a:ext cx="1143720" cy="1987560"/>
            <a:chOff x="3807246" y="3945183"/>
            <a:chExt cx="1143720" cy="19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A92D19-97E1-7D2B-3C37-689643DFE6F6}"/>
                    </a:ext>
                  </a:extLst>
                </p14:cNvPr>
                <p14:cNvContentPartPr/>
                <p14:nvPr/>
              </p14:nvContentPartPr>
              <p14:xfrm>
                <a:off x="3807246" y="4319943"/>
                <a:ext cx="198720" cy="25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A92D19-97E1-7D2B-3C37-689643DFE6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89246" y="4301943"/>
                  <a:ext cx="234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255AD08-642F-CED8-5090-F776C86E4240}"/>
                    </a:ext>
                  </a:extLst>
                </p14:cNvPr>
                <p14:cNvContentPartPr/>
                <p14:nvPr/>
              </p14:nvContentPartPr>
              <p14:xfrm>
                <a:off x="4120806" y="4244703"/>
                <a:ext cx="38160" cy="224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255AD08-642F-CED8-5090-F776C86E42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03166" y="4227063"/>
                  <a:ext cx="73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37E3CF-B178-FC12-28E8-51F1C1986A28}"/>
                    </a:ext>
                  </a:extLst>
                </p14:cNvPr>
                <p14:cNvContentPartPr/>
                <p14:nvPr/>
              </p14:nvContentPartPr>
              <p14:xfrm>
                <a:off x="4294686" y="4238583"/>
                <a:ext cx="152640" cy="381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37E3CF-B178-FC12-28E8-51F1C1986A2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77046" y="4220583"/>
                  <a:ext cx="1882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6A2CC76-545F-EB9F-5E18-9FEAC2110124}"/>
                    </a:ext>
                  </a:extLst>
                </p14:cNvPr>
                <p14:cNvContentPartPr/>
                <p14:nvPr/>
              </p14:nvContentPartPr>
              <p14:xfrm>
                <a:off x="4079766" y="4780383"/>
                <a:ext cx="167040" cy="298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6A2CC76-545F-EB9F-5E18-9FEAC21101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61766" y="4762743"/>
                  <a:ext cx="2026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7327B15-2DD6-F171-26B6-974D4544CE1A}"/>
                    </a:ext>
                  </a:extLst>
                </p14:cNvPr>
                <p14:cNvContentPartPr/>
                <p14:nvPr/>
              </p14:nvContentPartPr>
              <p14:xfrm>
                <a:off x="4012446" y="5590743"/>
                <a:ext cx="24840" cy="148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7327B15-2DD6-F171-26B6-974D4544CE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94446" y="5573103"/>
                  <a:ext cx="60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348AE1-8E68-BB45-EC32-693EC582402E}"/>
                    </a:ext>
                  </a:extLst>
                </p14:cNvPr>
                <p14:cNvContentPartPr/>
                <p14:nvPr/>
              </p14:nvContentPartPr>
              <p14:xfrm>
                <a:off x="4124046" y="5595063"/>
                <a:ext cx="43560" cy="159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348AE1-8E68-BB45-EC32-693EC58240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06406" y="5577063"/>
                  <a:ext cx="79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322E10D-F9AD-C2A7-BF07-4568E54BC34B}"/>
                    </a:ext>
                  </a:extLst>
                </p14:cNvPr>
                <p14:cNvContentPartPr/>
                <p14:nvPr/>
              </p14:nvContentPartPr>
              <p14:xfrm>
                <a:off x="4331406" y="3945183"/>
                <a:ext cx="619560" cy="1987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322E10D-F9AD-C2A7-BF07-4568E54BC34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13406" y="3927543"/>
                  <a:ext cx="655200" cy="20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B320835-B74F-0F47-9809-F45C795AA255}"/>
              </a:ext>
            </a:extLst>
          </p:cNvPr>
          <p:cNvGrpSpPr/>
          <p:nvPr/>
        </p:nvGrpSpPr>
        <p:grpSpPr>
          <a:xfrm>
            <a:off x="879006" y="4497423"/>
            <a:ext cx="594360" cy="1013400"/>
            <a:chOff x="879006" y="4497423"/>
            <a:chExt cx="59436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0C03814-FD0B-CE32-07A8-961B64900845}"/>
                    </a:ext>
                  </a:extLst>
                </p14:cNvPr>
                <p14:cNvContentPartPr/>
                <p14:nvPr/>
              </p14:nvContentPartPr>
              <p14:xfrm>
                <a:off x="883686" y="4497423"/>
                <a:ext cx="121320" cy="2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0C03814-FD0B-CE32-07A8-961B649008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6046" y="4479423"/>
                  <a:ext cx="156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3745D9-2BA5-72E2-01E5-4B0D43CB624A}"/>
                    </a:ext>
                  </a:extLst>
                </p14:cNvPr>
                <p14:cNvContentPartPr/>
                <p14:nvPr/>
              </p14:nvContentPartPr>
              <p14:xfrm>
                <a:off x="879006" y="4540623"/>
                <a:ext cx="232560" cy="84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3745D9-2BA5-72E2-01E5-4B0D43CB624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1366" y="4522983"/>
                  <a:ext cx="268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44FD1B-E673-B2A3-D75D-EF1B485CEA47}"/>
                    </a:ext>
                  </a:extLst>
                </p14:cNvPr>
                <p14:cNvContentPartPr/>
                <p14:nvPr/>
              </p14:nvContentPartPr>
              <p14:xfrm>
                <a:off x="1254486" y="4818903"/>
                <a:ext cx="109080" cy="38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44FD1B-E673-B2A3-D75D-EF1B485CEA4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36486" y="4801263"/>
                  <a:ext cx="144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B90262-4761-A309-2C18-EAD705004272}"/>
                    </a:ext>
                  </a:extLst>
                </p14:cNvPr>
                <p14:cNvContentPartPr/>
                <p14:nvPr/>
              </p14:nvContentPartPr>
              <p14:xfrm>
                <a:off x="1404966" y="4678143"/>
                <a:ext cx="26280" cy="246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B90262-4761-A309-2C18-EAD7050042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87326" y="4660143"/>
                  <a:ext cx="61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D1D979-A1BB-CFA3-270F-9292002EA1BC}"/>
                    </a:ext>
                  </a:extLst>
                </p14:cNvPr>
                <p14:cNvContentPartPr/>
                <p14:nvPr/>
              </p14:nvContentPartPr>
              <p14:xfrm>
                <a:off x="1139286" y="5034903"/>
                <a:ext cx="334080" cy="90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D1D979-A1BB-CFA3-270F-9292002EA1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1286" y="5016903"/>
                  <a:ext cx="369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656A808-6EC0-F975-640A-A63362E2D145}"/>
                    </a:ext>
                  </a:extLst>
                </p14:cNvPr>
                <p14:cNvContentPartPr/>
                <p14:nvPr/>
              </p14:nvContentPartPr>
              <p14:xfrm>
                <a:off x="1110846" y="5264583"/>
                <a:ext cx="163080" cy="246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656A808-6EC0-F975-640A-A63362E2D1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3206" y="5246583"/>
                  <a:ext cx="198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CF9E943-E69D-570D-AA26-B172903D0E9E}"/>
                    </a:ext>
                  </a:extLst>
                </p14:cNvPr>
                <p14:cNvContentPartPr/>
                <p14:nvPr/>
              </p14:nvContentPartPr>
              <p14:xfrm>
                <a:off x="1340166" y="5297343"/>
                <a:ext cx="129960" cy="174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CF9E943-E69D-570D-AA26-B172903D0E9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22166" y="5279343"/>
                  <a:ext cx="1656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FD9A1DF-0966-96B8-B909-ED34C72B8FC6}"/>
              </a:ext>
            </a:extLst>
          </p:cNvPr>
          <p:cNvGrpSpPr/>
          <p:nvPr/>
        </p:nvGrpSpPr>
        <p:grpSpPr>
          <a:xfrm>
            <a:off x="5391246" y="4392303"/>
            <a:ext cx="256320" cy="140400"/>
            <a:chOff x="5391246" y="4392303"/>
            <a:chExt cx="25632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6349BEB-5AAA-519D-8363-45C84AFA92F5}"/>
                    </a:ext>
                  </a:extLst>
                </p14:cNvPr>
                <p14:cNvContentPartPr/>
                <p14:nvPr/>
              </p14:nvContentPartPr>
              <p14:xfrm>
                <a:off x="5403846" y="4392303"/>
                <a:ext cx="144360" cy="3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6349BEB-5AAA-519D-8363-45C84AFA92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85846" y="4374663"/>
                  <a:ext cx="180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9DEB922-D170-3A2B-29A2-A72166EAE841}"/>
                    </a:ext>
                  </a:extLst>
                </p14:cNvPr>
                <p14:cNvContentPartPr/>
                <p14:nvPr/>
              </p14:nvContentPartPr>
              <p14:xfrm>
                <a:off x="5391246" y="4462143"/>
                <a:ext cx="256320" cy="70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9DEB922-D170-3A2B-29A2-A72166EAE84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73606" y="4444143"/>
                  <a:ext cx="29196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65A39FE-F46E-42E8-6F5D-04D0D8CEDFE0}"/>
              </a:ext>
            </a:extLst>
          </p:cNvPr>
          <p:cNvGrpSpPr/>
          <p:nvPr/>
        </p:nvGrpSpPr>
        <p:grpSpPr>
          <a:xfrm>
            <a:off x="6163446" y="3804783"/>
            <a:ext cx="4672080" cy="2326680"/>
            <a:chOff x="6163446" y="3804783"/>
            <a:chExt cx="4672080" cy="23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80F1912-3349-F6A2-166F-B9C8C00D267E}"/>
                    </a:ext>
                  </a:extLst>
                </p14:cNvPr>
                <p14:cNvContentPartPr/>
                <p14:nvPr/>
              </p14:nvContentPartPr>
              <p14:xfrm>
                <a:off x="6163446" y="3839343"/>
                <a:ext cx="480960" cy="1971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80F1912-3349-F6A2-166F-B9C8C00D26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45446" y="3821343"/>
                  <a:ext cx="516600" cy="20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D3B3CC6-2463-3C77-679B-BE9627E1063E}"/>
                    </a:ext>
                  </a:extLst>
                </p14:cNvPr>
                <p14:cNvContentPartPr/>
                <p14:nvPr/>
              </p14:nvContentPartPr>
              <p14:xfrm>
                <a:off x="6566646" y="4069743"/>
                <a:ext cx="168480" cy="281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D3B3CC6-2463-3C77-679B-BE9627E1063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48646" y="4052103"/>
                  <a:ext cx="2041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F1F3D23-FD2B-B40E-9DCF-D63DD72AFEFB}"/>
                    </a:ext>
                  </a:extLst>
                </p14:cNvPr>
                <p14:cNvContentPartPr/>
                <p14:nvPr/>
              </p14:nvContentPartPr>
              <p14:xfrm>
                <a:off x="6711726" y="4235343"/>
                <a:ext cx="119520" cy="185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F1F3D23-FD2B-B40E-9DCF-D63DD72AFEF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94086" y="4217703"/>
                  <a:ext cx="15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D66FE90-224E-0535-AC7C-CC2BE74C00CA}"/>
                    </a:ext>
                  </a:extLst>
                </p14:cNvPr>
                <p14:cNvContentPartPr/>
                <p14:nvPr/>
              </p14:nvContentPartPr>
              <p14:xfrm>
                <a:off x="6855006" y="4341183"/>
                <a:ext cx="138240" cy="158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D66FE90-224E-0535-AC7C-CC2BE74C00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37006" y="4323543"/>
                  <a:ext cx="173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579BB7-4067-E048-058C-01625E9A51FF}"/>
                    </a:ext>
                  </a:extLst>
                </p14:cNvPr>
                <p14:cNvContentPartPr/>
                <p14:nvPr/>
              </p14:nvContentPartPr>
              <p14:xfrm>
                <a:off x="7110246" y="4287183"/>
                <a:ext cx="116640" cy="159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579BB7-4067-E048-058C-01625E9A51F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92246" y="4269183"/>
                  <a:ext cx="152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C35DE0D-46FB-3D85-1549-880460DEC6BB}"/>
                    </a:ext>
                  </a:extLst>
                </p14:cNvPr>
                <p14:cNvContentPartPr/>
                <p14:nvPr/>
              </p14:nvContentPartPr>
              <p14:xfrm>
                <a:off x="7800366" y="3932943"/>
                <a:ext cx="45360" cy="216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C35DE0D-46FB-3D85-1549-880460DEC6B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82366" y="3915303"/>
                  <a:ext cx="81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9801EE-8813-3D00-E174-08E6A6DA0F7B}"/>
                    </a:ext>
                  </a:extLst>
                </p14:cNvPr>
                <p14:cNvContentPartPr/>
                <p14:nvPr/>
              </p14:nvContentPartPr>
              <p14:xfrm>
                <a:off x="7632966" y="4099983"/>
                <a:ext cx="101160" cy="32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9801EE-8813-3D00-E174-08E6A6DA0F7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14966" y="4082343"/>
                  <a:ext cx="136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5C4AF4A-25F7-6CE0-DC07-5F98B196BB4B}"/>
                    </a:ext>
                  </a:extLst>
                </p14:cNvPr>
                <p14:cNvContentPartPr/>
                <p14:nvPr/>
              </p14:nvContentPartPr>
              <p14:xfrm>
                <a:off x="7970646" y="4042023"/>
                <a:ext cx="165600" cy="263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5C4AF4A-25F7-6CE0-DC07-5F98B196BB4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52646" y="4024383"/>
                  <a:ext cx="2012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3121B2-FFCD-B7BB-BD47-4D2ED29E8F79}"/>
                    </a:ext>
                  </a:extLst>
                </p14:cNvPr>
                <p14:cNvContentPartPr/>
                <p14:nvPr/>
              </p14:nvContentPartPr>
              <p14:xfrm>
                <a:off x="8071086" y="4197183"/>
                <a:ext cx="163080" cy="169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3121B2-FFCD-B7BB-BD47-4D2ED29E8F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53086" y="4179183"/>
                  <a:ext cx="198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E49BE37-D134-D2A2-239E-865ACD833B43}"/>
                    </a:ext>
                  </a:extLst>
                </p14:cNvPr>
                <p14:cNvContentPartPr/>
                <p14:nvPr/>
              </p14:nvContentPartPr>
              <p14:xfrm>
                <a:off x="8313366" y="4200063"/>
                <a:ext cx="164520" cy="156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E49BE37-D134-D2A2-239E-865ACD833B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95726" y="4182423"/>
                  <a:ext cx="200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408E3E7-9A28-08BA-3778-1D26DCBEF0ED}"/>
                    </a:ext>
                  </a:extLst>
                </p14:cNvPr>
                <p14:cNvContentPartPr/>
                <p14:nvPr/>
              </p14:nvContentPartPr>
              <p14:xfrm>
                <a:off x="8852646" y="3978303"/>
                <a:ext cx="10080" cy="222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408E3E7-9A28-08BA-3778-1D26DCBEF0E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34646" y="3960663"/>
                  <a:ext cx="45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8A9262A-7A56-7312-BD0F-D610ECCFCDBB}"/>
                    </a:ext>
                  </a:extLst>
                </p14:cNvPr>
                <p14:cNvContentPartPr/>
                <p14:nvPr/>
              </p14:nvContentPartPr>
              <p14:xfrm>
                <a:off x="8972166" y="3971103"/>
                <a:ext cx="129240" cy="307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8A9262A-7A56-7312-BD0F-D610ECCFCDB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54166" y="3953463"/>
                  <a:ext cx="1648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04EE7A0-486E-3654-5D2F-93FCB89E25B8}"/>
                    </a:ext>
                  </a:extLst>
                </p14:cNvPr>
                <p14:cNvContentPartPr/>
                <p14:nvPr/>
              </p14:nvContentPartPr>
              <p14:xfrm>
                <a:off x="9080166" y="4074783"/>
                <a:ext cx="180720" cy="29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04EE7A0-486E-3654-5D2F-93FCB89E25B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62526" y="4057143"/>
                  <a:ext cx="216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C8A2AD-6578-962B-6AB0-0EA0C141C14C}"/>
                    </a:ext>
                  </a:extLst>
                </p14:cNvPr>
                <p14:cNvContentPartPr/>
                <p14:nvPr/>
              </p14:nvContentPartPr>
              <p14:xfrm>
                <a:off x="9278166" y="4252983"/>
                <a:ext cx="205920" cy="160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C8A2AD-6578-962B-6AB0-0EA0C141C14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60166" y="4234983"/>
                  <a:ext cx="241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AA246D-514A-3DAB-8237-1CC8C3E7BE53}"/>
                    </a:ext>
                  </a:extLst>
                </p14:cNvPr>
                <p14:cNvContentPartPr/>
                <p14:nvPr/>
              </p14:nvContentPartPr>
              <p14:xfrm>
                <a:off x="9588486" y="4205463"/>
                <a:ext cx="192960" cy="178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AA246D-514A-3DAB-8237-1CC8C3E7BE5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70846" y="4187463"/>
                  <a:ext cx="228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E1AACBD-2D6C-F286-C046-90D0C2556B5D}"/>
                    </a:ext>
                  </a:extLst>
                </p14:cNvPr>
                <p14:cNvContentPartPr/>
                <p14:nvPr/>
              </p14:nvContentPartPr>
              <p14:xfrm>
                <a:off x="6595806" y="4790823"/>
                <a:ext cx="142920" cy="236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E1AACBD-2D6C-F286-C046-90D0C2556B5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77806" y="4773183"/>
                  <a:ext cx="178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6FCA2A-4400-F934-95C6-0CD560D64356}"/>
                    </a:ext>
                  </a:extLst>
                </p14:cNvPr>
                <p14:cNvContentPartPr/>
                <p14:nvPr/>
              </p14:nvContentPartPr>
              <p14:xfrm>
                <a:off x="6736206" y="4826823"/>
                <a:ext cx="154080" cy="347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6FCA2A-4400-F934-95C6-0CD560D6435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18206" y="4809183"/>
                  <a:ext cx="189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6064D53-B89C-FE25-E849-965885B8232A}"/>
                    </a:ext>
                  </a:extLst>
                </p14:cNvPr>
                <p14:cNvContentPartPr/>
                <p14:nvPr/>
              </p14:nvContentPartPr>
              <p14:xfrm>
                <a:off x="6491766" y="4922583"/>
                <a:ext cx="104040" cy="25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6064D53-B89C-FE25-E849-965885B8232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73766" y="4904943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6F8060-511E-1FE9-0012-D877755C677F}"/>
                    </a:ext>
                  </a:extLst>
                </p14:cNvPr>
                <p14:cNvContentPartPr/>
                <p14:nvPr/>
              </p14:nvContentPartPr>
              <p14:xfrm>
                <a:off x="6932406" y="5006463"/>
                <a:ext cx="121680" cy="156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6F8060-511E-1FE9-0012-D877755C677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14766" y="4988463"/>
                  <a:ext cx="157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8DB2E5E-7B62-F152-A913-9A6916593A05}"/>
                    </a:ext>
                  </a:extLst>
                </p14:cNvPr>
                <p14:cNvContentPartPr/>
                <p14:nvPr/>
              </p14:nvContentPartPr>
              <p14:xfrm>
                <a:off x="7200966" y="4983783"/>
                <a:ext cx="178200" cy="162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8DB2E5E-7B62-F152-A913-9A6916593A0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82966" y="4965783"/>
                  <a:ext cx="213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64E8751-AA51-87CA-8A66-FA94F7467C39}"/>
                    </a:ext>
                  </a:extLst>
                </p14:cNvPr>
                <p14:cNvContentPartPr/>
                <p14:nvPr/>
              </p14:nvContentPartPr>
              <p14:xfrm>
                <a:off x="7897926" y="4718463"/>
                <a:ext cx="131400" cy="205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64E8751-AA51-87CA-8A66-FA94F7467C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80286" y="4700463"/>
                  <a:ext cx="167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424B3C1-CAD0-D38E-CD53-EE8D842A7CF3}"/>
                    </a:ext>
                  </a:extLst>
                </p14:cNvPr>
                <p14:cNvContentPartPr/>
                <p14:nvPr/>
              </p14:nvContentPartPr>
              <p14:xfrm>
                <a:off x="8049846" y="4871823"/>
                <a:ext cx="142200" cy="214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424B3C1-CAD0-D38E-CD53-EE8D842A7C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31846" y="4853823"/>
                  <a:ext cx="177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1DD6543-FA9E-7AD2-0A53-0610239BD71C}"/>
                    </a:ext>
                  </a:extLst>
                </p14:cNvPr>
                <p14:cNvContentPartPr/>
                <p14:nvPr/>
              </p14:nvContentPartPr>
              <p14:xfrm>
                <a:off x="8203926" y="4961823"/>
                <a:ext cx="203040" cy="159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1DD6543-FA9E-7AD2-0A53-0610239BD7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85926" y="4944183"/>
                  <a:ext cx="238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A38D97C-9442-5B69-24F2-E48F002F7117}"/>
                    </a:ext>
                  </a:extLst>
                </p14:cNvPr>
                <p14:cNvContentPartPr/>
                <p14:nvPr/>
              </p14:nvContentPartPr>
              <p14:xfrm>
                <a:off x="8488326" y="4939143"/>
                <a:ext cx="151560" cy="153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A38D97C-9442-5B69-24F2-E48F002F71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70326" y="4921143"/>
                  <a:ext cx="187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7C9990-DA66-65EF-2BD6-E1E2D9E192EB}"/>
                    </a:ext>
                  </a:extLst>
                </p14:cNvPr>
                <p14:cNvContentPartPr/>
                <p14:nvPr/>
              </p14:nvContentPartPr>
              <p14:xfrm>
                <a:off x="9103926" y="4732503"/>
                <a:ext cx="101520" cy="17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7C9990-DA66-65EF-2BD6-E1E2D9E192E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86286" y="4714863"/>
                  <a:ext cx="137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810D73C-06E7-D4AE-C446-C1E8857DA487}"/>
                    </a:ext>
                  </a:extLst>
                </p14:cNvPr>
                <p14:cNvContentPartPr/>
                <p14:nvPr/>
              </p14:nvContentPartPr>
              <p14:xfrm>
                <a:off x="9330366" y="4631703"/>
                <a:ext cx="159480" cy="279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810D73C-06E7-D4AE-C446-C1E8857DA48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312726" y="4613703"/>
                  <a:ext cx="195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5FE4A2-4EDA-4E62-3B62-69503B1D1875}"/>
                    </a:ext>
                  </a:extLst>
                </p14:cNvPr>
                <p14:cNvContentPartPr/>
                <p14:nvPr/>
              </p14:nvContentPartPr>
              <p14:xfrm>
                <a:off x="9592086" y="4692183"/>
                <a:ext cx="156600" cy="275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5FE4A2-4EDA-4E62-3B62-69503B1D18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74086" y="4674183"/>
                  <a:ext cx="1922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FE1EB16-3DFA-EBD1-57CE-AC46B4471195}"/>
                    </a:ext>
                  </a:extLst>
                </p14:cNvPr>
                <p14:cNvContentPartPr/>
                <p14:nvPr/>
              </p14:nvContentPartPr>
              <p14:xfrm>
                <a:off x="9709446" y="4888383"/>
                <a:ext cx="162000" cy="139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FE1EB16-3DFA-EBD1-57CE-AC46B447119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91446" y="4870743"/>
                  <a:ext cx="197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7389056-865D-CC97-220E-372FCBCA95DC}"/>
                    </a:ext>
                  </a:extLst>
                </p14:cNvPr>
                <p14:cNvContentPartPr/>
                <p14:nvPr/>
              </p14:nvContentPartPr>
              <p14:xfrm>
                <a:off x="9965766" y="4879743"/>
                <a:ext cx="147600" cy="131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7389056-865D-CC97-220E-372FCBCA95D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47766" y="4862103"/>
                  <a:ext cx="183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B3402ED-3839-DB7C-2353-43640D552C40}"/>
                    </a:ext>
                  </a:extLst>
                </p14:cNvPr>
                <p14:cNvContentPartPr/>
                <p14:nvPr/>
              </p14:nvContentPartPr>
              <p14:xfrm>
                <a:off x="6639726" y="5485263"/>
                <a:ext cx="156600" cy="23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B3402ED-3839-DB7C-2353-43640D552C4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621726" y="5467263"/>
                  <a:ext cx="192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AAEE69-874A-F95A-C2DF-1DD7ADBD00CF}"/>
                    </a:ext>
                  </a:extLst>
                </p14:cNvPr>
                <p14:cNvContentPartPr/>
                <p14:nvPr/>
              </p14:nvContentPartPr>
              <p14:xfrm>
                <a:off x="6942846" y="5408583"/>
                <a:ext cx="6840" cy="183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AAEE69-874A-F95A-C2DF-1DD7ADBD00C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25206" y="5390583"/>
                  <a:ext cx="42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B7FEC42-E068-4EC3-78AF-06CD02A2C2FC}"/>
                    </a:ext>
                  </a:extLst>
                </p14:cNvPr>
                <p14:cNvContentPartPr/>
                <p14:nvPr/>
              </p14:nvContentPartPr>
              <p14:xfrm>
                <a:off x="6915486" y="5521983"/>
                <a:ext cx="182160" cy="237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B7FEC42-E068-4EC3-78AF-06CD02A2C2F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97486" y="5504343"/>
                  <a:ext cx="217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F0421BC-FB5D-6027-7D5A-DFA7B3136AF5}"/>
                    </a:ext>
                  </a:extLst>
                </p14:cNvPr>
                <p14:cNvContentPartPr/>
                <p14:nvPr/>
              </p14:nvContentPartPr>
              <p14:xfrm>
                <a:off x="7065966" y="5686143"/>
                <a:ext cx="163440" cy="155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F0421BC-FB5D-6027-7D5A-DFA7B3136AF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48326" y="5668503"/>
                  <a:ext cx="199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687E5B-20D2-88D2-471E-AA63A6CFEF87}"/>
                    </a:ext>
                  </a:extLst>
                </p14:cNvPr>
                <p14:cNvContentPartPr/>
                <p14:nvPr/>
              </p14:nvContentPartPr>
              <p14:xfrm>
                <a:off x="7364046" y="5696223"/>
                <a:ext cx="114840" cy="135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687E5B-20D2-88D2-471E-AA63A6CFEF8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46046" y="5678223"/>
                  <a:ext cx="150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2514BE6-1020-9260-C836-C081E3DDCA83}"/>
                    </a:ext>
                  </a:extLst>
                </p14:cNvPr>
                <p14:cNvContentPartPr/>
                <p14:nvPr/>
              </p14:nvContentPartPr>
              <p14:xfrm>
                <a:off x="8139126" y="5436303"/>
                <a:ext cx="154800" cy="206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2514BE6-1020-9260-C836-C081E3DDCA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21126" y="5418303"/>
                  <a:ext cx="190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B12D35-D5BB-68D8-7AD8-CB2BC0318307}"/>
                    </a:ext>
                  </a:extLst>
                </p14:cNvPr>
                <p14:cNvContentPartPr/>
                <p14:nvPr/>
              </p14:nvContentPartPr>
              <p14:xfrm>
                <a:off x="8282046" y="5525223"/>
                <a:ext cx="148680" cy="264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B12D35-D5BB-68D8-7AD8-CB2BC03183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64046" y="5507223"/>
                  <a:ext cx="184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B4BAD63-7A4E-7008-A56D-BD2DBC2FDFE1}"/>
                    </a:ext>
                  </a:extLst>
                </p14:cNvPr>
                <p14:cNvContentPartPr/>
                <p14:nvPr/>
              </p14:nvContentPartPr>
              <p14:xfrm>
                <a:off x="8406966" y="5717103"/>
                <a:ext cx="271800" cy="132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B4BAD63-7A4E-7008-A56D-BD2DBC2FDFE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89326" y="5699463"/>
                  <a:ext cx="307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041A4E-E030-540B-2C4B-6857ACE8D41F}"/>
                    </a:ext>
                  </a:extLst>
                </p14:cNvPr>
                <p14:cNvContentPartPr/>
                <p14:nvPr/>
              </p14:nvContentPartPr>
              <p14:xfrm>
                <a:off x="8805486" y="5636823"/>
                <a:ext cx="116280" cy="136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041A4E-E030-540B-2C4B-6857ACE8D41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87846" y="5619183"/>
                  <a:ext cx="151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9CD1F57-1DD1-57ED-1448-95DA2E905397}"/>
                    </a:ext>
                  </a:extLst>
                </p14:cNvPr>
                <p14:cNvContentPartPr/>
                <p14:nvPr/>
              </p14:nvContentPartPr>
              <p14:xfrm>
                <a:off x="9439806" y="5489583"/>
                <a:ext cx="140400" cy="22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9CD1F57-1DD1-57ED-1448-95DA2E90539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21806" y="5471583"/>
                  <a:ext cx="176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E2755C8-57D8-5322-AC7B-125CDD5ACB77}"/>
                    </a:ext>
                  </a:extLst>
                </p14:cNvPr>
                <p14:cNvContentPartPr/>
                <p14:nvPr/>
              </p14:nvContentPartPr>
              <p14:xfrm>
                <a:off x="9686046" y="5356383"/>
                <a:ext cx="36720" cy="198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E2755C8-57D8-5322-AC7B-125CDD5ACB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68406" y="5338743"/>
                  <a:ext cx="72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1C87B13-34E9-E03C-CB89-81301688B7BE}"/>
                    </a:ext>
                  </a:extLst>
                </p14:cNvPr>
                <p14:cNvContentPartPr/>
                <p14:nvPr/>
              </p14:nvContentPartPr>
              <p14:xfrm>
                <a:off x="9819966" y="5377983"/>
                <a:ext cx="42840" cy="198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1C87B13-34E9-E03C-CB89-81301688B7B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801966" y="5360343"/>
                  <a:ext cx="78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B8ABDEA-9C12-2032-0A95-13297FAEA83B}"/>
                    </a:ext>
                  </a:extLst>
                </p14:cNvPr>
                <p14:cNvContentPartPr/>
                <p14:nvPr/>
              </p14:nvContentPartPr>
              <p14:xfrm>
                <a:off x="9758406" y="5474463"/>
                <a:ext cx="261720" cy="301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B8ABDEA-9C12-2032-0A95-13297FAEA83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40766" y="5456823"/>
                  <a:ext cx="297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3ACCA79-7CBE-D8B5-0D9C-B8664FC7DFE1}"/>
                    </a:ext>
                  </a:extLst>
                </p14:cNvPr>
                <p14:cNvContentPartPr/>
                <p14:nvPr/>
              </p14:nvContentPartPr>
              <p14:xfrm>
                <a:off x="9981246" y="5689743"/>
                <a:ext cx="167760" cy="160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3ACCA79-7CBE-D8B5-0D9C-B8664FC7DFE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63606" y="5672103"/>
                  <a:ext cx="203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D29CA18-54D0-7DD8-3C7A-F849A4F12A98}"/>
                    </a:ext>
                  </a:extLst>
                </p14:cNvPr>
                <p14:cNvContentPartPr/>
                <p14:nvPr/>
              </p14:nvContentPartPr>
              <p14:xfrm>
                <a:off x="10241166" y="5684703"/>
                <a:ext cx="135360" cy="123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D29CA18-54D0-7DD8-3C7A-F849A4F12A9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23526" y="5666703"/>
                  <a:ext cx="171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EBD5080-FF9B-DC33-DEAC-DBE42F23F21D}"/>
                    </a:ext>
                  </a:extLst>
                </p14:cNvPr>
                <p14:cNvContentPartPr/>
                <p14:nvPr/>
              </p14:nvContentPartPr>
              <p14:xfrm>
                <a:off x="10229286" y="3804783"/>
                <a:ext cx="606240" cy="2326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EBD5080-FF9B-DC33-DEAC-DBE42F23F21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211646" y="3786783"/>
                  <a:ext cx="641880" cy="236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272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F33D3D-1A33-5374-2BE0-72545BF7F936}"/>
              </a:ext>
            </a:extLst>
          </p:cNvPr>
          <p:cNvGrpSpPr/>
          <p:nvPr/>
        </p:nvGrpSpPr>
        <p:grpSpPr>
          <a:xfrm>
            <a:off x="838686" y="351663"/>
            <a:ext cx="231120" cy="429840"/>
            <a:chOff x="838686" y="351663"/>
            <a:chExt cx="23112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5BF04CC-FA3D-53A2-77CA-08303494CCC5}"/>
                    </a:ext>
                  </a:extLst>
                </p14:cNvPr>
                <p14:cNvContentPartPr/>
                <p14:nvPr/>
              </p14:nvContentPartPr>
              <p14:xfrm>
                <a:off x="838686" y="351663"/>
                <a:ext cx="231120" cy="429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5BF04CC-FA3D-53A2-77CA-08303494CC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0686" y="334023"/>
                  <a:ext cx="2667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C99F2B-1D03-6FBB-0AF9-E80C53AE4A42}"/>
                    </a:ext>
                  </a:extLst>
                </p14:cNvPr>
                <p14:cNvContentPartPr/>
                <p14:nvPr/>
              </p14:nvContentPartPr>
              <p14:xfrm>
                <a:off x="917166" y="586743"/>
                <a:ext cx="139680" cy="55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C99F2B-1D03-6FBB-0AF9-E80C53AE4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9526" y="568743"/>
                  <a:ext cx="1753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F0A351-E264-B4BC-83FD-A491B005262D}"/>
              </a:ext>
            </a:extLst>
          </p:cNvPr>
          <p:cNvGrpSpPr/>
          <p:nvPr/>
        </p:nvGrpSpPr>
        <p:grpSpPr>
          <a:xfrm>
            <a:off x="1326126" y="186783"/>
            <a:ext cx="309960" cy="223200"/>
            <a:chOff x="1326126" y="186783"/>
            <a:chExt cx="30996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49F751-A907-6AD0-FC8B-FF076BDE2004}"/>
                    </a:ext>
                  </a:extLst>
                </p14:cNvPr>
                <p14:cNvContentPartPr/>
                <p14:nvPr/>
              </p14:nvContentPartPr>
              <p14:xfrm>
                <a:off x="1326126" y="362463"/>
                <a:ext cx="144000" cy="32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49F751-A907-6AD0-FC8B-FF076BDE20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8126" y="344823"/>
                  <a:ext cx="179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79F0B8-425D-4D5A-1EA8-C4FCA13829F7}"/>
                    </a:ext>
                  </a:extLst>
                </p14:cNvPr>
                <p14:cNvContentPartPr/>
                <p14:nvPr/>
              </p14:nvContentPartPr>
              <p14:xfrm>
                <a:off x="1586046" y="186783"/>
                <a:ext cx="50040" cy="22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79F0B8-425D-4D5A-1EA8-C4FCA13829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68406" y="169143"/>
                  <a:ext cx="8568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5BFE81-242D-F11D-F940-8758312CB818}"/>
              </a:ext>
            </a:extLst>
          </p:cNvPr>
          <p:cNvGrpSpPr/>
          <p:nvPr/>
        </p:nvGrpSpPr>
        <p:grpSpPr>
          <a:xfrm>
            <a:off x="1892406" y="548943"/>
            <a:ext cx="303840" cy="143640"/>
            <a:chOff x="1892406" y="548943"/>
            <a:chExt cx="303840" cy="1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62045C-6A76-84AD-5979-ED4362F30374}"/>
                    </a:ext>
                  </a:extLst>
                </p14:cNvPr>
                <p14:cNvContentPartPr/>
                <p14:nvPr/>
              </p14:nvContentPartPr>
              <p14:xfrm>
                <a:off x="2001486" y="548943"/>
                <a:ext cx="103680" cy="21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62045C-6A76-84AD-5979-ED4362F303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3486" y="530943"/>
                  <a:ext cx="139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4CE909-293D-501B-E15D-20BF29C6E154}"/>
                    </a:ext>
                  </a:extLst>
                </p14:cNvPr>
                <p14:cNvContentPartPr/>
                <p14:nvPr/>
              </p14:nvContentPartPr>
              <p14:xfrm>
                <a:off x="1892406" y="635343"/>
                <a:ext cx="303840" cy="57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4CE909-293D-501B-E15D-20BF29C6E1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74766" y="617703"/>
                  <a:ext cx="33948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D110B9-BCE2-69F4-2AE1-E7CC5E6EFA5A}"/>
              </a:ext>
            </a:extLst>
          </p:cNvPr>
          <p:cNvGrpSpPr/>
          <p:nvPr/>
        </p:nvGrpSpPr>
        <p:grpSpPr>
          <a:xfrm>
            <a:off x="2743806" y="223503"/>
            <a:ext cx="1153440" cy="1561320"/>
            <a:chOff x="2743806" y="223503"/>
            <a:chExt cx="1153440" cy="15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4A5A93-C5C3-3F5E-A201-941F1666841E}"/>
                    </a:ext>
                  </a:extLst>
                </p14:cNvPr>
                <p14:cNvContentPartPr/>
                <p14:nvPr/>
              </p14:nvContentPartPr>
              <p14:xfrm>
                <a:off x="2743806" y="223503"/>
                <a:ext cx="307080" cy="1561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4A5A93-C5C3-3F5E-A201-941F166684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25806" y="205863"/>
                  <a:ext cx="342720" cy="15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2A0B47-6AF2-0E0E-F748-7D0AE058B593}"/>
                    </a:ext>
                  </a:extLst>
                </p14:cNvPr>
                <p14:cNvContentPartPr/>
                <p14:nvPr/>
              </p14:nvContentPartPr>
              <p14:xfrm>
                <a:off x="3244206" y="321423"/>
                <a:ext cx="168480" cy="239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2A0B47-6AF2-0E0E-F748-7D0AE058B5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26566" y="303423"/>
                  <a:ext cx="204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2F18F0-242E-0392-1731-7752D774528C}"/>
                    </a:ext>
                  </a:extLst>
                </p14:cNvPr>
                <p14:cNvContentPartPr/>
                <p14:nvPr/>
              </p14:nvContentPartPr>
              <p14:xfrm>
                <a:off x="3422046" y="437703"/>
                <a:ext cx="133200" cy="17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2F18F0-242E-0392-1731-7752D774528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04406" y="420063"/>
                  <a:ext cx="168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06D461-4AAE-8B48-5583-DE0AEDEDF225}"/>
                    </a:ext>
                  </a:extLst>
                </p14:cNvPr>
                <p14:cNvContentPartPr/>
                <p14:nvPr/>
              </p14:nvContentPartPr>
              <p14:xfrm>
                <a:off x="3497286" y="609423"/>
                <a:ext cx="145800" cy="163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06D461-4AAE-8B48-5583-DE0AEDEDF2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9646" y="591783"/>
                  <a:ext cx="181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0BE287-1E00-5D3A-E409-9A2526C2357C}"/>
                    </a:ext>
                  </a:extLst>
                </p14:cNvPr>
                <p14:cNvContentPartPr/>
                <p14:nvPr/>
              </p14:nvContentPartPr>
              <p14:xfrm>
                <a:off x="3802206" y="615183"/>
                <a:ext cx="95040" cy="13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0BE287-1E00-5D3A-E409-9A2526C235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84206" y="597183"/>
                  <a:ext cx="1306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190DC5-602A-DA2C-BE7A-431F65A73D7A}"/>
              </a:ext>
            </a:extLst>
          </p:cNvPr>
          <p:cNvGrpSpPr/>
          <p:nvPr/>
        </p:nvGrpSpPr>
        <p:grpSpPr>
          <a:xfrm>
            <a:off x="4662246" y="298023"/>
            <a:ext cx="963360" cy="448200"/>
            <a:chOff x="4662246" y="298023"/>
            <a:chExt cx="96336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C7EDE04-0694-596D-AB3C-453E45703D41}"/>
                    </a:ext>
                  </a:extLst>
                </p14:cNvPr>
                <p14:cNvContentPartPr/>
                <p14:nvPr/>
              </p14:nvContentPartPr>
              <p14:xfrm>
                <a:off x="4662246" y="421863"/>
                <a:ext cx="180720" cy="47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C7EDE04-0694-596D-AB3C-453E45703D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44606" y="403863"/>
                  <a:ext cx="216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9A3545-A17B-C876-6FA2-8EC6F283221F}"/>
                    </a:ext>
                  </a:extLst>
                </p14:cNvPr>
                <p14:cNvContentPartPr/>
                <p14:nvPr/>
              </p14:nvContentPartPr>
              <p14:xfrm>
                <a:off x="5061486" y="298023"/>
                <a:ext cx="52200" cy="225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9A3545-A17B-C876-6FA2-8EC6F28322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43486" y="280023"/>
                  <a:ext cx="878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DFAD679-D352-5964-66B2-FAB170D710CB}"/>
                    </a:ext>
                  </a:extLst>
                </p14:cNvPr>
                <p14:cNvContentPartPr/>
                <p14:nvPr/>
              </p14:nvContentPartPr>
              <p14:xfrm>
                <a:off x="4994526" y="472983"/>
                <a:ext cx="197280" cy="190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DFAD679-D352-5964-66B2-FAB170D710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76526" y="455343"/>
                  <a:ext cx="232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BF6BAD-84D7-B3F7-B614-FD2892560D3B}"/>
                    </a:ext>
                  </a:extLst>
                </p14:cNvPr>
                <p14:cNvContentPartPr/>
                <p14:nvPr/>
              </p14:nvContentPartPr>
              <p14:xfrm>
                <a:off x="5150406" y="610503"/>
                <a:ext cx="174960" cy="135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BF6BAD-84D7-B3F7-B614-FD2892560D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2406" y="592503"/>
                  <a:ext cx="21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247B80-600A-DAA3-CE1F-B8BBA21675B7}"/>
                    </a:ext>
                  </a:extLst>
                </p14:cNvPr>
                <p14:cNvContentPartPr/>
                <p14:nvPr/>
              </p14:nvContentPartPr>
              <p14:xfrm>
                <a:off x="5491686" y="579903"/>
                <a:ext cx="133920" cy="13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247B80-600A-DAA3-CE1F-B8BBA21675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73686" y="562263"/>
                  <a:ext cx="16956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A4CD867-3190-4B0B-EFE0-25A4C2B25684}"/>
              </a:ext>
            </a:extLst>
          </p:cNvPr>
          <p:cNvGrpSpPr/>
          <p:nvPr/>
        </p:nvGrpSpPr>
        <p:grpSpPr>
          <a:xfrm>
            <a:off x="3274806" y="1046463"/>
            <a:ext cx="779400" cy="384480"/>
            <a:chOff x="3274806" y="1046463"/>
            <a:chExt cx="77940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AFF4B9-9437-4E04-64CA-83A9A1E0D44C}"/>
                    </a:ext>
                  </a:extLst>
                </p14:cNvPr>
                <p14:cNvContentPartPr/>
                <p14:nvPr/>
              </p14:nvContentPartPr>
              <p14:xfrm>
                <a:off x="3274806" y="1153023"/>
                <a:ext cx="102960" cy="32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AFF4B9-9437-4E04-64CA-83A9A1E0D4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57166" y="1135383"/>
                  <a:ext cx="138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CDBA07-E687-DF10-44E6-5E0E397C7558}"/>
                    </a:ext>
                  </a:extLst>
                </p14:cNvPr>
                <p14:cNvContentPartPr/>
                <p14:nvPr/>
              </p14:nvContentPartPr>
              <p14:xfrm>
                <a:off x="3471726" y="1046463"/>
                <a:ext cx="174240" cy="211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CDBA07-E687-DF10-44E6-5E0E397C75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53726" y="1028463"/>
                  <a:ext cx="209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7D5928-5219-ABE2-0CA5-9866F9057C47}"/>
                    </a:ext>
                  </a:extLst>
                </p14:cNvPr>
                <p14:cNvContentPartPr/>
                <p14:nvPr/>
              </p14:nvContentPartPr>
              <p14:xfrm>
                <a:off x="3598806" y="1123503"/>
                <a:ext cx="193680" cy="262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7D5928-5219-ABE2-0CA5-9866F9057C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81166" y="1105503"/>
                  <a:ext cx="2293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6056F3-C622-5822-2F4F-215764CA1AF2}"/>
                    </a:ext>
                  </a:extLst>
                </p14:cNvPr>
                <p14:cNvContentPartPr/>
                <p14:nvPr/>
              </p14:nvContentPartPr>
              <p14:xfrm>
                <a:off x="3764046" y="1272543"/>
                <a:ext cx="104760" cy="158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6056F3-C622-5822-2F4F-215764CA1A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46406" y="1254903"/>
                  <a:ext cx="14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74CED3-0713-39AE-2150-EAD4AC70A4DB}"/>
                    </a:ext>
                  </a:extLst>
                </p14:cNvPr>
                <p14:cNvContentPartPr/>
                <p14:nvPr/>
              </p14:nvContentPartPr>
              <p14:xfrm>
                <a:off x="3850446" y="1198743"/>
                <a:ext cx="203760" cy="6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74CED3-0713-39AE-2150-EAD4AC70A4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2806" y="1180743"/>
                  <a:ext cx="2394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85159CF-1063-8F8F-A223-210743896170}"/>
              </a:ext>
            </a:extLst>
          </p:cNvPr>
          <p:cNvGrpSpPr/>
          <p:nvPr/>
        </p:nvGrpSpPr>
        <p:grpSpPr>
          <a:xfrm>
            <a:off x="5190726" y="981663"/>
            <a:ext cx="610200" cy="389880"/>
            <a:chOff x="5190726" y="981663"/>
            <a:chExt cx="61020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1455E82-FDD9-88DA-2F1E-7FE47399A15E}"/>
                    </a:ext>
                  </a:extLst>
                </p14:cNvPr>
                <p14:cNvContentPartPr/>
                <p14:nvPr/>
              </p14:nvContentPartPr>
              <p14:xfrm>
                <a:off x="5226366" y="981663"/>
                <a:ext cx="57240" cy="20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1455E82-FDD9-88DA-2F1E-7FE47399A1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08366" y="964023"/>
                  <a:ext cx="928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8E5494-E0AB-360D-46E6-9C27E24B1C43}"/>
                    </a:ext>
                  </a:extLst>
                </p14:cNvPr>
                <p14:cNvContentPartPr/>
                <p14:nvPr/>
              </p14:nvContentPartPr>
              <p14:xfrm>
                <a:off x="5190726" y="1087503"/>
                <a:ext cx="202320" cy="196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8E5494-E0AB-360D-46E6-9C27E24B1C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72726" y="1069863"/>
                  <a:ext cx="237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BCE1E9-0F89-5767-007C-02DB110289FD}"/>
                    </a:ext>
                  </a:extLst>
                </p14:cNvPr>
                <p14:cNvContentPartPr/>
                <p14:nvPr/>
              </p14:nvContentPartPr>
              <p14:xfrm>
                <a:off x="5467206" y="1185423"/>
                <a:ext cx="113040" cy="18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BCE1E9-0F89-5767-007C-02DB110289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9566" y="1167423"/>
                  <a:ext cx="148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A6443C-0380-1447-85FF-57C8D58DDF18}"/>
                    </a:ext>
                  </a:extLst>
                </p14:cNvPr>
                <p14:cNvContentPartPr/>
                <p14:nvPr/>
              </p14:nvContentPartPr>
              <p14:xfrm>
                <a:off x="5591046" y="1113423"/>
                <a:ext cx="20988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A6443C-0380-1447-85FF-57C8D58DDF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73406" y="1095423"/>
                  <a:ext cx="2455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F257A26-17D4-4D6B-5CB6-746856037114}"/>
              </a:ext>
            </a:extLst>
          </p:cNvPr>
          <p:cNvGrpSpPr/>
          <p:nvPr/>
        </p:nvGrpSpPr>
        <p:grpSpPr>
          <a:xfrm>
            <a:off x="3055566" y="1544703"/>
            <a:ext cx="884880" cy="370440"/>
            <a:chOff x="3055566" y="1544703"/>
            <a:chExt cx="88488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345CBB-E226-6947-5F60-4AFD4D5C18B4}"/>
                    </a:ext>
                  </a:extLst>
                </p14:cNvPr>
                <p14:cNvContentPartPr/>
                <p14:nvPr/>
              </p14:nvContentPartPr>
              <p14:xfrm>
                <a:off x="3055566" y="1584303"/>
                <a:ext cx="168480" cy="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345CBB-E226-6947-5F60-4AFD4D5C18B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37566" y="1566663"/>
                  <a:ext cx="204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2A8C662-CEAF-D349-4FE2-DF76C5876B54}"/>
                    </a:ext>
                  </a:extLst>
                </p14:cNvPr>
                <p14:cNvContentPartPr/>
                <p14:nvPr/>
              </p14:nvContentPartPr>
              <p14:xfrm>
                <a:off x="3312606" y="1566303"/>
                <a:ext cx="25560" cy="129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2A8C662-CEAF-D349-4FE2-DF76C5876B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4606" y="1548303"/>
                  <a:ext cx="61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EB138BA-CE20-E6C3-3823-4C317EDD514D}"/>
                    </a:ext>
                  </a:extLst>
                </p14:cNvPr>
                <p14:cNvContentPartPr/>
                <p14:nvPr/>
              </p14:nvContentPartPr>
              <p14:xfrm>
                <a:off x="3229086" y="1544703"/>
                <a:ext cx="298440" cy="363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EB138BA-CE20-E6C3-3823-4C317EDD51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1086" y="1526703"/>
                  <a:ext cx="3340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DAA7DE9-2962-54B4-7C52-49D5196AF3D9}"/>
                    </a:ext>
                  </a:extLst>
                </p14:cNvPr>
                <p14:cNvContentPartPr/>
                <p14:nvPr/>
              </p14:nvContentPartPr>
              <p14:xfrm>
                <a:off x="3501966" y="1775103"/>
                <a:ext cx="177480" cy="14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DAA7DE9-2962-54B4-7C52-49D5196AF3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83966" y="1757463"/>
                  <a:ext cx="213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7D1C4A-84D8-7D71-9467-EA4F0F2B3ED8}"/>
                    </a:ext>
                  </a:extLst>
                </p14:cNvPr>
                <p14:cNvContentPartPr/>
                <p14:nvPr/>
              </p14:nvContentPartPr>
              <p14:xfrm>
                <a:off x="3788166" y="1722183"/>
                <a:ext cx="152280" cy="137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7D1C4A-84D8-7D71-9467-EA4F0F2B3ED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70166" y="1704543"/>
                  <a:ext cx="18792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7515D66-D083-7E8A-D5FE-2FA90122B56C}"/>
              </a:ext>
            </a:extLst>
          </p:cNvPr>
          <p:cNvGrpSpPr/>
          <p:nvPr/>
        </p:nvGrpSpPr>
        <p:grpSpPr>
          <a:xfrm>
            <a:off x="4953846" y="1628223"/>
            <a:ext cx="842760" cy="306000"/>
            <a:chOff x="4953846" y="1628223"/>
            <a:chExt cx="8427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C32652-C273-10C6-7A1D-A7A7A1243D29}"/>
                    </a:ext>
                  </a:extLst>
                </p14:cNvPr>
                <p14:cNvContentPartPr/>
                <p14:nvPr/>
              </p14:nvContentPartPr>
              <p14:xfrm>
                <a:off x="4953846" y="1628223"/>
                <a:ext cx="151200" cy="194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C32652-C273-10C6-7A1D-A7A7A1243D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36206" y="1610583"/>
                  <a:ext cx="186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0A42D5-31EC-538E-0B28-B5818E0A14A4}"/>
                    </a:ext>
                  </a:extLst>
                </p14:cNvPr>
                <p14:cNvContentPartPr/>
                <p14:nvPr/>
              </p14:nvContentPartPr>
              <p14:xfrm>
                <a:off x="5174886" y="1676463"/>
                <a:ext cx="126000" cy="239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0A42D5-31EC-538E-0B28-B5818E0A14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56886" y="1658823"/>
                  <a:ext cx="161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FC475F-EB0C-59F8-0560-108074A37E31}"/>
                    </a:ext>
                  </a:extLst>
                </p14:cNvPr>
                <p14:cNvContentPartPr/>
                <p14:nvPr/>
              </p14:nvContentPartPr>
              <p14:xfrm>
                <a:off x="5329326" y="1779063"/>
                <a:ext cx="165600" cy="155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FC475F-EB0C-59F8-0560-108074A37E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11326" y="1761063"/>
                  <a:ext cx="201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C14274-C038-4962-A6B1-BA5CB5EBAEC4}"/>
                    </a:ext>
                  </a:extLst>
                </p14:cNvPr>
                <p14:cNvContentPartPr/>
                <p14:nvPr/>
              </p14:nvContentPartPr>
              <p14:xfrm>
                <a:off x="5634246" y="1727583"/>
                <a:ext cx="162360" cy="12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C14274-C038-4962-A6B1-BA5CB5EBAE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16606" y="1709943"/>
                  <a:ext cx="19800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762664D-2769-F977-E991-1DE342FDE979}"/>
              </a:ext>
            </a:extLst>
          </p:cNvPr>
          <p:cNvGrpSpPr/>
          <p:nvPr/>
        </p:nvGrpSpPr>
        <p:grpSpPr>
          <a:xfrm>
            <a:off x="6251646" y="307023"/>
            <a:ext cx="1929600" cy="1801800"/>
            <a:chOff x="6251646" y="307023"/>
            <a:chExt cx="1929600" cy="18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69A99A-F498-48C8-1C7E-4C56C995A75E}"/>
                    </a:ext>
                  </a:extLst>
                </p14:cNvPr>
                <p14:cNvContentPartPr/>
                <p14:nvPr/>
              </p14:nvContentPartPr>
              <p14:xfrm>
                <a:off x="6251646" y="326103"/>
                <a:ext cx="45360" cy="213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69A99A-F498-48C8-1C7E-4C56C995A7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33646" y="308103"/>
                  <a:ext cx="810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60F139-BB2D-32A5-D6E4-BFD017BC5A71}"/>
                    </a:ext>
                  </a:extLst>
                </p14:cNvPr>
                <p14:cNvContentPartPr/>
                <p14:nvPr/>
              </p14:nvContentPartPr>
              <p14:xfrm>
                <a:off x="6406806" y="307023"/>
                <a:ext cx="171000" cy="28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60F139-BB2D-32A5-D6E4-BFD017BC5A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88806" y="289383"/>
                  <a:ext cx="206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615DC7-F96F-B875-2483-A3B8AD93198C}"/>
                    </a:ext>
                  </a:extLst>
                </p14:cNvPr>
                <p14:cNvContentPartPr/>
                <p14:nvPr/>
              </p14:nvContentPartPr>
              <p14:xfrm>
                <a:off x="6468366" y="485943"/>
                <a:ext cx="207000" cy="23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615DC7-F96F-B875-2483-A3B8AD9319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50366" y="467943"/>
                  <a:ext cx="242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F325D6-FFF1-243E-5E51-F75610455933}"/>
                    </a:ext>
                  </a:extLst>
                </p14:cNvPr>
                <p14:cNvContentPartPr/>
                <p14:nvPr/>
              </p14:nvContentPartPr>
              <p14:xfrm>
                <a:off x="6674286" y="621663"/>
                <a:ext cx="186480" cy="144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F325D6-FFF1-243E-5E51-F756104559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56646" y="603663"/>
                  <a:ext cx="222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B0854EA-9438-2F08-0553-7FFCC52E5AF4}"/>
                    </a:ext>
                  </a:extLst>
                </p14:cNvPr>
                <p14:cNvContentPartPr/>
                <p14:nvPr/>
              </p14:nvContentPartPr>
              <p14:xfrm>
                <a:off x="7027806" y="573423"/>
                <a:ext cx="185760" cy="140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B0854EA-9438-2F08-0553-7FFCC52E5A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09806" y="555783"/>
                  <a:ext cx="221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1F7D84-E1D0-81AE-12E3-063B5E32363E}"/>
                    </a:ext>
                  </a:extLst>
                </p14:cNvPr>
                <p14:cNvContentPartPr/>
                <p14:nvPr/>
              </p14:nvContentPartPr>
              <p14:xfrm>
                <a:off x="6679326" y="1096143"/>
                <a:ext cx="117000" cy="25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1F7D84-E1D0-81AE-12E3-063B5E3236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61326" y="1078503"/>
                  <a:ext cx="152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A95B51-81BF-2D0C-02D6-00C5C46A37CD}"/>
                    </a:ext>
                  </a:extLst>
                </p14:cNvPr>
                <p14:cNvContentPartPr/>
                <p14:nvPr/>
              </p14:nvContentPartPr>
              <p14:xfrm>
                <a:off x="6844566" y="993543"/>
                <a:ext cx="186120" cy="207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A95B51-81BF-2D0C-02D6-00C5C46A37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26566" y="975903"/>
                  <a:ext cx="221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29BB80-AA99-F70E-9534-93FFF9415A01}"/>
                    </a:ext>
                  </a:extLst>
                </p14:cNvPr>
                <p14:cNvContentPartPr/>
                <p14:nvPr/>
              </p14:nvContentPartPr>
              <p14:xfrm>
                <a:off x="7008366" y="1070943"/>
                <a:ext cx="169920" cy="21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29BB80-AA99-F70E-9534-93FFF9415A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90366" y="1053303"/>
                  <a:ext cx="205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0584C2-870F-9B62-6281-2C9EEE5AA6DE}"/>
                    </a:ext>
                  </a:extLst>
                </p14:cNvPr>
                <p14:cNvContentPartPr/>
                <p14:nvPr/>
              </p14:nvContentPartPr>
              <p14:xfrm>
                <a:off x="7178286" y="1154823"/>
                <a:ext cx="123480" cy="19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0584C2-870F-9B62-6281-2C9EEE5AA6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60646" y="1136823"/>
                  <a:ext cx="159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F117D9-0E55-33DB-F48C-153199549CA0}"/>
                    </a:ext>
                  </a:extLst>
                </p14:cNvPr>
                <p14:cNvContentPartPr/>
                <p14:nvPr/>
              </p14:nvContentPartPr>
              <p14:xfrm>
                <a:off x="7346766" y="1053663"/>
                <a:ext cx="269280" cy="77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F117D9-0E55-33DB-F48C-153199549CA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29126" y="1036023"/>
                  <a:ext cx="304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6ADAEF-5AE9-A15E-2A34-6FBC588126BE}"/>
                    </a:ext>
                  </a:extLst>
                </p14:cNvPr>
                <p14:cNvContentPartPr/>
                <p14:nvPr/>
              </p14:nvContentPartPr>
              <p14:xfrm>
                <a:off x="6631806" y="1638303"/>
                <a:ext cx="100440" cy="16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6ADAEF-5AE9-A15E-2A34-6FBC588126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13806" y="1620303"/>
                  <a:ext cx="136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05E4FA-6161-A924-631F-3E45012EFCA7}"/>
                    </a:ext>
                  </a:extLst>
                </p14:cNvPr>
                <p14:cNvContentPartPr/>
                <p14:nvPr/>
              </p14:nvContentPartPr>
              <p14:xfrm>
                <a:off x="6870486" y="1535703"/>
                <a:ext cx="41040" cy="16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05E4FA-6161-A924-631F-3E45012EFCA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52846" y="1517703"/>
                  <a:ext cx="76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467C1B-EAFE-24F4-FAFA-24608486F77F}"/>
                    </a:ext>
                  </a:extLst>
                </p14:cNvPr>
                <p14:cNvContentPartPr/>
                <p14:nvPr/>
              </p14:nvContentPartPr>
              <p14:xfrm>
                <a:off x="6995046" y="1570263"/>
                <a:ext cx="36360" cy="178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467C1B-EAFE-24F4-FAFA-24608486F77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77406" y="1552623"/>
                  <a:ext cx="72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B24699-521B-9AFD-1D03-FB58F1AD37C5}"/>
                    </a:ext>
                  </a:extLst>
                </p14:cNvPr>
                <p14:cNvContentPartPr/>
                <p14:nvPr/>
              </p14:nvContentPartPr>
              <p14:xfrm>
                <a:off x="6946446" y="1600503"/>
                <a:ext cx="279000" cy="339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B24699-521B-9AFD-1D03-FB58F1AD37C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28446" y="1582863"/>
                  <a:ext cx="314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F5A64BC-71F5-56DD-6813-D05F7CE96266}"/>
                    </a:ext>
                  </a:extLst>
                </p14:cNvPr>
                <p14:cNvContentPartPr/>
                <p14:nvPr/>
              </p14:nvContentPartPr>
              <p14:xfrm>
                <a:off x="7171806" y="1753143"/>
                <a:ext cx="187560" cy="149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F5A64BC-71F5-56DD-6813-D05F7CE962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53806" y="1735503"/>
                  <a:ext cx="223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F6F09CF-2501-82F2-56A6-CE00ACC9B113}"/>
                    </a:ext>
                  </a:extLst>
                </p14:cNvPr>
                <p14:cNvContentPartPr/>
                <p14:nvPr/>
              </p14:nvContentPartPr>
              <p14:xfrm>
                <a:off x="7396446" y="1707063"/>
                <a:ext cx="150480" cy="105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F6F09CF-2501-82F2-56A6-CE00ACC9B1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78446" y="1689423"/>
                  <a:ext cx="186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E86253-4C49-68C0-A0AD-D5A328A6327A}"/>
                    </a:ext>
                  </a:extLst>
                </p14:cNvPr>
                <p14:cNvContentPartPr/>
                <p14:nvPr/>
              </p14:nvContentPartPr>
              <p14:xfrm>
                <a:off x="7641246" y="328263"/>
                <a:ext cx="540000" cy="1780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E86253-4C49-68C0-A0AD-D5A328A632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23246" y="310623"/>
                  <a:ext cx="575640" cy="18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A597904-B87A-6E9F-FAD9-5F92EA268FB3}"/>
              </a:ext>
            </a:extLst>
          </p:cNvPr>
          <p:cNvGrpSpPr/>
          <p:nvPr/>
        </p:nvGrpSpPr>
        <p:grpSpPr>
          <a:xfrm>
            <a:off x="560406" y="2604903"/>
            <a:ext cx="599040" cy="312840"/>
            <a:chOff x="560406" y="2604903"/>
            <a:chExt cx="59904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EE315E-BE5C-115F-262A-C87C21297CBE}"/>
                    </a:ext>
                  </a:extLst>
                </p14:cNvPr>
                <p14:cNvContentPartPr/>
                <p14:nvPr/>
              </p14:nvContentPartPr>
              <p14:xfrm>
                <a:off x="680646" y="2604903"/>
                <a:ext cx="125640" cy="300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EE315E-BE5C-115F-262A-C87C21297CB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3006" y="2586903"/>
                  <a:ext cx="1612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2BC80FC-EE7A-5CA8-0063-154F1C9008E6}"/>
                    </a:ext>
                  </a:extLst>
                </p14:cNvPr>
                <p14:cNvContentPartPr/>
                <p14:nvPr/>
              </p14:nvContentPartPr>
              <p14:xfrm>
                <a:off x="560406" y="2644143"/>
                <a:ext cx="295200" cy="273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2BC80FC-EE7A-5CA8-0063-154F1C9008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2406" y="2626143"/>
                  <a:ext cx="330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74A9ED-9C49-5E4D-E9AD-AC45D4123403}"/>
                    </a:ext>
                  </a:extLst>
                </p14:cNvPr>
                <p14:cNvContentPartPr/>
                <p14:nvPr/>
              </p14:nvContentPartPr>
              <p14:xfrm>
                <a:off x="989166" y="2660343"/>
                <a:ext cx="170280" cy="48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74A9ED-9C49-5E4D-E9AD-AC45D41234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1526" y="2642703"/>
                  <a:ext cx="205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079BF73-B824-414E-CF4E-7D7D6EEDED72}"/>
                    </a:ext>
                  </a:extLst>
                </p14:cNvPr>
                <p14:cNvContentPartPr/>
                <p14:nvPr/>
              </p14:nvContentPartPr>
              <p14:xfrm>
                <a:off x="986646" y="2784903"/>
                <a:ext cx="156960" cy="43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079BF73-B824-414E-CF4E-7D7D6EEDED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8646" y="2766903"/>
                  <a:ext cx="19260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C019CD5-8942-4AE8-ADAF-5CC9D87E422C}"/>
              </a:ext>
            </a:extLst>
          </p:cNvPr>
          <p:cNvGrpSpPr/>
          <p:nvPr/>
        </p:nvGrpSpPr>
        <p:grpSpPr>
          <a:xfrm>
            <a:off x="1620966" y="2396823"/>
            <a:ext cx="988200" cy="564480"/>
            <a:chOff x="1620966" y="2396823"/>
            <a:chExt cx="98820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19D0DE9-A5A7-48C3-4D93-28FC1DF80ABD}"/>
                    </a:ext>
                  </a:extLst>
                </p14:cNvPr>
                <p14:cNvContentPartPr/>
                <p14:nvPr/>
              </p14:nvContentPartPr>
              <p14:xfrm>
                <a:off x="1620966" y="2563143"/>
                <a:ext cx="223920" cy="333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19D0DE9-A5A7-48C3-4D93-28FC1DF80AB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02966" y="2545143"/>
                  <a:ext cx="259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6D47A12-22AC-39C9-1952-F677A73F7CA3}"/>
                    </a:ext>
                  </a:extLst>
                </p14:cNvPr>
                <p14:cNvContentPartPr/>
                <p14:nvPr/>
              </p14:nvContentPartPr>
              <p14:xfrm>
                <a:off x="1708446" y="2739183"/>
                <a:ext cx="129240" cy="40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6D47A12-22AC-39C9-1952-F677A73F7CA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90446" y="2721183"/>
                  <a:ext cx="164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D087049-84E4-81AA-1E1F-EE19AD3EE111}"/>
                    </a:ext>
                  </a:extLst>
                </p14:cNvPr>
                <p14:cNvContentPartPr/>
                <p14:nvPr/>
              </p14:nvContentPartPr>
              <p14:xfrm>
                <a:off x="2024886" y="2577543"/>
                <a:ext cx="96840" cy="38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D087049-84E4-81AA-1E1F-EE19AD3EE11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06886" y="2559543"/>
                  <a:ext cx="132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FF467C0-8401-935F-1D66-4E55B15E635D}"/>
                    </a:ext>
                  </a:extLst>
                </p14:cNvPr>
                <p14:cNvContentPartPr/>
                <p14:nvPr/>
              </p14:nvContentPartPr>
              <p14:xfrm>
                <a:off x="2201286" y="2396823"/>
                <a:ext cx="71640" cy="210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FF467C0-8401-935F-1D66-4E55B15E63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83646" y="2379183"/>
                  <a:ext cx="107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D5F996-1102-1532-9411-B4F69926D83A}"/>
                    </a:ext>
                  </a:extLst>
                </p14:cNvPr>
                <p14:cNvContentPartPr/>
                <p14:nvPr/>
              </p14:nvContentPartPr>
              <p14:xfrm>
                <a:off x="2362566" y="2656383"/>
                <a:ext cx="95040" cy="288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D5F996-1102-1532-9411-B4F69926D83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44926" y="2638743"/>
                  <a:ext cx="1306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39F80D0-2DA4-0EEE-DB78-FD9BB1AF49D6}"/>
                    </a:ext>
                  </a:extLst>
                </p14:cNvPr>
                <p14:cNvContentPartPr/>
                <p14:nvPr/>
              </p14:nvContentPartPr>
              <p14:xfrm>
                <a:off x="2416566" y="2618943"/>
                <a:ext cx="192600" cy="342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39F80D0-2DA4-0EEE-DB78-FD9BB1AF49D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8926" y="2601303"/>
                  <a:ext cx="2282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45D252D-7D2A-1E13-D1DE-1F21C6F595F9}"/>
              </a:ext>
            </a:extLst>
          </p:cNvPr>
          <p:cNvGrpSpPr/>
          <p:nvPr/>
        </p:nvGrpSpPr>
        <p:grpSpPr>
          <a:xfrm>
            <a:off x="2933886" y="2756463"/>
            <a:ext cx="159840" cy="133200"/>
            <a:chOff x="2933886" y="2756463"/>
            <a:chExt cx="15984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D50F87-DB04-9EEF-FC80-6986C4D10A4D}"/>
                    </a:ext>
                  </a:extLst>
                </p14:cNvPr>
                <p14:cNvContentPartPr/>
                <p14:nvPr/>
              </p14:nvContentPartPr>
              <p14:xfrm>
                <a:off x="3001206" y="2756463"/>
                <a:ext cx="85320" cy="18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D50F87-DB04-9EEF-FC80-6986C4D10A4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83206" y="2738463"/>
                  <a:ext cx="12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CC639DE-9ED8-7AEB-B986-AB7D539D36D9}"/>
                    </a:ext>
                  </a:extLst>
                </p14:cNvPr>
                <p14:cNvContentPartPr/>
                <p14:nvPr/>
              </p14:nvContentPartPr>
              <p14:xfrm>
                <a:off x="2933886" y="2855103"/>
                <a:ext cx="159840" cy="34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CC639DE-9ED8-7AEB-B986-AB7D539D36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15886" y="2837103"/>
                  <a:ext cx="195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91D05DF-3CDE-3065-D80B-7E009118068D}"/>
              </a:ext>
            </a:extLst>
          </p:cNvPr>
          <p:cNvGrpSpPr/>
          <p:nvPr/>
        </p:nvGrpSpPr>
        <p:grpSpPr>
          <a:xfrm>
            <a:off x="3973926" y="2277663"/>
            <a:ext cx="1285200" cy="2004120"/>
            <a:chOff x="3973926" y="2277663"/>
            <a:chExt cx="1285200" cy="20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E4C8026-BD4F-529D-A54E-931CFED608DE}"/>
                    </a:ext>
                  </a:extLst>
                </p14:cNvPr>
                <p14:cNvContentPartPr/>
                <p14:nvPr/>
              </p14:nvContentPartPr>
              <p14:xfrm>
                <a:off x="3973926" y="2277663"/>
                <a:ext cx="633240" cy="2004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E4C8026-BD4F-529D-A54E-931CFED608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55926" y="2260023"/>
                  <a:ext cx="668880" cy="20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832A24-9A32-47A4-5F86-DF7D81DE0D26}"/>
                    </a:ext>
                  </a:extLst>
                </p14:cNvPr>
                <p14:cNvContentPartPr/>
                <p14:nvPr/>
              </p14:nvContentPartPr>
              <p14:xfrm>
                <a:off x="4655406" y="2565303"/>
                <a:ext cx="186120" cy="223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832A24-9A32-47A4-5F86-DF7D81DE0D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37406" y="2547303"/>
                  <a:ext cx="221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1BBC188-09A2-16C5-D231-5FC89858E067}"/>
                    </a:ext>
                  </a:extLst>
                </p14:cNvPr>
                <p14:cNvContentPartPr/>
                <p14:nvPr/>
              </p14:nvContentPartPr>
              <p14:xfrm>
                <a:off x="4767726" y="2732343"/>
                <a:ext cx="181800" cy="201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1BBC188-09A2-16C5-D231-5FC89858E0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49726" y="2714703"/>
                  <a:ext cx="217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9F4DB8-CD14-169E-C42C-DC58829FBFE8}"/>
                    </a:ext>
                  </a:extLst>
                </p14:cNvPr>
                <p14:cNvContentPartPr/>
                <p14:nvPr/>
              </p14:nvContentPartPr>
              <p14:xfrm>
                <a:off x="4913166" y="2843583"/>
                <a:ext cx="163440" cy="139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9F4DB8-CD14-169E-C42C-DC58829FBF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95166" y="2825583"/>
                  <a:ext cx="199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AA0BDB-FADD-2770-FC75-1FC1055FA8DF}"/>
                    </a:ext>
                  </a:extLst>
                </p14:cNvPr>
                <p14:cNvContentPartPr/>
                <p14:nvPr/>
              </p14:nvContentPartPr>
              <p14:xfrm>
                <a:off x="5159766" y="2838183"/>
                <a:ext cx="99360" cy="101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AA0BDB-FADD-2770-FC75-1FC1055FA8D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41766" y="2820543"/>
                  <a:ext cx="1350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31C5E81-811A-7957-1736-0BA8767A7843}"/>
              </a:ext>
            </a:extLst>
          </p:cNvPr>
          <p:cNvGrpSpPr/>
          <p:nvPr/>
        </p:nvGrpSpPr>
        <p:grpSpPr>
          <a:xfrm>
            <a:off x="5799126" y="2417703"/>
            <a:ext cx="885600" cy="472320"/>
            <a:chOff x="5799126" y="2417703"/>
            <a:chExt cx="88560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ADB6B6-E328-DA47-AD27-4075C447A02D}"/>
                    </a:ext>
                  </a:extLst>
                </p14:cNvPr>
                <p14:cNvContentPartPr/>
                <p14:nvPr/>
              </p14:nvContentPartPr>
              <p14:xfrm>
                <a:off x="5799126" y="2557383"/>
                <a:ext cx="136440" cy="33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ADB6B6-E328-DA47-AD27-4075C447A02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81486" y="2539383"/>
                  <a:ext cx="172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4F8019-AFEC-1BA2-F248-1643B92832F2}"/>
                    </a:ext>
                  </a:extLst>
                </p14:cNvPr>
                <p14:cNvContentPartPr/>
                <p14:nvPr/>
              </p14:nvContentPartPr>
              <p14:xfrm>
                <a:off x="6078486" y="2417703"/>
                <a:ext cx="20880" cy="22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4F8019-AFEC-1BA2-F248-1643B92832F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0486" y="2399703"/>
                  <a:ext cx="565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073364A-1F5F-D26D-C8B7-0939583FA192}"/>
                    </a:ext>
                  </a:extLst>
                </p14:cNvPr>
                <p14:cNvContentPartPr/>
                <p14:nvPr/>
              </p14:nvContentPartPr>
              <p14:xfrm>
                <a:off x="6023046" y="2537943"/>
                <a:ext cx="227160" cy="292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073364A-1F5F-D26D-C8B7-0939583FA19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005406" y="2520303"/>
                  <a:ext cx="262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5F03985-E7C7-5E3B-7E2D-5432DB4E647A}"/>
                    </a:ext>
                  </a:extLst>
                </p14:cNvPr>
                <p14:cNvContentPartPr/>
                <p14:nvPr/>
              </p14:nvContentPartPr>
              <p14:xfrm>
                <a:off x="6239046" y="2738823"/>
                <a:ext cx="159120" cy="151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5F03985-E7C7-5E3B-7E2D-5432DB4E647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21046" y="2720823"/>
                  <a:ext cx="194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8DADC0-D14A-1D2D-B50C-52882B406E76}"/>
                    </a:ext>
                  </a:extLst>
                </p14:cNvPr>
                <p14:cNvContentPartPr/>
                <p14:nvPr/>
              </p14:nvContentPartPr>
              <p14:xfrm>
                <a:off x="6555486" y="2707863"/>
                <a:ext cx="129240" cy="174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8DADC0-D14A-1D2D-B50C-52882B406E7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37486" y="2690223"/>
                  <a:ext cx="16488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520E757-8123-4D4B-D194-509A911CBB48}"/>
              </a:ext>
            </a:extLst>
          </p:cNvPr>
          <p:cNvGrpSpPr/>
          <p:nvPr/>
        </p:nvGrpSpPr>
        <p:grpSpPr>
          <a:xfrm>
            <a:off x="7245246" y="2432823"/>
            <a:ext cx="898920" cy="569520"/>
            <a:chOff x="7245246" y="2432823"/>
            <a:chExt cx="898920" cy="56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AF269A2-E514-301D-32E1-AC28846F2B18}"/>
                    </a:ext>
                  </a:extLst>
                </p14:cNvPr>
                <p14:cNvContentPartPr/>
                <p14:nvPr/>
              </p14:nvContentPartPr>
              <p14:xfrm>
                <a:off x="7245246" y="2432823"/>
                <a:ext cx="47160" cy="236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AF269A2-E514-301D-32E1-AC28846F2B1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27246" y="2414823"/>
                  <a:ext cx="82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9B5130-8388-21C3-29E3-F38E0EFC4000}"/>
                    </a:ext>
                  </a:extLst>
                </p14:cNvPr>
                <p14:cNvContentPartPr/>
                <p14:nvPr/>
              </p14:nvContentPartPr>
              <p14:xfrm>
                <a:off x="7380606" y="2442543"/>
                <a:ext cx="147240" cy="339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9B5130-8388-21C3-29E3-F38E0EFC40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62606" y="2424543"/>
                  <a:ext cx="1828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592AA4D-AE57-9B6B-F7E3-5EE51F28E57E}"/>
                    </a:ext>
                  </a:extLst>
                </p14:cNvPr>
                <p14:cNvContentPartPr/>
                <p14:nvPr/>
              </p14:nvContentPartPr>
              <p14:xfrm>
                <a:off x="7366566" y="2649903"/>
                <a:ext cx="249120" cy="259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592AA4D-AE57-9B6B-F7E3-5EE51F28E57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48926" y="2632263"/>
                  <a:ext cx="2847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E4D3AD2-F231-B3C8-D0EB-421B12B4F550}"/>
                    </a:ext>
                  </a:extLst>
                </p14:cNvPr>
                <p14:cNvContentPartPr/>
                <p14:nvPr/>
              </p14:nvContentPartPr>
              <p14:xfrm>
                <a:off x="7571766" y="2825583"/>
                <a:ext cx="229680" cy="176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E4D3AD2-F231-B3C8-D0EB-421B12B4F5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54126" y="2807583"/>
                  <a:ext cx="265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5579FA-EBDF-B6AD-ABD0-1A9D28C1D9C5}"/>
                    </a:ext>
                  </a:extLst>
                </p14:cNvPr>
                <p14:cNvContentPartPr/>
                <p14:nvPr/>
              </p14:nvContentPartPr>
              <p14:xfrm>
                <a:off x="7921326" y="2742423"/>
                <a:ext cx="222840" cy="207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5579FA-EBDF-B6AD-ABD0-1A9D28C1D9C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03326" y="2724783"/>
                  <a:ext cx="25848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D38DEFA-A626-C0CD-CDC8-B77C792E7DD4}"/>
              </a:ext>
            </a:extLst>
          </p:cNvPr>
          <p:cNvGrpSpPr/>
          <p:nvPr/>
        </p:nvGrpSpPr>
        <p:grpSpPr>
          <a:xfrm>
            <a:off x="4545246" y="3248223"/>
            <a:ext cx="831960" cy="382320"/>
            <a:chOff x="4545246" y="3248223"/>
            <a:chExt cx="8319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A95D8A-227B-86B5-9C79-9D43F350D934}"/>
                    </a:ext>
                  </a:extLst>
                </p14:cNvPr>
                <p14:cNvContentPartPr/>
                <p14:nvPr/>
              </p14:nvContentPartPr>
              <p14:xfrm>
                <a:off x="4545246" y="3332463"/>
                <a:ext cx="156960" cy="4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A95D8A-227B-86B5-9C79-9D43F350D9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27246" y="3314463"/>
                  <a:ext cx="192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D6B2E6-D945-2F1E-42E2-11002C939EDB}"/>
                    </a:ext>
                  </a:extLst>
                </p14:cNvPr>
                <p14:cNvContentPartPr/>
                <p14:nvPr/>
              </p14:nvContentPartPr>
              <p14:xfrm>
                <a:off x="4769886" y="3248223"/>
                <a:ext cx="189720" cy="198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D6B2E6-D945-2F1E-42E2-11002C939E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52246" y="3230223"/>
                  <a:ext cx="225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C3E795-208F-71B8-C7BC-B11DF7FCF1C9}"/>
                    </a:ext>
                  </a:extLst>
                </p14:cNvPr>
                <p14:cNvContentPartPr/>
                <p14:nvPr/>
              </p14:nvContentPartPr>
              <p14:xfrm>
                <a:off x="4952046" y="3309063"/>
                <a:ext cx="166320" cy="211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C3E795-208F-71B8-C7BC-B11DF7FCF1C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046" y="3291063"/>
                  <a:ext cx="20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24C2DB0-B22C-76C9-F61B-9FA19F191BDE}"/>
                    </a:ext>
                  </a:extLst>
                </p14:cNvPr>
                <p14:cNvContentPartPr/>
                <p14:nvPr/>
              </p14:nvContentPartPr>
              <p14:xfrm>
                <a:off x="5088846" y="3420303"/>
                <a:ext cx="92160" cy="210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24C2DB0-B22C-76C9-F61B-9FA19F191B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71206" y="3402303"/>
                  <a:ext cx="12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8F611C4-71DD-7F1C-7AF1-ACAFE22F1685}"/>
                    </a:ext>
                  </a:extLst>
                </p14:cNvPr>
                <p14:cNvContentPartPr/>
                <p14:nvPr/>
              </p14:nvContentPartPr>
              <p14:xfrm>
                <a:off x="5175966" y="3397623"/>
                <a:ext cx="201240" cy="67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8F611C4-71DD-7F1C-7AF1-ACAFE22F16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158326" y="3379983"/>
                  <a:ext cx="23688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A6BECFE-1AE0-9C56-DA9C-59C9185275CE}"/>
              </a:ext>
            </a:extLst>
          </p:cNvPr>
          <p:cNvGrpSpPr/>
          <p:nvPr/>
        </p:nvGrpSpPr>
        <p:grpSpPr>
          <a:xfrm>
            <a:off x="6023046" y="3234903"/>
            <a:ext cx="477000" cy="399600"/>
            <a:chOff x="6023046" y="3234903"/>
            <a:chExt cx="47700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F2E81A-54E4-D011-FB48-A098676EAE9C}"/>
                    </a:ext>
                  </a:extLst>
                </p14:cNvPr>
                <p14:cNvContentPartPr/>
                <p14:nvPr/>
              </p14:nvContentPartPr>
              <p14:xfrm>
                <a:off x="6081366" y="3234903"/>
                <a:ext cx="17640" cy="205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F2E81A-54E4-D011-FB48-A098676EAE9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63726" y="3217263"/>
                  <a:ext cx="53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488F84-EC9F-F777-7023-B60CAA971AE0}"/>
                    </a:ext>
                  </a:extLst>
                </p14:cNvPr>
                <p14:cNvContentPartPr/>
                <p14:nvPr/>
              </p14:nvContentPartPr>
              <p14:xfrm>
                <a:off x="6023046" y="3372423"/>
                <a:ext cx="241560" cy="181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488F84-EC9F-F777-7023-B60CAA971AE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05406" y="3354783"/>
                  <a:ext cx="277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E02020-07C0-1042-542D-DAEE52CD6F25}"/>
                    </a:ext>
                  </a:extLst>
                </p14:cNvPr>
                <p14:cNvContentPartPr/>
                <p14:nvPr/>
              </p14:nvContentPartPr>
              <p14:xfrm>
                <a:off x="6255606" y="3461703"/>
                <a:ext cx="99360" cy="172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E02020-07C0-1042-542D-DAEE52CD6F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37606" y="3444063"/>
                  <a:ext cx="135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C51AC45-11D2-1AC8-5253-4307CD2792BA}"/>
                    </a:ext>
                  </a:extLst>
                </p14:cNvPr>
                <p14:cNvContentPartPr/>
                <p14:nvPr/>
              </p14:nvContentPartPr>
              <p14:xfrm>
                <a:off x="6311046" y="3393303"/>
                <a:ext cx="189000" cy="77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51AC45-11D2-1AC8-5253-4307CD2792B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93406" y="3375663"/>
                  <a:ext cx="2246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62F9893-6156-1DEC-08A9-0ECB235BD4DF}"/>
              </a:ext>
            </a:extLst>
          </p:cNvPr>
          <p:cNvGrpSpPr/>
          <p:nvPr/>
        </p:nvGrpSpPr>
        <p:grpSpPr>
          <a:xfrm>
            <a:off x="7367646" y="3211863"/>
            <a:ext cx="803880" cy="390960"/>
            <a:chOff x="7367646" y="3211863"/>
            <a:chExt cx="80388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85B1B0-BE76-DB5F-A5E6-C6AC96CC5CF6}"/>
                    </a:ext>
                  </a:extLst>
                </p14:cNvPr>
                <p14:cNvContentPartPr/>
                <p14:nvPr/>
              </p14:nvContentPartPr>
              <p14:xfrm>
                <a:off x="7367646" y="3299343"/>
                <a:ext cx="114120" cy="14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85B1B0-BE76-DB5F-A5E6-C6AC96CC5C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50006" y="3281703"/>
                  <a:ext cx="149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97D8120-3EB6-6176-A724-4A8D2F1D2151}"/>
                    </a:ext>
                  </a:extLst>
                </p14:cNvPr>
                <p14:cNvContentPartPr/>
                <p14:nvPr/>
              </p14:nvContentPartPr>
              <p14:xfrm>
                <a:off x="7564206" y="3211863"/>
                <a:ext cx="187560" cy="189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97D8120-3EB6-6176-A724-4A8D2F1D215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46566" y="3194223"/>
                  <a:ext cx="223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586345-FC50-1605-ACBB-62525645DB55}"/>
                    </a:ext>
                  </a:extLst>
                </p14:cNvPr>
                <p14:cNvContentPartPr/>
                <p14:nvPr/>
              </p14:nvContentPartPr>
              <p14:xfrm>
                <a:off x="7639806" y="3333183"/>
                <a:ext cx="208440" cy="220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586345-FC50-1605-ACBB-62525645DB5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22166" y="3315183"/>
                  <a:ext cx="244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9B4C8D9-67F2-1B58-34E8-04BCD9B79DD6}"/>
                    </a:ext>
                  </a:extLst>
                </p14:cNvPr>
                <p14:cNvContentPartPr/>
                <p14:nvPr/>
              </p14:nvContentPartPr>
              <p14:xfrm>
                <a:off x="7827366" y="3434343"/>
                <a:ext cx="88560" cy="168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9B4C8D9-67F2-1B58-34E8-04BCD9B79DD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09726" y="3416343"/>
                  <a:ext cx="124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6C958B-A5E8-6515-8E7D-B9E3ECEF8D18}"/>
                    </a:ext>
                  </a:extLst>
                </p14:cNvPr>
                <p14:cNvContentPartPr/>
                <p14:nvPr/>
              </p14:nvContentPartPr>
              <p14:xfrm>
                <a:off x="7919886" y="3358743"/>
                <a:ext cx="251640" cy="75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6C958B-A5E8-6515-8E7D-B9E3ECEF8D1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02246" y="3340743"/>
                  <a:ext cx="2872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9620AF6-D01B-4FC2-B283-745C12BEC6AC}"/>
              </a:ext>
            </a:extLst>
          </p:cNvPr>
          <p:cNvGrpSpPr/>
          <p:nvPr/>
        </p:nvGrpSpPr>
        <p:grpSpPr>
          <a:xfrm>
            <a:off x="4352646" y="3824943"/>
            <a:ext cx="955440" cy="385200"/>
            <a:chOff x="4352646" y="3824943"/>
            <a:chExt cx="95544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CCC2B00-8235-76EC-F422-78A8CB650476}"/>
                    </a:ext>
                  </a:extLst>
                </p14:cNvPr>
                <p14:cNvContentPartPr/>
                <p14:nvPr/>
              </p14:nvContentPartPr>
              <p14:xfrm>
                <a:off x="4352646" y="3930423"/>
                <a:ext cx="194760" cy="28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CCC2B00-8235-76EC-F422-78A8CB6504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34646" y="3912423"/>
                  <a:ext cx="230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88F3CCB-8D5F-24F3-F19A-3D929463CA6C}"/>
                    </a:ext>
                  </a:extLst>
                </p14:cNvPr>
                <p14:cNvContentPartPr/>
                <p14:nvPr/>
              </p14:nvContentPartPr>
              <p14:xfrm>
                <a:off x="4641366" y="3824943"/>
                <a:ext cx="29160" cy="167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88F3CCB-8D5F-24F3-F19A-3D929463CA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23726" y="3806943"/>
                  <a:ext cx="64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D568B66-FF25-EA44-CF3D-C04B9FD77FF1}"/>
                    </a:ext>
                  </a:extLst>
                </p14:cNvPr>
                <p14:cNvContentPartPr/>
                <p14:nvPr/>
              </p14:nvContentPartPr>
              <p14:xfrm>
                <a:off x="4548486" y="3889023"/>
                <a:ext cx="268560" cy="259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D568B66-FF25-EA44-CF3D-C04B9FD77F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30846" y="3871023"/>
                  <a:ext cx="304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E70AA0B-1438-17AE-245D-F1D9FED77DA9}"/>
                    </a:ext>
                  </a:extLst>
                </p14:cNvPr>
                <p14:cNvContentPartPr/>
                <p14:nvPr/>
              </p14:nvContentPartPr>
              <p14:xfrm>
                <a:off x="4882566" y="4050663"/>
                <a:ext cx="182160" cy="159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E70AA0B-1438-17AE-245D-F1D9FED77DA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64566" y="4032663"/>
                  <a:ext cx="217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6EDACA4-8369-D950-98C9-D008B93EC960}"/>
                    </a:ext>
                  </a:extLst>
                </p14:cNvPr>
                <p14:cNvContentPartPr/>
                <p14:nvPr/>
              </p14:nvContentPartPr>
              <p14:xfrm>
                <a:off x="5165526" y="4059303"/>
                <a:ext cx="142560" cy="130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6EDACA4-8369-D950-98C9-D008B93EC9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47886" y="4041303"/>
                  <a:ext cx="1782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DA5431F-64AA-22DC-D6B5-982BFB0A132D}"/>
                  </a:ext>
                </a:extLst>
              </p14:cNvPr>
              <p14:cNvContentPartPr/>
              <p14:nvPr/>
            </p14:nvContentPartPr>
            <p14:xfrm>
              <a:off x="6061926" y="3821343"/>
              <a:ext cx="100800" cy="2124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DA5431F-64AA-22DC-D6B5-982BFB0A132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043926" y="3803343"/>
                <a:ext cx="1364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63AD948-E993-4648-FB18-987AD990230F}"/>
                  </a:ext>
                </a:extLst>
              </p14:cNvPr>
              <p14:cNvContentPartPr/>
              <p14:nvPr/>
            </p14:nvContentPartPr>
            <p14:xfrm>
              <a:off x="6122046" y="3949863"/>
              <a:ext cx="189360" cy="2851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63AD948-E993-4648-FB18-987AD99023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04046" y="3932223"/>
                <a:ext cx="2250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C8F3333-BC24-E8B4-F43C-CA762A8E5C80}"/>
                  </a:ext>
                </a:extLst>
              </p14:cNvPr>
              <p14:cNvContentPartPr/>
              <p14:nvPr/>
            </p14:nvContentPartPr>
            <p14:xfrm>
              <a:off x="6288726" y="4108983"/>
              <a:ext cx="200520" cy="1519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C8F3333-BC24-E8B4-F43C-CA762A8E5C8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70726" y="4090983"/>
                <a:ext cx="2361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115A9AA-2BDF-2998-7966-B1484875E178}"/>
                  </a:ext>
                </a:extLst>
              </p14:cNvPr>
              <p14:cNvContentPartPr/>
              <p14:nvPr/>
            </p14:nvContentPartPr>
            <p14:xfrm>
              <a:off x="6645486" y="4114743"/>
              <a:ext cx="153360" cy="1249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115A9AA-2BDF-2998-7966-B1484875E17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627846" y="4096743"/>
                <a:ext cx="1890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7789134-47B8-59CA-5126-48AD47E0FF95}"/>
                  </a:ext>
                </a:extLst>
              </p14:cNvPr>
              <p14:cNvContentPartPr/>
              <p14:nvPr/>
            </p14:nvContentPartPr>
            <p14:xfrm>
              <a:off x="7583646" y="3932223"/>
              <a:ext cx="173520" cy="291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7789134-47B8-59CA-5126-48AD47E0FF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566006" y="3914583"/>
                <a:ext cx="2091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9C7CE90-D5D8-726E-F3CE-D834049792B5}"/>
                  </a:ext>
                </a:extLst>
              </p14:cNvPr>
              <p14:cNvContentPartPr/>
              <p14:nvPr/>
            </p14:nvContentPartPr>
            <p14:xfrm>
              <a:off x="7852566" y="3801543"/>
              <a:ext cx="63000" cy="2386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9C7CE90-D5D8-726E-F3CE-D834049792B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834566" y="3783543"/>
                <a:ext cx="986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686B5A8-9EEE-F4AD-BC06-7CCC5ACB75D5}"/>
                  </a:ext>
                </a:extLst>
              </p14:cNvPr>
              <p14:cNvContentPartPr/>
              <p14:nvPr/>
            </p14:nvContentPartPr>
            <p14:xfrm>
              <a:off x="7963446" y="3864543"/>
              <a:ext cx="46080" cy="1897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686B5A8-9EEE-F4AD-BC06-7CCC5ACB75D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945446" y="3846543"/>
                <a:ext cx="81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D008C00-19CE-58B4-8CEF-DA36A6F925E8}"/>
                  </a:ext>
                </a:extLst>
              </p14:cNvPr>
              <p14:cNvContentPartPr/>
              <p14:nvPr/>
            </p14:nvContentPartPr>
            <p14:xfrm>
              <a:off x="7870566" y="3881103"/>
              <a:ext cx="385560" cy="4136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D008C00-19CE-58B4-8CEF-DA36A6F925E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852566" y="3863103"/>
                <a:ext cx="42120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6434DCC-9EF2-13A2-3A50-85B1B5FA24B8}"/>
                  </a:ext>
                </a:extLst>
              </p14:cNvPr>
              <p14:cNvContentPartPr/>
              <p14:nvPr/>
            </p14:nvContentPartPr>
            <p14:xfrm>
              <a:off x="8212206" y="4131303"/>
              <a:ext cx="127440" cy="130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6434DCC-9EF2-13A2-3A50-85B1B5FA24B8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194566" y="4113303"/>
                <a:ext cx="1630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777CA3A-FA0B-2A65-45D8-41F6CA695AB0}"/>
                  </a:ext>
                </a:extLst>
              </p14:cNvPr>
              <p14:cNvContentPartPr/>
              <p14:nvPr/>
            </p14:nvContentPartPr>
            <p14:xfrm>
              <a:off x="8416686" y="4036623"/>
              <a:ext cx="184320" cy="1778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777CA3A-FA0B-2A65-45D8-41F6CA695AB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98686" y="4018623"/>
                <a:ext cx="219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65C03D5-F7FC-31E6-41A0-4F12584E88FE}"/>
                  </a:ext>
                </a:extLst>
              </p14:cNvPr>
              <p14:cNvContentPartPr/>
              <p14:nvPr/>
            </p14:nvContentPartPr>
            <p14:xfrm>
              <a:off x="8682006" y="2536143"/>
              <a:ext cx="391320" cy="18244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65C03D5-F7FC-31E6-41A0-4F12584E88F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664366" y="2518143"/>
                <a:ext cx="426960" cy="18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16A37AB-98CF-FE8B-3697-C2D1BAC82A1E}"/>
              </a:ext>
            </a:extLst>
          </p:cNvPr>
          <p:cNvGrpSpPr/>
          <p:nvPr/>
        </p:nvGrpSpPr>
        <p:grpSpPr>
          <a:xfrm>
            <a:off x="9413526" y="2581503"/>
            <a:ext cx="1382040" cy="2006640"/>
            <a:chOff x="9413526" y="2581503"/>
            <a:chExt cx="1382040" cy="20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FB69A0A-FC27-4F80-EB9B-E52DD2EC7A14}"/>
                    </a:ext>
                  </a:extLst>
                </p14:cNvPr>
                <p14:cNvContentPartPr/>
                <p14:nvPr/>
              </p14:nvContentPartPr>
              <p14:xfrm>
                <a:off x="9413526" y="2581503"/>
                <a:ext cx="307080" cy="1877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FB69A0A-FC27-4F80-EB9B-E52DD2EC7A1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395526" y="2563863"/>
                  <a:ext cx="342720" cy="19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7F4EAAE-C367-8867-49F2-B0348B688328}"/>
                    </a:ext>
                  </a:extLst>
                </p14:cNvPr>
                <p14:cNvContentPartPr/>
                <p14:nvPr/>
              </p14:nvContentPartPr>
              <p14:xfrm>
                <a:off x="10042086" y="2743143"/>
                <a:ext cx="148320" cy="20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7F4EAAE-C367-8867-49F2-B0348B68832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24446" y="2725143"/>
                  <a:ext cx="183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C600B7C-C24A-2286-C88A-351C3D1E986B}"/>
                    </a:ext>
                  </a:extLst>
                </p14:cNvPr>
                <p14:cNvContentPartPr/>
                <p14:nvPr/>
              </p14:nvContentPartPr>
              <p14:xfrm>
                <a:off x="9956046" y="2773743"/>
                <a:ext cx="190440" cy="289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C600B7C-C24A-2286-C88A-351C3D1E986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938046" y="2756103"/>
                  <a:ext cx="226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0DC625-4E6F-0CB1-2916-ADBD6107A55E}"/>
                    </a:ext>
                  </a:extLst>
                </p14:cNvPr>
                <p14:cNvContentPartPr/>
                <p14:nvPr/>
              </p14:nvContentPartPr>
              <p14:xfrm>
                <a:off x="10004286" y="3387543"/>
                <a:ext cx="145800" cy="275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0DC625-4E6F-0CB1-2916-ADBD6107A55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86286" y="3369903"/>
                  <a:ext cx="181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0B3D3B9-4403-8CAD-7848-A193E519F8BB}"/>
                    </a:ext>
                  </a:extLst>
                </p14:cNvPr>
                <p14:cNvContentPartPr/>
                <p14:nvPr/>
              </p14:nvContentPartPr>
              <p14:xfrm>
                <a:off x="9908886" y="4011063"/>
                <a:ext cx="133560" cy="15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0B3D3B9-4403-8CAD-7848-A193E519F8B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91246" y="3993063"/>
                  <a:ext cx="169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6E56E94-879F-C89A-59BD-7D7C43D0980A}"/>
                    </a:ext>
                  </a:extLst>
                </p14:cNvPr>
                <p14:cNvContentPartPr/>
                <p14:nvPr/>
              </p14:nvContentPartPr>
              <p14:xfrm>
                <a:off x="10177446" y="3910983"/>
                <a:ext cx="131040" cy="310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6E56E94-879F-C89A-59BD-7D7C43D098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59806" y="3892983"/>
                  <a:ext cx="1666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7A4F551-9B82-28DB-7EC1-5A852CBF4938}"/>
                    </a:ext>
                  </a:extLst>
                </p14:cNvPr>
                <p14:cNvContentPartPr/>
                <p14:nvPr/>
              </p14:nvContentPartPr>
              <p14:xfrm>
                <a:off x="10348446" y="2617863"/>
                <a:ext cx="447120" cy="1970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7A4F551-9B82-28DB-7EC1-5A852CBF493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30446" y="2599863"/>
                  <a:ext cx="482760" cy="20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874C5A8-C841-C337-B39C-C66C10A609EF}"/>
              </a:ext>
            </a:extLst>
          </p:cNvPr>
          <p:cNvGrpSpPr/>
          <p:nvPr/>
        </p:nvGrpSpPr>
        <p:grpSpPr>
          <a:xfrm>
            <a:off x="2500446" y="5070543"/>
            <a:ext cx="365760" cy="184320"/>
            <a:chOff x="2500446" y="5070543"/>
            <a:chExt cx="36576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67DB0AA-0872-414F-3ADD-9EFD5E2E1332}"/>
                    </a:ext>
                  </a:extLst>
                </p14:cNvPr>
                <p14:cNvContentPartPr/>
                <p14:nvPr/>
              </p14:nvContentPartPr>
              <p14:xfrm>
                <a:off x="2502966" y="5070543"/>
                <a:ext cx="155880" cy="27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67DB0AA-0872-414F-3ADD-9EFD5E2E133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84966" y="5052543"/>
                  <a:ext cx="191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77E6D6-5706-E228-CD5E-01E04604497D}"/>
                    </a:ext>
                  </a:extLst>
                </p14:cNvPr>
                <p14:cNvContentPartPr/>
                <p14:nvPr/>
              </p14:nvContentPartPr>
              <p14:xfrm>
                <a:off x="2500446" y="5166303"/>
                <a:ext cx="365760" cy="88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77E6D6-5706-E228-CD5E-01E04604497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82806" y="5148303"/>
                  <a:ext cx="4014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EF860E8-0F9B-D364-ED1E-5547AAD5F94C}"/>
              </a:ext>
            </a:extLst>
          </p:cNvPr>
          <p:cNvGrpSpPr/>
          <p:nvPr/>
        </p:nvGrpSpPr>
        <p:grpSpPr>
          <a:xfrm>
            <a:off x="4289286" y="4809183"/>
            <a:ext cx="1277640" cy="1612080"/>
            <a:chOff x="4289286" y="4809183"/>
            <a:chExt cx="1277640" cy="161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C0D0511-F2A6-4E48-390F-67DDAD89738B}"/>
                    </a:ext>
                  </a:extLst>
                </p14:cNvPr>
                <p14:cNvContentPartPr/>
                <p14:nvPr/>
              </p14:nvContentPartPr>
              <p14:xfrm>
                <a:off x="4289286" y="4809183"/>
                <a:ext cx="301680" cy="1498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C0D0511-F2A6-4E48-390F-67DDAD89738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71646" y="4791543"/>
                  <a:ext cx="337320" cy="15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F663258-06AF-3C22-9758-A98066F1BC7D}"/>
                    </a:ext>
                  </a:extLst>
                </p14:cNvPr>
                <p14:cNvContentPartPr/>
                <p14:nvPr/>
              </p14:nvContentPartPr>
              <p14:xfrm>
                <a:off x="4590246" y="5144343"/>
                <a:ext cx="199080" cy="21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F663258-06AF-3C22-9758-A98066F1BC7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572246" y="5126343"/>
                  <a:ext cx="234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A83332-5492-AE37-7A96-78E345D1ED16}"/>
                    </a:ext>
                  </a:extLst>
                </p14:cNvPr>
                <p14:cNvContentPartPr/>
                <p14:nvPr/>
              </p14:nvContentPartPr>
              <p14:xfrm>
                <a:off x="4925406" y="5035263"/>
                <a:ext cx="256320" cy="228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A83332-5492-AE37-7A96-78E345D1ED1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07406" y="5017623"/>
                  <a:ext cx="291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FFDDCE0-D3AA-CCF7-3A05-E5FDDAC93855}"/>
                    </a:ext>
                  </a:extLst>
                </p14:cNvPr>
                <p14:cNvContentPartPr/>
                <p14:nvPr/>
              </p14:nvContentPartPr>
              <p14:xfrm>
                <a:off x="4947726" y="5500743"/>
                <a:ext cx="10800" cy="160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FFDDCE0-D3AA-CCF7-3A05-E5FDDAC9385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30086" y="5482743"/>
                  <a:ext cx="46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838B704-2FB5-D203-C5B5-3C3D643D7F15}"/>
                    </a:ext>
                  </a:extLst>
                </p14:cNvPr>
                <p14:cNvContentPartPr/>
                <p14:nvPr/>
              </p14:nvContentPartPr>
              <p14:xfrm>
                <a:off x="4811286" y="5856063"/>
                <a:ext cx="210960" cy="249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838B704-2FB5-D203-C5B5-3C3D643D7F1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93286" y="5838063"/>
                  <a:ext cx="2466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A302870-79C4-2E5F-896E-1637D8D23708}"/>
                    </a:ext>
                  </a:extLst>
                </p14:cNvPr>
                <p14:cNvContentPartPr/>
                <p14:nvPr/>
              </p14:nvContentPartPr>
              <p14:xfrm>
                <a:off x="4989126" y="4843743"/>
                <a:ext cx="577800" cy="1577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A302870-79C4-2E5F-896E-1637D8D2370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971486" y="4825743"/>
                  <a:ext cx="613440" cy="161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E6A124C-2B42-CC36-E6DD-159FA068D269}"/>
              </a:ext>
            </a:extLst>
          </p:cNvPr>
          <p:cNvGrpSpPr/>
          <p:nvPr/>
        </p:nvGrpSpPr>
        <p:grpSpPr>
          <a:xfrm>
            <a:off x="935886" y="4522983"/>
            <a:ext cx="939600" cy="2036520"/>
            <a:chOff x="935886" y="4522983"/>
            <a:chExt cx="939600" cy="20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D2E907E-DB91-794F-EF29-31741AD8420D}"/>
                    </a:ext>
                  </a:extLst>
                </p14:cNvPr>
                <p14:cNvContentPartPr/>
                <p14:nvPr/>
              </p14:nvContentPartPr>
              <p14:xfrm>
                <a:off x="935886" y="4665903"/>
                <a:ext cx="230400" cy="1680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D2E907E-DB91-794F-EF29-31741AD8420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17886" y="4647903"/>
                  <a:ext cx="266040" cy="17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45E6AD3-9AA3-416C-7DB6-F15D426C8B57}"/>
                    </a:ext>
                  </a:extLst>
                </p14:cNvPr>
                <p14:cNvContentPartPr/>
                <p14:nvPr/>
              </p14:nvContentPartPr>
              <p14:xfrm>
                <a:off x="1280406" y="5005743"/>
                <a:ext cx="276120" cy="181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45E6AD3-9AA3-416C-7DB6-F15D426C8B5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62766" y="4987743"/>
                  <a:ext cx="311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1612DD0-BA49-75C6-6E3A-2EFB9ABA91DA}"/>
                    </a:ext>
                  </a:extLst>
                </p14:cNvPr>
                <p14:cNvContentPartPr/>
                <p14:nvPr/>
              </p14:nvContentPartPr>
              <p14:xfrm>
                <a:off x="1283646" y="5504343"/>
                <a:ext cx="198720" cy="256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1612DD0-BA49-75C6-6E3A-2EFB9ABA91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65646" y="5486703"/>
                  <a:ext cx="2343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5F65F86-8CB5-C63A-01F7-8F68F2CD55A0}"/>
                    </a:ext>
                  </a:extLst>
                </p14:cNvPr>
                <p14:cNvContentPartPr/>
                <p14:nvPr/>
              </p14:nvContentPartPr>
              <p14:xfrm>
                <a:off x="1249446" y="6005823"/>
                <a:ext cx="352440" cy="213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5F65F86-8CB5-C63A-01F7-8F68F2CD55A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31446" y="5988183"/>
                  <a:ext cx="388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C651767-6B74-C276-6EE4-9F2927A4F87F}"/>
                    </a:ext>
                  </a:extLst>
                </p14:cNvPr>
                <p14:cNvContentPartPr/>
                <p14:nvPr/>
              </p14:nvContentPartPr>
              <p14:xfrm>
                <a:off x="1419366" y="4522983"/>
                <a:ext cx="456120" cy="2036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C651767-6B74-C276-6EE4-9F2927A4F87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01366" y="4505343"/>
                  <a:ext cx="491760" cy="20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62EB272-E034-1D45-4AB0-85F9C19EF2D9}"/>
              </a:ext>
            </a:extLst>
          </p:cNvPr>
          <p:cNvGrpSpPr/>
          <p:nvPr/>
        </p:nvGrpSpPr>
        <p:grpSpPr>
          <a:xfrm>
            <a:off x="7134006" y="5089983"/>
            <a:ext cx="379800" cy="649080"/>
            <a:chOff x="7134006" y="5089983"/>
            <a:chExt cx="379800" cy="64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1580744-4F42-39BA-9838-D35FBAF6CA05}"/>
                    </a:ext>
                  </a:extLst>
                </p14:cNvPr>
                <p14:cNvContentPartPr/>
                <p14:nvPr/>
              </p14:nvContentPartPr>
              <p14:xfrm>
                <a:off x="7151646" y="5359623"/>
                <a:ext cx="187200" cy="27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1580744-4F42-39BA-9838-D35FBAF6CA0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33646" y="5341983"/>
                  <a:ext cx="222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8F42FB6-0ACC-7628-B668-BCF49729E6B5}"/>
                    </a:ext>
                  </a:extLst>
                </p14:cNvPr>
                <p14:cNvContentPartPr/>
                <p14:nvPr/>
              </p14:nvContentPartPr>
              <p14:xfrm>
                <a:off x="7134006" y="5451783"/>
                <a:ext cx="249120" cy="63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8F42FB6-0ACC-7628-B668-BCF49729E6B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16366" y="5434143"/>
                  <a:ext cx="284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573F70D-E712-B321-2B29-8933C1B07386}"/>
                    </a:ext>
                  </a:extLst>
                </p14:cNvPr>
                <p14:cNvContentPartPr/>
                <p14:nvPr/>
              </p14:nvContentPartPr>
              <p14:xfrm>
                <a:off x="7266846" y="5089983"/>
                <a:ext cx="246960" cy="649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573F70D-E712-B321-2B29-8933C1B0738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49206" y="5071983"/>
                  <a:ext cx="282600" cy="68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AC998972-1046-8451-E7ED-08EC411CC9B3}"/>
              </a:ext>
            </a:extLst>
          </p:cNvPr>
          <p:cNvGrpSpPr/>
          <p:nvPr/>
        </p:nvGrpSpPr>
        <p:grpSpPr>
          <a:xfrm>
            <a:off x="8302206" y="5254503"/>
            <a:ext cx="1576440" cy="1375560"/>
            <a:chOff x="8302206" y="5254503"/>
            <a:chExt cx="1576440" cy="13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BE579C-CD77-8A93-7F8B-6E754DA7D755}"/>
                    </a:ext>
                  </a:extLst>
                </p14:cNvPr>
                <p14:cNvContentPartPr/>
                <p14:nvPr/>
              </p14:nvContentPartPr>
              <p14:xfrm>
                <a:off x="8302206" y="5370783"/>
                <a:ext cx="309600" cy="221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BE579C-CD77-8A93-7F8B-6E754DA7D75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84566" y="5352783"/>
                  <a:ext cx="345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E644AEF-4082-9D59-26CF-B6236E51CD00}"/>
                    </a:ext>
                  </a:extLst>
                </p14:cNvPr>
                <p14:cNvContentPartPr/>
                <p14:nvPr/>
              </p14:nvContentPartPr>
              <p14:xfrm>
                <a:off x="8756526" y="5370423"/>
                <a:ext cx="95760" cy="6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E644AEF-4082-9D59-26CF-B6236E51CD0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38526" y="5352423"/>
                  <a:ext cx="131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CC022A0-61B6-B3B0-E172-747575AD2268}"/>
                    </a:ext>
                  </a:extLst>
                </p14:cNvPr>
                <p14:cNvContentPartPr/>
                <p14:nvPr/>
              </p14:nvContentPartPr>
              <p14:xfrm>
                <a:off x="8748966" y="5445303"/>
                <a:ext cx="177120" cy="20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CC022A0-61B6-B3B0-E172-747575AD226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30966" y="5427303"/>
                  <a:ext cx="212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2BE5C2C-DDDC-9FA0-4750-4B3A93649795}"/>
                    </a:ext>
                  </a:extLst>
                </p14:cNvPr>
                <p14:cNvContentPartPr/>
                <p14:nvPr/>
              </p14:nvContentPartPr>
              <p14:xfrm>
                <a:off x="9143886" y="5377983"/>
                <a:ext cx="168480" cy="18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2BE5C2C-DDDC-9FA0-4750-4B3A9364979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126246" y="5359983"/>
                  <a:ext cx="204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9A9ADD8-A4E2-6F3F-12FE-99BBA255F43E}"/>
                    </a:ext>
                  </a:extLst>
                </p14:cNvPr>
                <p14:cNvContentPartPr/>
                <p14:nvPr/>
              </p14:nvContentPartPr>
              <p14:xfrm>
                <a:off x="9448806" y="5254503"/>
                <a:ext cx="429840" cy="248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9A9ADD8-A4E2-6F3F-12FE-99BBA255F43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30806" y="5236503"/>
                  <a:ext cx="465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577C33F-6E05-D33C-8F1F-8F3471C00BD2}"/>
                    </a:ext>
                  </a:extLst>
                </p14:cNvPr>
                <p14:cNvContentPartPr/>
                <p14:nvPr/>
              </p14:nvContentPartPr>
              <p14:xfrm>
                <a:off x="8524326" y="5776503"/>
                <a:ext cx="169560" cy="442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577C33F-6E05-D33C-8F1F-8F3471C00BD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06686" y="5758863"/>
                  <a:ext cx="2052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7792DF1-FD2A-0E84-0669-7D046FE8B52D}"/>
                    </a:ext>
                  </a:extLst>
                </p14:cNvPr>
                <p14:cNvContentPartPr/>
                <p14:nvPr/>
              </p14:nvContentPartPr>
              <p14:xfrm>
                <a:off x="8901966" y="5855343"/>
                <a:ext cx="123120" cy="34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7792DF1-FD2A-0E84-0669-7D046FE8B52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883966" y="5837343"/>
                  <a:ext cx="158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77CBC2C-4A00-7B1C-AA14-362EAD1A0A78}"/>
                    </a:ext>
                  </a:extLst>
                </p14:cNvPr>
                <p14:cNvContentPartPr/>
                <p14:nvPr/>
              </p14:nvContentPartPr>
              <p14:xfrm>
                <a:off x="8928246" y="5944983"/>
                <a:ext cx="172440" cy="36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77CBC2C-4A00-7B1C-AA14-362EAD1A0A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910246" y="5927343"/>
                  <a:ext cx="208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9626658-FEDD-731B-F659-77620673967E}"/>
                    </a:ext>
                  </a:extLst>
                </p14:cNvPr>
                <p14:cNvContentPartPr/>
                <p14:nvPr/>
              </p14:nvContentPartPr>
              <p14:xfrm>
                <a:off x="9480486" y="5726463"/>
                <a:ext cx="45360" cy="255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9626658-FEDD-731B-F659-77620673967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62486" y="5708823"/>
                  <a:ext cx="81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CDB762-B815-5FB1-EFA6-4767C170A30C}"/>
                    </a:ext>
                  </a:extLst>
                </p14:cNvPr>
                <p14:cNvContentPartPr/>
                <p14:nvPr/>
              </p14:nvContentPartPr>
              <p14:xfrm>
                <a:off x="8567526" y="6476703"/>
                <a:ext cx="198360" cy="153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CDB762-B815-5FB1-EFA6-4767C170A30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49526" y="6458703"/>
                  <a:ext cx="234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128D84-5313-D9AF-64DB-3E57006F5DEA}"/>
                    </a:ext>
                  </a:extLst>
                </p14:cNvPr>
                <p14:cNvContentPartPr/>
                <p14:nvPr/>
              </p14:nvContentPartPr>
              <p14:xfrm>
                <a:off x="9014286" y="6439263"/>
                <a:ext cx="79560" cy="19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128D84-5313-D9AF-64DB-3E57006F5DE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96286" y="6421623"/>
                  <a:ext cx="115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B1B25C9-35DE-CBFE-4894-84199211077D}"/>
                    </a:ext>
                  </a:extLst>
                </p14:cNvPr>
                <p14:cNvContentPartPr/>
                <p14:nvPr/>
              </p14:nvContentPartPr>
              <p14:xfrm>
                <a:off x="9030126" y="6483903"/>
                <a:ext cx="164520" cy="45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B1B25C9-35DE-CBFE-4894-84199211077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012486" y="6465903"/>
                  <a:ext cx="200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1BBBD6B-FDCD-805C-134C-6D6A659DBA6F}"/>
                    </a:ext>
                  </a:extLst>
                </p14:cNvPr>
                <p14:cNvContentPartPr/>
                <p14:nvPr/>
              </p14:nvContentPartPr>
              <p14:xfrm>
                <a:off x="9262686" y="6281943"/>
                <a:ext cx="345600" cy="298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1BBBD6B-FDCD-805C-134C-6D6A659DBA6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44686" y="6264303"/>
                  <a:ext cx="381240" cy="33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190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15FB15-95B0-25AF-36CA-68DBC39B1004}"/>
                  </a:ext>
                </a:extLst>
              </p14:cNvPr>
              <p14:cNvContentPartPr/>
              <p14:nvPr/>
            </p14:nvContentPartPr>
            <p14:xfrm>
              <a:off x="211926" y="592863"/>
              <a:ext cx="237600" cy="40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15FB15-95B0-25AF-36CA-68DBC39B10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926" y="575223"/>
                <a:ext cx="2732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7B514D-2A64-43A3-9D5C-3286097D82EB}"/>
                  </a:ext>
                </a:extLst>
              </p14:cNvPr>
              <p14:cNvContentPartPr/>
              <p14:nvPr/>
            </p14:nvContentPartPr>
            <p14:xfrm>
              <a:off x="714126" y="788343"/>
              <a:ext cx="1332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7B514D-2A64-43A3-9D5C-3286097D82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6126" y="770343"/>
                <a:ext cx="4896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9413B74-4CC4-5DB1-943D-3E73CC8FCE55}"/>
              </a:ext>
            </a:extLst>
          </p:cNvPr>
          <p:cNvGrpSpPr/>
          <p:nvPr/>
        </p:nvGrpSpPr>
        <p:grpSpPr>
          <a:xfrm>
            <a:off x="1082766" y="586743"/>
            <a:ext cx="836280" cy="402840"/>
            <a:chOff x="1082766" y="586743"/>
            <a:chExt cx="83628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2D740F-1124-FA5F-0FB7-FB3F2F451EE0}"/>
                    </a:ext>
                  </a:extLst>
                </p14:cNvPr>
                <p14:cNvContentPartPr/>
                <p14:nvPr/>
              </p14:nvContentPartPr>
              <p14:xfrm>
                <a:off x="1082766" y="590343"/>
                <a:ext cx="273240" cy="389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2D740F-1124-FA5F-0FB7-FB3F2F451E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4766" y="572343"/>
                  <a:ext cx="3088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EAD109-F3D9-CA1C-82E5-92F6DC10A403}"/>
                    </a:ext>
                  </a:extLst>
                </p14:cNvPr>
                <p14:cNvContentPartPr/>
                <p14:nvPr/>
              </p14:nvContentPartPr>
              <p14:xfrm>
                <a:off x="1417926" y="765663"/>
                <a:ext cx="294840" cy="223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EAD109-F3D9-CA1C-82E5-92F6DC10A4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00286" y="748023"/>
                  <a:ext cx="3304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A4E39E-5AE4-EE56-D5DC-A7905F6E86D4}"/>
                    </a:ext>
                  </a:extLst>
                </p14:cNvPr>
                <p14:cNvContentPartPr/>
                <p14:nvPr/>
              </p14:nvContentPartPr>
              <p14:xfrm>
                <a:off x="1836606" y="586743"/>
                <a:ext cx="45360" cy="39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A4E39E-5AE4-EE56-D5DC-A7905F6E86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18966" y="568743"/>
                  <a:ext cx="810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691FA3-E630-74B6-1338-996BA64142C3}"/>
                    </a:ext>
                  </a:extLst>
                </p14:cNvPr>
                <p14:cNvContentPartPr/>
                <p14:nvPr/>
              </p14:nvContentPartPr>
              <p14:xfrm>
                <a:off x="1770006" y="726423"/>
                <a:ext cx="149040" cy="65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4691FA3-E630-74B6-1338-996BA64142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2366" y="708423"/>
                  <a:ext cx="1846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8C7085-C83C-3AA8-6896-6BE2D19C8758}"/>
              </a:ext>
            </a:extLst>
          </p:cNvPr>
          <p:cNvGrpSpPr/>
          <p:nvPr/>
        </p:nvGrpSpPr>
        <p:grpSpPr>
          <a:xfrm>
            <a:off x="2315766" y="572703"/>
            <a:ext cx="664920" cy="962640"/>
            <a:chOff x="2315766" y="572703"/>
            <a:chExt cx="664920" cy="9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E06097-6E56-61A3-A2E4-32B8E837C894}"/>
                    </a:ext>
                  </a:extLst>
                </p14:cNvPr>
                <p14:cNvContentPartPr/>
                <p14:nvPr/>
              </p14:nvContentPartPr>
              <p14:xfrm>
                <a:off x="2315766" y="572703"/>
                <a:ext cx="259920" cy="962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E06097-6E56-61A3-A2E4-32B8E837C8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8126" y="554703"/>
                  <a:ext cx="295560" cy="9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EA7704-2A2C-3E85-8830-0980D9B564B9}"/>
                    </a:ext>
                  </a:extLst>
                </p14:cNvPr>
                <p14:cNvContentPartPr/>
                <p14:nvPr/>
              </p14:nvContentPartPr>
              <p14:xfrm>
                <a:off x="2607006" y="781143"/>
                <a:ext cx="373680" cy="18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EA7704-2A2C-3E85-8830-0980D9B564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89006" y="763143"/>
                  <a:ext cx="40932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429FB4-82C0-D0C7-B801-D342E61BCE1F}"/>
              </a:ext>
            </a:extLst>
          </p:cNvPr>
          <p:cNvGrpSpPr/>
          <p:nvPr/>
        </p:nvGrpSpPr>
        <p:grpSpPr>
          <a:xfrm>
            <a:off x="3364806" y="552543"/>
            <a:ext cx="2025000" cy="859680"/>
            <a:chOff x="3364806" y="552543"/>
            <a:chExt cx="2025000" cy="85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2B3B12-D334-14CF-88FA-1E657413A385}"/>
                    </a:ext>
                  </a:extLst>
                </p14:cNvPr>
                <p14:cNvContentPartPr/>
                <p14:nvPr/>
              </p14:nvContentPartPr>
              <p14:xfrm>
                <a:off x="3364806" y="797703"/>
                <a:ext cx="663120" cy="20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2B3B12-D334-14CF-88FA-1E657413A3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46806" y="779703"/>
                  <a:ext cx="698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D2A199-4029-99F4-4DB1-6224B21FD02B}"/>
                    </a:ext>
                  </a:extLst>
                </p14:cNvPr>
                <p14:cNvContentPartPr/>
                <p14:nvPr/>
              </p14:nvContentPartPr>
              <p14:xfrm>
                <a:off x="4146366" y="809943"/>
                <a:ext cx="75600" cy="15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D2A199-4029-99F4-4DB1-6224B21FD0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28726" y="792303"/>
                  <a:ext cx="111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4DA9D5-1316-FCB4-C3B1-AA3494DBD49B}"/>
                    </a:ext>
                  </a:extLst>
                </p14:cNvPr>
                <p14:cNvContentPartPr/>
                <p14:nvPr/>
              </p14:nvContentPartPr>
              <p14:xfrm>
                <a:off x="4170126" y="638583"/>
                <a:ext cx="49680" cy="36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4DA9D5-1316-FCB4-C3B1-AA3494DBD4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2486" y="620583"/>
                  <a:ext cx="85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CC8F00-D24F-A9E5-2B2E-3296AB0F6E42}"/>
                    </a:ext>
                  </a:extLst>
                </p14:cNvPr>
                <p14:cNvContentPartPr/>
                <p14:nvPr/>
              </p14:nvContentPartPr>
              <p14:xfrm>
                <a:off x="4236006" y="771063"/>
                <a:ext cx="115920" cy="18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CC8F00-D24F-A9E5-2B2E-3296AB0F6E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18366" y="753063"/>
                  <a:ext cx="151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793369-39F8-F42A-6B93-B0C30534CEBE}"/>
                    </a:ext>
                  </a:extLst>
                </p14:cNvPr>
                <p14:cNvContentPartPr/>
                <p14:nvPr/>
              </p14:nvContentPartPr>
              <p14:xfrm>
                <a:off x="4488726" y="552543"/>
                <a:ext cx="136800" cy="45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793369-39F8-F42A-6B93-B0C30534CE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70726" y="534543"/>
                  <a:ext cx="17244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44E3C8-4106-28A8-CDB8-B3F9E056D72C}"/>
                    </a:ext>
                  </a:extLst>
                </p14:cNvPr>
                <p14:cNvContentPartPr/>
                <p14:nvPr/>
              </p14:nvContentPartPr>
              <p14:xfrm>
                <a:off x="4383966" y="708783"/>
                <a:ext cx="18468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44E3C8-4106-28A8-CDB8-B3F9E056D7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65966" y="691143"/>
                  <a:ext cx="220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366C00-57D1-9040-6790-FE4E9618DF0B}"/>
                    </a:ext>
                  </a:extLst>
                </p14:cNvPr>
                <p14:cNvContentPartPr/>
                <p14:nvPr/>
              </p14:nvContentPartPr>
              <p14:xfrm>
                <a:off x="4655406" y="796263"/>
                <a:ext cx="108000" cy="160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366C00-57D1-9040-6790-FE4E9618DF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7406" y="778263"/>
                  <a:ext cx="143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64A493-B7B6-6FBC-5D3C-AEC3CD885E42}"/>
                    </a:ext>
                  </a:extLst>
                </p14:cNvPr>
                <p14:cNvContentPartPr/>
                <p14:nvPr/>
              </p14:nvContentPartPr>
              <p14:xfrm>
                <a:off x="4808766" y="802383"/>
                <a:ext cx="202320" cy="154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64A493-B7B6-6FBC-5D3C-AEC3CD885E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90766" y="784743"/>
                  <a:ext cx="237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BF808A-5867-CBD7-F043-F7FC58E15431}"/>
                    </a:ext>
                  </a:extLst>
                </p14:cNvPr>
                <p14:cNvContentPartPr/>
                <p14:nvPr/>
              </p14:nvContentPartPr>
              <p14:xfrm>
                <a:off x="5060766" y="797343"/>
                <a:ext cx="329040" cy="614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BF808A-5867-CBD7-F043-F7FC58E154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43126" y="779343"/>
                  <a:ext cx="364680" cy="65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BD0D72D-DCE8-4E4C-E722-4A9BBEEFE725}"/>
              </a:ext>
            </a:extLst>
          </p:cNvPr>
          <p:cNvGrpSpPr/>
          <p:nvPr/>
        </p:nvGrpSpPr>
        <p:grpSpPr>
          <a:xfrm>
            <a:off x="5880486" y="586743"/>
            <a:ext cx="705600" cy="398160"/>
            <a:chOff x="5880486" y="586743"/>
            <a:chExt cx="70560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DDD2BD9-210A-6204-BEC8-8993DD784160}"/>
                    </a:ext>
                  </a:extLst>
                </p14:cNvPr>
                <p14:cNvContentPartPr/>
                <p14:nvPr/>
              </p14:nvContentPartPr>
              <p14:xfrm>
                <a:off x="5880486" y="757743"/>
                <a:ext cx="193680" cy="20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DDD2BD9-210A-6204-BEC8-8993DD7841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62486" y="739743"/>
                  <a:ext cx="229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F786E3-2A70-81A3-3E7E-E51956BEC8D7}"/>
                    </a:ext>
                  </a:extLst>
                </p14:cNvPr>
                <p14:cNvContentPartPr/>
                <p14:nvPr/>
              </p14:nvContentPartPr>
              <p14:xfrm>
                <a:off x="6140406" y="586743"/>
                <a:ext cx="445680" cy="39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F786E3-2A70-81A3-3E7E-E51956BEC8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22406" y="568743"/>
                  <a:ext cx="48132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56F31C-4584-F93A-E674-7211353192A3}"/>
              </a:ext>
            </a:extLst>
          </p:cNvPr>
          <p:cNvGrpSpPr/>
          <p:nvPr/>
        </p:nvGrpSpPr>
        <p:grpSpPr>
          <a:xfrm>
            <a:off x="6992886" y="608343"/>
            <a:ext cx="947520" cy="386280"/>
            <a:chOff x="6992886" y="608343"/>
            <a:chExt cx="9475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CE27DB-1341-BA36-19F3-9437A11A3856}"/>
                    </a:ext>
                  </a:extLst>
                </p14:cNvPr>
                <p14:cNvContentPartPr/>
                <p14:nvPr/>
              </p14:nvContentPartPr>
              <p14:xfrm>
                <a:off x="6992886" y="796983"/>
                <a:ext cx="160200" cy="197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CE27DB-1341-BA36-19F3-9437A11A38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4886" y="779343"/>
                  <a:ext cx="195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C04419-3A0B-D88C-2FCB-6357A56AFC28}"/>
                    </a:ext>
                  </a:extLst>
                </p14:cNvPr>
                <p14:cNvContentPartPr/>
                <p14:nvPr/>
              </p14:nvContentPartPr>
              <p14:xfrm>
                <a:off x="7182966" y="608343"/>
                <a:ext cx="757440" cy="38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C04419-3A0B-D88C-2FCB-6357A56AFC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65326" y="590703"/>
                  <a:ext cx="79308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4E1EE1-AD06-E9AD-F78F-3B3A6DCAD98F}"/>
              </a:ext>
            </a:extLst>
          </p:cNvPr>
          <p:cNvGrpSpPr/>
          <p:nvPr/>
        </p:nvGrpSpPr>
        <p:grpSpPr>
          <a:xfrm>
            <a:off x="8424606" y="618423"/>
            <a:ext cx="638280" cy="367920"/>
            <a:chOff x="8424606" y="618423"/>
            <a:chExt cx="6382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8210C6-4A44-6467-B17E-791A059F9F7E}"/>
                    </a:ext>
                  </a:extLst>
                </p14:cNvPr>
                <p14:cNvContentPartPr/>
                <p14:nvPr/>
              </p14:nvContentPartPr>
              <p14:xfrm>
                <a:off x="8424606" y="618423"/>
                <a:ext cx="638280" cy="36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8210C6-4A44-6467-B17E-791A059F9F7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06606" y="600423"/>
                  <a:ext cx="6739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3B461C-191A-5C35-7B08-8D60F1ED9B1D}"/>
                    </a:ext>
                  </a:extLst>
                </p14:cNvPr>
                <p14:cNvContentPartPr/>
                <p14:nvPr/>
              </p14:nvContentPartPr>
              <p14:xfrm>
                <a:off x="8527926" y="737943"/>
                <a:ext cx="149040" cy="11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3B461C-191A-5C35-7B08-8D60F1ED9B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10286" y="719943"/>
                  <a:ext cx="18468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55BF28C-B600-5169-F032-354CEA7F5486}"/>
                  </a:ext>
                </a:extLst>
              </p14:cNvPr>
              <p14:cNvContentPartPr/>
              <p14:nvPr/>
            </p14:nvContentPartPr>
            <p14:xfrm>
              <a:off x="11374446" y="888063"/>
              <a:ext cx="10080" cy="1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55BF28C-B600-5169-F032-354CEA7F548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356446" y="870423"/>
                <a:ext cx="4572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25F4FEC-9ADF-1B33-EEE9-AB094D4C48A8}"/>
              </a:ext>
            </a:extLst>
          </p:cNvPr>
          <p:cNvGrpSpPr/>
          <p:nvPr/>
        </p:nvGrpSpPr>
        <p:grpSpPr>
          <a:xfrm>
            <a:off x="9481566" y="539583"/>
            <a:ext cx="1632960" cy="689760"/>
            <a:chOff x="9481566" y="539583"/>
            <a:chExt cx="1632960" cy="6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A02717-D194-BE95-C81F-2D4D7B53F540}"/>
                    </a:ext>
                  </a:extLst>
                </p14:cNvPr>
                <p14:cNvContentPartPr/>
                <p14:nvPr/>
              </p14:nvContentPartPr>
              <p14:xfrm>
                <a:off x="9481566" y="803823"/>
                <a:ext cx="227160" cy="180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A02717-D194-BE95-C81F-2D4D7B53F5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63566" y="785823"/>
                  <a:ext cx="262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143EE9-A58F-750B-5A2C-31835C4ED40D}"/>
                    </a:ext>
                  </a:extLst>
                </p14:cNvPr>
                <p14:cNvContentPartPr/>
                <p14:nvPr/>
              </p14:nvContentPartPr>
              <p14:xfrm>
                <a:off x="9717366" y="802383"/>
                <a:ext cx="163440" cy="426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143EE9-A58F-750B-5A2C-31835C4ED4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99366" y="784383"/>
                  <a:ext cx="1990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8A9719-B6F1-0277-5227-F6557BF64B28}"/>
                    </a:ext>
                  </a:extLst>
                </p14:cNvPr>
                <p14:cNvContentPartPr/>
                <p14:nvPr/>
              </p14:nvContentPartPr>
              <p14:xfrm>
                <a:off x="9954606" y="841263"/>
                <a:ext cx="129240" cy="187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8A9719-B6F1-0277-5227-F6557BF64B2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36606" y="823263"/>
                  <a:ext cx="164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134D67-4C3B-F13F-60BE-911B97CBA58E}"/>
                    </a:ext>
                  </a:extLst>
                </p14:cNvPr>
                <p14:cNvContentPartPr/>
                <p14:nvPr/>
              </p14:nvContentPartPr>
              <p14:xfrm>
                <a:off x="10153326" y="819303"/>
                <a:ext cx="177480" cy="178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134D67-4C3B-F13F-60BE-911B97CBA5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35686" y="801303"/>
                  <a:ext cx="213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FD1786-56F8-487B-EBC4-C92C4E663C44}"/>
                    </a:ext>
                  </a:extLst>
                </p14:cNvPr>
                <p14:cNvContentPartPr/>
                <p14:nvPr/>
              </p14:nvContentPartPr>
              <p14:xfrm>
                <a:off x="10485246" y="539583"/>
                <a:ext cx="63720" cy="45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FD1786-56F8-487B-EBC4-C92C4E663C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7606" y="521943"/>
                  <a:ext cx="993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050ABC-D3F7-90D3-2443-BD7B7647087F}"/>
                    </a:ext>
                  </a:extLst>
                </p14:cNvPr>
                <p14:cNvContentPartPr/>
                <p14:nvPr/>
              </p14:nvContentPartPr>
              <p14:xfrm>
                <a:off x="10604766" y="772143"/>
                <a:ext cx="32040" cy="17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050ABC-D3F7-90D3-2443-BD7B764708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86766" y="754503"/>
                  <a:ext cx="67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A86365-676F-E5E1-426A-E31CCF03B555}"/>
                    </a:ext>
                  </a:extLst>
                </p14:cNvPr>
                <p14:cNvContentPartPr/>
                <p14:nvPr/>
              </p14:nvContentPartPr>
              <p14:xfrm>
                <a:off x="10729326" y="766383"/>
                <a:ext cx="385200" cy="18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A86365-676F-E5E1-426A-E31CCF03B5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11686" y="748383"/>
                  <a:ext cx="420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F5881E-E75B-B16D-AFEF-F10D5AE5CA10}"/>
                    </a:ext>
                  </a:extLst>
                </p14:cNvPr>
                <p14:cNvContentPartPr/>
                <p14:nvPr/>
              </p14:nvContentPartPr>
              <p14:xfrm>
                <a:off x="10612686" y="601143"/>
                <a:ext cx="47520" cy="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F5881E-E75B-B16D-AFEF-F10D5AE5CA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94686" y="583503"/>
                  <a:ext cx="83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27ADD4-245C-DE78-2E60-859E5B263884}"/>
                    </a:ext>
                  </a:extLst>
                </p14:cNvPr>
                <p14:cNvContentPartPr/>
                <p14:nvPr/>
              </p14:nvContentPartPr>
              <p14:xfrm>
                <a:off x="10285446" y="632823"/>
                <a:ext cx="228600" cy="47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27ADD4-245C-DE78-2E60-859E5B2638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67806" y="615183"/>
                  <a:ext cx="26424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3EC0571-D2B7-F9DC-ECAE-4E74619F32EB}"/>
                  </a:ext>
                </a:extLst>
              </p14:cNvPr>
              <p14:cNvContentPartPr/>
              <p14:nvPr/>
            </p14:nvContentPartPr>
            <p14:xfrm>
              <a:off x="11859006" y="954663"/>
              <a:ext cx="15840" cy="2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3EC0571-D2B7-F9DC-ECAE-4E74619F32E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841006" y="936663"/>
                <a:ext cx="514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2851C7B7-0504-E9D2-4010-57CE15182B42}"/>
              </a:ext>
            </a:extLst>
          </p:cNvPr>
          <p:cNvGrpSpPr/>
          <p:nvPr/>
        </p:nvGrpSpPr>
        <p:grpSpPr>
          <a:xfrm>
            <a:off x="3421326" y="1588983"/>
            <a:ext cx="2274480" cy="711360"/>
            <a:chOff x="3421326" y="1588983"/>
            <a:chExt cx="2274480" cy="7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CD001A-5AE0-D3A9-F48B-FCCFA1D6FB65}"/>
                    </a:ext>
                  </a:extLst>
                </p14:cNvPr>
                <p14:cNvContentPartPr/>
                <p14:nvPr/>
              </p14:nvContentPartPr>
              <p14:xfrm>
                <a:off x="3482166" y="1588983"/>
                <a:ext cx="171360" cy="36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CD001A-5AE0-D3A9-F48B-FCCFA1D6FB6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4166" y="1570983"/>
                  <a:ext cx="207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6DE464-9211-74C3-46FE-9DA7E4676106}"/>
                    </a:ext>
                  </a:extLst>
                </p14:cNvPr>
                <p14:cNvContentPartPr/>
                <p14:nvPr/>
              </p14:nvContentPartPr>
              <p14:xfrm>
                <a:off x="3421326" y="1589343"/>
                <a:ext cx="174240" cy="290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6DE464-9211-74C3-46FE-9DA7E46761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03686" y="1571343"/>
                  <a:ext cx="2098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F1C79E-196A-8573-D2A2-12F8D332F24F}"/>
                    </a:ext>
                  </a:extLst>
                </p14:cNvPr>
                <p14:cNvContentPartPr/>
                <p14:nvPr/>
              </p14:nvContentPartPr>
              <p14:xfrm>
                <a:off x="3670446" y="1722543"/>
                <a:ext cx="245160" cy="125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F1C79E-196A-8573-D2A2-12F8D332F2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52446" y="1704543"/>
                  <a:ext cx="280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F79C9EC-203D-7951-400C-8C71267E56CE}"/>
                    </a:ext>
                  </a:extLst>
                </p14:cNvPr>
                <p14:cNvContentPartPr/>
                <p14:nvPr/>
              </p14:nvContentPartPr>
              <p14:xfrm>
                <a:off x="4056366" y="1748103"/>
                <a:ext cx="113760" cy="1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F79C9EC-203D-7951-400C-8C71267E56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38726" y="1730463"/>
                  <a:ext cx="149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264DE4-A6BA-73C6-98D2-B7348EB65262}"/>
                    </a:ext>
                  </a:extLst>
                </p14:cNvPr>
                <p14:cNvContentPartPr/>
                <p14:nvPr/>
              </p14:nvContentPartPr>
              <p14:xfrm>
                <a:off x="4076526" y="1681863"/>
                <a:ext cx="48960" cy="20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264DE4-A6BA-73C6-98D2-B7348EB652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58886" y="1664223"/>
                  <a:ext cx="84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E3ED48-9AD5-BDA6-2E54-48FD4F522EE4}"/>
                    </a:ext>
                  </a:extLst>
                </p14:cNvPr>
                <p14:cNvContentPartPr/>
                <p14:nvPr/>
              </p14:nvContentPartPr>
              <p14:xfrm>
                <a:off x="4269126" y="1638663"/>
                <a:ext cx="145080" cy="26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E3ED48-9AD5-BDA6-2E54-48FD4F522E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1486" y="1620663"/>
                  <a:ext cx="180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241BB6-52D1-5C59-EF9A-88B89DA15502}"/>
                    </a:ext>
                  </a:extLst>
                </p14:cNvPr>
                <p14:cNvContentPartPr/>
                <p14:nvPr/>
              </p14:nvContentPartPr>
              <p14:xfrm>
                <a:off x="4463166" y="1761423"/>
                <a:ext cx="205200" cy="538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241BB6-52D1-5C59-EF9A-88B89DA155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45526" y="1743783"/>
                  <a:ext cx="2408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B8025A-DB70-5F2F-01F2-74EE390D9FC1}"/>
                    </a:ext>
                  </a:extLst>
                </p14:cNvPr>
                <p14:cNvContentPartPr/>
                <p14:nvPr/>
              </p14:nvContentPartPr>
              <p14:xfrm>
                <a:off x="4918566" y="1790583"/>
                <a:ext cx="150840" cy="7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B8025A-DB70-5F2F-01F2-74EE390D9F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00566" y="1772943"/>
                  <a:ext cx="186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B8C0F2-A5FE-A53C-E977-6A8468B72F22}"/>
                    </a:ext>
                  </a:extLst>
                </p14:cNvPr>
                <p14:cNvContentPartPr/>
                <p14:nvPr/>
              </p14:nvContentPartPr>
              <p14:xfrm>
                <a:off x="4984446" y="1719303"/>
                <a:ext cx="41760" cy="20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B8C0F2-A5FE-A53C-E977-6A8468B72F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66806" y="1701303"/>
                  <a:ext cx="77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C08813-3996-4C21-B40E-8C3E7F0C5511}"/>
                    </a:ext>
                  </a:extLst>
                </p14:cNvPr>
                <p14:cNvContentPartPr/>
                <p14:nvPr/>
              </p14:nvContentPartPr>
              <p14:xfrm>
                <a:off x="5206566" y="1651983"/>
                <a:ext cx="171360" cy="29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C08813-3996-4C21-B40E-8C3E7F0C55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88566" y="1633983"/>
                  <a:ext cx="207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49E844-7CF7-89D7-A494-FC4A1A13DF5B}"/>
                    </a:ext>
                  </a:extLst>
                </p14:cNvPr>
                <p14:cNvContentPartPr/>
                <p14:nvPr/>
              </p14:nvContentPartPr>
              <p14:xfrm>
                <a:off x="5467926" y="1792743"/>
                <a:ext cx="227880" cy="15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49E844-7CF7-89D7-A494-FC4A1A13DF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49926" y="1775103"/>
                  <a:ext cx="26352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CBB873-9504-A808-2298-62A8C053E26A}"/>
              </a:ext>
            </a:extLst>
          </p:cNvPr>
          <p:cNvGrpSpPr/>
          <p:nvPr/>
        </p:nvGrpSpPr>
        <p:grpSpPr>
          <a:xfrm>
            <a:off x="5988486" y="1779063"/>
            <a:ext cx="179640" cy="103680"/>
            <a:chOff x="5988486" y="1779063"/>
            <a:chExt cx="179640" cy="10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79E3F8-9FE1-85EF-91D9-A520567C1045}"/>
                    </a:ext>
                  </a:extLst>
                </p14:cNvPr>
                <p14:cNvContentPartPr/>
                <p14:nvPr/>
              </p14:nvContentPartPr>
              <p14:xfrm>
                <a:off x="5988486" y="1779063"/>
                <a:ext cx="141120" cy="17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79E3F8-9FE1-85EF-91D9-A520567C10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70486" y="1761063"/>
                  <a:ext cx="176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9ADD897-2B93-B67B-4E90-08F2C602F65C}"/>
                    </a:ext>
                  </a:extLst>
                </p14:cNvPr>
                <p14:cNvContentPartPr/>
                <p14:nvPr/>
              </p14:nvContentPartPr>
              <p14:xfrm>
                <a:off x="6003966" y="1850703"/>
                <a:ext cx="164160" cy="3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9ADD897-2B93-B67B-4E90-08F2C602F6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85966" y="1832703"/>
                  <a:ext cx="19980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9E3C6CF-946E-C1AE-BFC4-E1A26457E5F3}"/>
                  </a:ext>
                </a:extLst>
              </p14:cNvPr>
              <p14:cNvContentPartPr/>
              <p14:nvPr/>
            </p14:nvContentPartPr>
            <p14:xfrm>
              <a:off x="6467646" y="1595463"/>
              <a:ext cx="168480" cy="411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9E3C6CF-946E-C1AE-BFC4-E1A26457E5F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49646" y="1577463"/>
                <a:ext cx="204120" cy="44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DBDFC975-03EC-5616-1823-A499F6932E15}"/>
              </a:ext>
            </a:extLst>
          </p:cNvPr>
          <p:cNvGrpSpPr/>
          <p:nvPr/>
        </p:nvGrpSpPr>
        <p:grpSpPr>
          <a:xfrm>
            <a:off x="3272646" y="2329863"/>
            <a:ext cx="420840" cy="266400"/>
            <a:chOff x="3272646" y="2329863"/>
            <a:chExt cx="42084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D8DB397-1F5A-2052-1FDE-6B02D2B2A763}"/>
                    </a:ext>
                  </a:extLst>
                </p14:cNvPr>
                <p14:cNvContentPartPr/>
                <p14:nvPr/>
              </p14:nvContentPartPr>
              <p14:xfrm>
                <a:off x="3272646" y="2329863"/>
                <a:ext cx="175320" cy="266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D8DB397-1F5A-2052-1FDE-6B02D2B2A7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5006" y="2312223"/>
                  <a:ext cx="210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FF7F4B-D74B-AE4F-250A-DA1252C42438}"/>
                    </a:ext>
                  </a:extLst>
                </p14:cNvPr>
                <p14:cNvContentPartPr/>
                <p14:nvPr/>
              </p14:nvContentPartPr>
              <p14:xfrm>
                <a:off x="3500166" y="2449023"/>
                <a:ext cx="193320" cy="14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FF7F4B-D74B-AE4F-250A-DA1252C424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82166" y="2431383"/>
                  <a:ext cx="2289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481F663-A672-F544-268D-BDAF2EFC67D6}"/>
              </a:ext>
            </a:extLst>
          </p:cNvPr>
          <p:cNvGrpSpPr/>
          <p:nvPr/>
        </p:nvGrpSpPr>
        <p:grpSpPr>
          <a:xfrm>
            <a:off x="3999846" y="2306823"/>
            <a:ext cx="913320" cy="618480"/>
            <a:chOff x="3999846" y="2306823"/>
            <a:chExt cx="91332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B6F77B-33B1-FCB0-C0B8-E0DDC7D48905}"/>
                    </a:ext>
                  </a:extLst>
                </p14:cNvPr>
                <p14:cNvContentPartPr/>
                <p14:nvPr/>
              </p14:nvContentPartPr>
              <p14:xfrm>
                <a:off x="3999846" y="2496903"/>
                <a:ext cx="171720" cy="11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B6F77B-33B1-FCB0-C0B8-E0DDC7D489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82206" y="2478903"/>
                  <a:ext cx="207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4B65F3-33A0-E474-299B-9F025B1282EE}"/>
                    </a:ext>
                  </a:extLst>
                </p14:cNvPr>
                <p14:cNvContentPartPr/>
                <p14:nvPr/>
              </p14:nvContentPartPr>
              <p14:xfrm>
                <a:off x="4086966" y="2432823"/>
                <a:ext cx="51480" cy="16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4B65F3-33A0-E474-299B-9F025B1282E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68966" y="2415183"/>
                  <a:ext cx="87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D66B37-71D2-E079-E525-3F9810E0D14E}"/>
                    </a:ext>
                  </a:extLst>
                </p14:cNvPr>
                <p14:cNvContentPartPr/>
                <p14:nvPr/>
              </p14:nvContentPartPr>
              <p14:xfrm>
                <a:off x="4337526" y="2306823"/>
                <a:ext cx="170280" cy="269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D66B37-71D2-E079-E525-3F9810E0D14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19526" y="2289183"/>
                  <a:ext cx="205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037560-5DDD-01E3-6638-C21E1A2C84C8}"/>
                    </a:ext>
                  </a:extLst>
                </p14:cNvPr>
                <p14:cNvContentPartPr/>
                <p14:nvPr/>
              </p14:nvContentPartPr>
              <p14:xfrm>
                <a:off x="4589526" y="2342463"/>
                <a:ext cx="117360" cy="28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037560-5DDD-01E3-6638-C21E1A2C84C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71886" y="2324463"/>
                  <a:ext cx="1530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623323-E8DC-C2C7-B5F5-8D3950720DA1}"/>
                    </a:ext>
                  </a:extLst>
                </p14:cNvPr>
                <p14:cNvContentPartPr/>
                <p14:nvPr/>
              </p14:nvContentPartPr>
              <p14:xfrm>
                <a:off x="4697886" y="2492583"/>
                <a:ext cx="215280" cy="432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623323-E8DC-C2C7-B5F5-8D3950720D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80246" y="2474583"/>
                  <a:ext cx="25092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C30F46B-B769-3317-A2AB-A913BA262E34}"/>
              </a:ext>
            </a:extLst>
          </p:cNvPr>
          <p:cNvGrpSpPr/>
          <p:nvPr/>
        </p:nvGrpSpPr>
        <p:grpSpPr>
          <a:xfrm>
            <a:off x="5147526" y="2359023"/>
            <a:ext cx="656280" cy="271800"/>
            <a:chOff x="5147526" y="2359023"/>
            <a:chExt cx="65628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C1E35C3-3DA4-7A89-01D3-AC2FE98B8629}"/>
                    </a:ext>
                  </a:extLst>
                </p14:cNvPr>
                <p14:cNvContentPartPr/>
                <p14:nvPr/>
              </p14:nvContentPartPr>
              <p14:xfrm>
                <a:off x="5147526" y="2488263"/>
                <a:ext cx="160560" cy="49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C1E35C3-3DA4-7A89-01D3-AC2FE98B86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29886" y="2470623"/>
                  <a:ext cx="196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8DA8574-1B9D-24ED-5D98-F7927B87FA7A}"/>
                    </a:ext>
                  </a:extLst>
                </p14:cNvPr>
                <p14:cNvContentPartPr/>
                <p14:nvPr/>
              </p14:nvContentPartPr>
              <p14:xfrm>
                <a:off x="5217006" y="2421303"/>
                <a:ext cx="46800" cy="194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DA8574-1B9D-24ED-5D98-F7927B87FA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99366" y="2403663"/>
                  <a:ext cx="82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1268844-BD07-41D7-2A08-99A70A9592BE}"/>
                    </a:ext>
                  </a:extLst>
                </p14:cNvPr>
                <p14:cNvContentPartPr/>
                <p14:nvPr/>
              </p14:nvContentPartPr>
              <p14:xfrm>
                <a:off x="5391606" y="2359023"/>
                <a:ext cx="135360" cy="271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1268844-BD07-41D7-2A08-99A70A9592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73606" y="2341023"/>
                  <a:ext cx="171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05F0B0-B7FC-2538-FC06-C579FDD2C0A2}"/>
                    </a:ext>
                  </a:extLst>
                </p14:cNvPr>
                <p14:cNvContentPartPr/>
                <p14:nvPr/>
              </p14:nvContentPartPr>
              <p14:xfrm>
                <a:off x="5633886" y="2455863"/>
                <a:ext cx="169920" cy="167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05F0B0-B7FC-2538-FC06-C579FDD2C0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15886" y="2438223"/>
                  <a:ext cx="20556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DC90903-4EEA-1AC2-665E-B37F4E260308}"/>
              </a:ext>
            </a:extLst>
          </p:cNvPr>
          <p:cNvGrpSpPr/>
          <p:nvPr/>
        </p:nvGrpSpPr>
        <p:grpSpPr>
          <a:xfrm>
            <a:off x="6125286" y="2446143"/>
            <a:ext cx="137160" cy="115560"/>
            <a:chOff x="6125286" y="2446143"/>
            <a:chExt cx="13716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65046C-0A1A-ABDF-3F72-7D558F7D458E}"/>
                    </a:ext>
                  </a:extLst>
                </p14:cNvPr>
                <p14:cNvContentPartPr/>
                <p14:nvPr/>
              </p14:nvContentPartPr>
              <p14:xfrm>
                <a:off x="6125286" y="2446143"/>
                <a:ext cx="137160" cy="15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65046C-0A1A-ABDF-3F72-7D558F7D458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07286" y="2428503"/>
                  <a:ext cx="172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7C9ADC-12A0-F765-ED6F-F9272D70469A}"/>
                    </a:ext>
                  </a:extLst>
                </p14:cNvPr>
                <p14:cNvContentPartPr/>
                <p14:nvPr/>
              </p14:nvContentPartPr>
              <p14:xfrm>
                <a:off x="6145086" y="2531463"/>
                <a:ext cx="113760" cy="30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7C9ADC-12A0-F765-ED6F-F9272D70469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27446" y="2513823"/>
                  <a:ext cx="14940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6D65A83-6CEA-B299-3A88-2C5281CC5BB5}"/>
                  </a:ext>
                </a:extLst>
              </p14:cNvPr>
              <p14:cNvContentPartPr/>
              <p14:nvPr/>
            </p14:nvContentPartPr>
            <p14:xfrm>
              <a:off x="6653406" y="2290263"/>
              <a:ext cx="195480" cy="305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6D65A83-6CEA-B299-3A88-2C5281CC5BB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35766" y="2272263"/>
                <a:ext cx="23112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10AE27E0-7058-BAD3-0F88-F0BC4EBC4657}"/>
              </a:ext>
            </a:extLst>
          </p:cNvPr>
          <p:cNvGrpSpPr/>
          <p:nvPr/>
        </p:nvGrpSpPr>
        <p:grpSpPr>
          <a:xfrm>
            <a:off x="3280926" y="3004503"/>
            <a:ext cx="390600" cy="362160"/>
            <a:chOff x="3280926" y="3004503"/>
            <a:chExt cx="39060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58A28E8-012E-7127-F355-B8B72EF17E5E}"/>
                    </a:ext>
                  </a:extLst>
                </p14:cNvPr>
                <p14:cNvContentPartPr/>
                <p14:nvPr/>
              </p14:nvContentPartPr>
              <p14:xfrm>
                <a:off x="3280926" y="3004503"/>
                <a:ext cx="175680" cy="351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58A28E8-012E-7127-F355-B8B72EF17E5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62926" y="298686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12A653-2C15-7720-2E46-97AFC71B3C49}"/>
                    </a:ext>
                  </a:extLst>
                </p14:cNvPr>
                <p14:cNvContentPartPr/>
                <p14:nvPr/>
              </p14:nvContentPartPr>
              <p14:xfrm>
                <a:off x="3471006" y="3194223"/>
                <a:ext cx="200520" cy="17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12A653-2C15-7720-2E46-97AFC71B3C4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53006" y="3176223"/>
                  <a:ext cx="23616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A7D32C0-CC33-2FBA-84E5-8D21955DF228}"/>
              </a:ext>
            </a:extLst>
          </p:cNvPr>
          <p:cNvGrpSpPr/>
          <p:nvPr/>
        </p:nvGrpSpPr>
        <p:grpSpPr>
          <a:xfrm>
            <a:off x="4093446" y="3114663"/>
            <a:ext cx="676080" cy="594720"/>
            <a:chOff x="4093446" y="3114663"/>
            <a:chExt cx="676080" cy="5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E0BB56-6C5E-2A36-CB35-819C35062C67}"/>
                    </a:ext>
                  </a:extLst>
                </p14:cNvPr>
                <p14:cNvContentPartPr/>
                <p14:nvPr/>
              </p14:nvContentPartPr>
              <p14:xfrm>
                <a:off x="4093446" y="3269103"/>
                <a:ext cx="149400" cy="30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E0BB56-6C5E-2A36-CB35-819C35062C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75446" y="3251463"/>
                  <a:ext cx="185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ABBACD-EBD0-3E33-CC8D-0768280213B4}"/>
                    </a:ext>
                  </a:extLst>
                </p14:cNvPr>
                <p14:cNvContentPartPr/>
                <p14:nvPr/>
              </p14:nvContentPartPr>
              <p14:xfrm>
                <a:off x="4201806" y="3144543"/>
                <a:ext cx="40680" cy="196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ABBACD-EBD0-3E33-CC8D-0768280213B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84166" y="3126903"/>
                  <a:ext cx="76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EEBFA3-AEF0-180A-1832-483E18313B85}"/>
                    </a:ext>
                  </a:extLst>
                </p14:cNvPr>
                <p14:cNvContentPartPr/>
                <p14:nvPr/>
              </p14:nvContentPartPr>
              <p14:xfrm>
                <a:off x="4414206" y="3114663"/>
                <a:ext cx="138240" cy="235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FEEBFA3-AEF0-180A-1832-483E18313B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96566" y="3096663"/>
                  <a:ext cx="173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FE5B5E-190B-BCDD-3964-920B249C12C1}"/>
                    </a:ext>
                  </a:extLst>
                </p14:cNvPr>
                <p14:cNvContentPartPr/>
                <p14:nvPr/>
              </p14:nvContentPartPr>
              <p14:xfrm>
                <a:off x="4452726" y="3197463"/>
                <a:ext cx="316800" cy="511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FE5B5E-190B-BCDD-3964-920B249C12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35086" y="3179463"/>
                  <a:ext cx="35244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ABC1D73-3326-CC22-A852-87D306DF32E5}"/>
              </a:ext>
            </a:extLst>
          </p:cNvPr>
          <p:cNvGrpSpPr/>
          <p:nvPr/>
        </p:nvGrpSpPr>
        <p:grpSpPr>
          <a:xfrm>
            <a:off x="5187486" y="3133383"/>
            <a:ext cx="1273680" cy="286200"/>
            <a:chOff x="5187486" y="3133383"/>
            <a:chExt cx="127368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2474D37-2E83-ACE9-7EF7-BCDEB91A432E}"/>
                    </a:ext>
                  </a:extLst>
                </p14:cNvPr>
                <p14:cNvContentPartPr/>
                <p14:nvPr/>
              </p14:nvContentPartPr>
              <p14:xfrm>
                <a:off x="5187486" y="3271263"/>
                <a:ext cx="156960" cy="4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2474D37-2E83-ACE9-7EF7-BCDEB91A43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69486" y="3253623"/>
                  <a:ext cx="192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2DDC1F-342D-4B71-8DC5-E5172AC84A79}"/>
                    </a:ext>
                  </a:extLst>
                </p14:cNvPr>
                <p14:cNvContentPartPr/>
                <p14:nvPr/>
              </p14:nvContentPartPr>
              <p14:xfrm>
                <a:off x="5242566" y="3154623"/>
                <a:ext cx="45360" cy="264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2DDC1F-342D-4B71-8DC5-E5172AC84A7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24926" y="3136983"/>
                  <a:ext cx="81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9BEB3F-86D9-9550-13EB-42F3BEB1EF2E}"/>
                    </a:ext>
                  </a:extLst>
                </p14:cNvPr>
                <p14:cNvContentPartPr/>
                <p14:nvPr/>
              </p14:nvContentPartPr>
              <p14:xfrm>
                <a:off x="5430126" y="3133383"/>
                <a:ext cx="27720" cy="253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9BEB3F-86D9-9550-13EB-42F3BEB1EF2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12126" y="3115383"/>
                  <a:ext cx="63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AC90041-5679-3108-E276-94D1C2ECB3A9}"/>
                    </a:ext>
                  </a:extLst>
                </p14:cNvPr>
                <p14:cNvContentPartPr/>
                <p14:nvPr/>
              </p14:nvContentPartPr>
              <p14:xfrm>
                <a:off x="5548206" y="3260823"/>
                <a:ext cx="120960" cy="146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AC90041-5679-3108-E276-94D1C2ECB3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30566" y="3243183"/>
                  <a:ext cx="156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1042695-618C-2DCD-3F2C-85B87E2FCB79}"/>
                    </a:ext>
                  </a:extLst>
                </p14:cNvPr>
                <p14:cNvContentPartPr/>
                <p14:nvPr/>
              </p14:nvContentPartPr>
              <p14:xfrm>
                <a:off x="5767446" y="3274863"/>
                <a:ext cx="331920" cy="138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1042695-618C-2DCD-3F2C-85B87E2FCB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49446" y="3256863"/>
                  <a:ext cx="367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D0B6B10-4AB0-7C65-42F0-C42AAB085E12}"/>
                    </a:ext>
                  </a:extLst>
                </p14:cNvPr>
                <p14:cNvContentPartPr/>
                <p14:nvPr/>
              </p14:nvContentPartPr>
              <p14:xfrm>
                <a:off x="6349206" y="3204663"/>
                <a:ext cx="91440" cy="14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D0B6B10-4AB0-7C65-42F0-C42AAB085E1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31566" y="3187023"/>
                  <a:ext cx="127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AA3984B-8A51-021C-7495-23245CDB3834}"/>
                    </a:ext>
                  </a:extLst>
                </p14:cNvPr>
                <p14:cNvContentPartPr/>
                <p14:nvPr/>
              </p14:nvContentPartPr>
              <p14:xfrm>
                <a:off x="6292326" y="3252543"/>
                <a:ext cx="168840" cy="50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AA3984B-8A51-021C-7495-23245CDB383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74326" y="3234543"/>
                  <a:ext cx="2044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369D9B3-6305-41C9-EFFB-1F7D71567419}"/>
              </a:ext>
            </a:extLst>
          </p:cNvPr>
          <p:cNvGrpSpPr/>
          <p:nvPr/>
        </p:nvGrpSpPr>
        <p:grpSpPr>
          <a:xfrm>
            <a:off x="6724686" y="2986143"/>
            <a:ext cx="538920" cy="327240"/>
            <a:chOff x="6724686" y="2986143"/>
            <a:chExt cx="53892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F9A73B-9104-48C5-3748-929E1DD9C094}"/>
                    </a:ext>
                  </a:extLst>
                </p14:cNvPr>
                <p14:cNvContentPartPr/>
                <p14:nvPr/>
              </p14:nvContentPartPr>
              <p14:xfrm>
                <a:off x="6724686" y="3088383"/>
                <a:ext cx="154440" cy="22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F9A73B-9104-48C5-3748-929E1DD9C09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06686" y="3070743"/>
                  <a:ext cx="1900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311C9C6-C01D-F021-3F80-AC8557E45D32}"/>
                    </a:ext>
                  </a:extLst>
                </p14:cNvPr>
                <p14:cNvContentPartPr/>
                <p14:nvPr/>
              </p14:nvContentPartPr>
              <p14:xfrm>
                <a:off x="6948966" y="2986143"/>
                <a:ext cx="314640" cy="45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311C9C6-C01D-F021-3F80-AC8557E45D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31326" y="2968503"/>
                  <a:ext cx="35028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8319BA7-2F6C-0C8B-41EF-88E690C0FA90}"/>
                  </a:ext>
                </a:extLst>
              </p14:cNvPr>
              <p14:cNvContentPartPr/>
              <p14:nvPr/>
            </p14:nvContentPartPr>
            <p14:xfrm>
              <a:off x="4572606" y="1015143"/>
              <a:ext cx="343440" cy="99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8319BA7-2F6C-0C8B-41EF-88E690C0FA9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554606" y="997143"/>
                <a:ext cx="3790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763E40B-CC61-F852-2482-EDFE764F9F19}"/>
                  </a:ext>
                </a:extLst>
              </p14:cNvPr>
              <p14:cNvContentPartPr/>
              <p14:nvPr/>
            </p14:nvContentPartPr>
            <p14:xfrm>
              <a:off x="2363646" y="1114503"/>
              <a:ext cx="83520" cy="16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763E40B-CC61-F852-2482-EDFE764F9F1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346006" y="1096863"/>
                <a:ext cx="1191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25D369A-4678-A791-FF11-B7BE8A5BDE3B}"/>
                  </a:ext>
                </a:extLst>
              </p14:cNvPr>
              <p14:cNvContentPartPr/>
              <p14:nvPr/>
            </p14:nvContentPartPr>
            <p14:xfrm>
              <a:off x="11419446" y="1289823"/>
              <a:ext cx="18720" cy="205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25D369A-4678-A791-FF11-B7BE8A5BDE3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401806" y="1271823"/>
                <a:ext cx="543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68421CD-3E02-09D5-9E8F-CFCFA2BA5677}"/>
                  </a:ext>
                </a:extLst>
              </p14:cNvPr>
              <p14:cNvContentPartPr/>
              <p14:nvPr/>
            </p14:nvContentPartPr>
            <p14:xfrm>
              <a:off x="6870846" y="2379183"/>
              <a:ext cx="12600" cy="619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68421CD-3E02-09D5-9E8F-CFCFA2BA567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853206" y="2361183"/>
                <a:ext cx="4824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4D5BA83-1E18-38E8-C6E1-0A3475D94C0A}"/>
              </a:ext>
            </a:extLst>
          </p:cNvPr>
          <p:cNvGrpSpPr/>
          <p:nvPr/>
        </p:nvGrpSpPr>
        <p:grpSpPr>
          <a:xfrm>
            <a:off x="1432686" y="4265583"/>
            <a:ext cx="654480" cy="476280"/>
            <a:chOff x="1432686" y="4265583"/>
            <a:chExt cx="65448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12F8B26-1038-D788-2B69-87A46A90785C}"/>
                    </a:ext>
                  </a:extLst>
                </p14:cNvPr>
                <p14:cNvContentPartPr/>
                <p14:nvPr/>
              </p14:nvContentPartPr>
              <p14:xfrm>
                <a:off x="1432686" y="4265583"/>
                <a:ext cx="427320" cy="286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12F8B26-1038-D788-2B69-87A46A90785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15046" y="4247583"/>
                  <a:ext cx="4629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F2D0CA-CFF0-CD7D-C597-39659C3F0D08}"/>
                    </a:ext>
                  </a:extLst>
                </p14:cNvPr>
                <p14:cNvContentPartPr/>
                <p14:nvPr/>
              </p14:nvContentPartPr>
              <p14:xfrm>
                <a:off x="1992846" y="4501023"/>
                <a:ext cx="94320" cy="240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F2D0CA-CFF0-CD7D-C597-39659C3F0D0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74846" y="4483383"/>
                  <a:ext cx="12996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9464163-37BE-E305-D79C-704CD193BACD}"/>
                  </a:ext>
                </a:extLst>
              </p14:cNvPr>
              <p14:cNvContentPartPr/>
              <p14:nvPr/>
            </p14:nvContentPartPr>
            <p14:xfrm>
              <a:off x="2517726" y="4312023"/>
              <a:ext cx="162000" cy="546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9464163-37BE-E305-D79C-704CD193BAC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500086" y="4294023"/>
                <a:ext cx="19764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181FE18-8211-14A5-557B-BEF6B671DA3D}"/>
                  </a:ext>
                </a:extLst>
              </p14:cNvPr>
              <p14:cNvContentPartPr/>
              <p14:nvPr/>
            </p14:nvContentPartPr>
            <p14:xfrm>
              <a:off x="2978166" y="4548543"/>
              <a:ext cx="68400" cy="1576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181FE18-8211-14A5-557B-BEF6B671DA3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960526" y="4530903"/>
                <a:ext cx="1040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A5793DF-77BA-73FD-AFB3-0FD579421EEE}"/>
                  </a:ext>
                </a:extLst>
              </p14:cNvPr>
              <p14:cNvContentPartPr/>
              <p14:nvPr/>
            </p14:nvContentPartPr>
            <p14:xfrm>
              <a:off x="3368766" y="4348383"/>
              <a:ext cx="717480" cy="1911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A5793DF-77BA-73FD-AFB3-0FD579421EE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351126" y="4330743"/>
                <a:ext cx="75312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AF743F2-6AAB-8546-ADC9-A52209BB9BF5}"/>
              </a:ext>
            </a:extLst>
          </p:cNvPr>
          <p:cNvGrpSpPr/>
          <p:nvPr/>
        </p:nvGrpSpPr>
        <p:grpSpPr>
          <a:xfrm>
            <a:off x="341166" y="4068303"/>
            <a:ext cx="870840" cy="541800"/>
            <a:chOff x="341166" y="4068303"/>
            <a:chExt cx="87084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83DA09E-668D-9A78-6106-E6C990B58B4E}"/>
                    </a:ext>
                  </a:extLst>
                </p14:cNvPr>
                <p14:cNvContentPartPr/>
                <p14:nvPr/>
              </p14:nvContentPartPr>
              <p14:xfrm>
                <a:off x="1086366" y="4427943"/>
                <a:ext cx="111960" cy="59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83DA09E-668D-9A78-6106-E6C990B58B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8726" y="4409943"/>
                  <a:ext cx="147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FD8F535-06C4-ACA4-1951-1B0DC4C35DB4}"/>
                    </a:ext>
                  </a:extLst>
                </p14:cNvPr>
                <p14:cNvContentPartPr/>
                <p14:nvPr/>
              </p14:nvContentPartPr>
              <p14:xfrm>
                <a:off x="341166" y="4068303"/>
                <a:ext cx="343800" cy="497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FD8F535-06C4-ACA4-1951-1B0DC4C35DB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3166" y="4050303"/>
                  <a:ext cx="3794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B3F3290-A32B-D6FF-2797-8BFB12227F67}"/>
                    </a:ext>
                  </a:extLst>
                </p14:cNvPr>
                <p14:cNvContentPartPr/>
                <p14:nvPr/>
              </p14:nvContentPartPr>
              <p14:xfrm>
                <a:off x="438726" y="4348023"/>
                <a:ext cx="277560" cy="31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B3F3290-A32B-D6FF-2797-8BFB12227F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1086" y="4330023"/>
                  <a:ext cx="313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6C593B-3275-F7FD-6249-CC3A661E23E9}"/>
                    </a:ext>
                  </a:extLst>
                </p14:cNvPr>
                <p14:cNvContentPartPr/>
                <p14:nvPr/>
              </p14:nvContentPartPr>
              <p14:xfrm>
                <a:off x="732486" y="4308783"/>
                <a:ext cx="54000" cy="20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6C593B-3275-F7FD-6249-CC3A661E23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4486" y="4291143"/>
                  <a:ext cx="89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6FBC342-8CA3-D89D-3048-BBEE228BDD67}"/>
                    </a:ext>
                  </a:extLst>
                </p14:cNvPr>
                <p14:cNvContentPartPr/>
                <p14:nvPr/>
              </p14:nvContentPartPr>
              <p14:xfrm>
                <a:off x="812406" y="4191423"/>
                <a:ext cx="10800" cy="73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6FBC342-8CA3-D89D-3048-BBEE228BDD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4406" y="4173783"/>
                  <a:ext cx="46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F8B556-A7E4-81AC-C238-10E147828FE1}"/>
                    </a:ext>
                  </a:extLst>
                </p14:cNvPr>
                <p14:cNvContentPartPr/>
                <p14:nvPr/>
              </p14:nvContentPartPr>
              <p14:xfrm>
                <a:off x="849486" y="4358823"/>
                <a:ext cx="148680" cy="199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F8B556-A7E4-81AC-C238-10E147828FE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1846" y="4341183"/>
                  <a:ext cx="184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3A7E963-34DE-DB04-DDC3-53CC0C369469}"/>
                    </a:ext>
                  </a:extLst>
                </p14:cNvPr>
                <p14:cNvContentPartPr/>
                <p14:nvPr/>
              </p14:nvContentPartPr>
              <p14:xfrm>
                <a:off x="1002846" y="4191063"/>
                <a:ext cx="209160" cy="419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3A7E963-34DE-DB04-DDC3-53CC0C36946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4846" y="4173063"/>
                  <a:ext cx="244800" cy="45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2BDF9F5-0908-5E4D-C157-584F43352347}"/>
                  </a:ext>
                </a:extLst>
              </p14:cNvPr>
              <p14:cNvContentPartPr/>
              <p14:nvPr/>
            </p14:nvContentPartPr>
            <p14:xfrm>
              <a:off x="1509366" y="4575543"/>
              <a:ext cx="4680" cy="14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2BDF9F5-0908-5E4D-C157-584F4335234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491366" y="455754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3CC0C18-4B0A-1561-18E4-4FE2C5A0AB84}"/>
                  </a:ext>
                </a:extLst>
              </p14:cNvPr>
              <p14:cNvContentPartPr/>
              <p14:nvPr/>
            </p14:nvContentPartPr>
            <p14:xfrm>
              <a:off x="10084206" y="4516503"/>
              <a:ext cx="30240" cy="532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3CC0C18-4B0A-1561-18E4-4FE2C5A0AB8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66206" y="4498503"/>
                <a:ext cx="658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F95E9AE-99AA-27BC-6896-D984B626D28F}"/>
                  </a:ext>
                </a:extLst>
              </p14:cNvPr>
              <p14:cNvContentPartPr/>
              <p14:nvPr/>
            </p14:nvContentPartPr>
            <p14:xfrm>
              <a:off x="9449886" y="4997103"/>
              <a:ext cx="3240" cy="5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F95E9AE-99AA-27BC-6896-D984B626D28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432246" y="4979463"/>
                <a:ext cx="388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D795BE0-770A-6CFF-E762-A1DC856676D5}"/>
                  </a:ext>
                </a:extLst>
              </p14:cNvPr>
              <p14:cNvContentPartPr/>
              <p14:nvPr/>
            </p14:nvContentPartPr>
            <p14:xfrm>
              <a:off x="12024246" y="4901703"/>
              <a:ext cx="34200" cy="165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D795BE0-770A-6CFF-E762-A1DC856676D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2006606" y="4884063"/>
                <a:ext cx="69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1347FDE-7C6B-73A9-10EA-F323B7E49856}"/>
                  </a:ext>
                </a:extLst>
              </p14:cNvPr>
              <p14:cNvContentPartPr/>
              <p14:nvPr/>
            </p14:nvContentPartPr>
            <p14:xfrm>
              <a:off x="9111126" y="5180343"/>
              <a:ext cx="13680" cy="133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1347FDE-7C6B-73A9-10EA-F323B7E4985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093486" y="5162343"/>
                <a:ext cx="4932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58EF382-FE00-EDE5-6D7E-5597FF3F7A4F}"/>
              </a:ext>
            </a:extLst>
          </p:cNvPr>
          <p:cNvGrpSpPr/>
          <p:nvPr/>
        </p:nvGrpSpPr>
        <p:grpSpPr>
          <a:xfrm>
            <a:off x="147846" y="5225703"/>
            <a:ext cx="774720" cy="442080"/>
            <a:chOff x="147846" y="5225703"/>
            <a:chExt cx="7747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29D6D6D-CAAE-6880-FD3D-A542554B976F}"/>
                    </a:ext>
                  </a:extLst>
                </p14:cNvPr>
                <p14:cNvContentPartPr/>
                <p14:nvPr/>
              </p14:nvContentPartPr>
              <p14:xfrm>
                <a:off x="147846" y="5225703"/>
                <a:ext cx="572760" cy="442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29D6D6D-CAAE-6880-FD3D-A542554B976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9846" y="5208063"/>
                  <a:ext cx="6084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58C70D9-C7F5-A2B8-6064-89594D938103}"/>
                    </a:ext>
                  </a:extLst>
                </p14:cNvPr>
                <p14:cNvContentPartPr/>
                <p14:nvPr/>
              </p14:nvContentPartPr>
              <p14:xfrm>
                <a:off x="857046" y="5253063"/>
                <a:ext cx="33840" cy="54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58C70D9-C7F5-A2B8-6064-89594D93810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9046" y="5235063"/>
                  <a:ext cx="69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B158F2E-079A-4BF7-1278-BF11C9BC9BF4}"/>
                    </a:ext>
                  </a:extLst>
                </p14:cNvPr>
                <p14:cNvContentPartPr/>
                <p14:nvPr/>
              </p14:nvContentPartPr>
              <p14:xfrm>
                <a:off x="917166" y="5582463"/>
                <a:ext cx="5400" cy="36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B158F2E-079A-4BF7-1278-BF11C9BC9B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9526" y="5564823"/>
                  <a:ext cx="4104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2811356-756D-ADDE-B21E-9C65F80EB221}"/>
                  </a:ext>
                </a:extLst>
              </p14:cNvPr>
              <p14:cNvContentPartPr/>
              <p14:nvPr/>
            </p14:nvContentPartPr>
            <p14:xfrm>
              <a:off x="1339806" y="5396343"/>
              <a:ext cx="264600" cy="2041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2811356-756D-ADDE-B21E-9C65F80EB22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321806" y="5378703"/>
                <a:ext cx="3002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16AE215-56C3-E8F3-CC25-4D6BC874FFD2}"/>
                  </a:ext>
                </a:extLst>
              </p14:cNvPr>
              <p14:cNvContentPartPr/>
              <p14:nvPr/>
            </p14:nvContentPartPr>
            <p14:xfrm>
              <a:off x="1831206" y="5322183"/>
              <a:ext cx="91440" cy="360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16AE215-56C3-E8F3-CC25-4D6BC874FFD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813566" y="5304183"/>
                <a:ext cx="1270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9C67436-7B57-BD82-4B6A-F0CC66072E8C}"/>
                  </a:ext>
                </a:extLst>
              </p14:cNvPr>
              <p14:cNvContentPartPr/>
              <p14:nvPr/>
            </p14:nvContentPartPr>
            <p14:xfrm>
              <a:off x="1813926" y="5421183"/>
              <a:ext cx="183600" cy="525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9C67436-7B57-BD82-4B6A-F0CC66072E8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795926" y="5403543"/>
                <a:ext cx="2192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91ADCC3-EEC6-850C-E11D-3229A10BDC97}"/>
                  </a:ext>
                </a:extLst>
              </p14:cNvPr>
              <p14:cNvContentPartPr/>
              <p14:nvPr/>
            </p14:nvContentPartPr>
            <p14:xfrm>
              <a:off x="2498646" y="5715303"/>
              <a:ext cx="1158120" cy="417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91ADCC3-EEC6-850C-E11D-3229A10BDC9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480646" y="5697663"/>
                <a:ext cx="11937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33469BC-2FD9-5F58-5E8B-F8A7BD123F69}"/>
                  </a:ext>
                </a:extLst>
              </p14:cNvPr>
              <p14:cNvContentPartPr/>
              <p14:nvPr/>
            </p14:nvContentPartPr>
            <p14:xfrm>
              <a:off x="2951886" y="5993943"/>
              <a:ext cx="13320" cy="2350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33469BC-2FD9-5F58-5E8B-F8A7BD123F6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934246" y="5975943"/>
                <a:ext cx="489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C1687C3-008D-D104-F9B1-0F228D3D5DE0}"/>
                  </a:ext>
                </a:extLst>
              </p14:cNvPr>
              <p14:cNvContentPartPr/>
              <p14:nvPr/>
            </p14:nvContentPartPr>
            <p14:xfrm>
              <a:off x="3183366" y="5984583"/>
              <a:ext cx="31680" cy="2426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C1687C3-008D-D104-F9B1-0F228D3D5DE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165726" y="5966943"/>
                <a:ext cx="673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2171FD3-F0EF-99B5-F293-F24B40957A89}"/>
                  </a:ext>
                </a:extLst>
              </p14:cNvPr>
              <p14:cNvContentPartPr/>
              <p14:nvPr/>
            </p14:nvContentPartPr>
            <p14:xfrm>
              <a:off x="4428966" y="5639703"/>
              <a:ext cx="122040" cy="1310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2171FD3-F0EF-99B5-F293-F24B40957A8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411326" y="5622063"/>
                <a:ext cx="1576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6F27EFF-15F4-2886-43AF-F8E30B1EE963}"/>
                  </a:ext>
                </a:extLst>
              </p14:cNvPr>
              <p14:cNvContentPartPr/>
              <p14:nvPr/>
            </p14:nvContentPartPr>
            <p14:xfrm>
              <a:off x="4943766" y="5351703"/>
              <a:ext cx="257760" cy="5788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6F27EFF-15F4-2886-43AF-F8E30B1EE96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26126" y="5334063"/>
                <a:ext cx="29340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E807A10-5B36-491C-24FE-117DB187D809}"/>
                  </a:ext>
                </a:extLst>
              </p14:cNvPr>
              <p14:cNvContentPartPr/>
              <p14:nvPr/>
            </p14:nvContentPartPr>
            <p14:xfrm>
              <a:off x="5488446" y="5459703"/>
              <a:ext cx="131040" cy="486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E807A10-5B36-491C-24FE-117DB187D80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470806" y="5442063"/>
                <a:ext cx="1666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2F1824A-1BC3-B0AF-4ED7-604D155B0AB6}"/>
                  </a:ext>
                </a:extLst>
              </p14:cNvPr>
              <p14:cNvContentPartPr/>
              <p14:nvPr/>
            </p14:nvContentPartPr>
            <p14:xfrm>
              <a:off x="5509326" y="5538543"/>
              <a:ext cx="183960" cy="406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2F1824A-1BC3-B0AF-4ED7-604D155B0AB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491686" y="5520543"/>
                <a:ext cx="2196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780EEF6-3CF8-68AD-0429-916F6F278DAA}"/>
                  </a:ext>
                </a:extLst>
              </p14:cNvPr>
              <p14:cNvContentPartPr/>
              <p14:nvPr/>
            </p14:nvContentPartPr>
            <p14:xfrm>
              <a:off x="6084246" y="5228583"/>
              <a:ext cx="228600" cy="3830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780EEF6-3CF8-68AD-0429-916F6F278DA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066246" y="5210943"/>
                <a:ext cx="26424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DA1A8F1-D9C4-E594-6E67-0D35742EB6D4}"/>
                  </a:ext>
                </a:extLst>
              </p14:cNvPr>
              <p14:cNvContentPartPr/>
              <p14:nvPr/>
            </p14:nvContentPartPr>
            <p14:xfrm>
              <a:off x="6459366" y="5491023"/>
              <a:ext cx="176040" cy="374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DA1A8F1-D9C4-E594-6E67-0D35742EB6D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441726" y="5473023"/>
                <a:ext cx="2116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D1C5837-9A66-A23B-242B-FDD65A77A4B6}"/>
                  </a:ext>
                </a:extLst>
              </p14:cNvPr>
              <p14:cNvContentPartPr/>
              <p14:nvPr/>
            </p14:nvContentPartPr>
            <p14:xfrm>
              <a:off x="6537846" y="5423703"/>
              <a:ext cx="51480" cy="2030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D1C5837-9A66-A23B-242B-FDD65A77A4B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519846" y="5405703"/>
                <a:ext cx="871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9530656-2DF4-9188-D1AA-54366908242D}"/>
                  </a:ext>
                </a:extLst>
              </p14:cNvPr>
              <p14:cNvContentPartPr/>
              <p14:nvPr/>
            </p14:nvContentPartPr>
            <p14:xfrm>
              <a:off x="6682206" y="5401383"/>
              <a:ext cx="201960" cy="2055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9530656-2DF4-9188-D1AA-54366908242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664566" y="5383383"/>
                <a:ext cx="2376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D76B805-4211-C071-E3E4-4798075F8658}"/>
                  </a:ext>
                </a:extLst>
              </p14:cNvPr>
              <p14:cNvContentPartPr/>
              <p14:nvPr/>
            </p14:nvContentPartPr>
            <p14:xfrm>
              <a:off x="6016206" y="5664903"/>
              <a:ext cx="878760" cy="640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D76B805-4211-C071-E3E4-4798075F865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998206" y="5646903"/>
                <a:ext cx="914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5B75A48-A498-3A32-650E-6DEA4BAAD8FA}"/>
                  </a:ext>
                </a:extLst>
              </p14:cNvPr>
              <p14:cNvContentPartPr/>
              <p14:nvPr/>
            </p14:nvContentPartPr>
            <p14:xfrm>
              <a:off x="6219606" y="5870463"/>
              <a:ext cx="115200" cy="2872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5B75A48-A498-3A32-650E-6DEA4BAAD8F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201966" y="5852823"/>
                <a:ext cx="15084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77BF1CF-7AC2-D114-65FD-91D468A27724}"/>
                  </a:ext>
                </a:extLst>
              </p14:cNvPr>
              <p14:cNvContentPartPr/>
              <p14:nvPr/>
            </p14:nvContentPartPr>
            <p14:xfrm>
              <a:off x="6463686" y="5935263"/>
              <a:ext cx="55800" cy="2325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77BF1CF-7AC2-D114-65FD-91D468A2772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445686" y="5917623"/>
                <a:ext cx="914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01499A9-10DD-88CA-0C3E-CD697EE05FDD}"/>
                  </a:ext>
                </a:extLst>
              </p14:cNvPr>
              <p14:cNvContentPartPr/>
              <p14:nvPr/>
            </p14:nvContentPartPr>
            <p14:xfrm>
              <a:off x="7412286" y="5663463"/>
              <a:ext cx="110520" cy="1634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01499A9-10DD-88CA-0C3E-CD697EE05FDD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394646" y="5645463"/>
                <a:ext cx="1461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0E7D762-7BDD-768E-9844-97A016E27DA6}"/>
                  </a:ext>
                </a:extLst>
              </p14:cNvPr>
              <p14:cNvContentPartPr/>
              <p14:nvPr/>
            </p14:nvContentPartPr>
            <p14:xfrm>
              <a:off x="7869126" y="5482383"/>
              <a:ext cx="249480" cy="2095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0E7D762-7BDD-768E-9844-97A016E27DA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851126" y="5464743"/>
                <a:ext cx="28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C57D671-585A-C4AF-7F69-C6E08C332FD7}"/>
                  </a:ext>
                </a:extLst>
              </p14:cNvPr>
              <p14:cNvContentPartPr/>
              <p14:nvPr/>
            </p14:nvContentPartPr>
            <p14:xfrm>
              <a:off x="8352966" y="5577783"/>
              <a:ext cx="137160" cy="20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C57D671-585A-C4AF-7F69-C6E08C332FD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335326" y="5559783"/>
                <a:ext cx="172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1AB87B3-3844-5758-E2C2-815A72A33E41}"/>
                  </a:ext>
                </a:extLst>
              </p14:cNvPr>
              <p14:cNvContentPartPr/>
              <p14:nvPr/>
            </p14:nvContentPartPr>
            <p14:xfrm>
              <a:off x="8361246" y="5651943"/>
              <a:ext cx="145440" cy="288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1AB87B3-3844-5758-E2C2-815A72A33E4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343246" y="5634303"/>
                <a:ext cx="1810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57F2AD8-A77F-9639-DB2E-039D8E46B5A6}"/>
                  </a:ext>
                </a:extLst>
              </p14:cNvPr>
              <p14:cNvContentPartPr/>
              <p14:nvPr/>
            </p14:nvContentPartPr>
            <p14:xfrm>
              <a:off x="8881806" y="5437023"/>
              <a:ext cx="171000" cy="3024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57F2AD8-A77F-9639-DB2E-039D8E46B5A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864166" y="5419023"/>
                <a:ext cx="2066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D45E7A6-6348-1EA7-76F9-068DD8BAC3FE}"/>
                  </a:ext>
                </a:extLst>
              </p14:cNvPr>
              <p14:cNvContentPartPr/>
              <p14:nvPr/>
            </p14:nvContentPartPr>
            <p14:xfrm>
              <a:off x="8962806" y="5501463"/>
              <a:ext cx="228240" cy="2077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D45E7A6-6348-1EA7-76F9-068DD8BAC3F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944806" y="5483823"/>
                <a:ext cx="263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0DE1D72-BC11-2317-6534-DF1CA16EDE64}"/>
                  </a:ext>
                </a:extLst>
              </p14:cNvPr>
              <p14:cNvContentPartPr/>
              <p14:nvPr/>
            </p14:nvContentPartPr>
            <p14:xfrm>
              <a:off x="9782526" y="5755263"/>
              <a:ext cx="8280" cy="10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0DE1D72-BC11-2317-6534-DF1CA16EDE64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764886" y="5737263"/>
                <a:ext cx="439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DF74C85-2666-F5D7-FEF2-232CFA23357A}"/>
                  </a:ext>
                </a:extLst>
              </p14:cNvPr>
              <p14:cNvContentPartPr/>
              <p14:nvPr/>
            </p14:nvContentPartPr>
            <p14:xfrm>
              <a:off x="1549686" y="6100143"/>
              <a:ext cx="19800" cy="248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DF74C85-2666-F5D7-FEF2-232CFA23357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531686" y="6082143"/>
                <a:ext cx="554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01A2E6FA-82C9-AC37-514C-F45F351AC4CD}"/>
                  </a:ext>
                </a:extLst>
              </p14:cNvPr>
              <p14:cNvContentPartPr/>
              <p14:nvPr/>
            </p14:nvContentPartPr>
            <p14:xfrm>
              <a:off x="1454286" y="6479583"/>
              <a:ext cx="1795320" cy="882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01A2E6FA-82C9-AC37-514C-F45F351AC4C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436286" y="6461583"/>
                <a:ext cx="18309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F4EE1B4-B6F0-B2C5-61BB-8225F3DF51A4}"/>
                  </a:ext>
                </a:extLst>
              </p14:cNvPr>
              <p14:cNvContentPartPr/>
              <p14:nvPr/>
            </p14:nvContentPartPr>
            <p14:xfrm>
              <a:off x="1495686" y="6320463"/>
              <a:ext cx="4123440" cy="3265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F4EE1B4-B6F0-B2C5-61BB-8225F3DF51A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477686" y="6302823"/>
                <a:ext cx="41590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9764BC5-C029-05C0-BACF-B63FAF08278F}"/>
                  </a:ext>
                </a:extLst>
              </p14:cNvPr>
              <p14:cNvContentPartPr/>
              <p14:nvPr/>
            </p14:nvContentPartPr>
            <p14:xfrm>
              <a:off x="2298486" y="6429543"/>
              <a:ext cx="7976520" cy="2037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9764BC5-C029-05C0-BACF-B63FAF08278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280486" y="6411903"/>
                <a:ext cx="80121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6FA96F51-86A5-310F-883E-EFDC0AE14E5E}"/>
                  </a:ext>
                </a:extLst>
              </p14:cNvPr>
              <p14:cNvContentPartPr/>
              <p14:nvPr/>
            </p14:nvContentPartPr>
            <p14:xfrm>
              <a:off x="4715886" y="6365823"/>
              <a:ext cx="5652720" cy="1378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6FA96F51-86A5-310F-883E-EFDC0AE14E5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698246" y="6347823"/>
                <a:ext cx="56883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E137D61-6322-0A8F-96F1-7E678AADE540}"/>
                  </a:ext>
                </a:extLst>
              </p14:cNvPr>
              <p14:cNvContentPartPr/>
              <p14:nvPr/>
            </p14:nvContentPartPr>
            <p14:xfrm>
              <a:off x="-519234" y="1232223"/>
              <a:ext cx="435960" cy="3279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E137D61-6322-0A8F-96F1-7E678AADE54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-537234" y="1214583"/>
                <a:ext cx="471600" cy="36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E672254-F61D-953C-28E2-C75DFD35786C}"/>
              </a:ext>
            </a:extLst>
          </p:cNvPr>
          <p:cNvGrpSpPr/>
          <p:nvPr/>
        </p:nvGrpSpPr>
        <p:grpSpPr>
          <a:xfrm>
            <a:off x="2401446" y="4988706"/>
            <a:ext cx="1462680" cy="598437"/>
            <a:chOff x="2401446" y="4988706"/>
            <a:chExt cx="1462680" cy="59843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5216038-50E6-B99A-70D7-71C183C0448B}"/>
                    </a:ext>
                  </a:extLst>
                </p14:cNvPr>
                <p14:cNvContentPartPr/>
                <p14:nvPr/>
              </p14:nvContentPartPr>
              <p14:xfrm>
                <a:off x="2401446" y="5351343"/>
                <a:ext cx="164520" cy="32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5216038-50E6-B99A-70D7-71C183C0448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383806" y="5333343"/>
                  <a:ext cx="200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39D2943-08F0-40A0-5700-0C8843347609}"/>
                    </a:ext>
                  </a:extLst>
                </p14:cNvPr>
                <p14:cNvContentPartPr/>
                <p14:nvPr/>
              </p14:nvContentPartPr>
              <p14:xfrm>
                <a:off x="2714646" y="5200503"/>
                <a:ext cx="31320" cy="285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39D2943-08F0-40A0-5700-0C884334760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697006" y="5182863"/>
                  <a:ext cx="66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78956B9-BEBE-2532-BF0B-E64BC8D0EFC8}"/>
                    </a:ext>
                  </a:extLst>
                </p14:cNvPr>
                <p14:cNvContentPartPr/>
                <p14:nvPr/>
              </p14:nvContentPartPr>
              <p14:xfrm>
                <a:off x="2847126" y="5208783"/>
                <a:ext cx="127800" cy="270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78956B9-BEBE-2532-BF0B-E64BC8D0EFC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829486" y="5191143"/>
                  <a:ext cx="163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01FB83-FB81-D8BA-38F4-3B30397EC8D6}"/>
                    </a:ext>
                  </a:extLst>
                </p14:cNvPr>
                <p14:cNvContentPartPr/>
                <p14:nvPr/>
              </p14:nvContentPartPr>
              <p14:xfrm>
                <a:off x="3077526" y="5235063"/>
                <a:ext cx="56880" cy="286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01FB83-FB81-D8BA-38F4-3B30397EC8D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59526" y="5217063"/>
                  <a:ext cx="92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2CAFD2F-6E1E-2D7B-5477-B817B489EFE9}"/>
                    </a:ext>
                  </a:extLst>
                </p14:cNvPr>
                <p14:cNvContentPartPr/>
                <p14:nvPr/>
              </p14:nvContentPartPr>
              <p14:xfrm>
                <a:off x="3123606" y="5298063"/>
                <a:ext cx="158040" cy="225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2CAFD2F-6E1E-2D7B-5477-B817B489EFE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05966" y="5280423"/>
                  <a:ext cx="193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38D4A8C-0A6E-DAE7-0BCD-0EFE59F6AAE8}"/>
                    </a:ext>
                  </a:extLst>
                </p14:cNvPr>
                <p14:cNvContentPartPr/>
                <p14:nvPr/>
              </p14:nvContentPartPr>
              <p14:xfrm>
                <a:off x="3364086" y="5414703"/>
                <a:ext cx="178200" cy="14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38D4A8C-0A6E-DAE7-0BCD-0EFE59F6AAE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46086" y="5397063"/>
                  <a:ext cx="213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74B1B95-E76F-3C4B-ED60-FD38670A46FF}"/>
                    </a:ext>
                  </a:extLst>
                </p14:cNvPr>
                <p14:cNvContentPartPr/>
                <p14:nvPr/>
              </p14:nvContentPartPr>
              <p14:xfrm>
                <a:off x="3462726" y="5325063"/>
                <a:ext cx="43200" cy="199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74B1B95-E76F-3C4B-ED60-FD38670A46F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45086" y="5307423"/>
                  <a:ext cx="78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26D9F00-07CB-66FD-C7A9-22C52FE42EB7}"/>
                    </a:ext>
                  </a:extLst>
                </p14:cNvPr>
                <p14:cNvContentPartPr/>
                <p14:nvPr/>
              </p14:nvContentPartPr>
              <p14:xfrm>
                <a:off x="3657846" y="5257383"/>
                <a:ext cx="206280" cy="32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26D9F00-07CB-66FD-C7A9-22C52FE42E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39846" y="5239383"/>
                  <a:ext cx="2419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568F9EE-294B-25AB-0DA3-BEDC86A7C6E3}"/>
                    </a:ext>
                  </a:extLst>
                </p14:cNvPr>
                <p14:cNvContentPartPr/>
                <p14:nvPr/>
              </p14:nvContentPartPr>
              <p14:xfrm>
                <a:off x="3071534" y="4988706"/>
                <a:ext cx="193320" cy="580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568F9EE-294B-25AB-0DA3-BEDC86A7C6E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053894" y="4970706"/>
                  <a:ext cx="228960" cy="61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391EF79-2595-59A2-CA2F-2635DD1D0F83}"/>
                  </a:ext>
                </a:extLst>
              </p14:cNvPr>
              <p14:cNvContentPartPr/>
              <p14:nvPr/>
            </p14:nvContentPartPr>
            <p14:xfrm>
              <a:off x="6609254" y="1339026"/>
              <a:ext cx="116280" cy="496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391EF79-2595-59A2-CA2F-2635DD1D0F8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591254" y="1321386"/>
                <a:ext cx="1519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CE265A2-A619-D2BB-2C7C-57D889F04196}"/>
                  </a:ext>
                </a:extLst>
              </p14:cNvPr>
              <p14:cNvContentPartPr/>
              <p14:nvPr/>
            </p14:nvContentPartPr>
            <p14:xfrm>
              <a:off x="6633374" y="1864626"/>
              <a:ext cx="2880" cy="2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CE265A2-A619-D2BB-2C7C-57D889F0419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615734" y="1846626"/>
                <a:ext cx="385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AF40C8A-7BEE-22AE-A2DB-3E18DA0D13AF}"/>
              </a:ext>
            </a:extLst>
          </p:cNvPr>
          <p:cNvGrpSpPr/>
          <p:nvPr/>
        </p:nvGrpSpPr>
        <p:grpSpPr>
          <a:xfrm>
            <a:off x="8809214" y="2029866"/>
            <a:ext cx="530280" cy="350280"/>
            <a:chOff x="8809214" y="2029866"/>
            <a:chExt cx="53028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6498B84-1C36-B747-A1EC-79C8AB63D3FD}"/>
                    </a:ext>
                  </a:extLst>
                </p14:cNvPr>
                <p14:cNvContentPartPr/>
                <p14:nvPr/>
              </p14:nvContentPartPr>
              <p14:xfrm>
                <a:off x="8809214" y="2070906"/>
                <a:ext cx="7560" cy="303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6498B84-1C36-B747-A1EC-79C8AB63D3F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791574" y="2052906"/>
                  <a:ext cx="432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7A4B91E-A9B0-CECB-D1E4-2E2268ACFD22}"/>
                    </a:ext>
                  </a:extLst>
                </p14:cNvPr>
                <p14:cNvContentPartPr/>
                <p14:nvPr/>
              </p14:nvContentPartPr>
              <p14:xfrm>
                <a:off x="8809934" y="2029866"/>
                <a:ext cx="190440" cy="350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7A4B91E-A9B0-CECB-D1E4-2E2268ACFD2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91934" y="2012226"/>
                  <a:ext cx="2260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947253D-2FD1-84A4-66FD-9464ECD00A1E}"/>
                    </a:ext>
                  </a:extLst>
                </p14:cNvPr>
                <p14:cNvContentPartPr/>
                <p14:nvPr/>
              </p14:nvContentPartPr>
              <p14:xfrm>
                <a:off x="9180374" y="2148306"/>
                <a:ext cx="99360" cy="3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947253D-2FD1-84A4-66FD-9464ECD00A1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162374" y="2130666"/>
                  <a:ext cx="135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90D5F40-481C-EBB8-186C-F11C847265AC}"/>
                    </a:ext>
                  </a:extLst>
                </p14:cNvPr>
                <p14:cNvContentPartPr/>
                <p14:nvPr/>
              </p14:nvContentPartPr>
              <p14:xfrm>
                <a:off x="9176054" y="2233266"/>
                <a:ext cx="163440" cy="40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90D5F40-481C-EBB8-186C-F11C847265A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58414" y="2215266"/>
                  <a:ext cx="1990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D678C22-84BA-C235-3585-96F26DE00B2B}"/>
              </a:ext>
            </a:extLst>
          </p:cNvPr>
          <p:cNvGrpSpPr/>
          <p:nvPr/>
        </p:nvGrpSpPr>
        <p:grpSpPr>
          <a:xfrm>
            <a:off x="9773294" y="1784706"/>
            <a:ext cx="1235880" cy="1624680"/>
            <a:chOff x="9773294" y="1784706"/>
            <a:chExt cx="1235880" cy="162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4350A5E-7BAD-3F0A-EE8D-1C0B229145A0}"/>
                    </a:ext>
                  </a:extLst>
                </p14:cNvPr>
                <p14:cNvContentPartPr/>
                <p14:nvPr/>
              </p14:nvContentPartPr>
              <p14:xfrm>
                <a:off x="9773294" y="1784706"/>
                <a:ext cx="611640" cy="1531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4350A5E-7BAD-3F0A-EE8D-1C0B229145A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755294" y="1766706"/>
                  <a:ext cx="647280" cy="15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116F282-75FE-171E-936F-9E34E23CFDCC}"/>
                    </a:ext>
                  </a:extLst>
                </p14:cNvPr>
                <p14:cNvContentPartPr/>
                <p14:nvPr/>
              </p14:nvContentPartPr>
              <p14:xfrm>
                <a:off x="10338134" y="1945626"/>
                <a:ext cx="118800" cy="404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116F282-75FE-171E-936F-9E34E23CFDC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20134" y="1927626"/>
                  <a:ext cx="1544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54B1342-243E-B388-435D-CF374881D2B6}"/>
                    </a:ext>
                  </a:extLst>
                </p14:cNvPr>
                <p14:cNvContentPartPr/>
                <p14:nvPr/>
              </p14:nvContentPartPr>
              <p14:xfrm>
                <a:off x="10300334" y="2505786"/>
                <a:ext cx="124920" cy="209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54B1342-243E-B388-435D-CF374881D2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282334" y="2488146"/>
                  <a:ext cx="160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ADA8FFE-CC9A-43BA-379F-EA781408B358}"/>
                    </a:ext>
                  </a:extLst>
                </p14:cNvPr>
                <p14:cNvContentPartPr/>
                <p14:nvPr/>
              </p14:nvContentPartPr>
              <p14:xfrm>
                <a:off x="10325894" y="2860026"/>
                <a:ext cx="126720" cy="212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ADA8FFE-CC9A-43BA-379F-EA781408B35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08254" y="2842026"/>
                  <a:ext cx="162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285374E-76A8-B500-3FEB-8A9FBDAA7263}"/>
                    </a:ext>
                  </a:extLst>
                </p14:cNvPr>
                <p14:cNvContentPartPr/>
                <p14:nvPr/>
              </p14:nvContentPartPr>
              <p14:xfrm>
                <a:off x="10361174" y="2733666"/>
                <a:ext cx="188280" cy="1249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285374E-76A8-B500-3FEB-8A9FBDAA726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343534" y="2715666"/>
                  <a:ext cx="223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31FBA7D-E8B6-7261-6239-E9044F3320AF}"/>
                    </a:ext>
                  </a:extLst>
                </p14:cNvPr>
                <p14:cNvContentPartPr/>
                <p14:nvPr/>
              </p14:nvContentPartPr>
              <p14:xfrm>
                <a:off x="10297094" y="1792986"/>
                <a:ext cx="712080" cy="1616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31FBA7D-E8B6-7261-6239-E9044F3320A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279454" y="1775346"/>
                  <a:ext cx="747720" cy="165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213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53D3C4A-499A-FF8E-EA1C-5D35F46397DF}"/>
                  </a:ext>
                </a:extLst>
              </p14:cNvPr>
              <p14:cNvContentPartPr/>
              <p14:nvPr/>
            </p14:nvContentPartPr>
            <p14:xfrm>
              <a:off x="1873686" y="138183"/>
              <a:ext cx="203400" cy="167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53D3C4A-499A-FF8E-EA1C-5D35F4639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5686" y="120183"/>
                <a:ext cx="239040" cy="171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13A9338-3683-4FAD-81E0-CFDC8D438435}"/>
              </a:ext>
            </a:extLst>
          </p:cNvPr>
          <p:cNvGrpSpPr/>
          <p:nvPr/>
        </p:nvGrpSpPr>
        <p:grpSpPr>
          <a:xfrm>
            <a:off x="2546166" y="374343"/>
            <a:ext cx="185400" cy="266400"/>
            <a:chOff x="2546166" y="374343"/>
            <a:chExt cx="1854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017C0B-DA37-44A6-6669-CB2E791BD7F0}"/>
                    </a:ext>
                  </a:extLst>
                </p14:cNvPr>
                <p14:cNvContentPartPr/>
                <p14:nvPr/>
              </p14:nvContentPartPr>
              <p14:xfrm>
                <a:off x="2593326" y="377223"/>
                <a:ext cx="138240" cy="2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017C0B-DA37-44A6-6669-CB2E791BD7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75326" y="359583"/>
                  <a:ext cx="173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879043-C67A-DD9C-48C4-D821A2ACC6F2}"/>
                    </a:ext>
                  </a:extLst>
                </p14:cNvPr>
                <p14:cNvContentPartPr/>
                <p14:nvPr/>
              </p14:nvContentPartPr>
              <p14:xfrm>
                <a:off x="2546166" y="374343"/>
                <a:ext cx="149760" cy="266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879043-C67A-DD9C-48C4-D821A2ACC6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28526" y="356343"/>
                  <a:ext cx="18540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491422-26CD-F0FB-ADA7-EFD951275D96}"/>
                  </a:ext>
                </a:extLst>
              </p14:cNvPr>
              <p14:cNvContentPartPr/>
              <p14:nvPr/>
            </p14:nvContentPartPr>
            <p14:xfrm>
              <a:off x="3303966" y="330063"/>
              <a:ext cx="151920" cy="255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491422-26CD-F0FB-ADA7-EFD951275D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86326" y="312423"/>
                <a:ext cx="1875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5EFA449-E9C9-7681-7E4E-DE287F06D1D5}"/>
                  </a:ext>
                </a:extLst>
              </p14:cNvPr>
              <p14:cNvContentPartPr/>
              <p14:nvPr/>
            </p14:nvContentPartPr>
            <p14:xfrm>
              <a:off x="3856566" y="286503"/>
              <a:ext cx="192600" cy="364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5EFA449-E9C9-7681-7E4E-DE287F06D1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38926" y="268503"/>
                <a:ext cx="2282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2D7A52-673E-CDCF-7CD6-A346A2755A3A}"/>
                  </a:ext>
                </a:extLst>
              </p14:cNvPr>
              <p14:cNvContentPartPr/>
              <p14:nvPr/>
            </p14:nvContentPartPr>
            <p14:xfrm>
              <a:off x="2453646" y="945303"/>
              <a:ext cx="158760" cy="205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2D7A52-673E-CDCF-7CD6-A346A2755A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36006" y="927663"/>
                <a:ext cx="19440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4085B08-2917-17F3-C047-7A5F31F058CB}"/>
              </a:ext>
            </a:extLst>
          </p:cNvPr>
          <p:cNvGrpSpPr/>
          <p:nvPr/>
        </p:nvGrpSpPr>
        <p:grpSpPr>
          <a:xfrm>
            <a:off x="3032526" y="895983"/>
            <a:ext cx="388800" cy="290520"/>
            <a:chOff x="3032526" y="895983"/>
            <a:chExt cx="38880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015DAA-E19E-16D6-2A57-F2B19455389E}"/>
                    </a:ext>
                  </a:extLst>
                </p14:cNvPr>
                <p14:cNvContentPartPr/>
                <p14:nvPr/>
              </p14:nvContentPartPr>
              <p14:xfrm>
                <a:off x="3032526" y="895983"/>
                <a:ext cx="165240" cy="239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015DAA-E19E-16D6-2A57-F2B1945538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14526" y="877983"/>
                  <a:ext cx="200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8C6363-58E3-C72F-17D4-9339E28453F2}"/>
                    </a:ext>
                  </a:extLst>
                </p14:cNvPr>
                <p14:cNvContentPartPr/>
                <p14:nvPr/>
              </p14:nvContentPartPr>
              <p14:xfrm>
                <a:off x="3296766" y="944223"/>
                <a:ext cx="124560" cy="242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8C6363-58E3-C72F-17D4-9339E28453F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79126" y="926583"/>
                  <a:ext cx="16020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0D51C5-3544-FC60-21C6-F404DCDDE577}"/>
                  </a:ext>
                </a:extLst>
              </p14:cNvPr>
              <p14:cNvContentPartPr/>
              <p14:nvPr/>
            </p14:nvContentPartPr>
            <p14:xfrm>
              <a:off x="3641286" y="965103"/>
              <a:ext cx="257400" cy="196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0D51C5-3544-FC60-21C6-F404DCDDE57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23286" y="947463"/>
                <a:ext cx="2930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42485F8-FCC9-A716-63A1-128EBF1660FB}"/>
                  </a:ext>
                </a:extLst>
              </p14:cNvPr>
              <p14:cNvContentPartPr/>
              <p14:nvPr/>
            </p14:nvContentPartPr>
            <p14:xfrm>
              <a:off x="2370846" y="1428063"/>
              <a:ext cx="239400" cy="318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42485F8-FCC9-A716-63A1-128EBF1660F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52846" y="1410423"/>
                <a:ext cx="2750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A220868-A5CB-8B35-28AC-5FA0C49E3100}"/>
                  </a:ext>
                </a:extLst>
              </p14:cNvPr>
              <p14:cNvContentPartPr/>
              <p14:nvPr/>
            </p14:nvContentPartPr>
            <p14:xfrm>
              <a:off x="3134406" y="1461183"/>
              <a:ext cx="220320" cy="226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A220868-A5CB-8B35-28AC-5FA0C49E310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16766" y="1443183"/>
                <a:ext cx="25596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E0A38FA-649D-079E-9C5A-425B98958C4F}"/>
              </a:ext>
            </a:extLst>
          </p:cNvPr>
          <p:cNvGrpSpPr/>
          <p:nvPr/>
        </p:nvGrpSpPr>
        <p:grpSpPr>
          <a:xfrm>
            <a:off x="3767646" y="1433103"/>
            <a:ext cx="271440" cy="237240"/>
            <a:chOff x="3767646" y="1433103"/>
            <a:chExt cx="27144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77B36B-C03A-7478-0C23-C9EB2705B5B6}"/>
                    </a:ext>
                  </a:extLst>
                </p14:cNvPr>
                <p14:cNvContentPartPr/>
                <p14:nvPr/>
              </p14:nvContentPartPr>
              <p14:xfrm>
                <a:off x="3767646" y="1433103"/>
                <a:ext cx="67320" cy="237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77B36B-C03A-7478-0C23-C9EB2705B5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49646" y="1415463"/>
                  <a:ext cx="102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4A9213-1EAB-0019-11F0-DC9529583732}"/>
                    </a:ext>
                  </a:extLst>
                </p14:cNvPr>
                <p14:cNvContentPartPr/>
                <p14:nvPr/>
              </p14:nvContentPartPr>
              <p14:xfrm>
                <a:off x="3939006" y="1470183"/>
                <a:ext cx="100080" cy="16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4A9213-1EAB-0019-11F0-DC952958373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21006" y="1452543"/>
                  <a:ext cx="13572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70BB9A-BC74-F179-0741-F49868EDA54C}"/>
                  </a:ext>
                </a:extLst>
              </p14:cNvPr>
              <p14:cNvContentPartPr/>
              <p14:nvPr/>
            </p14:nvContentPartPr>
            <p14:xfrm>
              <a:off x="4484046" y="65823"/>
              <a:ext cx="169560" cy="1617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70BB9A-BC74-F179-0741-F49868EDA54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66406" y="47823"/>
                <a:ext cx="205200" cy="16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68D49B-C8A5-080B-FB5A-F2A850023047}"/>
                  </a:ext>
                </a:extLst>
              </p14:cNvPr>
              <p14:cNvContentPartPr/>
              <p14:nvPr/>
            </p14:nvContentPartPr>
            <p14:xfrm>
              <a:off x="1841286" y="2433903"/>
              <a:ext cx="14400" cy="6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68D49B-C8A5-080B-FB5A-F2A85002304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823646" y="2416263"/>
                <a:ext cx="500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19C543A6-FF34-EE68-8EBE-EFE272F2AE2E}"/>
              </a:ext>
            </a:extLst>
          </p:cNvPr>
          <p:cNvGrpSpPr/>
          <p:nvPr/>
        </p:nvGrpSpPr>
        <p:grpSpPr>
          <a:xfrm>
            <a:off x="1388406" y="2550903"/>
            <a:ext cx="254520" cy="181080"/>
            <a:chOff x="1388406" y="2550903"/>
            <a:chExt cx="25452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15898B-E6A8-7247-E444-2E7889B115AF}"/>
                    </a:ext>
                  </a:extLst>
                </p14:cNvPr>
                <p14:cNvContentPartPr/>
                <p14:nvPr/>
              </p14:nvContentPartPr>
              <p14:xfrm>
                <a:off x="1388406" y="2550903"/>
                <a:ext cx="173160" cy="2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15898B-E6A8-7247-E444-2E7889B115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70406" y="2533263"/>
                  <a:ext cx="208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017C841-4FD6-0501-3045-1BD6DDD325ED}"/>
                    </a:ext>
                  </a:extLst>
                </p14:cNvPr>
                <p14:cNvContentPartPr/>
                <p14:nvPr/>
              </p14:nvContentPartPr>
              <p14:xfrm>
                <a:off x="1470126" y="2689143"/>
                <a:ext cx="172800" cy="4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017C841-4FD6-0501-3045-1BD6DDD325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52126" y="2671143"/>
                  <a:ext cx="20844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5DD4CFA-F909-4BB8-D576-B1C2DF1ECC2F}"/>
                  </a:ext>
                </a:extLst>
              </p14:cNvPr>
              <p14:cNvContentPartPr/>
              <p14:nvPr/>
            </p14:nvContentPartPr>
            <p14:xfrm>
              <a:off x="3394686" y="1243743"/>
              <a:ext cx="6480" cy="11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5DD4CFA-F909-4BB8-D576-B1C2DF1ECC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376686" y="1226103"/>
                <a:ext cx="4212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D1C09AB-528A-17B6-8805-02C2F2D6BC23}"/>
              </a:ext>
            </a:extLst>
          </p:cNvPr>
          <p:cNvGrpSpPr/>
          <p:nvPr/>
        </p:nvGrpSpPr>
        <p:grpSpPr>
          <a:xfrm>
            <a:off x="2720406" y="2154543"/>
            <a:ext cx="6367680" cy="878400"/>
            <a:chOff x="2720406" y="2154543"/>
            <a:chExt cx="6367680" cy="87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E76EACF-AF44-B922-6C6F-0F1AF8D766DF}"/>
                    </a:ext>
                  </a:extLst>
                </p14:cNvPr>
                <p14:cNvContentPartPr/>
                <p14:nvPr/>
              </p14:nvContentPartPr>
              <p14:xfrm>
                <a:off x="2770446" y="2445423"/>
                <a:ext cx="142920" cy="2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E76EACF-AF44-B922-6C6F-0F1AF8D766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52806" y="2427783"/>
                  <a:ext cx="178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DD3D63-81D2-F67B-6F43-24788CFF02C9}"/>
                    </a:ext>
                  </a:extLst>
                </p14:cNvPr>
                <p14:cNvContentPartPr/>
                <p14:nvPr/>
              </p14:nvContentPartPr>
              <p14:xfrm>
                <a:off x="2720406" y="2471343"/>
                <a:ext cx="181080" cy="262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DD3D63-81D2-F67B-6F43-24788CFF02C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02406" y="2453343"/>
                  <a:ext cx="2167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089A09-40D3-05C6-B001-4B345F595CA2}"/>
                    </a:ext>
                  </a:extLst>
                </p14:cNvPr>
                <p14:cNvContentPartPr/>
                <p14:nvPr/>
              </p14:nvContentPartPr>
              <p14:xfrm>
                <a:off x="3069606" y="2275143"/>
                <a:ext cx="283680" cy="757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089A09-40D3-05C6-B001-4B345F595CA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51606" y="2257503"/>
                  <a:ext cx="31932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DCA3560-C3D1-9DA7-603A-F0EA839E6346}"/>
                    </a:ext>
                  </a:extLst>
                </p14:cNvPr>
                <p14:cNvContentPartPr/>
                <p14:nvPr/>
              </p14:nvContentPartPr>
              <p14:xfrm>
                <a:off x="3288846" y="2626863"/>
                <a:ext cx="185760" cy="21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DCA3560-C3D1-9DA7-603A-F0EA839E63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71206" y="2608863"/>
                  <a:ext cx="221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FA2902-51A3-DA9C-FC7E-28216E4ECCC9}"/>
                    </a:ext>
                  </a:extLst>
                </p14:cNvPr>
                <p14:cNvContentPartPr/>
                <p14:nvPr/>
              </p14:nvContentPartPr>
              <p14:xfrm>
                <a:off x="3514566" y="2630823"/>
                <a:ext cx="146880" cy="19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FA2902-51A3-DA9C-FC7E-28216E4ECC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96926" y="2613183"/>
                  <a:ext cx="182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3006F7-1A95-1D77-3FD3-364D885BD454}"/>
                    </a:ext>
                  </a:extLst>
                </p14:cNvPr>
                <p14:cNvContentPartPr/>
                <p14:nvPr/>
              </p14:nvContentPartPr>
              <p14:xfrm>
                <a:off x="3796446" y="2645943"/>
                <a:ext cx="127440" cy="18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3006F7-1A95-1D77-3FD3-364D885BD4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78806" y="2627943"/>
                  <a:ext cx="163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FEE43E-CBA6-1D63-DC16-EC2DF447367A}"/>
                    </a:ext>
                  </a:extLst>
                </p14:cNvPr>
                <p14:cNvContentPartPr/>
                <p14:nvPr/>
              </p14:nvContentPartPr>
              <p14:xfrm>
                <a:off x="4089846" y="2656023"/>
                <a:ext cx="198000" cy="52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FEE43E-CBA6-1D63-DC16-EC2DF44736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71846" y="2638383"/>
                  <a:ext cx="233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D826FC-F0E5-7215-CDBE-CBA01E25FE62}"/>
                    </a:ext>
                  </a:extLst>
                </p14:cNvPr>
                <p14:cNvContentPartPr/>
                <p14:nvPr/>
              </p14:nvContentPartPr>
              <p14:xfrm>
                <a:off x="4470726" y="2479983"/>
                <a:ext cx="118080" cy="265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D826FC-F0E5-7215-CDBE-CBA01E25FE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52726" y="2461983"/>
                  <a:ext cx="153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391FB8B-2438-B2DD-C095-DBE204275D0B}"/>
                    </a:ext>
                  </a:extLst>
                </p14:cNvPr>
                <p14:cNvContentPartPr/>
                <p14:nvPr/>
              </p14:nvContentPartPr>
              <p14:xfrm>
                <a:off x="4533366" y="2293143"/>
                <a:ext cx="198720" cy="629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391FB8B-2438-B2DD-C095-DBE204275D0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15726" y="2275503"/>
                  <a:ext cx="2343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D662CD-4496-F1F3-6975-EA71226B58CA}"/>
                    </a:ext>
                  </a:extLst>
                </p14:cNvPr>
                <p14:cNvContentPartPr/>
                <p14:nvPr/>
              </p14:nvContentPartPr>
              <p14:xfrm>
                <a:off x="4932966" y="2701743"/>
                <a:ext cx="145440" cy="18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D662CD-4496-F1F3-6975-EA71226B58C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15326" y="2684103"/>
                  <a:ext cx="181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16C16B-7200-C69F-2A0C-E7D6ABCED3D2}"/>
                    </a:ext>
                  </a:extLst>
                </p14:cNvPr>
                <p14:cNvContentPartPr/>
                <p14:nvPr/>
              </p14:nvContentPartPr>
              <p14:xfrm>
                <a:off x="5110086" y="2569623"/>
                <a:ext cx="209520" cy="26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16C16B-7200-C69F-2A0C-E7D6ABCED3D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92446" y="2551623"/>
                  <a:ext cx="245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879A96-7890-EC02-6B40-0CD4F4AB795A}"/>
                    </a:ext>
                  </a:extLst>
                </p14:cNvPr>
                <p14:cNvContentPartPr/>
                <p14:nvPr/>
              </p14:nvContentPartPr>
              <p14:xfrm>
                <a:off x="5440206" y="2194863"/>
                <a:ext cx="335520" cy="806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879A96-7890-EC02-6B40-0CD4F4AB79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422566" y="2177223"/>
                  <a:ext cx="371160" cy="8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68BFD7-B7D7-C756-5CF3-7D7BF897A75C}"/>
                    </a:ext>
                  </a:extLst>
                </p14:cNvPr>
                <p14:cNvContentPartPr/>
                <p14:nvPr/>
              </p14:nvContentPartPr>
              <p14:xfrm>
                <a:off x="5881206" y="2450823"/>
                <a:ext cx="166680" cy="29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68BFD7-B7D7-C756-5CF3-7D7BF897A75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863206" y="2433183"/>
                  <a:ext cx="2023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F469A1-9C85-D5BE-0C4E-8780186A0AF7}"/>
                    </a:ext>
                  </a:extLst>
                </p14:cNvPr>
                <p14:cNvContentPartPr/>
                <p14:nvPr/>
              </p14:nvContentPartPr>
              <p14:xfrm>
                <a:off x="6142566" y="2522823"/>
                <a:ext cx="141840" cy="196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F469A1-9C85-D5BE-0C4E-8780186A0AF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24926" y="2505183"/>
                  <a:ext cx="177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DD736A-BF63-8739-B71E-9FB88463C8B2}"/>
                    </a:ext>
                  </a:extLst>
                </p14:cNvPr>
                <p14:cNvContentPartPr/>
                <p14:nvPr/>
              </p14:nvContentPartPr>
              <p14:xfrm>
                <a:off x="6462966" y="2600583"/>
                <a:ext cx="75600" cy="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DD736A-BF63-8739-B71E-9FB88463C8B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45326" y="2582583"/>
                  <a:ext cx="111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DC2877-018A-A8DC-0180-C7590E2223B8}"/>
                    </a:ext>
                  </a:extLst>
                </p14:cNvPr>
                <p14:cNvContentPartPr/>
                <p14:nvPr/>
              </p14:nvContentPartPr>
              <p14:xfrm>
                <a:off x="6614526" y="2412663"/>
                <a:ext cx="87840" cy="223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DC2877-018A-A8DC-0180-C7590E2223B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96886" y="2394663"/>
                  <a:ext cx="123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D6A95C-934E-F6B8-CCA2-C68C479BFE27}"/>
                    </a:ext>
                  </a:extLst>
                </p14:cNvPr>
                <p14:cNvContentPartPr/>
                <p14:nvPr/>
              </p14:nvContentPartPr>
              <p14:xfrm>
                <a:off x="6783726" y="2432103"/>
                <a:ext cx="108360" cy="265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D6A95C-934E-F6B8-CCA2-C68C479BFE2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66086" y="2414463"/>
                  <a:ext cx="144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212090-BE20-9265-1505-C594BB6FDB49}"/>
                    </a:ext>
                  </a:extLst>
                </p14:cNvPr>
                <p14:cNvContentPartPr/>
                <p14:nvPr/>
              </p14:nvContentPartPr>
              <p14:xfrm>
                <a:off x="6995406" y="2212863"/>
                <a:ext cx="147600" cy="639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212090-BE20-9265-1505-C594BB6FDB4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77406" y="2194863"/>
                  <a:ext cx="18324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E7E669-5D1C-008B-43D7-EE097395AE5B}"/>
                    </a:ext>
                  </a:extLst>
                </p14:cNvPr>
                <p14:cNvContentPartPr/>
                <p14:nvPr/>
              </p14:nvContentPartPr>
              <p14:xfrm>
                <a:off x="7362606" y="2602743"/>
                <a:ext cx="200520" cy="59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E7E669-5D1C-008B-43D7-EE097395AE5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44606" y="2585103"/>
                  <a:ext cx="236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F9C7E23-FCA1-35F8-F72E-2C27900CA0EA}"/>
                    </a:ext>
                  </a:extLst>
                </p14:cNvPr>
                <p14:cNvContentPartPr/>
                <p14:nvPr/>
              </p14:nvContentPartPr>
              <p14:xfrm>
                <a:off x="7412286" y="2530383"/>
                <a:ext cx="49680" cy="231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F9C7E23-FCA1-35F8-F72E-2C27900CA0E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94646" y="2512743"/>
                  <a:ext cx="85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70FCEE-F014-0A8B-8103-7662FE9E5382}"/>
                    </a:ext>
                  </a:extLst>
                </p14:cNvPr>
                <p14:cNvContentPartPr/>
                <p14:nvPr/>
              </p14:nvContentPartPr>
              <p14:xfrm>
                <a:off x="7744206" y="2467023"/>
                <a:ext cx="177840" cy="289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70FCEE-F014-0A8B-8103-7662FE9E538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26566" y="2449023"/>
                  <a:ext cx="2134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F46965-68FD-53AB-BB39-50498C28801A}"/>
                    </a:ext>
                  </a:extLst>
                </p14:cNvPr>
                <p14:cNvContentPartPr/>
                <p14:nvPr/>
              </p14:nvContentPartPr>
              <p14:xfrm>
                <a:off x="8070006" y="2154543"/>
                <a:ext cx="362880" cy="78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F46965-68FD-53AB-BB39-50498C28801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052366" y="2136903"/>
                  <a:ext cx="39852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E08E408-635E-98EB-BD31-B20D66DAE4D4}"/>
                    </a:ext>
                  </a:extLst>
                </p14:cNvPr>
                <p14:cNvContentPartPr/>
                <p14:nvPr/>
              </p14:nvContentPartPr>
              <p14:xfrm>
                <a:off x="8491206" y="2317983"/>
                <a:ext cx="266040" cy="406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E08E408-635E-98EB-BD31-B20D66DAE4D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73566" y="2299983"/>
                  <a:ext cx="3016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4637B2-7A3D-FED8-F59D-68375C061E3F}"/>
                    </a:ext>
                  </a:extLst>
                </p14:cNvPr>
                <p14:cNvContentPartPr/>
                <p14:nvPr/>
              </p14:nvContentPartPr>
              <p14:xfrm>
                <a:off x="8917806" y="2525343"/>
                <a:ext cx="170280" cy="1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4637B2-7A3D-FED8-F59D-68375C061E3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00166" y="2507703"/>
                  <a:ext cx="205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7C85395-974B-00B8-DF41-90B64AC5D678}"/>
              </a:ext>
            </a:extLst>
          </p:cNvPr>
          <p:cNvGrpSpPr/>
          <p:nvPr/>
        </p:nvGrpSpPr>
        <p:grpSpPr>
          <a:xfrm>
            <a:off x="9345486" y="2146623"/>
            <a:ext cx="1112040" cy="873720"/>
            <a:chOff x="9345486" y="2146623"/>
            <a:chExt cx="1112040" cy="8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5BEF07-131C-6ED5-B2C1-09FDB16A3165}"/>
                    </a:ext>
                  </a:extLst>
                </p14:cNvPr>
                <p14:cNvContentPartPr/>
                <p14:nvPr/>
              </p14:nvContentPartPr>
              <p14:xfrm>
                <a:off x="9345486" y="2367663"/>
                <a:ext cx="165600" cy="246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5BEF07-131C-6ED5-B2C1-09FDB16A316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27846" y="2349663"/>
                  <a:ext cx="201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17D864-3A32-B873-D0DE-2271F6BF9F27}"/>
                    </a:ext>
                  </a:extLst>
                </p14:cNvPr>
                <p14:cNvContentPartPr/>
                <p14:nvPr/>
              </p14:nvContentPartPr>
              <p14:xfrm>
                <a:off x="9612966" y="2362983"/>
                <a:ext cx="144000" cy="26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17D864-3A32-B873-D0DE-2271F6BF9F2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94966" y="2345343"/>
                  <a:ext cx="179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084BC2-B039-DB6A-03CA-D5EC679E4E58}"/>
                    </a:ext>
                  </a:extLst>
                </p14:cNvPr>
                <p14:cNvContentPartPr/>
                <p14:nvPr/>
              </p14:nvContentPartPr>
              <p14:xfrm>
                <a:off x="9908886" y="2433903"/>
                <a:ext cx="91800" cy="183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084BC2-B039-DB6A-03CA-D5EC679E4E5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891246" y="2416263"/>
                  <a:ext cx="127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4A5C72-DE52-C4AD-A30D-31B22B70A828}"/>
                    </a:ext>
                  </a:extLst>
                </p14:cNvPr>
                <p14:cNvContentPartPr/>
                <p14:nvPr/>
              </p14:nvContentPartPr>
              <p14:xfrm>
                <a:off x="9855966" y="2446503"/>
                <a:ext cx="201960" cy="176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4A5C72-DE52-C4AD-A30D-31B22B70A82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838326" y="2428503"/>
                  <a:ext cx="237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FD2480-3963-AACE-EAF6-732B50A5DB61}"/>
                    </a:ext>
                  </a:extLst>
                </p14:cNvPr>
                <p14:cNvContentPartPr/>
                <p14:nvPr/>
              </p14:nvContentPartPr>
              <p14:xfrm>
                <a:off x="10161606" y="2366943"/>
                <a:ext cx="142920" cy="285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FD2480-3963-AACE-EAF6-732B50A5DB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143966" y="2348943"/>
                  <a:ext cx="1785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15AAF5-5D5A-C430-0971-AF1A1A079B47}"/>
                    </a:ext>
                  </a:extLst>
                </p14:cNvPr>
                <p14:cNvContentPartPr/>
                <p14:nvPr/>
              </p14:nvContentPartPr>
              <p14:xfrm>
                <a:off x="10049286" y="2146623"/>
                <a:ext cx="408240" cy="873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15AAF5-5D5A-C430-0971-AF1A1A079B4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031646" y="2128623"/>
                  <a:ext cx="443880" cy="90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87D9F50-06B4-44A5-ABFB-20DD7874867C}"/>
              </a:ext>
            </a:extLst>
          </p:cNvPr>
          <p:cNvGrpSpPr/>
          <p:nvPr/>
        </p:nvGrpSpPr>
        <p:grpSpPr>
          <a:xfrm>
            <a:off x="2119566" y="3658263"/>
            <a:ext cx="106560" cy="156600"/>
            <a:chOff x="2119566" y="3658263"/>
            <a:chExt cx="10656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F5BD88-935A-4B23-0188-ACB92AC5850C}"/>
                    </a:ext>
                  </a:extLst>
                </p14:cNvPr>
                <p14:cNvContentPartPr/>
                <p14:nvPr/>
              </p14:nvContentPartPr>
              <p14:xfrm>
                <a:off x="2123166" y="3658263"/>
                <a:ext cx="83520" cy="3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F5BD88-935A-4B23-0188-ACB92AC5850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105526" y="3640263"/>
                  <a:ext cx="119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7FF457-FDEB-C488-3D95-330D5C83B1CA}"/>
                    </a:ext>
                  </a:extLst>
                </p14:cNvPr>
                <p14:cNvContentPartPr/>
                <p14:nvPr/>
              </p14:nvContentPartPr>
              <p14:xfrm>
                <a:off x="2119566" y="3791823"/>
                <a:ext cx="106560" cy="23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7FF457-FDEB-C488-3D95-330D5C83B1C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01566" y="3774183"/>
                  <a:ext cx="1422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B11ED42-59E6-24E7-8B3A-4FC3A57424A5}"/>
              </a:ext>
            </a:extLst>
          </p:cNvPr>
          <p:cNvGrpSpPr/>
          <p:nvPr/>
        </p:nvGrpSpPr>
        <p:grpSpPr>
          <a:xfrm>
            <a:off x="2886726" y="3466743"/>
            <a:ext cx="891360" cy="331200"/>
            <a:chOff x="2886726" y="3466743"/>
            <a:chExt cx="89136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A41212-F2B9-2DC2-4D26-C85C377A151C}"/>
                    </a:ext>
                  </a:extLst>
                </p14:cNvPr>
                <p14:cNvContentPartPr/>
                <p14:nvPr/>
              </p14:nvContentPartPr>
              <p14:xfrm>
                <a:off x="2886726" y="3466743"/>
                <a:ext cx="122760" cy="331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A41212-F2B9-2DC2-4D26-C85C377A151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869086" y="3449103"/>
                  <a:ext cx="158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2056CB-3A94-1239-A449-E887C41D5E24}"/>
                    </a:ext>
                  </a:extLst>
                </p14:cNvPr>
                <p14:cNvContentPartPr/>
                <p14:nvPr/>
              </p14:nvContentPartPr>
              <p14:xfrm>
                <a:off x="3066726" y="3562503"/>
                <a:ext cx="173880" cy="221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2056CB-3A94-1239-A449-E887C41D5E2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049086" y="3544863"/>
                  <a:ext cx="209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2F1BA2-2FD8-4087-6834-6D797F67A457}"/>
                    </a:ext>
                  </a:extLst>
                </p14:cNvPr>
                <p14:cNvContentPartPr/>
                <p14:nvPr/>
              </p14:nvContentPartPr>
              <p14:xfrm>
                <a:off x="3369486" y="3545583"/>
                <a:ext cx="146880" cy="24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22F1BA2-2FD8-4087-6834-6D797F67A45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51486" y="3527583"/>
                  <a:ext cx="182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8294B4-DFB8-E3F1-5BBF-FE0A48B1E9FD}"/>
                    </a:ext>
                  </a:extLst>
                </p14:cNvPr>
                <p14:cNvContentPartPr/>
                <p14:nvPr/>
              </p14:nvContentPartPr>
              <p14:xfrm>
                <a:off x="3608526" y="3559623"/>
                <a:ext cx="169560" cy="190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8294B4-DFB8-E3F1-5BBF-FE0A48B1E9F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90886" y="3541623"/>
                  <a:ext cx="20520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39A3833-C2C5-6486-F6D7-E3BCDA5F581B}"/>
                  </a:ext>
                </a:extLst>
              </p14:cNvPr>
              <p14:cNvContentPartPr/>
              <p14:nvPr/>
            </p14:nvContentPartPr>
            <p14:xfrm>
              <a:off x="4065006" y="3658263"/>
              <a:ext cx="183600" cy="14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39A3833-C2C5-6486-F6D7-E3BCDA5F581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047006" y="3640263"/>
                <a:ext cx="21924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AB780E3-EE57-87F1-CB36-65748A5CBFBE}"/>
              </a:ext>
            </a:extLst>
          </p:cNvPr>
          <p:cNvGrpSpPr/>
          <p:nvPr/>
        </p:nvGrpSpPr>
        <p:grpSpPr>
          <a:xfrm>
            <a:off x="4535166" y="3554223"/>
            <a:ext cx="459000" cy="262080"/>
            <a:chOff x="4535166" y="3554223"/>
            <a:chExt cx="4590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E4548C6-5D0C-CBC0-BEBE-827F5D26D651}"/>
                    </a:ext>
                  </a:extLst>
                </p14:cNvPr>
                <p14:cNvContentPartPr/>
                <p14:nvPr/>
              </p14:nvContentPartPr>
              <p14:xfrm>
                <a:off x="4535166" y="3554223"/>
                <a:ext cx="120600" cy="262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E4548C6-5D0C-CBC0-BEBE-827F5D26D6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517526" y="3536223"/>
                  <a:ext cx="156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FA39AA-8D4B-E130-E58A-2A9D08EAE951}"/>
                    </a:ext>
                  </a:extLst>
                </p14:cNvPr>
                <p14:cNvContentPartPr/>
                <p14:nvPr/>
              </p14:nvContentPartPr>
              <p14:xfrm>
                <a:off x="4803726" y="3577983"/>
                <a:ext cx="190440" cy="237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FA39AA-8D4B-E130-E58A-2A9D08EAE95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86086" y="3559983"/>
                  <a:ext cx="22608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463B1E2-6FDC-C663-A323-FAB87310866F}"/>
                  </a:ext>
                </a:extLst>
              </p14:cNvPr>
              <p14:cNvContentPartPr/>
              <p14:nvPr/>
            </p14:nvContentPartPr>
            <p14:xfrm>
              <a:off x="5415006" y="3731343"/>
              <a:ext cx="294120" cy="280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463B1E2-6FDC-C663-A323-FAB87310866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397366" y="3713703"/>
                <a:ext cx="32976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13AE24DB-B8F1-A54F-290D-29F1777F00BD}"/>
              </a:ext>
            </a:extLst>
          </p:cNvPr>
          <p:cNvGrpSpPr/>
          <p:nvPr/>
        </p:nvGrpSpPr>
        <p:grpSpPr>
          <a:xfrm>
            <a:off x="5972646" y="3539463"/>
            <a:ext cx="311400" cy="284400"/>
            <a:chOff x="5972646" y="3539463"/>
            <a:chExt cx="31140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AA69DF8-C770-4F1F-AB6C-D5378C7E70EF}"/>
                    </a:ext>
                  </a:extLst>
                </p14:cNvPr>
                <p14:cNvContentPartPr/>
                <p14:nvPr/>
              </p14:nvContentPartPr>
              <p14:xfrm>
                <a:off x="5972646" y="3539463"/>
                <a:ext cx="109080" cy="284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AA69DF8-C770-4F1F-AB6C-D5378C7E70E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54646" y="3521823"/>
                  <a:ext cx="144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FFF2880-9757-6B6C-8BD9-9BE8BD10C434}"/>
                    </a:ext>
                  </a:extLst>
                </p14:cNvPr>
                <p14:cNvContentPartPr/>
                <p14:nvPr/>
              </p14:nvContentPartPr>
              <p14:xfrm>
                <a:off x="6085686" y="3645303"/>
                <a:ext cx="198360" cy="160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FF2880-9757-6B6C-8BD9-9BE8BD10C43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68046" y="3627663"/>
                  <a:ext cx="23400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D88FBA1-D860-2B6E-0CF6-847C7E8DF955}"/>
              </a:ext>
            </a:extLst>
          </p:cNvPr>
          <p:cNvGrpSpPr/>
          <p:nvPr/>
        </p:nvGrpSpPr>
        <p:grpSpPr>
          <a:xfrm>
            <a:off x="6496446" y="3577263"/>
            <a:ext cx="607320" cy="210960"/>
            <a:chOff x="6496446" y="3577263"/>
            <a:chExt cx="60732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B150AB7-4F36-990E-F092-B1D13FFFC153}"/>
                    </a:ext>
                  </a:extLst>
                </p14:cNvPr>
                <p14:cNvContentPartPr/>
                <p14:nvPr/>
              </p14:nvContentPartPr>
              <p14:xfrm>
                <a:off x="6496446" y="3577263"/>
                <a:ext cx="147960" cy="210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B150AB7-4F36-990E-F092-B1D13FFFC15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78806" y="3559623"/>
                  <a:ext cx="183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EF305D-B7C3-F270-D745-F01937F73ED8}"/>
                    </a:ext>
                  </a:extLst>
                </p14:cNvPr>
                <p14:cNvContentPartPr/>
                <p14:nvPr/>
              </p14:nvContentPartPr>
              <p14:xfrm>
                <a:off x="6769686" y="3580503"/>
                <a:ext cx="334080" cy="18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7EF305D-B7C3-F270-D745-F01937F73ED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52046" y="3562503"/>
                  <a:ext cx="36972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E6E273D-2743-883D-2682-F621EDE02EC1}"/>
              </a:ext>
            </a:extLst>
          </p:cNvPr>
          <p:cNvGrpSpPr/>
          <p:nvPr/>
        </p:nvGrpSpPr>
        <p:grpSpPr>
          <a:xfrm>
            <a:off x="2366166" y="4265583"/>
            <a:ext cx="235440" cy="190080"/>
            <a:chOff x="2366166" y="4265583"/>
            <a:chExt cx="23544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259D1A5-81EF-793F-573B-088022933519}"/>
                    </a:ext>
                  </a:extLst>
                </p14:cNvPr>
                <p14:cNvContentPartPr/>
                <p14:nvPr/>
              </p14:nvContentPartPr>
              <p14:xfrm>
                <a:off x="2378046" y="4265583"/>
                <a:ext cx="158760" cy="24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259D1A5-81EF-793F-573B-08802293351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60046" y="4247583"/>
                  <a:ext cx="194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3166019-12F4-DD7C-4881-2C3AA2C49EB2}"/>
                    </a:ext>
                  </a:extLst>
                </p14:cNvPr>
                <p14:cNvContentPartPr/>
                <p14:nvPr/>
              </p14:nvContentPartPr>
              <p14:xfrm>
                <a:off x="2366166" y="4395903"/>
                <a:ext cx="235440" cy="59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3166019-12F4-DD7C-4881-2C3AA2C49EB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348526" y="4378263"/>
                  <a:ext cx="2710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BD1C09D-22E0-1A8E-2152-9A632C341335}"/>
              </a:ext>
            </a:extLst>
          </p:cNvPr>
          <p:cNvGrpSpPr/>
          <p:nvPr/>
        </p:nvGrpSpPr>
        <p:grpSpPr>
          <a:xfrm>
            <a:off x="3272646" y="4183143"/>
            <a:ext cx="801360" cy="279360"/>
            <a:chOff x="3272646" y="4183143"/>
            <a:chExt cx="80136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ABA02E-FEDC-9F5E-2B79-696AB779DCCC}"/>
                    </a:ext>
                  </a:extLst>
                </p14:cNvPr>
                <p14:cNvContentPartPr/>
                <p14:nvPr/>
              </p14:nvContentPartPr>
              <p14:xfrm>
                <a:off x="3272646" y="4183143"/>
                <a:ext cx="105840" cy="279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ABA02E-FEDC-9F5E-2B79-696AB779DCC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54646" y="4165503"/>
                  <a:ext cx="141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4F689E-7F47-0990-B6D5-17E9709B7584}"/>
                    </a:ext>
                  </a:extLst>
                </p14:cNvPr>
                <p14:cNvContentPartPr/>
                <p14:nvPr/>
              </p14:nvContentPartPr>
              <p14:xfrm>
                <a:off x="3413406" y="4270263"/>
                <a:ext cx="157680" cy="179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4F689E-7F47-0990-B6D5-17E9709B758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95766" y="4252263"/>
                  <a:ext cx="19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95D5DF-1C81-0B26-52A1-1D8513191154}"/>
                    </a:ext>
                  </a:extLst>
                </p14:cNvPr>
                <p14:cNvContentPartPr/>
                <p14:nvPr/>
              </p14:nvContentPartPr>
              <p14:xfrm>
                <a:off x="3706086" y="4218063"/>
                <a:ext cx="168840" cy="221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95D5DF-1C81-0B26-52A1-1D851319115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88446" y="4200063"/>
                  <a:ext cx="204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1F1A1D5-6B91-E9C6-6F80-EEF6F5E0FCCA}"/>
                    </a:ext>
                  </a:extLst>
                </p14:cNvPr>
                <p14:cNvContentPartPr/>
                <p14:nvPr/>
              </p14:nvContentPartPr>
              <p14:xfrm>
                <a:off x="3906606" y="4273863"/>
                <a:ext cx="167400" cy="174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1F1A1D5-6B91-E9C6-6F80-EEF6F5E0FCC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88606" y="4256223"/>
                  <a:ext cx="2030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648A8B8-F603-DA98-A79D-F7AD8B48246B}"/>
              </a:ext>
            </a:extLst>
          </p:cNvPr>
          <p:cNvGrpSpPr/>
          <p:nvPr/>
        </p:nvGrpSpPr>
        <p:grpSpPr>
          <a:xfrm>
            <a:off x="4380366" y="4263783"/>
            <a:ext cx="1128600" cy="237960"/>
            <a:chOff x="4380366" y="4263783"/>
            <a:chExt cx="112860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BAC3722-B5F4-1A90-1862-00F95E539AE9}"/>
                    </a:ext>
                  </a:extLst>
                </p14:cNvPr>
                <p14:cNvContentPartPr/>
                <p14:nvPr/>
              </p14:nvContentPartPr>
              <p14:xfrm>
                <a:off x="4380366" y="4378983"/>
                <a:ext cx="152640" cy="24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BAC3722-B5F4-1A90-1862-00F95E539AE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62366" y="4360983"/>
                  <a:ext cx="188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E496BE-FD07-1448-D017-3A23D6B499ED}"/>
                    </a:ext>
                  </a:extLst>
                </p14:cNvPr>
                <p14:cNvContentPartPr/>
                <p14:nvPr/>
              </p14:nvContentPartPr>
              <p14:xfrm>
                <a:off x="4667286" y="4267743"/>
                <a:ext cx="31320" cy="216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E496BE-FD07-1448-D017-3A23D6B499E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649286" y="4249743"/>
                  <a:ext cx="66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456C6C-DAB8-1BD2-C604-4CAF0C51358F}"/>
                    </a:ext>
                  </a:extLst>
                </p14:cNvPr>
                <p14:cNvContentPartPr/>
                <p14:nvPr/>
              </p14:nvContentPartPr>
              <p14:xfrm>
                <a:off x="4766646" y="4335423"/>
                <a:ext cx="199080" cy="166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456C6C-DAB8-1BD2-C604-4CAF0C51358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749006" y="4317783"/>
                  <a:ext cx="234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0920C29-627E-FA65-A7ED-DC1DB0B73A79}"/>
                    </a:ext>
                  </a:extLst>
                </p14:cNvPr>
                <p14:cNvContentPartPr/>
                <p14:nvPr/>
              </p14:nvContentPartPr>
              <p14:xfrm>
                <a:off x="5062566" y="4288263"/>
                <a:ext cx="153720" cy="206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0920C29-627E-FA65-A7ED-DC1DB0B73A7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44926" y="4270623"/>
                  <a:ext cx="189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1412A67-4B27-7D72-0030-82CEE395654F}"/>
                    </a:ext>
                  </a:extLst>
                </p14:cNvPr>
                <p14:cNvContentPartPr/>
                <p14:nvPr/>
              </p14:nvContentPartPr>
              <p14:xfrm>
                <a:off x="5364966" y="4263783"/>
                <a:ext cx="144000" cy="183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1412A67-4B27-7D72-0030-82CEE395654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347326" y="4246143"/>
                  <a:ext cx="1796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952C611-1822-A819-1AB5-6776386016A3}"/>
              </a:ext>
            </a:extLst>
          </p:cNvPr>
          <p:cNvGrpSpPr/>
          <p:nvPr/>
        </p:nvGrpSpPr>
        <p:grpSpPr>
          <a:xfrm>
            <a:off x="719886" y="4791183"/>
            <a:ext cx="873720" cy="534960"/>
            <a:chOff x="719886" y="4791183"/>
            <a:chExt cx="87372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28F13F-EB4F-C500-ACE6-32B2E377ABF9}"/>
                    </a:ext>
                  </a:extLst>
                </p14:cNvPr>
                <p14:cNvContentPartPr/>
                <p14:nvPr/>
              </p14:nvContentPartPr>
              <p14:xfrm>
                <a:off x="719886" y="4932663"/>
                <a:ext cx="313200" cy="393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28F13F-EB4F-C500-ACE6-32B2E377ABF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2246" y="4914663"/>
                  <a:ext cx="3488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757224-E143-0D7B-A513-CA325D62D1F0}"/>
                    </a:ext>
                  </a:extLst>
                </p14:cNvPr>
                <p14:cNvContentPartPr/>
                <p14:nvPr/>
              </p14:nvContentPartPr>
              <p14:xfrm>
                <a:off x="1133526" y="4966143"/>
                <a:ext cx="197280" cy="50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757224-E143-0D7B-A513-CA325D62D1F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15526" y="4948503"/>
                  <a:ext cx="2329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346C934-C361-4B4F-E5C7-F1AD8B69309B}"/>
                    </a:ext>
                  </a:extLst>
                </p14:cNvPr>
                <p14:cNvContentPartPr/>
                <p14:nvPr/>
              </p14:nvContentPartPr>
              <p14:xfrm>
                <a:off x="1525566" y="4791183"/>
                <a:ext cx="68040" cy="238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346C934-C361-4B4F-E5C7-F1AD8B69309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507566" y="4773183"/>
                  <a:ext cx="10368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ADDADAB-32B1-8E84-2D5A-40728CA9F069}"/>
              </a:ext>
            </a:extLst>
          </p:cNvPr>
          <p:cNvGrpSpPr/>
          <p:nvPr/>
        </p:nvGrpSpPr>
        <p:grpSpPr>
          <a:xfrm>
            <a:off x="1839126" y="5112663"/>
            <a:ext cx="1041120" cy="374760"/>
            <a:chOff x="1839126" y="5112663"/>
            <a:chExt cx="104112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08D1CB0-91C6-D3E7-44C0-EA3660F7DC95}"/>
                    </a:ext>
                  </a:extLst>
                </p14:cNvPr>
                <p14:cNvContentPartPr/>
                <p14:nvPr/>
              </p14:nvContentPartPr>
              <p14:xfrm>
                <a:off x="1839126" y="5112663"/>
                <a:ext cx="297720" cy="299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08D1CB0-91C6-D3E7-44C0-EA3660F7DC9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21486" y="5094663"/>
                  <a:ext cx="3333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5A24EB-867E-AED7-7CDE-2B4E74AD8123}"/>
                    </a:ext>
                  </a:extLst>
                </p14:cNvPr>
                <p14:cNvContentPartPr/>
                <p14:nvPr/>
              </p14:nvContentPartPr>
              <p14:xfrm>
                <a:off x="2277966" y="5280423"/>
                <a:ext cx="125640" cy="141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5A24EB-867E-AED7-7CDE-2B4E74AD812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259966" y="5262423"/>
                  <a:ext cx="161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21C15EA-5644-BA2A-93EA-A6DA0F2A4B47}"/>
                    </a:ext>
                  </a:extLst>
                </p14:cNvPr>
                <p14:cNvContentPartPr/>
                <p14:nvPr/>
              </p14:nvContentPartPr>
              <p14:xfrm>
                <a:off x="2525646" y="5259543"/>
                <a:ext cx="354600" cy="227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21C15EA-5644-BA2A-93EA-A6DA0F2A4B4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07646" y="5241903"/>
                  <a:ext cx="3902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9FB97CB-DDBA-C2DA-0DF4-1FC31E36563C}"/>
              </a:ext>
            </a:extLst>
          </p:cNvPr>
          <p:cNvGrpSpPr/>
          <p:nvPr/>
        </p:nvGrpSpPr>
        <p:grpSpPr>
          <a:xfrm>
            <a:off x="4592046" y="5375823"/>
            <a:ext cx="1181880" cy="365760"/>
            <a:chOff x="4592046" y="5375823"/>
            <a:chExt cx="118188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BFBE7A0-2C6C-CEB3-1D88-368E16860DEF}"/>
                    </a:ext>
                  </a:extLst>
                </p14:cNvPr>
                <p14:cNvContentPartPr/>
                <p14:nvPr/>
              </p14:nvContentPartPr>
              <p14:xfrm>
                <a:off x="4592046" y="5520903"/>
                <a:ext cx="160560" cy="177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BFBE7A0-2C6C-CEB3-1D88-368E16860DE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74046" y="5502903"/>
                  <a:ext cx="196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8E6C37-94F8-DF79-1E94-92945D446A4E}"/>
                    </a:ext>
                  </a:extLst>
                </p14:cNvPr>
                <p14:cNvContentPartPr/>
                <p14:nvPr/>
              </p14:nvContentPartPr>
              <p14:xfrm>
                <a:off x="4836846" y="5575623"/>
                <a:ext cx="444600" cy="165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8E6C37-94F8-DF79-1E94-92945D446A4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18846" y="5557623"/>
                  <a:ext cx="480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072BE47-E20D-7D9E-3FC9-9FA94CAE67E9}"/>
                    </a:ext>
                  </a:extLst>
                </p14:cNvPr>
                <p14:cNvContentPartPr/>
                <p14:nvPr/>
              </p14:nvContentPartPr>
              <p14:xfrm>
                <a:off x="5299446" y="5466543"/>
                <a:ext cx="26280" cy="35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072BE47-E20D-7D9E-3FC9-9FA94CAE67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81806" y="5448543"/>
                  <a:ext cx="61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5390AE-E7FC-5CBE-F021-5F176FC7DFDF}"/>
                    </a:ext>
                  </a:extLst>
                </p14:cNvPr>
                <p14:cNvContentPartPr/>
                <p14:nvPr/>
              </p14:nvContentPartPr>
              <p14:xfrm>
                <a:off x="5361726" y="5600103"/>
                <a:ext cx="119520" cy="137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5390AE-E7FC-5CBE-F021-5F176FC7DFD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43726" y="5582463"/>
                  <a:ext cx="155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030AD4-BC5B-E010-1F04-68989322B126}"/>
                    </a:ext>
                  </a:extLst>
                </p14:cNvPr>
                <p14:cNvContentPartPr/>
                <p14:nvPr/>
              </p14:nvContentPartPr>
              <p14:xfrm>
                <a:off x="5589966" y="5375823"/>
                <a:ext cx="138960" cy="339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030AD4-BC5B-E010-1F04-68989322B12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71966" y="5358183"/>
                  <a:ext cx="1746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FB39A9-C64A-36F5-35A0-A27138E771C9}"/>
                    </a:ext>
                  </a:extLst>
                </p14:cNvPr>
                <p14:cNvContentPartPr/>
                <p14:nvPr/>
              </p14:nvContentPartPr>
              <p14:xfrm>
                <a:off x="5582046" y="5491023"/>
                <a:ext cx="191880" cy="24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FB39A9-C64A-36F5-35A0-A27138E771C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64046" y="5473023"/>
                  <a:ext cx="22752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F9D5574-6588-5767-9D2F-79C73D3A282F}"/>
                  </a:ext>
                </a:extLst>
              </p14:cNvPr>
              <p14:cNvContentPartPr/>
              <p14:nvPr/>
            </p14:nvContentPartPr>
            <p14:xfrm>
              <a:off x="6389166" y="5865783"/>
              <a:ext cx="55440" cy="35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F9D5574-6588-5767-9D2F-79C73D3A282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371526" y="5847783"/>
                <a:ext cx="910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96CFFEA-EBE0-1A15-5C3B-E34EE3615296}"/>
                  </a:ext>
                </a:extLst>
              </p14:cNvPr>
              <p14:cNvContentPartPr/>
              <p14:nvPr/>
            </p14:nvContentPartPr>
            <p14:xfrm>
              <a:off x="1054686" y="6062703"/>
              <a:ext cx="7200" cy="169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96CFFEA-EBE0-1A15-5C3B-E34EE361529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36686" y="6045063"/>
                <a:ext cx="428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0C53C95-DCC2-F84A-BAB2-882D9FEA99A7}"/>
                  </a:ext>
                </a:extLst>
              </p14:cNvPr>
              <p14:cNvContentPartPr/>
              <p14:nvPr/>
            </p14:nvContentPartPr>
            <p14:xfrm>
              <a:off x="1389126" y="5719263"/>
              <a:ext cx="23040" cy="13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0C53C95-DCC2-F84A-BAB2-882D9FEA99A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371126" y="5701263"/>
                <a:ext cx="586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3CE3761-B8D9-2FE3-5FCF-274EDC51056E}"/>
                  </a:ext>
                </a:extLst>
              </p14:cNvPr>
              <p14:cNvContentPartPr/>
              <p14:nvPr/>
            </p14:nvContentPartPr>
            <p14:xfrm>
              <a:off x="868566" y="5130303"/>
              <a:ext cx="184680" cy="255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3CE3761-B8D9-2FE3-5FCF-274EDC51056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50566" y="5112303"/>
                <a:ext cx="22032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50D1D14-C370-DAA9-F40D-F5A7283C5AF9}"/>
              </a:ext>
            </a:extLst>
          </p:cNvPr>
          <p:cNvGrpSpPr/>
          <p:nvPr/>
        </p:nvGrpSpPr>
        <p:grpSpPr>
          <a:xfrm>
            <a:off x="-41514" y="60783"/>
            <a:ext cx="1601640" cy="799200"/>
            <a:chOff x="-41514" y="60783"/>
            <a:chExt cx="1601640" cy="79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8386C1-E194-3898-AD0D-7F178E35F606}"/>
                    </a:ext>
                  </a:extLst>
                </p14:cNvPr>
                <p14:cNvContentPartPr/>
                <p14:nvPr/>
              </p14:nvContentPartPr>
              <p14:xfrm>
                <a:off x="1410366" y="548223"/>
                <a:ext cx="85680" cy="26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8386C1-E194-3898-AD0D-7F178E35F6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92726" y="530583"/>
                  <a:ext cx="121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52103E-12AB-054D-E603-12943F5C9B62}"/>
                    </a:ext>
                  </a:extLst>
                </p14:cNvPr>
                <p14:cNvContentPartPr/>
                <p14:nvPr/>
              </p14:nvContentPartPr>
              <p14:xfrm>
                <a:off x="1406046" y="649023"/>
                <a:ext cx="154080" cy="4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52103E-12AB-054D-E603-12943F5C9B6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88406" y="631023"/>
                  <a:ext cx="189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90591D-853E-6384-413D-DA960A56773A}"/>
                    </a:ext>
                  </a:extLst>
                </p14:cNvPr>
                <p14:cNvContentPartPr/>
                <p14:nvPr/>
              </p14:nvContentPartPr>
              <p14:xfrm>
                <a:off x="683166" y="479823"/>
                <a:ext cx="63360" cy="380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90591D-853E-6384-413D-DA960A56773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65526" y="461823"/>
                  <a:ext cx="990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7F36AF5-EE2D-BD4E-F483-84DA2810C3DB}"/>
                    </a:ext>
                  </a:extLst>
                </p14:cNvPr>
                <p14:cNvContentPartPr/>
                <p14:nvPr/>
              </p14:nvContentPartPr>
              <p14:xfrm>
                <a:off x="859926" y="510063"/>
                <a:ext cx="115200" cy="265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7F36AF5-EE2D-BD4E-F483-84DA2810C3D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1926" y="492063"/>
                  <a:ext cx="150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502CDF-B6E8-B2E6-EFA9-33A11AADD7D5}"/>
                    </a:ext>
                  </a:extLst>
                </p14:cNvPr>
                <p14:cNvContentPartPr/>
                <p14:nvPr/>
              </p14:nvContentPartPr>
              <p14:xfrm>
                <a:off x="898446" y="622023"/>
                <a:ext cx="94320" cy="62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502CDF-B6E8-B2E6-EFA9-33A11AADD7D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0446" y="604023"/>
                  <a:ext cx="129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24A875-77C9-6EDB-3CAE-E35344C3F4D4}"/>
                    </a:ext>
                  </a:extLst>
                </p14:cNvPr>
                <p14:cNvContentPartPr/>
                <p14:nvPr/>
              </p14:nvContentPartPr>
              <p14:xfrm>
                <a:off x="1133166" y="458943"/>
                <a:ext cx="18360" cy="300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24A875-77C9-6EDB-3CAE-E35344C3F4D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15526" y="441303"/>
                  <a:ext cx="54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81E6683-280B-8AAE-0134-153603B0CF76}"/>
                    </a:ext>
                  </a:extLst>
                </p14:cNvPr>
                <p14:cNvContentPartPr/>
                <p14:nvPr/>
              </p14:nvContentPartPr>
              <p14:xfrm>
                <a:off x="-41514" y="153303"/>
                <a:ext cx="154800" cy="342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81E6683-280B-8AAE-0134-153603B0CF7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-59514" y="135663"/>
                  <a:ext cx="1904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63C5CC-6DA1-83A1-291F-548689F6B472}"/>
                    </a:ext>
                  </a:extLst>
                </p14:cNvPr>
                <p14:cNvContentPartPr/>
                <p14:nvPr/>
              </p14:nvContentPartPr>
              <p14:xfrm>
                <a:off x="85694" y="169143"/>
                <a:ext cx="471600" cy="239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63C5CC-6DA1-83A1-291F-548689F6B47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7694" y="151143"/>
                  <a:ext cx="507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5EBBED5-4003-80DB-A996-7BBCD73A2735}"/>
                    </a:ext>
                  </a:extLst>
                </p14:cNvPr>
                <p14:cNvContentPartPr/>
                <p14:nvPr/>
              </p14:nvContentPartPr>
              <p14:xfrm>
                <a:off x="587534" y="60783"/>
                <a:ext cx="46440" cy="267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5EBBED5-4003-80DB-A996-7BBCD73A273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9894" y="43143"/>
                  <a:ext cx="820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44878AD-EB3A-58E7-077D-BE0A9AD017B1}"/>
                    </a:ext>
                  </a:extLst>
                </p14:cNvPr>
                <p14:cNvContentPartPr/>
                <p14:nvPr/>
              </p14:nvContentPartPr>
              <p14:xfrm>
                <a:off x="682574" y="190383"/>
                <a:ext cx="32760" cy="128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44878AD-EB3A-58E7-077D-BE0A9AD017B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4574" y="172743"/>
                  <a:ext cx="68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92C7B5F-5348-1591-6259-F312CFD4BA4C}"/>
                    </a:ext>
                  </a:extLst>
                </p14:cNvPr>
                <p14:cNvContentPartPr/>
                <p14:nvPr/>
              </p14:nvContentPartPr>
              <p14:xfrm>
                <a:off x="779414" y="141423"/>
                <a:ext cx="378000" cy="168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92C7B5F-5348-1591-6259-F312CFD4BA4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61774" y="123423"/>
                  <a:ext cx="413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A0BA6EE-27BA-0C53-4B02-EAE54019B180}"/>
                    </a:ext>
                  </a:extLst>
                </p14:cNvPr>
                <p14:cNvContentPartPr/>
                <p14:nvPr/>
              </p14:nvContentPartPr>
              <p14:xfrm>
                <a:off x="669254" y="118383"/>
                <a:ext cx="67320" cy="9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A0BA6EE-27BA-0C53-4B02-EAE54019B18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51614" y="100743"/>
                  <a:ext cx="102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510000D-6A13-D3C2-43A7-CB003DE407B4}"/>
                    </a:ext>
                  </a:extLst>
                </p14:cNvPr>
                <p14:cNvContentPartPr/>
                <p14:nvPr/>
              </p14:nvContentPartPr>
              <p14:xfrm>
                <a:off x="432374" y="202263"/>
                <a:ext cx="129240" cy="36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510000D-6A13-D3C2-43A7-CB003DE407B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14374" y="184263"/>
                  <a:ext cx="164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4E133F9-7225-20E3-7AA2-591D75973126}"/>
                    </a:ext>
                  </a:extLst>
                </p14:cNvPr>
                <p14:cNvContentPartPr/>
                <p14:nvPr/>
              </p14:nvContentPartPr>
              <p14:xfrm>
                <a:off x="-24466" y="249063"/>
                <a:ext cx="1468080" cy="451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4E133F9-7225-20E3-7AA2-591D7597312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-42106" y="231423"/>
                  <a:ext cx="1503720" cy="48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97D09B3-F616-DEC2-B2DB-17A94224F93D}"/>
              </a:ext>
            </a:extLst>
          </p:cNvPr>
          <p:cNvGrpSpPr/>
          <p:nvPr/>
        </p:nvGrpSpPr>
        <p:grpSpPr>
          <a:xfrm>
            <a:off x="8379014" y="177783"/>
            <a:ext cx="1487880" cy="489600"/>
            <a:chOff x="8379014" y="177783"/>
            <a:chExt cx="148788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FD9EFDB-70B5-4D04-870D-AE90F5DF061E}"/>
                    </a:ext>
                  </a:extLst>
                </p14:cNvPr>
                <p14:cNvContentPartPr/>
                <p14:nvPr/>
              </p14:nvContentPartPr>
              <p14:xfrm>
                <a:off x="8388734" y="177783"/>
                <a:ext cx="222840" cy="160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FD9EFDB-70B5-4D04-870D-AE90F5DF061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71094" y="159783"/>
                  <a:ext cx="258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44BB415-87EE-08AD-0027-AC941182C2D2}"/>
                    </a:ext>
                  </a:extLst>
                </p14:cNvPr>
                <p14:cNvContentPartPr/>
                <p14:nvPr/>
              </p14:nvContentPartPr>
              <p14:xfrm>
                <a:off x="8471894" y="229623"/>
                <a:ext cx="75600" cy="315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44BB415-87EE-08AD-0027-AC941182C2D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53894" y="211623"/>
                  <a:ext cx="111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3273761-A3E5-1741-1ED7-A6EBE0671EDD}"/>
                    </a:ext>
                  </a:extLst>
                </p14:cNvPr>
                <p14:cNvContentPartPr/>
                <p14:nvPr/>
              </p14:nvContentPartPr>
              <p14:xfrm>
                <a:off x="8379014" y="447423"/>
                <a:ext cx="392400" cy="178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3273761-A3E5-1741-1ED7-A6EBE0671E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361014" y="429423"/>
                  <a:ext cx="428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B93582-003A-CB8F-B82E-CB4E22EDD95A}"/>
                    </a:ext>
                  </a:extLst>
                </p14:cNvPr>
                <p14:cNvContentPartPr/>
                <p14:nvPr/>
              </p14:nvContentPartPr>
              <p14:xfrm>
                <a:off x="8840534" y="396303"/>
                <a:ext cx="1026360" cy="271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B93582-003A-CB8F-B82E-CB4E22EDD95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22534" y="378303"/>
                  <a:ext cx="10620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CD46CDD-2FCE-7643-BB52-376BCB5520BD}"/>
              </a:ext>
            </a:extLst>
          </p:cNvPr>
          <p:cNvGrpSpPr/>
          <p:nvPr/>
        </p:nvGrpSpPr>
        <p:grpSpPr>
          <a:xfrm>
            <a:off x="10366214" y="192543"/>
            <a:ext cx="1691640" cy="982080"/>
            <a:chOff x="10366214" y="192543"/>
            <a:chExt cx="1691640" cy="9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08C207A-09EE-3C8E-041E-DC16937B7569}"/>
                    </a:ext>
                  </a:extLst>
                </p14:cNvPr>
                <p14:cNvContentPartPr/>
                <p14:nvPr/>
              </p14:nvContentPartPr>
              <p14:xfrm>
                <a:off x="10366214" y="402783"/>
                <a:ext cx="339840" cy="192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08C207A-09EE-3C8E-041E-DC16937B756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348214" y="385143"/>
                  <a:ext cx="375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203666B-5EA3-FE34-A630-385100E91363}"/>
                    </a:ext>
                  </a:extLst>
                </p14:cNvPr>
                <p14:cNvContentPartPr/>
                <p14:nvPr/>
              </p14:nvContentPartPr>
              <p14:xfrm>
                <a:off x="10776254" y="192543"/>
                <a:ext cx="611280" cy="467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203666B-5EA3-FE34-A630-385100E9136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758614" y="174903"/>
                  <a:ext cx="6469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EAC69B6-9578-3D06-193D-6F7A71FC7A3A}"/>
                    </a:ext>
                  </a:extLst>
                </p14:cNvPr>
                <p14:cNvContentPartPr/>
                <p14:nvPr/>
              </p14:nvContentPartPr>
              <p14:xfrm>
                <a:off x="11490134" y="454623"/>
                <a:ext cx="129600" cy="154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EAC69B6-9578-3D06-193D-6F7A71FC7A3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472134" y="436983"/>
                  <a:ext cx="165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3F5CB3-214C-4A5D-5650-DA26B6EA4A7A}"/>
                    </a:ext>
                  </a:extLst>
                </p14:cNvPr>
                <p14:cNvContentPartPr/>
                <p14:nvPr/>
              </p14:nvContentPartPr>
              <p14:xfrm>
                <a:off x="11468534" y="434103"/>
                <a:ext cx="163080" cy="194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3F5CB3-214C-4A5D-5650-DA26B6EA4A7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450534" y="416103"/>
                  <a:ext cx="198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7D5F1C3-EAED-9F57-4701-A5ED17109FF8}"/>
                    </a:ext>
                  </a:extLst>
                </p14:cNvPr>
                <p14:cNvContentPartPr/>
                <p14:nvPr/>
              </p14:nvContentPartPr>
              <p14:xfrm>
                <a:off x="11350454" y="215223"/>
                <a:ext cx="70560" cy="68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7D5F1C3-EAED-9F57-4701-A5ED17109FF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32814" y="197223"/>
                  <a:ext cx="106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59C5B2-A84A-F5B2-9D14-7F7AC29449C0}"/>
                    </a:ext>
                  </a:extLst>
                </p14:cNvPr>
                <p14:cNvContentPartPr/>
                <p14:nvPr/>
              </p14:nvContentPartPr>
              <p14:xfrm>
                <a:off x="10884254" y="314943"/>
                <a:ext cx="318960" cy="32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59C5B2-A84A-F5B2-9D14-7F7AC29449C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866614" y="297303"/>
                  <a:ext cx="354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D2D9B55-2747-C6F3-6F2D-C29D3DCB0D6E}"/>
                    </a:ext>
                  </a:extLst>
                </p14:cNvPr>
                <p14:cNvContentPartPr/>
                <p14:nvPr/>
              </p14:nvContentPartPr>
              <p14:xfrm>
                <a:off x="10764014" y="755583"/>
                <a:ext cx="924120" cy="419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D2D9B55-2747-C6F3-6F2D-C29D3DCB0D6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746014" y="737943"/>
                  <a:ext cx="9597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6039AB4-2EDB-7B85-39CC-667A706D2AE3}"/>
                    </a:ext>
                  </a:extLst>
                </p14:cNvPr>
                <p14:cNvContentPartPr/>
                <p14:nvPr/>
              </p14:nvContentPartPr>
              <p14:xfrm>
                <a:off x="11741054" y="973383"/>
                <a:ext cx="86760" cy="149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6039AB4-2EDB-7B85-39CC-667A706D2AE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23414" y="955383"/>
                  <a:ext cx="122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989F8F-E536-42F0-D642-692A6A54348F}"/>
                    </a:ext>
                  </a:extLst>
                </p14:cNvPr>
                <p14:cNvContentPartPr/>
                <p14:nvPr/>
              </p14:nvContentPartPr>
              <p14:xfrm>
                <a:off x="11906654" y="726423"/>
                <a:ext cx="151200" cy="380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989F8F-E536-42F0-D642-692A6A54348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888654" y="708783"/>
                  <a:ext cx="186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F143C66-F7A3-08B9-959C-2BD9288EF03A}"/>
                    </a:ext>
                  </a:extLst>
                </p14:cNvPr>
                <p14:cNvContentPartPr/>
                <p14:nvPr/>
              </p14:nvContentPartPr>
              <p14:xfrm>
                <a:off x="11266214" y="894903"/>
                <a:ext cx="98640" cy="11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F143C66-F7A3-08B9-959C-2BD9288EF03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248574" y="876903"/>
                  <a:ext cx="13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563C33F-C31C-9D96-64E0-F865707F83BF}"/>
              </a:ext>
            </a:extLst>
          </p:cNvPr>
          <p:cNvGrpSpPr/>
          <p:nvPr/>
        </p:nvGrpSpPr>
        <p:grpSpPr>
          <a:xfrm>
            <a:off x="471614" y="6100143"/>
            <a:ext cx="527400" cy="380520"/>
            <a:chOff x="471614" y="6100143"/>
            <a:chExt cx="52740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1104E72-6B72-42EB-7FF7-D503F6C26FD2}"/>
                    </a:ext>
                  </a:extLst>
                </p14:cNvPr>
                <p14:cNvContentPartPr/>
                <p14:nvPr/>
              </p14:nvContentPartPr>
              <p14:xfrm>
                <a:off x="471614" y="6100143"/>
                <a:ext cx="245880" cy="376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1104E72-6B72-42EB-7FF7-D503F6C26FD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53614" y="6082503"/>
                  <a:ext cx="2815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6BA2F29-AC28-DB7A-AB41-CFB7488C5EC8}"/>
                    </a:ext>
                  </a:extLst>
                </p14:cNvPr>
                <p14:cNvContentPartPr/>
                <p14:nvPr/>
              </p14:nvContentPartPr>
              <p14:xfrm>
                <a:off x="863654" y="6103743"/>
                <a:ext cx="135360" cy="376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6BA2F29-AC28-DB7A-AB41-CFB7488C5EC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46014" y="6085743"/>
                  <a:ext cx="1710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E552082-6B73-7FD3-AF9E-76E7B5992DC0}"/>
                    </a:ext>
                  </a:extLst>
                </p14:cNvPr>
                <p14:cNvContentPartPr/>
                <p14:nvPr/>
              </p14:nvContentPartPr>
              <p14:xfrm>
                <a:off x="777614" y="6211743"/>
                <a:ext cx="191880" cy="63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E552082-6B73-7FD3-AF9E-76E7B5992DC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59974" y="6193743"/>
                  <a:ext cx="2275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B176D63-2CEF-3921-5021-657D5D08793C}"/>
              </a:ext>
            </a:extLst>
          </p:cNvPr>
          <p:cNvGrpSpPr/>
          <p:nvPr/>
        </p:nvGrpSpPr>
        <p:grpSpPr>
          <a:xfrm>
            <a:off x="1365854" y="6072063"/>
            <a:ext cx="738720" cy="454320"/>
            <a:chOff x="1365854" y="6072063"/>
            <a:chExt cx="73872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7F5165A-08A9-82FD-58D4-B59E2DABB5B0}"/>
                    </a:ext>
                  </a:extLst>
                </p14:cNvPr>
                <p14:cNvContentPartPr/>
                <p14:nvPr/>
              </p14:nvContentPartPr>
              <p14:xfrm>
                <a:off x="1365854" y="6072063"/>
                <a:ext cx="382680" cy="435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7F5165A-08A9-82FD-58D4-B59E2DABB5B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348214" y="6054063"/>
                  <a:ext cx="4183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BE0BEDC-D1FD-BC82-17C2-166D64E44CD6}"/>
                    </a:ext>
                  </a:extLst>
                </p14:cNvPr>
                <p14:cNvContentPartPr/>
                <p14:nvPr/>
              </p14:nvContentPartPr>
              <p14:xfrm>
                <a:off x="1783094" y="6268623"/>
                <a:ext cx="321480" cy="257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BE0BEDC-D1FD-BC82-17C2-166D64E44CD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765454" y="6250983"/>
                  <a:ext cx="35712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72C2926-9FCD-8013-1473-E740B0EF7C2A}"/>
              </a:ext>
            </a:extLst>
          </p:cNvPr>
          <p:cNvGrpSpPr/>
          <p:nvPr/>
        </p:nvGrpSpPr>
        <p:grpSpPr>
          <a:xfrm>
            <a:off x="2563934" y="6092583"/>
            <a:ext cx="771840" cy="376200"/>
            <a:chOff x="2563934" y="6092583"/>
            <a:chExt cx="77184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682C83-9531-5133-EB0C-F9B45F86642E}"/>
                    </a:ext>
                  </a:extLst>
                </p14:cNvPr>
                <p14:cNvContentPartPr/>
                <p14:nvPr/>
              </p14:nvContentPartPr>
              <p14:xfrm>
                <a:off x="2563934" y="6092583"/>
                <a:ext cx="771840" cy="376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682C83-9531-5133-EB0C-F9B45F86642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45934" y="6074943"/>
                  <a:ext cx="8074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C35348C-1D57-EFA8-CE79-20888F622687}"/>
                    </a:ext>
                  </a:extLst>
                </p14:cNvPr>
                <p14:cNvContentPartPr/>
                <p14:nvPr/>
              </p14:nvContentPartPr>
              <p14:xfrm>
                <a:off x="3071174" y="6144063"/>
                <a:ext cx="214920" cy="55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C35348C-1D57-EFA8-CE79-20888F62268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053534" y="6126063"/>
                  <a:ext cx="25056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5D87446-B0F9-24EF-B369-DBE874E0AF6C}"/>
              </a:ext>
            </a:extLst>
          </p:cNvPr>
          <p:cNvGrpSpPr/>
          <p:nvPr/>
        </p:nvGrpSpPr>
        <p:grpSpPr>
          <a:xfrm>
            <a:off x="3950294" y="6085023"/>
            <a:ext cx="1032840" cy="442800"/>
            <a:chOff x="3950294" y="6085023"/>
            <a:chExt cx="10328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26A13E7-4133-2B41-AAD9-30D8B9B76FCE}"/>
                    </a:ext>
                  </a:extLst>
                </p14:cNvPr>
                <p14:cNvContentPartPr/>
                <p14:nvPr/>
              </p14:nvContentPartPr>
              <p14:xfrm>
                <a:off x="3950294" y="6085023"/>
                <a:ext cx="414720" cy="418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26A13E7-4133-2B41-AAD9-30D8B9B76FC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932294" y="6067023"/>
                  <a:ext cx="4503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0D0D429-923B-47A1-A1A6-868BAB651C3B}"/>
                    </a:ext>
                  </a:extLst>
                </p14:cNvPr>
                <p14:cNvContentPartPr/>
                <p14:nvPr/>
              </p14:nvContentPartPr>
              <p14:xfrm>
                <a:off x="4331174" y="6295623"/>
                <a:ext cx="190440" cy="232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0D0D429-923B-47A1-A1A6-868BAB651C3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313174" y="6277623"/>
                  <a:ext cx="226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AFC9B44-0456-9405-1FA6-882B66018914}"/>
                    </a:ext>
                  </a:extLst>
                </p14:cNvPr>
                <p14:cNvContentPartPr/>
                <p14:nvPr/>
              </p14:nvContentPartPr>
              <p14:xfrm>
                <a:off x="4540334" y="6308943"/>
                <a:ext cx="442800" cy="210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AFC9B44-0456-9405-1FA6-882B6601891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522334" y="6291303"/>
                  <a:ext cx="47844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755698E-C8D3-FD66-62F3-DBAE7B6CA270}"/>
              </a:ext>
            </a:extLst>
          </p:cNvPr>
          <p:cNvGrpSpPr/>
          <p:nvPr/>
        </p:nvGrpSpPr>
        <p:grpSpPr>
          <a:xfrm>
            <a:off x="5439974" y="6140823"/>
            <a:ext cx="1632600" cy="617760"/>
            <a:chOff x="5439974" y="6140823"/>
            <a:chExt cx="1632600" cy="61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6C7A69-DE29-E4C5-C483-0575FC80DDEA}"/>
                    </a:ext>
                  </a:extLst>
                </p14:cNvPr>
                <p14:cNvContentPartPr/>
                <p14:nvPr/>
              </p14:nvContentPartPr>
              <p14:xfrm>
                <a:off x="5439974" y="6265383"/>
                <a:ext cx="259200" cy="223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6C7A69-DE29-E4C5-C483-0575FC80DDE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21974" y="6247743"/>
                  <a:ext cx="294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72937FF-80FE-2B47-AC70-AA54E9FB3832}"/>
                    </a:ext>
                  </a:extLst>
                </p14:cNvPr>
                <p14:cNvContentPartPr/>
                <p14:nvPr/>
              </p14:nvContentPartPr>
              <p14:xfrm>
                <a:off x="5749214" y="6294543"/>
                <a:ext cx="388440" cy="216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72937FF-80FE-2B47-AC70-AA54E9FB383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731214" y="6276903"/>
                  <a:ext cx="424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CE5A0AC-1912-5DE3-71C6-532003D16C97}"/>
                    </a:ext>
                  </a:extLst>
                </p14:cNvPr>
                <p14:cNvContentPartPr/>
                <p14:nvPr/>
              </p14:nvContentPartPr>
              <p14:xfrm>
                <a:off x="5996534" y="6140823"/>
                <a:ext cx="62280" cy="38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CE5A0AC-1912-5DE3-71C6-532003D16C9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78894" y="6123183"/>
                  <a:ext cx="97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BF1855C-93D2-6AB0-C747-8915518F78AA}"/>
                    </a:ext>
                  </a:extLst>
                </p14:cNvPr>
                <p14:cNvContentPartPr/>
                <p14:nvPr/>
              </p14:nvContentPartPr>
              <p14:xfrm>
                <a:off x="6243854" y="6313263"/>
                <a:ext cx="149040" cy="445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BF1855C-93D2-6AB0-C747-8915518F78A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226214" y="6295623"/>
                  <a:ext cx="1846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7590BDE-ADC2-31B6-B723-27A8D4D1DE11}"/>
                    </a:ext>
                  </a:extLst>
                </p14:cNvPr>
                <p14:cNvContentPartPr/>
                <p14:nvPr/>
              </p14:nvContentPartPr>
              <p14:xfrm>
                <a:off x="6512054" y="6294183"/>
                <a:ext cx="560520" cy="229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7590BDE-ADC2-31B6-B723-27A8D4D1DE1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494414" y="6276183"/>
                  <a:ext cx="59616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9E79EBD2-CE5E-624A-E4E3-03AD280C28AE}"/>
              </a:ext>
            </a:extLst>
          </p:cNvPr>
          <p:cNvGrpSpPr/>
          <p:nvPr/>
        </p:nvGrpSpPr>
        <p:grpSpPr>
          <a:xfrm>
            <a:off x="7593494" y="5896743"/>
            <a:ext cx="2121480" cy="618480"/>
            <a:chOff x="7593494" y="5896743"/>
            <a:chExt cx="212148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F6A3FB0-A652-95B8-4841-60FB8E8C3391}"/>
                    </a:ext>
                  </a:extLst>
                </p14:cNvPr>
                <p14:cNvContentPartPr/>
                <p14:nvPr/>
              </p14:nvContentPartPr>
              <p14:xfrm>
                <a:off x="7593494" y="6230463"/>
                <a:ext cx="176760" cy="284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F6A3FB0-A652-95B8-4841-60FB8E8C339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575854" y="6212463"/>
                  <a:ext cx="212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5026711-02BE-1750-A0B6-441D7C463C1C}"/>
                    </a:ext>
                  </a:extLst>
                </p14:cNvPr>
                <p14:cNvContentPartPr/>
                <p14:nvPr/>
              </p14:nvContentPartPr>
              <p14:xfrm>
                <a:off x="7871414" y="5896743"/>
                <a:ext cx="1050120" cy="584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5026711-02BE-1750-A0B6-441D7C463C1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53414" y="5879103"/>
                  <a:ext cx="10857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BDD9063-F529-D2F1-0DF5-65617E1E076B}"/>
                    </a:ext>
                  </a:extLst>
                </p14:cNvPr>
                <p14:cNvContentPartPr/>
                <p14:nvPr/>
              </p14:nvContentPartPr>
              <p14:xfrm>
                <a:off x="9032774" y="6196983"/>
                <a:ext cx="115200" cy="198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BDD9063-F529-D2F1-0DF5-65617E1E076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014774" y="6179343"/>
                  <a:ext cx="150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0FEF5A1-3206-87A2-003F-1D40E753C420}"/>
                    </a:ext>
                  </a:extLst>
                </p14:cNvPr>
                <p14:cNvContentPartPr/>
                <p14:nvPr/>
              </p14:nvContentPartPr>
              <p14:xfrm>
                <a:off x="9245174" y="6139743"/>
                <a:ext cx="469800" cy="229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0FEF5A1-3206-87A2-003F-1D40E753C42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227174" y="6122103"/>
                  <a:ext cx="505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556A5DA-194E-C2CC-72A6-7A4C1361C64B}"/>
                    </a:ext>
                  </a:extLst>
                </p14:cNvPr>
                <p14:cNvContentPartPr/>
                <p14:nvPr/>
              </p14:nvContentPartPr>
              <p14:xfrm>
                <a:off x="8925134" y="5974143"/>
                <a:ext cx="117000" cy="15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556A5DA-194E-C2CC-72A6-7A4C1361C64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907494" y="5956503"/>
                  <a:ext cx="1526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C2B9B2-5804-049D-F975-717D0D6D2544}"/>
                    </a:ext>
                  </a:extLst>
                </p14:cNvPr>
                <p14:cNvContentPartPr/>
                <p14:nvPr/>
              </p14:nvContentPartPr>
              <p14:xfrm>
                <a:off x="8520494" y="6078543"/>
                <a:ext cx="298080" cy="12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C2B9B2-5804-049D-F975-717D0D6D254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02854" y="6060903"/>
                  <a:ext cx="3337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0D81ED41-60D1-175B-D2EF-4D4B0318958E}"/>
                  </a:ext>
                </a:extLst>
              </p14:cNvPr>
              <p14:cNvContentPartPr/>
              <p14:nvPr/>
            </p14:nvContentPartPr>
            <p14:xfrm>
              <a:off x="-82786" y="-420537"/>
              <a:ext cx="9000" cy="57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0D81ED41-60D1-175B-D2EF-4D4B0318958E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-100786" y="-438177"/>
                <a:ext cx="446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3E87D1C-E82D-565D-5CE6-F1C9DBBD977E}"/>
              </a:ext>
            </a:extLst>
          </p:cNvPr>
          <p:cNvGrpSpPr/>
          <p:nvPr/>
        </p:nvGrpSpPr>
        <p:grpSpPr>
          <a:xfrm>
            <a:off x="5875574" y="4202223"/>
            <a:ext cx="1374120" cy="396515"/>
            <a:chOff x="5875574" y="4202223"/>
            <a:chExt cx="1374120" cy="39651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F058B9-6E59-FC9E-74A8-53D79C5466C0}"/>
                    </a:ext>
                  </a:extLst>
                </p14:cNvPr>
                <p14:cNvContentPartPr/>
                <p14:nvPr/>
              </p14:nvContentPartPr>
              <p14:xfrm>
                <a:off x="6554766" y="4202223"/>
                <a:ext cx="319680" cy="246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F058B9-6E59-FC9E-74A8-53D79C5466C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536766" y="4184223"/>
                  <a:ext cx="3553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142CD62-7DEB-95B9-912F-519F9FBC704A}"/>
                    </a:ext>
                  </a:extLst>
                </p14:cNvPr>
                <p14:cNvContentPartPr/>
                <p14:nvPr/>
              </p14:nvContentPartPr>
              <p14:xfrm>
                <a:off x="6037446" y="4352703"/>
                <a:ext cx="104040" cy="14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142CD62-7DEB-95B9-912F-519F9FBC704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019446" y="4335063"/>
                  <a:ext cx="139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852BEFB-48D3-A9DC-86C6-875695877978}"/>
                    </a:ext>
                  </a:extLst>
                </p14:cNvPr>
                <p14:cNvContentPartPr/>
                <p14:nvPr/>
              </p14:nvContentPartPr>
              <p14:xfrm>
                <a:off x="5912526" y="4477983"/>
                <a:ext cx="228600" cy="51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852BEFB-48D3-A9DC-86C6-87569587797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894886" y="4459983"/>
                  <a:ext cx="264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5A624E3-6C44-B77D-F2D3-D109DC800DED}"/>
                    </a:ext>
                  </a:extLst>
                </p14:cNvPr>
                <p14:cNvContentPartPr/>
                <p14:nvPr/>
              </p14:nvContentPartPr>
              <p14:xfrm>
                <a:off x="5923814" y="4323903"/>
                <a:ext cx="236520" cy="62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5A624E3-6C44-B77D-F2D3-D109DC800DE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905814" y="4306263"/>
                  <a:ext cx="272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F12C9C5-40D2-4E21-4880-24A849BB9AFD}"/>
                    </a:ext>
                  </a:extLst>
                </p14:cNvPr>
                <p14:cNvContentPartPr/>
                <p14:nvPr/>
              </p14:nvContentPartPr>
              <p14:xfrm>
                <a:off x="5875574" y="4474383"/>
                <a:ext cx="389520" cy="117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F12C9C5-40D2-4E21-4880-24A849BB9AF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857934" y="4456383"/>
                  <a:ext cx="42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76F8DDA-46E5-94C7-746E-7C1B8FA1B640}"/>
                    </a:ext>
                  </a:extLst>
                </p14:cNvPr>
                <p14:cNvContentPartPr/>
                <p14:nvPr/>
              </p14:nvContentPartPr>
              <p14:xfrm>
                <a:off x="7085894" y="4568703"/>
                <a:ext cx="7200" cy="3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76F8DDA-46E5-94C7-746E-7C1B8FA1B64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067894" y="4551063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B009508-0B5E-87AB-C4B2-FE00077AABDC}"/>
                    </a:ext>
                  </a:extLst>
                </p14:cNvPr>
                <p14:cNvContentPartPr/>
                <p14:nvPr/>
              </p14:nvContentPartPr>
              <p14:xfrm>
                <a:off x="7234574" y="4584543"/>
                <a:ext cx="15120" cy="4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B009508-0B5E-87AB-C4B2-FE00077AABD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216934" y="4566903"/>
                  <a:ext cx="50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DC2BF38-CE98-405F-A040-21383F9E01C4}"/>
                    </a:ext>
                  </a:extLst>
                </p14:cNvPr>
                <p14:cNvContentPartPr/>
                <p14:nvPr/>
              </p14:nvContentPartPr>
              <p14:xfrm>
                <a:off x="6304694" y="4537898"/>
                <a:ext cx="4680" cy="10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DC2BF38-CE98-405F-A040-21383F9E01C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286694" y="4520258"/>
                  <a:ext cx="4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B910103-EA5D-991B-BA8A-82477A7ECFC5}"/>
                    </a:ext>
                  </a:extLst>
                </p14:cNvPr>
                <p14:cNvContentPartPr/>
                <p14:nvPr/>
              </p14:nvContentPartPr>
              <p14:xfrm>
                <a:off x="6365174" y="4555898"/>
                <a:ext cx="36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B910103-EA5D-991B-BA8A-82477A7ECFC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347174" y="453789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90C09C7-78A6-598F-6F83-ACC414B328C2}"/>
                    </a:ext>
                  </a:extLst>
                </p14:cNvPr>
                <p14:cNvContentPartPr/>
                <p14:nvPr/>
              </p14:nvContentPartPr>
              <p14:xfrm>
                <a:off x="6534734" y="4596578"/>
                <a:ext cx="10080" cy="2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90C09C7-78A6-598F-6F83-ACC414B328C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516734" y="4578938"/>
                  <a:ext cx="457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F998860-88B0-F478-1FD8-A7D9DC8749B5}"/>
              </a:ext>
            </a:extLst>
          </p:cNvPr>
          <p:cNvGrpSpPr/>
          <p:nvPr/>
        </p:nvGrpSpPr>
        <p:grpSpPr>
          <a:xfrm>
            <a:off x="3198126" y="5327943"/>
            <a:ext cx="851400" cy="304200"/>
            <a:chOff x="3198126" y="5327943"/>
            <a:chExt cx="85140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186C113-39A7-EC37-3EB1-94847764BEE6}"/>
                    </a:ext>
                  </a:extLst>
                </p14:cNvPr>
                <p14:cNvContentPartPr/>
                <p14:nvPr/>
              </p14:nvContentPartPr>
              <p14:xfrm>
                <a:off x="3198126" y="5384823"/>
                <a:ext cx="278280" cy="194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186C113-39A7-EC37-3EB1-94847764BEE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180486" y="5366823"/>
                  <a:ext cx="313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EDD91B3-5D71-084F-FA95-A8F5FAFAE053}"/>
                    </a:ext>
                  </a:extLst>
                </p14:cNvPr>
                <p14:cNvContentPartPr/>
                <p14:nvPr/>
              </p14:nvContentPartPr>
              <p14:xfrm>
                <a:off x="3571086" y="5412903"/>
                <a:ext cx="138960" cy="160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EDD91B3-5D71-084F-FA95-A8F5FAFAE05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553086" y="5395263"/>
                  <a:ext cx="174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1C5CE8C-F8AE-B2DC-C828-7601A8A5749B}"/>
                    </a:ext>
                  </a:extLst>
                </p14:cNvPr>
                <p14:cNvContentPartPr/>
                <p14:nvPr/>
              </p14:nvContentPartPr>
              <p14:xfrm>
                <a:off x="3891126" y="5327943"/>
                <a:ext cx="105480" cy="304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1C5CE8C-F8AE-B2DC-C828-7601A8A5749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873126" y="5310303"/>
                  <a:ext cx="1411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637C1FC-CA9E-529D-CB06-3EE1B10C1300}"/>
                    </a:ext>
                  </a:extLst>
                </p14:cNvPr>
                <p14:cNvContentPartPr/>
                <p14:nvPr/>
              </p14:nvContentPartPr>
              <p14:xfrm>
                <a:off x="3901566" y="5438463"/>
                <a:ext cx="147960" cy="16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637C1FC-CA9E-529D-CB06-3EE1B10C130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883926" y="5420463"/>
                  <a:ext cx="183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BB84575-EBED-BA19-2FAC-9395F5E19114}"/>
                    </a:ext>
                  </a:extLst>
                </p14:cNvPr>
                <p14:cNvContentPartPr/>
                <p14:nvPr/>
              </p14:nvContentPartPr>
              <p14:xfrm>
                <a:off x="3507494" y="5492618"/>
                <a:ext cx="9000" cy="5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BB84575-EBED-BA19-2FAC-9395F5E1911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89854" y="5474618"/>
                  <a:ext cx="446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13F7C14-6043-BD38-121B-975C81E0E4D4}"/>
              </a:ext>
            </a:extLst>
          </p:cNvPr>
          <p:cNvGrpSpPr/>
          <p:nvPr/>
        </p:nvGrpSpPr>
        <p:grpSpPr>
          <a:xfrm>
            <a:off x="1448654" y="4241978"/>
            <a:ext cx="367200" cy="333000"/>
            <a:chOff x="1448654" y="4241978"/>
            <a:chExt cx="36720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A7A28E3-0300-006C-E0B8-EEE68CED5D61}"/>
                    </a:ext>
                  </a:extLst>
                </p14:cNvPr>
                <p14:cNvContentPartPr/>
                <p14:nvPr/>
              </p14:nvContentPartPr>
              <p14:xfrm>
                <a:off x="1448654" y="4247018"/>
                <a:ext cx="82800" cy="327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A7A28E3-0300-006C-E0B8-EEE68CED5D6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430654" y="4229378"/>
                  <a:ext cx="1184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538011C-43BD-70A3-B93B-16E061B8583C}"/>
                    </a:ext>
                  </a:extLst>
                </p14:cNvPr>
                <p14:cNvContentPartPr/>
                <p14:nvPr/>
              </p14:nvContentPartPr>
              <p14:xfrm>
                <a:off x="1562414" y="4259618"/>
                <a:ext cx="135000" cy="257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538011C-43BD-70A3-B93B-16E061B8583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544774" y="4241978"/>
                  <a:ext cx="170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6BD4CD5-2FB5-51A2-E2DD-E4953251E1B9}"/>
                    </a:ext>
                  </a:extLst>
                </p14:cNvPr>
                <p14:cNvContentPartPr/>
                <p14:nvPr/>
              </p14:nvContentPartPr>
              <p14:xfrm>
                <a:off x="1525334" y="4383458"/>
                <a:ext cx="102240" cy="41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6BD4CD5-2FB5-51A2-E2DD-E4953251E1B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507334" y="4365818"/>
                  <a:ext cx="137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1BB11B4-6A2C-1F3E-C481-08AAA5CE41E4}"/>
                    </a:ext>
                  </a:extLst>
                </p14:cNvPr>
                <p14:cNvContentPartPr/>
                <p14:nvPr/>
              </p14:nvContentPartPr>
              <p14:xfrm>
                <a:off x="1788494" y="4241978"/>
                <a:ext cx="27360" cy="260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1BB11B4-6A2C-1F3E-C481-08AAA5CE41E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770494" y="4224338"/>
                  <a:ext cx="63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71AD164-412B-4B3B-99DF-0E9284ED81F7}"/>
                    </a:ext>
                  </a:extLst>
                </p14:cNvPr>
                <p14:cNvContentPartPr/>
                <p14:nvPr/>
              </p14:nvContentPartPr>
              <p14:xfrm>
                <a:off x="1580054" y="4388138"/>
                <a:ext cx="142200" cy="38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71AD164-412B-4B3B-99DF-0E9284ED81F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62414" y="4370138"/>
                  <a:ext cx="177840" cy="73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2465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584024B-050F-DA8E-D5FE-D49209889BD7}"/>
                  </a:ext>
                </a:extLst>
              </p14:cNvPr>
              <p14:cNvContentPartPr/>
              <p14:nvPr/>
            </p14:nvContentPartPr>
            <p14:xfrm>
              <a:off x="3658566" y="1965903"/>
              <a:ext cx="282240" cy="254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584024B-050F-DA8E-D5FE-D49209889B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0566" y="1948263"/>
                <a:ext cx="3178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B0A2812-E4FC-3E39-CE7B-43F810E171C0}"/>
                  </a:ext>
                </a:extLst>
              </p14:cNvPr>
              <p14:cNvContentPartPr/>
              <p14:nvPr/>
            </p14:nvContentPartPr>
            <p14:xfrm>
              <a:off x="231366" y="3298623"/>
              <a:ext cx="16200" cy="135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B0A2812-E4FC-3E39-CE7B-43F810E171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726" y="3280983"/>
                <a:ext cx="518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65789D6-9CA2-8501-BA44-361E9D0932CE}"/>
                  </a:ext>
                </a:extLst>
              </p14:cNvPr>
              <p14:cNvContentPartPr/>
              <p14:nvPr/>
            </p14:nvContentPartPr>
            <p14:xfrm>
              <a:off x="2081046" y="736143"/>
              <a:ext cx="2160" cy="10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65789D6-9CA2-8501-BA44-361E9D0932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3406" y="718143"/>
                <a:ext cx="378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D830366-013C-6C56-A5B7-FE20811B39AB}"/>
                  </a:ext>
                </a:extLst>
              </p14:cNvPr>
              <p14:cNvContentPartPr/>
              <p14:nvPr/>
            </p14:nvContentPartPr>
            <p14:xfrm>
              <a:off x="1216686" y="2991183"/>
              <a:ext cx="432000" cy="1971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D830366-013C-6C56-A5B7-FE20811B39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9046" y="2973183"/>
                <a:ext cx="467640" cy="20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7EFAB8D-02AC-8EF1-BF9C-5DB370133517}"/>
                  </a:ext>
                </a:extLst>
              </p14:cNvPr>
              <p14:cNvContentPartPr/>
              <p14:nvPr/>
            </p14:nvContentPartPr>
            <p14:xfrm>
              <a:off x="1647966" y="3321303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7EFAB8D-02AC-8EF1-BF9C-5DB3701335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29966" y="33036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436E1F7-379A-21EE-3F8E-8A192E7AC9F2}"/>
                  </a:ext>
                </a:extLst>
              </p14:cNvPr>
              <p14:cNvContentPartPr/>
              <p14:nvPr/>
            </p14:nvContentPartPr>
            <p14:xfrm>
              <a:off x="3013806" y="2670063"/>
              <a:ext cx="16920" cy="10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436E1F7-379A-21EE-3F8E-8A192E7AC9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95806" y="2652423"/>
                <a:ext cx="5256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90577EC-BC01-0FD6-1F2A-D4E060EE76AD}"/>
              </a:ext>
            </a:extLst>
          </p:cNvPr>
          <p:cNvGrpSpPr/>
          <p:nvPr/>
        </p:nvGrpSpPr>
        <p:grpSpPr>
          <a:xfrm>
            <a:off x="1551846" y="3232743"/>
            <a:ext cx="625680" cy="248760"/>
            <a:chOff x="1551846" y="3232743"/>
            <a:chExt cx="62568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50CBFB-550F-2C9F-247E-E64A42FE930A}"/>
                    </a:ext>
                  </a:extLst>
                </p14:cNvPr>
                <p14:cNvContentPartPr/>
                <p14:nvPr/>
              </p14:nvContentPartPr>
              <p14:xfrm>
                <a:off x="1551846" y="3260103"/>
                <a:ext cx="191520" cy="218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50CBFB-550F-2C9F-247E-E64A42FE93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3846" y="3242463"/>
                  <a:ext cx="227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C2CC08E-F288-769F-2D79-6DF50F82D259}"/>
                    </a:ext>
                  </a:extLst>
                </p14:cNvPr>
                <p14:cNvContentPartPr/>
                <p14:nvPr/>
              </p14:nvContentPartPr>
              <p14:xfrm>
                <a:off x="1869366" y="3232743"/>
                <a:ext cx="93240" cy="45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C2CC08E-F288-769F-2D79-6DF50F82D2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1726" y="3215103"/>
                  <a:ext cx="128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41F5028-BB78-940D-5D30-A254FDD27C4C}"/>
                    </a:ext>
                  </a:extLst>
                </p14:cNvPr>
                <p14:cNvContentPartPr/>
                <p14:nvPr/>
              </p14:nvContentPartPr>
              <p14:xfrm>
                <a:off x="1812486" y="3255423"/>
                <a:ext cx="119880" cy="213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41F5028-BB78-940D-5D30-A254FDD27C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4846" y="3237783"/>
                  <a:ext cx="155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FD70E4-B4EC-266B-12D1-F8A316DF35C9}"/>
                    </a:ext>
                  </a:extLst>
                </p14:cNvPr>
                <p14:cNvContentPartPr/>
                <p14:nvPr/>
              </p14:nvContentPartPr>
              <p14:xfrm>
                <a:off x="2044686" y="3244263"/>
                <a:ext cx="132840" cy="237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FD70E4-B4EC-266B-12D1-F8A316DF35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6686" y="3226263"/>
                  <a:ext cx="16848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17A8424-C188-AE4C-E551-C0B2526FFF1E}"/>
              </a:ext>
            </a:extLst>
          </p:cNvPr>
          <p:cNvGrpSpPr/>
          <p:nvPr/>
        </p:nvGrpSpPr>
        <p:grpSpPr>
          <a:xfrm>
            <a:off x="2661726" y="3136263"/>
            <a:ext cx="459000" cy="322200"/>
            <a:chOff x="2661726" y="3136263"/>
            <a:chExt cx="4590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89DE6E-C361-042D-D6F5-B873DDD3989D}"/>
                    </a:ext>
                  </a:extLst>
                </p14:cNvPr>
                <p14:cNvContentPartPr/>
                <p14:nvPr/>
              </p14:nvContentPartPr>
              <p14:xfrm>
                <a:off x="2661726" y="3292863"/>
                <a:ext cx="136800" cy="41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89DE6E-C361-042D-D6F5-B873DDD398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4086" y="3275223"/>
                  <a:ext cx="172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04B7180-8A4D-7656-81EF-A8A8F53F18C6}"/>
                    </a:ext>
                  </a:extLst>
                </p14:cNvPr>
                <p14:cNvContentPartPr/>
                <p14:nvPr/>
              </p14:nvContentPartPr>
              <p14:xfrm>
                <a:off x="2814006" y="3162543"/>
                <a:ext cx="75600" cy="295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04B7180-8A4D-7656-81EF-A8A8F53F18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96366" y="3144543"/>
                  <a:ext cx="1112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4E5424C-A37C-3AB4-F37C-5073731E04F0}"/>
                    </a:ext>
                  </a:extLst>
                </p14:cNvPr>
                <p14:cNvContentPartPr/>
                <p14:nvPr/>
              </p14:nvContentPartPr>
              <p14:xfrm>
                <a:off x="2950806" y="3136263"/>
                <a:ext cx="169920" cy="281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4E5424C-A37C-3AB4-F37C-5073731E04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3166" y="3118623"/>
                  <a:ext cx="20556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5A20291-EA15-5D48-C83C-7A29F18E7C86}"/>
              </a:ext>
            </a:extLst>
          </p:cNvPr>
          <p:cNvGrpSpPr/>
          <p:nvPr/>
        </p:nvGrpSpPr>
        <p:grpSpPr>
          <a:xfrm>
            <a:off x="1584606" y="3710103"/>
            <a:ext cx="557280" cy="295200"/>
            <a:chOff x="1584606" y="3710103"/>
            <a:chExt cx="5572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EB23D7-E038-1892-1D6F-BD564C6D12E8}"/>
                    </a:ext>
                  </a:extLst>
                </p14:cNvPr>
                <p14:cNvContentPartPr/>
                <p14:nvPr/>
              </p14:nvContentPartPr>
              <p14:xfrm>
                <a:off x="1584606" y="3816303"/>
                <a:ext cx="180720" cy="49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EB23D7-E038-1892-1D6F-BD564C6D12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66966" y="3798303"/>
                  <a:ext cx="216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A78E90B-A479-6DB9-0711-38F93788BE7E}"/>
                    </a:ext>
                  </a:extLst>
                </p14:cNvPr>
                <p14:cNvContentPartPr/>
                <p14:nvPr/>
              </p14:nvContentPartPr>
              <p14:xfrm>
                <a:off x="1824006" y="3710103"/>
                <a:ext cx="85320" cy="289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A78E90B-A479-6DB9-0711-38F93788BE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06366" y="3692463"/>
                  <a:ext cx="1209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31C326-64D4-891D-6087-4FAA1951EDA5}"/>
                    </a:ext>
                  </a:extLst>
                </p14:cNvPr>
                <p14:cNvContentPartPr/>
                <p14:nvPr/>
              </p14:nvContentPartPr>
              <p14:xfrm>
                <a:off x="1997166" y="3736023"/>
                <a:ext cx="144720" cy="269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31C326-64D4-891D-6087-4FAA1951ED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9526" y="3718383"/>
                  <a:ext cx="180360" cy="30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601BA0A-0A94-8B4F-95EB-C515C88F80F3}"/>
                  </a:ext>
                </a:extLst>
              </p14:cNvPr>
              <p14:cNvContentPartPr/>
              <p14:nvPr/>
            </p14:nvContentPartPr>
            <p14:xfrm>
              <a:off x="2843166" y="3774183"/>
              <a:ext cx="43560" cy="226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601BA0A-0A94-8B4F-95EB-C515C88F80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25166" y="3756183"/>
                <a:ext cx="7920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31839EB9-A33F-58EC-7A40-A9A5BF64A49D}"/>
              </a:ext>
            </a:extLst>
          </p:cNvPr>
          <p:cNvGrpSpPr/>
          <p:nvPr/>
        </p:nvGrpSpPr>
        <p:grpSpPr>
          <a:xfrm>
            <a:off x="1575966" y="4321023"/>
            <a:ext cx="772560" cy="284760"/>
            <a:chOff x="1575966" y="4321023"/>
            <a:chExt cx="77256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191BAD-583E-A6E9-BF55-3630AF3CA776}"/>
                    </a:ext>
                  </a:extLst>
                </p14:cNvPr>
                <p14:cNvContentPartPr/>
                <p14:nvPr/>
              </p14:nvContentPartPr>
              <p14:xfrm>
                <a:off x="1575966" y="4443783"/>
                <a:ext cx="128160" cy="2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191BAD-583E-A6E9-BF55-3630AF3CA77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58326" y="4425783"/>
                  <a:ext cx="163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15881B3-0261-278E-5694-67ECF0ED275A}"/>
                    </a:ext>
                  </a:extLst>
                </p14:cNvPr>
                <p14:cNvContentPartPr/>
                <p14:nvPr/>
              </p14:nvContentPartPr>
              <p14:xfrm>
                <a:off x="1776126" y="4351263"/>
                <a:ext cx="60120" cy="21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15881B3-0261-278E-5694-67ECF0ED27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58126" y="4333263"/>
                  <a:ext cx="95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F00A32-CC56-8FBA-BA35-AD4244549748}"/>
                    </a:ext>
                  </a:extLst>
                </p14:cNvPr>
                <p14:cNvContentPartPr/>
                <p14:nvPr/>
              </p14:nvContentPartPr>
              <p14:xfrm>
                <a:off x="1959366" y="4321023"/>
                <a:ext cx="152280" cy="277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F00A32-CC56-8FBA-BA35-AD42445497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41366" y="4303023"/>
                  <a:ext cx="187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0417DDC-E536-C8BC-3CFF-B654045ED443}"/>
                    </a:ext>
                  </a:extLst>
                </p14:cNvPr>
                <p14:cNvContentPartPr/>
                <p14:nvPr/>
              </p14:nvContentPartPr>
              <p14:xfrm>
                <a:off x="2195526" y="4342983"/>
                <a:ext cx="153000" cy="262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0417DDC-E536-C8BC-3CFF-B654045ED4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77526" y="4324983"/>
                  <a:ext cx="18864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19C734A-BD50-5EA8-0C15-4CFE5DE8708D}"/>
              </a:ext>
            </a:extLst>
          </p:cNvPr>
          <p:cNvGrpSpPr/>
          <p:nvPr/>
        </p:nvGrpSpPr>
        <p:grpSpPr>
          <a:xfrm>
            <a:off x="2840646" y="4454943"/>
            <a:ext cx="212760" cy="221040"/>
            <a:chOff x="2840646" y="4454943"/>
            <a:chExt cx="2127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9262674-4E3F-1B0C-D8E1-CC98C83840D5}"/>
                    </a:ext>
                  </a:extLst>
                </p14:cNvPr>
                <p14:cNvContentPartPr/>
                <p14:nvPr/>
              </p14:nvContentPartPr>
              <p14:xfrm>
                <a:off x="2840646" y="4454943"/>
                <a:ext cx="39240" cy="208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9262674-4E3F-1B0C-D8E1-CC98C83840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22646" y="4437303"/>
                  <a:ext cx="748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80C112B-F282-28B2-888E-A80BA0AE9981}"/>
                    </a:ext>
                  </a:extLst>
                </p14:cNvPr>
                <p14:cNvContentPartPr/>
                <p14:nvPr/>
              </p14:nvContentPartPr>
              <p14:xfrm>
                <a:off x="3010206" y="4468623"/>
                <a:ext cx="43200" cy="207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80C112B-F282-28B2-888E-A80BA0AE99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92566" y="4450623"/>
                  <a:ext cx="7884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9AA575E-A4B3-D3E1-0264-6B0106CA0CFE}"/>
              </a:ext>
            </a:extLst>
          </p:cNvPr>
          <p:cNvGrpSpPr/>
          <p:nvPr/>
        </p:nvGrpSpPr>
        <p:grpSpPr>
          <a:xfrm>
            <a:off x="3605286" y="3060663"/>
            <a:ext cx="1295280" cy="1870920"/>
            <a:chOff x="3605286" y="3060663"/>
            <a:chExt cx="1295280" cy="18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818A4A-5F9B-C3CF-0C89-6756A9AAC785}"/>
                    </a:ext>
                  </a:extLst>
                </p14:cNvPr>
                <p14:cNvContentPartPr/>
                <p14:nvPr/>
              </p14:nvContentPartPr>
              <p14:xfrm>
                <a:off x="3605286" y="3338583"/>
                <a:ext cx="168120" cy="1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818A4A-5F9B-C3CF-0C89-6756A9AAC7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7286" y="3320583"/>
                  <a:ext cx="203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706638E-4B8D-1A65-C09D-FF4ADCB7AFFE}"/>
                    </a:ext>
                  </a:extLst>
                </p14:cNvPr>
                <p14:cNvContentPartPr/>
                <p14:nvPr/>
              </p14:nvContentPartPr>
              <p14:xfrm>
                <a:off x="3840726" y="3199263"/>
                <a:ext cx="37440" cy="279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706638E-4B8D-1A65-C09D-FF4ADCB7AF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2726" y="3181623"/>
                  <a:ext cx="73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E9D8D7-BB58-B693-C484-0FCC9A3354D2}"/>
                    </a:ext>
                  </a:extLst>
                </p14:cNvPr>
                <p14:cNvContentPartPr/>
                <p14:nvPr/>
              </p14:nvContentPartPr>
              <p14:xfrm>
                <a:off x="4013526" y="3186663"/>
                <a:ext cx="197280" cy="297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E9D8D7-BB58-B693-C484-0FCC9A3354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5526" y="3169023"/>
                  <a:ext cx="232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02A105-6957-69A7-DE9E-A78750E62C5A}"/>
                    </a:ext>
                  </a:extLst>
                </p14:cNvPr>
                <p14:cNvContentPartPr/>
                <p14:nvPr/>
              </p14:nvContentPartPr>
              <p14:xfrm>
                <a:off x="4349766" y="3202863"/>
                <a:ext cx="152280" cy="266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02A105-6957-69A7-DE9E-A78750E62C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32126" y="3185223"/>
                  <a:ext cx="187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347F6F3-39E2-23D7-27F8-0B54E8307CDD}"/>
                    </a:ext>
                  </a:extLst>
                </p14:cNvPr>
                <p14:cNvContentPartPr/>
                <p14:nvPr/>
              </p14:nvContentPartPr>
              <p14:xfrm>
                <a:off x="3982926" y="3790023"/>
                <a:ext cx="46800" cy="198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347F6F3-39E2-23D7-27F8-0B54E8307C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65286" y="3772383"/>
                  <a:ext cx="82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3CE7A3-84D4-A141-4099-BA7A734117C5}"/>
                    </a:ext>
                  </a:extLst>
                </p14:cNvPr>
                <p14:cNvContentPartPr/>
                <p14:nvPr/>
              </p14:nvContentPartPr>
              <p14:xfrm>
                <a:off x="4148526" y="3782823"/>
                <a:ext cx="74520" cy="230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3CE7A3-84D4-A141-4099-BA7A734117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30526" y="3764823"/>
                  <a:ext cx="110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1B9ED5C-F946-E502-8CEB-24CCAD2E3A3D}"/>
                    </a:ext>
                  </a:extLst>
                </p14:cNvPr>
                <p14:cNvContentPartPr/>
                <p14:nvPr/>
              </p14:nvContentPartPr>
              <p14:xfrm>
                <a:off x="3856206" y="4441983"/>
                <a:ext cx="48240" cy="242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1B9ED5C-F946-E502-8CEB-24CCAD2E3A3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38206" y="4423983"/>
                  <a:ext cx="83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5CA8E38-34E4-B63F-E56E-8102C2A35100}"/>
                    </a:ext>
                  </a:extLst>
                </p14:cNvPr>
                <p14:cNvContentPartPr/>
                <p14:nvPr/>
              </p14:nvContentPartPr>
              <p14:xfrm>
                <a:off x="3996246" y="4493463"/>
                <a:ext cx="143640" cy="202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5CA8E38-34E4-B63F-E56E-8102C2A351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78606" y="4475823"/>
                  <a:ext cx="179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66DDA4E-33AD-B8C8-6D96-B50F88D5767B}"/>
                    </a:ext>
                  </a:extLst>
                </p14:cNvPr>
                <p14:cNvContentPartPr/>
                <p14:nvPr/>
              </p14:nvContentPartPr>
              <p14:xfrm>
                <a:off x="4289286" y="4465743"/>
                <a:ext cx="49680" cy="232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66DDA4E-33AD-B8C8-6D96-B50F88D576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71286" y="4447743"/>
                  <a:ext cx="85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CCA4AA-ED69-61A4-5649-8E690E94C8E4}"/>
                    </a:ext>
                  </a:extLst>
                </p14:cNvPr>
                <p14:cNvContentPartPr/>
                <p14:nvPr/>
              </p14:nvContentPartPr>
              <p14:xfrm>
                <a:off x="4433286" y="3060663"/>
                <a:ext cx="467280" cy="1870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CCA4AA-ED69-61A4-5649-8E690E94C8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5646" y="3043023"/>
                  <a:ext cx="502920" cy="19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EB7B8A9-8564-42C3-4580-14C2B91025C5}"/>
              </a:ext>
            </a:extLst>
          </p:cNvPr>
          <p:cNvGrpSpPr/>
          <p:nvPr/>
        </p:nvGrpSpPr>
        <p:grpSpPr>
          <a:xfrm>
            <a:off x="214806" y="5536743"/>
            <a:ext cx="533160" cy="530280"/>
            <a:chOff x="214806" y="5536743"/>
            <a:chExt cx="533160" cy="53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7ECC832-1EA6-98DF-8314-026BE4E469A8}"/>
                    </a:ext>
                  </a:extLst>
                </p14:cNvPr>
                <p14:cNvContentPartPr/>
                <p14:nvPr/>
              </p14:nvContentPartPr>
              <p14:xfrm>
                <a:off x="214806" y="5687943"/>
                <a:ext cx="165600" cy="176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7ECC832-1EA6-98DF-8314-026BE4E469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7166" y="5669943"/>
                  <a:ext cx="201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5CFAB7-89B4-DC77-BF16-EBEAFE6183D6}"/>
                    </a:ext>
                  </a:extLst>
                </p14:cNvPr>
                <p14:cNvContentPartPr/>
                <p14:nvPr/>
              </p14:nvContentPartPr>
              <p14:xfrm>
                <a:off x="441606" y="5536743"/>
                <a:ext cx="196200" cy="291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5CFAB7-89B4-DC77-BF16-EBEAFE6183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606" y="5518743"/>
                  <a:ext cx="231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6AC1F5D-A125-C12A-F347-34BF299BB022}"/>
                    </a:ext>
                  </a:extLst>
                </p14:cNvPr>
                <p14:cNvContentPartPr/>
                <p14:nvPr/>
              </p14:nvContentPartPr>
              <p14:xfrm>
                <a:off x="603606" y="5723223"/>
                <a:ext cx="144360" cy="343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6AC1F5D-A125-C12A-F347-34BF299BB0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5966" y="5705583"/>
                  <a:ext cx="180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5DF699A-F66F-E99F-5CB6-7E8D03192F5D}"/>
                    </a:ext>
                  </a:extLst>
                </p14:cNvPr>
                <p14:cNvContentPartPr/>
                <p14:nvPr/>
              </p14:nvContentPartPr>
              <p14:xfrm>
                <a:off x="717006" y="5569503"/>
                <a:ext cx="2880" cy="52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5DF699A-F66F-E99F-5CB6-7E8D03192F5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9366" y="5551863"/>
                  <a:ext cx="385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938EF67-EA41-3859-9984-37CC18E536F3}"/>
              </a:ext>
            </a:extLst>
          </p:cNvPr>
          <p:cNvGrpSpPr/>
          <p:nvPr/>
        </p:nvGrpSpPr>
        <p:grpSpPr>
          <a:xfrm>
            <a:off x="941286" y="5528103"/>
            <a:ext cx="214920" cy="274320"/>
            <a:chOff x="941286" y="5528103"/>
            <a:chExt cx="21492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DF1C09A-409A-232F-E868-1F88316B96C5}"/>
                    </a:ext>
                  </a:extLst>
                </p14:cNvPr>
                <p14:cNvContentPartPr/>
                <p14:nvPr/>
              </p14:nvContentPartPr>
              <p14:xfrm>
                <a:off x="941286" y="5528103"/>
                <a:ext cx="189720" cy="274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DF1C09A-409A-232F-E868-1F88316B96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3286" y="5510463"/>
                  <a:ext cx="2253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2EF9C7-18B5-1FBD-7A8F-5E09824650D5}"/>
                    </a:ext>
                  </a:extLst>
                </p14:cNvPr>
                <p14:cNvContentPartPr/>
                <p14:nvPr/>
              </p14:nvContentPartPr>
              <p14:xfrm>
                <a:off x="1005726" y="5708823"/>
                <a:ext cx="150480" cy="37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2EF9C7-18B5-1FBD-7A8F-5E09824650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8086" y="5690823"/>
                  <a:ext cx="18612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9980C4B-072A-E2B0-5883-992080E0F0A5}"/>
              </a:ext>
            </a:extLst>
          </p:cNvPr>
          <p:cNvGrpSpPr/>
          <p:nvPr/>
        </p:nvGrpSpPr>
        <p:grpSpPr>
          <a:xfrm>
            <a:off x="1410366" y="5648703"/>
            <a:ext cx="163080" cy="124920"/>
            <a:chOff x="1410366" y="5648703"/>
            <a:chExt cx="16308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7A7308-217A-8424-538A-650CD11660F8}"/>
                    </a:ext>
                  </a:extLst>
                </p14:cNvPr>
                <p14:cNvContentPartPr/>
                <p14:nvPr/>
              </p14:nvContentPartPr>
              <p14:xfrm>
                <a:off x="1501806" y="5648703"/>
                <a:ext cx="71640" cy="16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7A7308-217A-8424-538A-650CD11660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84166" y="5631063"/>
                  <a:ext cx="107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7881650-0064-AE9C-00CD-FD3773E9405B}"/>
                    </a:ext>
                  </a:extLst>
                </p14:cNvPr>
                <p14:cNvContentPartPr/>
                <p14:nvPr/>
              </p14:nvContentPartPr>
              <p14:xfrm>
                <a:off x="1410366" y="5741583"/>
                <a:ext cx="109080" cy="32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7881650-0064-AE9C-00CD-FD3773E940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92726" y="5723943"/>
                  <a:ext cx="1447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87D2176-EF90-6BAB-DE65-F7C9AF414955}"/>
              </a:ext>
            </a:extLst>
          </p:cNvPr>
          <p:cNvGrpSpPr/>
          <p:nvPr/>
        </p:nvGrpSpPr>
        <p:grpSpPr>
          <a:xfrm>
            <a:off x="1912566" y="5331183"/>
            <a:ext cx="485640" cy="608400"/>
            <a:chOff x="1912566" y="5331183"/>
            <a:chExt cx="48564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9039D7-4D53-7A2C-ED9E-C9E11298C48C}"/>
                    </a:ext>
                  </a:extLst>
                </p14:cNvPr>
                <p14:cNvContentPartPr/>
                <p14:nvPr/>
              </p14:nvContentPartPr>
              <p14:xfrm>
                <a:off x="1912566" y="5456103"/>
                <a:ext cx="68400" cy="315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9039D7-4D53-7A2C-ED9E-C9E11298C4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94926" y="5438463"/>
                  <a:ext cx="1040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8F74817-D4D0-0ACC-9831-23F9271D369C}"/>
                    </a:ext>
                  </a:extLst>
                </p14:cNvPr>
                <p14:cNvContentPartPr/>
                <p14:nvPr/>
              </p14:nvContentPartPr>
              <p14:xfrm>
                <a:off x="1982046" y="5458263"/>
                <a:ext cx="176760" cy="337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8F74817-D4D0-0ACC-9831-23F9271D36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64046" y="5440263"/>
                  <a:ext cx="2124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A6BC8F-5652-43FB-6BEA-187CB1E9B14F}"/>
                    </a:ext>
                  </a:extLst>
                </p14:cNvPr>
                <p14:cNvContentPartPr/>
                <p14:nvPr/>
              </p14:nvContentPartPr>
              <p14:xfrm>
                <a:off x="2222526" y="5750223"/>
                <a:ext cx="33480" cy="189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A6BC8F-5652-43FB-6BEA-187CB1E9B1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04526" y="5732583"/>
                  <a:ext cx="69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AAF8512-A428-3359-439E-5125703FCAD9}"/>
                    </a:ext>
                  </a:extLst>
                </p14:cNvPr>
                <p14:cNvContentPartPr/>
                <p14:nvPr/>
              </p14:nvContentPartPr>
              <p14:xfrm>
                <a:off x="2360406" y="5331183"/>
                <a:ext cx="37800" cy="18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AAF8512-A428-3359-439E-5125703FCA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2766" y="5313183"/>
                  <a:ext cx="7344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2C3D930-6C54-EE91-90A9-30F3FC348FFE}"/>
              </a:ext>
            </a:extLst>
          </p:cNvPr>
          <p:cNvGrpSpPr/>
          <p:nvPr/>
        </p:nvGrpSpPr>
        <p:grpSpPr>
          <a:xfrm>
            <a:off x="2644086" y="5626023"/>
            <a:ext cx="186840" cy="159480"/>
            <a:chOff x="2644086" y="5626023"/>
            <a:chExt cx="186840" cy="1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CA8D0C8-135C-8113-1CE2-93B1834C9C05}"/>
                    </a:ext>
                  </a:extLst>
                </p14:cNvPr>
                <p14:cNvContentPartPr/>
                <p14:nvPr/>
              </p14:nvContentPartPr>
              <p14:xfrm>
                <a:off x="2690166" y="5626023"/>
                <a:ext cx="99360" cy="12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CA8D0C8-135C-8113-1CE2-93B1834C9C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72526" y="5608383"/>
                  <a:ext cx="135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7FF1410-0B11-BB44-625B-CAE4A79FAFD0}"/>
                    </a:ext>
                  </a:extLst>
                </p14:cNvPr>
                <p14:cNvContentPartPr/>
                <p14:nvPr/>
              </p14:nvContentPartPr>
              <p14:xfrm>
                <a:off x="2644086" y="5755263"/>
                <a:ext cx="186840" cy="30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7FF1410-0B11-BB44-625B-CAE4A79FAF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26086" y="5737263"/>
                  <a:ext cx="22248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04BA999-6FE3-684F-A430-359B8C42B9FC}"/>
                  </a:ext>
                </a:extLst>
              </p14:cNvPr>
              <p14:cNvContentPartPr/>
              <p14:nvPr/>
            </p14:nvContentPartPr>
            <p14:xfrm>
              <a:off x="3189846" y="5250903"/>
              <a:ext cx="312480" cy="15667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04BA999-6FE3-684F-A430-359B8C42B9F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172206" y="5233263"/>
                <a:ext cx="348120" cy="160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E28A4B2-1F39-C7E5-01E6-62B36FA9F314}"/>
              </a:ext>
            </a:extLst>
          </p:cNvPr>
          <p:cNvGrpSpPr/>
          <p:nvPr/>
        </p:nvGrpSpPr>
        <p:grpSpPr>
          <a:xfrm>
            <a:off x="3778086" y="5428023"/>
            <a:ext cx="764280" cy="226800"/>
            <a:chOff x="3778086" y="5428023"/>
            <a:chExt cx="76428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C272D0B-0E8A-5F8E-50DD-5549B1B47631}"/>
                    </a:ext>
                  </a:extLst>
                </p14:cNvPr>
                <p14:cNvContentPartPr/>
                <p14:nvPr/>
              </p14:nvContentPartPr>
              <p14:xfrm>
                <a:off x="3778086" y="5449983"/>
                <a:ext cx="159840" cy="204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C272D0B-0E8A-5F8E-50DD-5549B1B476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60446" y="5432343"/>
                  <a:ext cx="195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B2DD458-7A6B-18EF-379B-5D8FE81D8B9B}"/>
                    </a:ext>
                  </a:extLst>
                </p14:cNvPr>
                <p14:cNvContentPartPr/>
                <p14:nvPr/>
              </p14:nvContentPartPr>
              <p14:xfrm>
                <a:off x="4157526" y="5428023"/>
                <a:ext cx="131760" cy="48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B2DD458-7A6B-18EF-379B-5D8FE81D8B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39526" y="5410383"/>
                  <a:ext cx="167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7EE12F6-2D10-0344-5120-1B1001ED3816}"/>
                    </a:ext>
                  </a:extLst>
                </p14:cNvPr>
                <p14:cNvContentPartPr/>
                <p14:nvPr/>
              </p14:nvContentPartPr>
              <p14:xfrm>
                <a:off x="4099206" y="5431623"/>
                <a:ext cx="126720" cy="221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7EE12F6-2D10-0344-5120-1B1001ED38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81206" y="5413983"/>
                  <a:ext cx="162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566DEC4-271D-C41F-F156-2030E1E490E1}"/>
                    </a:ext>
                  </a:extLst>
                </p14:cNvPr>
                <p14:cNvContentPartPr/>
                <p14:nvPr/>
              </p14:nvContentPartPr>
              <p14:xfrm>
                <a:off x="4362006" y="5456463"/>
                <a:ext cx="180360" cy="195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566DEC4-271D-C41F-F156-2030E1E490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44006" y="5438823"/>
                  <a:ext cx="21600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98E41A9-70C7-671D-3742-B085E6365B43}"/>
                  </a:ext>
                </a:extLst>
              </p14:cNvPr>
              <p14:cNvContentPartPr/>
              <p14:nvPr/>
            </p14:nvContentPartPr>
            <p14:xfrm>
              <a:off x="5140326" y="5649063"/>
              <a:ext cx="159120" cy="266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98E41A9-70C7-671D-3742-B085E6365B4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22686" y="5631063"/>
                <a:ext cx="194760" cy="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D6E82F3-EE03-72B6-331E-4C83B3EEE9F1}"/>
              </a:ext>
            </a:extLst>
          </p:cNvPr>
          <p:cNvGrpSpPr/>
          <p:nvPr/>
        </p:nvGrpSpPr>
        <p:grpSpPr>
          <a:xfrm>
            <a:off x="5477286" y="5521263"/>
            <a:ext cx="275400" cy="230760"/>
            <a:chOff x="5477286" y="5521263"/>
            <a:chExt cx="27540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1E9F43-89F1-766F-1B6B-C2874C3828AF}"/>
                    </a:ext>
                  </a:extLst>
                </p14:cNvPr>
                <p14:cNvContentPartPr/>
                <p14:nvPr/>
              </p14:nvContentPartPr>
              <p14:xfrm>
                <a:off x="5477286" y="5521263"/>
                <a:ext cx="54000" cy="230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1E9F43-89F1-766F-1B6B-C2874C3828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9646" y="5503263"/>
                  <a:ext cx="89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029273-9FA7-FBD7-FD8F-36556B78A01B}"/>
                    </a:ext>
                  </a:extLst>
                </p14:cNvPr>
                <p14:cNvContentPartPr/>
                <p14:nvPr/>
              </p14:nvContentPartPr>
              <p14:xfrm>
                <a:off x="5637846" y="5531703"/>
                <a:ext cx="114840" cy="217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029273-9FA7-FBD7-FD8F-36556B78A0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19846" y="5514063"/>
                  <a:ext cx="1504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71549A1-2E49-25CC-13FF-8E7D105AE43A}"/>
              </a:ext>
            </a:extLst>
          </p:cNvPr>
          <p:cNvGrpSpPr/>
          <p:nvPr/>
        </p:nvGrpSpPr>
        <p:grpSpPr>
          <a:xfrm>
            <a:off x="3731286" y="6031743"/>
            <a:ext cx="542880" cy="260280"/>
            <a:chOff x="3731286" y="6031743"/>
            <a:chExt cx="54288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88D24A4-C51D-3D56-EBA8-F3FD0A7D7625}"/>
                    </a:ext>
                  </a:extLst>
                </p14:cNvPr>
                <p14:cNvContentPartPr/>
                <p14:nvPr/>
              </p14:nvContentPartPr>
              <p14:xfrm>
                <a:off x="3731286" y="6117063"/>
                <a:ext cx="184680" cy="5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88D24A4-C51D-3D56-EBA8-F3FD0A7D762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13646" y="6099423"/>
                  <a:ext cx="22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DB9AD3-7D83-1375-4DF1-6817B7ABDF3D}"/>
                    </a:ext>
                  </a:extLst>
                </p14:cNvPr>
                <p14:cNvContentPartPr/>
                <p14:nvPr/>
              </p14:nvContentPartPr>
              <p14:xfrm>
                <a:off x="3958086" y="6033543"/>
                <a:ext cx="61560" cy="258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DB9AD3-7D83-1375-4DF1-6817B7ABDF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40086" y="6015903"/>
                  <a:ext cx="972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0F3D04-04D2-7C73-B8AC-B739FEB48E08}"/>
                    </a:ext>
                  </a:extLst>
                </p14:cNvPr>
                <p14:cNvContentPartPr/>
                <p14:nvPr/>
              </p14:nvContentPartPr>
              <p14:xfrm>
                <a:off x="4158246" y="6031743"/>
                <a:ext cx="115920" cy="253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0F3D04-04D2-7C73-B8AC-B739FEB48E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40606" y="6014103"/>
                  <a:ext cx="1515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14A2B00-9F71-06AF-63C9-1B96CCB0B049}"/>
                  </a:ext>
                </a:extLst>
              </p14:cNvPr>
              <p14:cNvContentPartPr/>
              <p14:nvPr/>
            </p14:nvContentPartPr>
            <p14:xfrm>
              <a:off x="5503926" y="6043983"/>
              <a:ext cx="54360" cy="2102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14A2B00-9F71-06AF-63C9-1B96CCB0B04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86286" y="6025983"/>
                <a:ext cx="9000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43D1E4C-9D73-B3BB-5490-3DC944A46EFF}"/>
              </a:ext>
            </a:extLst>
          </p:cNvPr>
          <p:cNvGrpSpPr/>
          <p:nvPr/>
        </p:nvGrpSpPr>
        <p:grpSpPr>
          <a:xfrm>
            <a:off x="3366246" y="6524583"/>
            <a:ext cx="794160" cy="241200"/>
            <a:chOff x="3366246" y="6524583"/>
            <a:chExt cx="79416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23F1CE9-4B4B-FFE3-B94E-4CA3A2528B2A}"/>
                    </a:ext>
                  </a:extLst>
                </p14:cNvPr>
                <p14:cNvContentPartPr/>
                <p14:nvPr/>
              </p14:nvContentPartPr>
              <p14:xfrm>
                <a:off x="3366246" y="6657063"/>
                <a:ext cx="146520" cy="15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23F1CE9-4B4B-FFE3-B94E-4CA3A2528B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48246" y="6639063"/>
                  <a:ext cx="182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936A59-49AB-9F17-23A4-A36252823E06}"/>
                    </a:ext>
                  </a:extLst>
                </p14:cNvPr>
                <p14:cNvContentPartPr/>
                <p14:nvPr/>
              </p14:nvContentPartPr>
              <p14:xfrm>
                <a:off x="3616086" y="6561303"/>
                <a:ext cx="24120" cy="192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936A59-49AB-9F17-23A4-A36252823E0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98446" y="6543663"/>
                  <a:ext cx="59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F8A2D61-F06B-D22B-7973-CD970D7FE5C6}"/>
                    </a:ext>
                  </a:extLst>
                </p14:cNvPr>
                <p14:cNvContentPartPr/>
                <p14:nvPr/>
              </p14:nvContentPartPr>
              <p14:xfrm>
                <a:off x="3796086" y="6524583"/>
                <a:ext cx="158760" cy="241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F8A2D61-F06B-D22B-7973-CD970D7FE5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78086" y="6506943"/>
                  <a:ext cx="194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202AC34-D46D-DEEE-8E4D-ECDE39FACAAB}"/>
                    </a:ext>
                  </a:extLst>
                </p14:cNvPr>
                <p14:cNvContentPartPr/>
                <p14:nvPr/>
              </p14:nvContentPartPr>
              <p14:xfrm>
                <a:off x="4075446" y="6552303"/>
                <a:ext cx="84960" cy="201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202AC34-D46D-DEEE-8E4D-ECDE39FACAA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57446" y="6534303"/>
                  <a:ext cx="12060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B285F64-ACC9-EC84-BFCD-45E7440E862E}"/>
                  </a:ext>
                </a:extLst>
              </p14:cNvPr>
              <p14:cNvContentPartPr/>
              <p14:nvPr/>
            </p14:nvContentPartPr>
            <p14:xfrm>
              <a:off x="5339046" y="6532143"/>
              <a:ext cx="43920" cy="1998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B285F64-ACC9-EC84-BFCD-45E7440E862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321046" y="6514143"/>
                <a:ext cx="795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88D4C50-0326-2F1E-AED6-9B545D749771}"/>
                  </a:ext>
                </a:extLst>
              </p14:cNvPr>
              <p14:cNvContentPartPr/>
              <p14:nvPr/>
            </p14:nvContentPartPr>
            <p14:xfrm>
              <a:off x="5553246" y="6542583"/>
              <a:ext cx="41040" cy="171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88D4C50-0326-2F1E-AED6-9B545D74977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35606" y="6524583"/>
                <a:ext cx="7668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77ADA76-4C66-B90D-C7B7-BBCB432481C8}"/>
              </a:ext>
            </a:extLst>
          </p:cNvPr>
          <p:cNvGrpSpPr/>
          <p:nvPr/>
        </p:nvGrpSpPr>
        <p:grpSpPr>
          <a:xfrm>
            <a:off x="6109806" y="5312823"/>
            <a:ext cx="1380600" cy="1541520"/>
            <a:chOff x="6109806" y="5312823"/>
            <a:chExt cx="1380600" cy="15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D500A9-EC4D-A5DA-5AD9-954CFCECC858}"/>
                    </a:ext>
                  </a:extLst>
                </p14:cNvPr>
                <p14:cNvContentPartPr/>
                <p14:nvPr/>
              </p14:nvContentPartPr>
              <p14:xfrm>
                <a:off x="6109806" y="5564103"/>
                <a:ext cx="123480" cy="27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D500A9-EC4D-A5DA-5AD9-954CFCECC8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92166" y="5546463"/>
                  <a:ext cx="159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3FE8F5D-B7DB-B380-9FA8-24042BCDEFB7}"/>
                    </a:ext>
                  </a:extLst>
                </p14:cNvPr>
                <p14:cNvContentPartPr/>
                <p14:nvPr/>
              </p14:nvContentPartPr>
              <p14:xfrm>
                <a:off x="6343086" y="5460423"/>
                <a:ext cx="36720" cy="220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3FE8F5D-B7DB-B380-9FA8-24042BCDEFB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25446" y="5442783"/>
                  <a:ext cx="72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E3D6C81-043E-BB8E-7CBB-8867990DB387}"/>
                    </a:ext>
                  </a:extLst>
                </p14:cNvPr>
                <p14:cNvContentPartPr/>
                <p14:nvPr/>
              </p14:nvContentPartPr>
              <p14:xfrm>
                <a:off x="6475206" y="5455383"/>
                <a:ext cx="173160" cy="233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E3D6C81-043E-BB8E-7CBB-8867990DB3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57566" y="5437743"/>
                  <a:ext cx="208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BE8D50D-7A0E-D94A-71B4-A437217B3517}"/>
                    </a:ext>
                  </a:extLst>
                </p14:cNvPr>
                <p14:cNvContentPartPr/>
                <p14:nvPr/>
              </p14:nvContentPartPr>
              <p14:xfrm>
                <a:off x="6697686" y="5452143"/>
                <a:ext cx="283680" cy="299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BE8D50D-7A0E-D94A-71B4-A437217B351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79686" y="5434143"/>
                  <a:ext cx="319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E3E3B04-371E-378B-23F0-9020B3CE687F}"/>
                    </a:ext>
                  </a:extLst>
                </p14:cNvPr>
                <p14:cNvContentPartPr/>
                <p14:nvPr/>
              </p14:nvContentPartPr>
              <p14:xfrm>
                <a:off x="6665646" y="6004743"/>
                <a:ext cx="39600" cy="190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E3E3B04-371E-378B-23F0-9020B3CE687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48006" y="5987103"/>
                  <a:ext cx="75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425196B-4326-0570-F691-AAC2603BE4B1}"/>
                    </a:ext>
                  </a:extLst>
                </p14:cNvPr>
                <p14:cNvContentPartPr/>
                <p14:nvPr/>
              </p14:nvContentPartPr>
              <p14:xfrm>
                <a:off x="6888846" y="6024903"/>
                <a:ext cx="70200" cy="228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425196B-4326-0570-F691-AAC2603BE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71206" y="6007263"/>
                  <a:ext cx="105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48FB5C9-803B-4DCE-6AA7-AB232FD08173}"/>
                    </a:ext>
                  </a:extLst>
                </p14:cNvPr>
                <p14:cNvContentPartPr/>
                <p14:nvPr/>
              </p14:nvContentPartPr>
              <p14:xfrm>
                <a:off x="6657006" y="6533943"/>
                <a:ext cx="106560" cy="204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48FB5C9-803B-4DCE-6AA7-AB232FD0817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39006" y="6515943"/>
                  <a:ext cx="142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1107D47-4D1A-7E67-0A42-50853B46EB01}"/>
                    </a:ext>
                  </a:extLst>
                </p14:cNvPr>
                <p14:cNvContentPartPr/>
                <p14:nvPr/>
              </p14:nvContentPartPr>
              <p14:xfrm>
                <a:off x="6811806" y="6581823"/>
                <a:ext cx="231480" cy="163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1107D47-4D1A-7E67-0A42-50853B46EB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4166" y="6563823"/>
                  <a:ext cx="267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1EB2616-E9EB-4C98-3712-2D1E9471FADA}"/>
                    </a:ext>
                  </a:extLst>
                </p14:cNvPr>
                <p14:cNvContentPartPr/>
                <p14:nvPr/>
              </p14:nvContentPartPr>
              <p14:xfrm>
                <a:off x="7116006" y="6565983"/>
                <a:ext cx="92520" cy="236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EB2616-E9EB-4C98-3712-2D1E9471FAD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98366" y="6547983"/>
                  <a:ext cx="128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310630-0A99-D2C9-C131-F1953A1AFE39}"/>
                    </a:ext>
                  </a:extLst>
                </p14:cNvPr>
                <p14:cNvContentPartPr/>
                <p14:nvPr/>
              </p14:nvContentPartPr>
              <p14:xfrm>
                <a:off x="6956166" y="5312823"/>
                <a:ext cx="534240" cy="1541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310630-0A99-D2C9-C131-F1953A1AFE3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38526" y="5294823"/>
                  <a:ext cx="569880" cy="15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E707A0B-C5D2-CB84-538B-1AA0E008A284}"/>
              </a:ext>
            </a:extLst>
          </p:cNvPr>
          <p:cNvGrpSpPr/>
          <p:nvPr/>
        </p:nvGrpSpPr>
        <p:grpSpPr>
          <a:xfrm>
            <a:off x="6276486" y="335463"/>
            <a:ext cx="3007800" cy="1903320"/>
            <a:chOff x="6276486" y="335463"/>
            <a:chExt cx="3007800" cy="19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C291766-95B8-AB4E-0ECD-E4F9E0661580}"/>
                    </a:ext>
                  </a:extLst>
                </p14:cNvPr>
                <p14:cNvContentPartPr/>
                <p14:nvPr/>
              </p14:nvContentPartPr>
              <p14:xfrm>
                <a:off x="6695166" y="656223"/>
                <a:ext cx="183600" cy="213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C291766-95B8-AB4E-0ECD-E4F9E06615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77166" y="638583"/>
                  <a:ext cx="219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9EAD23A-7329-758B-D358-32290E13621A}"/>
                    </a:ext>
                  </a:extLst>
                </p14:cNvPr>
                <p14:cNvContentPartPr/>
                <p14:nvPr/>
              </p14:nvContentPartPr>
              <p14:xfrm>
                <a:off x="6918006" y="539943"/>
                <a:ext cx="152640" cy="333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9EAD23A-7329-758B-D358-32290E1362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00366" y="521943"/>
                  <a:ext cx="1882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6C67D33-AD43-D0D6-8584-3AD2B14D50D3}"/>
                    </a:ext>
                  </a:extLst>
                </p14:cNvPr>
                <p14:cNvContentPartPr/>
                <p14:nvPr/>
              </p14:nvContentPartPr>
              <p14:xfrm>
                <a:off x="7069206" y="749103"/>
                <a:ext cx="129240" cy="280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6C67D33-AD43-D0D6-8584-3AD2B14D50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51566" y="731463"/>
                  <a:ext cx="164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69D8B1-40C5-2E43-29BD-906E040F8ECC}"/>
                    </a:ext>
                  </a:extLst>
                </p14:cNvPr>
                <p14:cNvContentPartPr/>
                <p14:nvPr/>
              </p14:nvContentPartPr>
              <p14:xfrm>
                <a:off x="7196286" y="487743"/>
                <a:ext cx="19800" cy="31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69D8B1-40C5-2E43-29BD-906E040F8EC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78286" y="469743"/>
                  <a:ext cx="55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973B26-470D-E2F2-FEFB-70B7EBF99ABB}"/>
                    </a:ext>
                  </a:extLst>
                </p14:cNvPr>
                <p14:cNvContentPartPr/>
                <p14:nvPr/>
              </p14:nvContentPartPr>
              <p14:xfrm>
                <a:off x="7384566" y="602583"/>
                <a:ext cx="158040" cy="279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973B26-470D-E2F2-FEFB-70B7EBF99AB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66926" y="584583"/>
                  <a:ext cx="193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A2BB8B7-6697-5341-4571-E46FE72092F0}"/>
                    </a:ext>
                  </a:extLst>
                </p14:cNvPr>
                <p14:cNvContentPartPr/>
                <p14:nvPr/>
              </p14:nvContentPartPr>
              <p14:xfrm>
                <a:off x="7417686" y="731823"/>
                <a:ext cx="117720" cy="59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A2BB8B7-6697-5341-4571-E46FE72092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99686" y="714183"/>
                  <a:ext cx="153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A24B681-C5F9-68CD-3C06-30868B02A2E2}"/>
                    </a:ext>
                  </a:extLst>
                </p14:cNvPr>
                <p14:cNvContentPartPr/>
                <p14:nvPr/>
              </p14:nvContentPartPr>
              <p14:xfrm>
                <a:off x="7553766" y="456063"/>
                <a:ext cx="217080" cy="64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A24B681-C5F9-68CD-3C06-30868B02A2E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36126" y="438423"/>
                  <a:ext cx="25272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372ED6B-239C-DE77-102D-36A2792E145E}"/>
                    </a:ext>
                  </a:extLst>
                </p14:cNvPr>
                <p14:cNvContentPartPr/>
                <p14:nvPr/>
              </p14:nvContentPartPr>
              <p14:xfrm>
                <a:off x="6276486" y="498543"/>
                <a:ext cx="424800" cy="660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372ED6B-239C-DE77-102D-36A2792E14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58846" y="480903"/>
                  <a:ext cx="46044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FC5ECEA-81F3-5161-1C58-30E882C39424}"/>
                    </a:ext>
                  </a:extLst>
                </p14:cNvPr>
                <p14:cNvContentPartPr/>
                <p14:nvPr/>
              </p14:nvContentPartPr>
              <p14:xfrm>
                <a:off x="7883166" y="657303"/>
                <a:ext cx="36720" cy="229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FC5ECEA-81F3-5161-1C58-30E882C394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65166" y="639663"/>
                  <a:ext cx="72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940515C-8579-E75B-5177-724EAD118088}"/>
                    </a:ext>
                  </a:extLst>
                </p14:cNvPr>
                <p14:cNvContentPartPr/>
                <p14:nvPr/>
              </p14:nvContentPartPr>
              <p14:xfrm>
                <a:off x="7876686" y="636063"/>
                <a:ext cx="171360" cy="264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940515C-8579-E75B-5177-724EAD1180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58686" y="618423"/>
                  <a:ext cx="207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FAD7BDB-ABE7-F52F-7978-6AF9FB4664A9}"/>
                    </a:ext>
                  </a:extLst>
                </p14:cNvPr>
                <p14:cNvContentPartPr/>
                <p14:nvPr/>
              </p14:nvContentPartPr>
              <p14:xfrm>
                <a:off x="8236686" y="738303"/>
                <a:ext cx="78120" cy="2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FAD7BDB-ABE7-F52F-7978-6AF9FB4664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19046" y="720303"/>
                  <a:ext cx="113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332861-C71F-E1D6-A1B3-3ADF528CD223}"/>
                    </a:ext>
                  </a:extLst>
                </p14:cNvPr>
                <p14:cNvContentPartPr/>
                <p14:nvPr/>
              </p14:nvContentPartPr>
              <p14:xfrm>
                <a:off x="8206446" y="810663"/>
                <a:ext cx="106560" cy="43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332861-C71F-E1D6-A1B3-3ADF528CD22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88446" y="792663"/>
                  <a:ext cx="142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62F6B8E-3C74-CBC3-500C-58E1F59221A3}"/>
                    </a:ext>
                  </a:extLst>
                </p14:cNvPr>
                <p14:cNvContentPartPr/>
                <p14:nvPr/>
              </p14:nvContentPartPr>
              <p14:xfrm>
                <a:off x="8458446" y="335463"/>
                <a:ext cx="511560" cy="1903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62F6B8E-3C74-CBC3-500C-58E1F59221A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40446" y="317463"/>
                  <a:ext cx="547200" cy="19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472979C-AF54-38B8-14B9-7154F3E2FE03}"/>
                    </a:ext>
                  </a:extLst>
                </p14:cNvPr>
                <p14:cNvContentPartPr/>
                <p14:nvPr/>
              </p14:nvContentPartPr>
              <p14:xfrm>
                <a:off x="8718366" y="574863"/>
                <a:ext cx="175320" cy="204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472979C-AF54-38B8-14B9-7154F3E2FE0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00366" y="556863"/>
                  <a:ext cx="210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C6334C8-4ED3-38C7-95CB-CDE014428D9F}"/>
                    </a:ext>
                  </a:extLst>
                </p14:cNvPr>
                <p14:cNvContentPartPr/>
                <p14:nvPr/>
              </p14:nvContentPartPr>
              <p14:xfrm>
                <a:off x="8963526" y="566223"/>
                <a:ext cx="88920" cy="66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C6334C8-4ED3-38C7-95CB-CDE014428D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45526" y="548223"/>
                  <a:ext cx="124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5FD4447-4B30-097A-297B-FC1161FFB4A3}"/>
                    </a:ext>
                  </a:extLst>
                </p14:cNvPr>
                <p14:cNvContentPartPr/>
                <p14:nvPr/>
              </p14:nvContentPartPr>
              <p14:xfrm>
                <a:off x="8940846" y="559743"/>
                <a:ext cx="94320" cy="217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5FD4447-4B30-097A-297B-FC1161FFB4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22846" y="542103"/>
                  <a:ext cx="129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E91490E-E646-929C-151B-D3CAD63EF379}"/>
                    </a:ext>
                  </a:extLst>
                </p14:cNvPr>
                <p14:cNvContentPartPr/>
                <p14:nvPr/>
              </p14:nvContentPartPr>
              <p14:xfrm>
                <a:off x="9196806" y="529863"/>
                <a:ext cx="87480" cy="236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E91490E-E646-929C-151B-D3CAD63EF37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179166" y="512223"/>
                  <a:ext cx="12312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473EBCF-A2E2-C5DA-BF19-38028E11B7CA}"/>
              </a:ext>
            </a:extLst>
          </p:cNvPr>
          <p:cNvGrpSpPr/>
          <p:nvPr/>
        </p:nvGrpSpPr>
        <p:grpSpPr>
          <a:xfrm>
            <a:off x="9685686" y="547863"/>
            <a:ext cx="330480" cy="214560"/>
            <a:chOff x="9685686" y="547863"/>
            <a:chExt cx="33048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3DBC0EC-BD9F-E7BF-5FC6-741CEA984FBA}"/>
                    </a:ext>
                  </a:extLst>
                </p14:cNvPr>
                <p14:cNvContentPartPr/>
                <p14:nvPr/>
              </p14:nvContentPartPr>
              <p14:xfrm>
                <a:off x="9685686" y="628143"/>
                <a:ext cx="84960" cy="17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3DBC0EC-BD9F-E7BF-5FC6-741CEA984F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67686" y="610143"/>
                  <a:ext cx="120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66C1F1E-D301-239E-2E5E-D6293BAA806E}"/>
                    </a:ext>
                  </a:extLst>
                </p14:cNvPr>
                <p14:cNvContentPartPr/>
                <p14:nvPr/>
              </p14:nvContentPartPr>
              <p14:xfrm>
                <a:off x="9818166" y="547863"/>
                <a:ext cx="22680" cy="20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66C1F1E-D301-239E-2E5E-D6293BAA80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00166" y="529863"/>
                  <a:ext cx="58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69E4205-1AD9-C7F4-0785-6B8E1323294D}"/>
                    </a:ext>
                  </a:extLst>
                </p14:cNvPr>
                <p14:cNvContentPartPr/>
                <p14:nvPr/>
              </p14:nvContentPartPr>
              <p14:xfrm>
                <a:off x="9915726" y="568743"/>
                <a:ext cx="100440" cy="193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69E4205-1AD9-C7F4-0785-6B8E1323294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97726" y="551103"/>
                  <a:ext cx="13608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7B1DA25-08D8-1EB1-B5E3-BCF4F38ACFA6}"/>
              </a:ext>
            </a:extLst>
          </p:cNvPr>
          <p:cNvGrpSpPr/>
          <p:nvPr/>
        </p:nvGrpSpPr>
        <p:grpSpPr>
          <a:xfrm>
            <a:off x="8801526" y="988863"/>
            <a:ext cx="421560" cy="283320"/>
            <a:chOff x="8801526" y="988863"/>
            <a:chExt cx="42156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AA102E3-26A7-A9A0-7BA9-6457728BBCA7}"/>
                    </a:ext>
                  </a:extLst>
                </p14:cNvPr>
                <p14:cNvContentPartPr/>
                <p14:nvPr/>
              </p14:nvContentPartPr>
              <p14:xfrm>
                <a:off x="8801526" y="1097943"/>
                <a:ext cx="94320" cy="30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AA102E3-26A7-A9A0-7BA9-6457728BBC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83526" y="1080303"/>
                  <a:ext cx="129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728E31F-A480-2B93-7676-C572E71FAA5E}"/>
                    </a:ext>
                  </a:extLst>
                </p14:cNvPr>
                <p14:cNvContentPartPr/>
                <p14:nvPr/>
              </p14:nvContentPartPr>
              <p14:xfrm>
                <a:off x="8956326" y="1024863"/>
                <a:ext cx="42120" cy="191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728E31F-A480-2B93-7676-C572E71FAA5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38326" y="1007223"/>
                  <a:ext cx="77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F0E16A0-DC5D-F031-C9AD-CA4D0D91C377}"/>
                    </a:ext>
                  </a:extLst>
                </p14:cNvPr>
                <p14:cNvContentPartPr/>
                <p14:nvPr/>
              </p14:nvContentPartPr>
              <p14:xfrm>
                <a:off x="9063606" y="988863"/>
                <a:ext cx="159480" cy="283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F0E16A0-DC5D-F031-C9AD-CA4D0D91C3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45966" y="970863"/>
                  <a:ext cx="1951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B27E63D-C151-6AEC-EB9D-9FDC2D713D86}"/>
              </a:ext>
            </a:extLst>
          </p:cNvPr>
          <p:cNvGrpSpPr/>
          <p:nvPr/>
        </p:nvGrpSpPr>
        <p:grpSpPr>
          <a:xfrm>
            <a:off x="8586606" y="1491783"/>
            <a:ext cx="695160" cy="299880"/>
            <a:chOff x="8586606" y="1491783"/>
            <a:chExt cx="69516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97E00FF-EDB8-E6E6-DBA8-BBBFD8A3E255}"/>
                    </a:ext>
                  </a:extLst>
                </p14:cNvPr>
                <p14:cNvContentPartPr/>
                <p14:nvPr/>
              </p14:nvContentPartPr>
              <p14:xfrm>
                <a:off x="8586606" y="1648023"/>
                <a:ext cx="131040" cy="60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97E00FF-EDB8-E6E6-DBA8-BBBFD8A3E2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68606" y="1630023"/>
                  <a:ext cx="166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E1D9F2F-FE76-7535-579E-34FE3D44FAA9}"/>
                    </a:ext>
                  </a:extLst>
                </p14:cNvPr>
                <p14:cNvContentPartPr/>
                <p14:nvPr/>
              </p14:nvContentPartPr>
              <p14:xfrm>
                <a:off x="8786046" y="1528143"/>
                <a:ext cx="39600" cy="213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E1D9F2F-FE76-7535-579E-34FE3D44FAA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68046" y="1510503"/>
                  <a:ext cx="7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7C0DD29-E5AC-7A11-DA9B-B334349E25EA}"/>
                    </a:ext>
                  </a:extLst>
                </p14:cNvPr>
                <p14:cNvContentPartPr/>
                <p14:nvPr/>
              </p14:nvContentPartPr>
              <p14:xfrm>
                <a:off x="8920326" y="1499703"/>
                <a:ext cx="105480" cy="277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7C0DD29-E5AC-7A11-DA9B-B334349E25E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02326" y="1481703"/>
                  <a:ext cx="1411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03BFE9F-1572-5AAF-1820-C6B356F7AA64}"/>
                    </a:ext>
                  </a:extLst>
                </p14:cNvPr>
                <p14:cNvContentPartPr/>
                <p14:nvPr/>
              </p14:nvContentPartPr>
              <p14:xfrm>
                <a:off x="9125886" y="1491783"/>
                <a:ext cx="155880" cy="2998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03BFE9F-1572-5AAF-1820-C6B356F7AA6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08246" y="1473783"/>
                  <a:ext cx="191520" cy="33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61B2E1E-0105-3E83-3879-2F51B3B600F1}"/>
                  </a:ext>
                </a:extLst>
              </p14:cNvPr>
              <p14:cNvContentPartPr/>
              <p14:nvPr/>
            </p14:nvContentPartPr>
            <p14:xfrm>
              <a:off x="9844446" y="1043583"/>
              <a:ext cx="38160" cy="2048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61B2E1E-0105-3E83-3879-2F51B3B600F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826446" y="1025943"/>
                <a:ext cx="738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2A053B2-7E16-81DA-4F46-3F9D82B7C4FF}"/>
                  </a:ext>
                </a:extLst>
              </p14:cNvPr>
              <p14:cNvContentPartPr/>
              <p14:nvPr/>
            </p14:nvContentPartPr>
            <p14:xfrm>
              <a:off x="9777486" y="1518063"/>
              <a:ext cx="9360" cy="1839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2A053B2-7E16-81DA-4F46-3F9D82B7C4F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59486" y="1500063"/>
                <a:ext cx="450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F53A27E-37DA-B6A5-BA8C-16631C01A264}"/>
                  </a:ext>
                </a:extLst>
              </p14:cNvPr>
              <p14:cNvContentPartPr/>
              <p14:nvPr/>
            </p14:nvContentPartPr>
            <p14:xfrm>
              <a:off x="9964686" y="1481343"/>
              <a:ext cx="25560" cy="2149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F53A27E-37DA-B6A5-BA8C-16631C01A26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946686" y="1463343"/>
                <a:ext cx="61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ADE4918-EACE-EA09-9FB8-7E7A2A5B9B1B}"/>
                  </a:ext>
                </a:extLst>
              </p14:cNvPr>
              <p14:cNvContentPartPr/>
              <p14:nvPr/>
            </p14:nvContentPartPr>
            <p14:xfrm>
              <a:off x="10547526" y="1000383"/>
              <a:ext cx="14760" cy="1998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ADE4918-EACE-EA09-9FB8-7E7A2A5B9B1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529526" y="982383"/>
                <a:ext cx="504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50511F6-C5DA-6FFE-01CD-B44C5F6D936C}"/>
                  </a:ext>
                </a:extLst>
              </p14:cNvPr>
              <p14:cNvContentPartPr/>
              <p14:nvPr/>
            </p14:nvContentPartPr>
            <p14:xfrm>
              <a:off x="10641846" y="1021263"/>
              <a:ext cx="23400" cy="2602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50511F6-C5DA-6FFE-01CD-B44C5F6D936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624206" y="1003263"/>
                <a:ext cx="590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15DFB2D3-F552-58EA-C109-8AA89119183E}"/>
                  </a:ext>
                </a:extLst>
              </p14:cNvPr>
              <p14:cNvContentPartPr/>
              <p14:nvPr/>
            </p14:nvContentPartPr>
            <p14:xfrm>
              <a:off x="10406046" y="1384503"/>
              <a:ext cx="19440" cy="2293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15DFB2D3-F552-58EA-C109-8AA89119183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388406" y="1366503"/>
                <a:ext cx="550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7D69575-C0C3-8249-8021-DFA568BFF985}"/>
                  </a:ext>
                </a:extLst>
              </p14:cNvPr>
              <p14:cNvContentPartPr/>
              <p14:nvPr/>
            </p14:nvContentPartPr>
            <p14:xfrm>
              <a:off x="10505766" y="1447503"/>
              <a:ext cx="149400" cy="1753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7D69575-C0C3-8249-8021-DFA568BFF98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488126" y="1429503"/>
                <a:ext cx="1850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36E722C-9715-8DA2-C8A6-9A39427C3D30}"/>
                  </a:ext>
                </a:extLst>
              </p14:cNvPr>
              <p14:cNvContentPartPr/>
              <p14:nvPr/>
            </p14:nvContentPartPr>
            <p14:xfrm>
              <a:off x="10703046" y="1415103"/>
              <a:ext cx="25920" cy="2041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36E722C-9715-8DA2-C8A6-9A39427C3D3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0685046" y="1397103"/>
                <a:ext cx="615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DF664C6-B99D-FFFB-A893-C669B8C754BB}"/>
                  </a:ext>
                </a:extLst>
              </p14:cNvPr>
              <p14:cNvContentPartPr/>
              <p14:nvPr/>
            </p14:nvContentPartPr>
            <p14:xfrm>
              <a:off x="10590726" y="307023"/>
              <a:ext cx="445320" cy="16650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DF664C6-B99D-FFFB-A893-C669B8C754BB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572726" y="289383"/>
                <a:ext cx="480960" cy="170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46FD4A9-CB36-4CBF-E4E9-E6ED72ED8E89}"/>
                  </a:ext>
                </a:extLst>
              </p14:cNvPr>
              <p14:cNvContentPartPr/>
              <p14:nvPr/>
            </p14:nvContentPartPr>
            <p14:xfrm>
              <a:off x="11217126" y="325743"/>
              <a:ext cx="278280" cy="18558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46FD4A9-CB36-4CBF-E4E9-E6ED72ED8E8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199486" y="307743"/>
                <a:ext cx="313920" cy="18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FA021FC-0918-3008-D896-9145FA3BF488}"/>
              </a:ext>
            </a:extLst>
          </p:cNvPr>
          <p:cNvGrpSpPr/>
          <p:nvPr/>
        </p:nvGrpSpPr>
        <p:grpSpPr>
          <a:xfrm>
            <a:off x="11465166" y="246183"/>
            <a:ext cx="549000" cy="2044800"/>
            <a:chOff x="11465166" y="246183"/>
            <a:chExt cx="549000" cy="20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3D4C4C7-6469-CC55-821E-B52B99CACAA7}"/>
                    </a:ext>
                  </a:extLst>
                </p14:cNvPr>
                <p14:cNvContentPartPr/>
                <p14:nvPr/>
              </p14:nvContentPartPr>
              <p14:xfrm>
                <a:off x="11595486" y="510063"/>
                <a:ext cx="131400" cy="359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3D4C4C7-6469-CC55-821E-B52B99CACA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77486" y="492423"/>
                  <a:ext cx="167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B7101BC-014D-AA59-CEAB-C26189A61E22}"/>
                    </a:ext>
                  </a:extLst>
                </p14:cNvPr>
                <p14:cNvContentPartPr/>
                <p14:nvPr/>
              </p14:nvContentPartPr>
              <p14:xfrm>
                <a:off x="11548686" y="1077063"/>
                <a:ext cx="117000" cy="264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B7101BC-014D-AA59-CEAB-C26189A61E2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530686" y="1059423"/>
                  <a:ext cx="1526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2A6CF81-5363-E161-9500-7C08FF2A0436}"/>
                    </a:ext>
                  </a:extLst>
                </p14:cNvPr>
                <p14:cNvContentPartPr/>
                <p14:nvPr/>
              </p14:nvContentPartPr>
              <p14:xfrm>
                <a:off x="11465166" y="1403223"/>
                <a:ext cx="182880" cy="19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2A6CF81-5363-E161-9500-7C08FF2A043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447166" y="1385223"/>
                  <a:ext cx="218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87415FA-0DB3-4ED7-70C0-272B6E52C6AA}"/>
                    </a:ext>
                  </a:extLst>
                </p14:cNvPr>
                <p14:cNvContentPartPr/>
                <p14:nvPr/>
              </p14:nvContentPartPr>
              <p14:xfrm>
                <a:off x="11474526" y="1439223"/>
                <a:ext cx="133920" cy="251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87415FA-0DB3-4ED7-70C0-272B6E52C6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56526" y="1421223"/>
                  <a:ext cx="1695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E36C57B-4AE2-01CB-AD6F-7082479571E0}"/>
                    </a:ext>
                  </a:extLst>
                </p14:cNvPr>
                <p14:cNvContentPartPr/>
                <p14:nvPr/>
              </p14:nvContentPartPr>
              <p14:xfrm>
                <a:off x="11573886" y="1370103"/>
                <a:ext cx="178920" cy="12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E36C57B-4AE2-01CB-AD6F-7082479571E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55886" y="1352463"/>
                  <a:ext cx="214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31DFA76-D251-A675-30CA-F1FE325B63D7}"/>
                    </a:ext>
                  </a:extLst>
                </p14:cNvPr>
                <p14:cNvContentPartPr/>
                <p14:nvPr/>
              </p14:nvContentPartPr>
              <p14:xfrm>
                <a:off x="11556966" y="246183"/>
                <a:ext cx="457200" cy="2044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31DFA76-D251-A675-30CA-F1FE325B63D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538966" y="228183"/>
                  <a:ext cx="492840" cy="20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74704D9-877C-4C20-2228-B89E1AEE39D3}"/>
              </a:ext>
            </a:extLst>
          </p:cNvPr>
          <p:cNvGrpSpPr/>
          <p:nvPr/>
        </p:nvGrpSpPr>
        <p:grpSpPr>
          <a:xfrm>
            <a:off x="764526" y="3364503"/>
            <a:ext cx="335160" cy="166320"/>
            <a:chOff x="764526" y="3364503"/>
            <a:chExt cx="33516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6CA0E0-9D0C-052D-0AC3-9D731FD3C77E}"/>
                    </a:ext>
                  </a:extLst>
                </p14:cNvPr>
                <p14:cNvContentPartPr/>
                <p14:nvPr/>
              </p14:nvContentPartPr>
              <p14:xfrm>
                <a:off x="907086" y="3396543"/>
                <a:ext cx="31320" cy="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6CA0E0-9D0C-052D-0AC3-9D731FD3C77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9446" y="3378543"/>
                  <a:ext cx="66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CFF671-66A0-91E7-1E83-2B43BA942E60}"/>
                    </a:ext>
                  </a:extLst>
                </p14:cNvPr>
                <p14:cNvContentPartPr/>
                <p14:nvPr/>
              </p14:nvContentPartPr>
              <p14:xfrm>
                <a:off x="834366" y="3499503"/>
                <a:ext cx="90720" cy="2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CFF671-66A0-91E7-1E83-2B43BA942E6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6366" y="3481863"/>
                  <a:ext cx="126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50AD7F0-63A7-AB02-0426-734DBBE71E30}"/>
                    </a:ext>
                  </a:extLst>
                </p14:cNvPr>
                <p14:cNvContentPartPr/>
                <p14:nvPr/>
              </p14:nvContentPartPr>
              <p14:xfrm>
                <a:off x="823206" y="3372423"/>
                <a:ext cx="207000" cy="46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50AD7F0-63A7-AB02-0426-734DBBE71E3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5206" y="3354783"/>
                  <a:ext cx="242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19BA17B-8220-ADD1-DDF3-986D438DBDD0}"/>
                    </a:ext>
                  </a:extLst>
                </p14:cNvPr>
                <p14:cNvContentPartPr/>
                <p14:nvPr/>
              </p14:nvContentPartPr>
              <p14:xfrm>
                <a:off x="797286" y="3463863"/>
                <a:ext cx="296280" cy="66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19BA17B-8220-ADD1-DDF3-986D438DBDD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9646" y="3446223"/>
                  <a:ext cx="331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F088AA-4BE7-94B2-25A6-6F3CBE4B0832}"/>
                    </a:ext>
                  </a:extLst>
                </p14:cNvPr>
                <p14:cNvContentPartPr/>
                <p14:nvPr/>
              </p14:nvContentPartPr>
              <p14:xfrm>
                <a:off x="764526" y="3364503"/>
                <a:ext cx="335160" cy="84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F088AA-4BE7-94B2-25A6-6F3CBE4B083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6886" y="3346863"/>
                  <a:ext cx="37080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77A5639-8F2B-9160-43B5-D234FDAC097C}"/>
                  </a:ext>
                </a:extLst>
              </p14:cNvPr>
              <p14:cNvContentPartPr/>
              <p14:nvPr/>
            </p14:nvContentPartPr>
            <p14:xfrm>
              <a:off x="3038286" y="2136903"/>
              <a:ext cx="360" cy="36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77A5639-8F2B-9160-43B5-D234FDAC09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20286" y="21189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B53F88A-EF7D-9F81-AA7F-FF40B7538BEB}"/>
              </a:ext>
            </a:extLst>
          </p:cNvPr>
          <p:cNvGrpSpPr/>
          <p:nvPr/>
        </p:nvGrpSpPr>
        <p:grpSpPr>
          <a:xfrm>
            <a:off x="3720486" y="1126383"/>
            <a:ext cx="955800" cy="1833120"/>
            <a:chOff x="3720486" y="1126383"/>
            <a:chExt cx="955800" cy="183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701B29-1B5A-D376-361B-19863140F4AC}"/>
                    </a:ext>
                  </a:extLst>
                </p14:cNvPr>
                <p14:cNvContentPartPr/>
                <p14:nvPr/>
              </p14:nvContentPartPr>
              <p14:xfrm>
                <a:off x="3811566" y="1268223"/>
                <a:ext cx="189720" cy="347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701B29-1B5A-D376-361B-19863140F4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793566" y="1250223"/>
                  <a:ext cx="2253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05478F-C293-3B25-BD20-DDE5494275B7}"/>
                    </a:ext>
                  </a:extLst>
                </p14:cNvPr>
                <p14:cNvContentPartPr/>
                <p14:nvPr/>
              </p14:nvContentPartPr>
              <p14:xfrm>
                <a:off x="3765126" y="1890303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05478F-C293-3B25-BD20-DDE5494275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47126" y="18723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A4131C-6C29-9DBE-C446-043C0C5ED06E}"/>
                    </a:ext>
                  </a:extLst>
                </p14:cNvPr>
                <p14:cNvContentPartPr/>
                <p14:nvPr/>
              </p14:nvContentPartPr>
              <p14:xfrm>
                <a:off x="3720486" y="2391063"/>
                <a:ext cx="64440" cy="189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A4131C-6C29-9DBE-C446-043C0C5ED06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02846" y="2373063"/>
                  <a:ext cx="1000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D07EB7-7D85-0258-9E93-AB5122282F0E}"/>
                    </a:ext>
                  </a:extLst>
                </p14:cNvPr>
                <p14:cNvContentPartPr/>
                <p14:nvPr/>
              </p14:nvContentPartPr>
              <p14:xfrm>
                <a:off x="3899406" y="2378103"/>
                <a:ext cx="116640" cy="174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D07EB7-7D85-0258-9E93-AB5122282F0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81406" y="2360103"/>
                  <a:ext cx="152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66C311-7366-A5A3-7D2F-94DE414F071E}"/>
                    </a:ext>
                  </a:extLst>
                </p14:cNvPr>
                <p14:cNvContentPartPr/>
                <p14:nvPr/>
              </p14:nvContentPartPr>
              <p14:xfrm>
                <a:off x="3954846" y="1126383"/>
                <a:ext cx="721440" cy="1833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66C311-7366-A5A3-7D2F-94DE414F071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36846" y="1108383"/>
                  <a:ext cx="757080" cy="18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A67DA27-EB59-F532-43B2-7B0EAD620906}"/>
                    </a:ext>
                  </a:extLst>
                </p14:cNvPr>
                <p14:cNvContentPartPr/>
                <p14:nvPr/>
              </p14:nvContentPartPr>
              <p14:xfrm>
                <a:off x="3843246" y="2108823"/>
                <a:ext cx="360" cy="3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A67DA27-EB59-F532-43B2-7B0EAD6209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825246" y="2090823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749B44C-7CF7-D9F9-A4C0-67117822E5C2}"/>
                    </a:ext>
                  </a:extLst>
                </p14:cNvPr>
                <p14:cNvContentPartPr/>
                <p14:nvPr/>
              </p14:nvContentPartPr>
              <p14:xfrm>
                <a:off x="4026126" y="2555583"/>
                <a:ext cx="360" cy="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749B44C-7CF7-D9F9-A4C0-67117822E5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08486" y="2537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C8FFE79-9739-69A0-3D33-971D7BC8DCA3}"/>
                  </a:ext>
                </a:extLst>
              </p14:cNvPr>
              <p14:cNvContentPartPr/>
              <p14:nvPr/>
            </p14:nvContentPartPr>
            <p14:xfrm>
              <a:off x="577326" y="3478623"/>
              <a:ext cx="3600" cy="2854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C8FFE79-9739-69A0-3D33-971D7BC8DCA3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559326" y="3460623"/>
                <a:ext cx="39240" cy="32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842C8C9-46E8-186C-201F-CCBE4D6CFA51}"/>
              </a:ext>
            </a:extLst>
          </p:cNvPr>
          <p:cNvGrpSpPr/>
          <p:nvPr/>
        </p:nvGrpSpPr>
        <p:grpSpPr>
          <a:xfrm>
            <a:off x="258366" y="3110343"/>
            <a:ext cx="348120" cy="671040"/>
            <a:chOff x="258366" y="3110343"/>
            <a:chExt cx="34812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71E834-7FA3-9DBB-B208-3F505348915A}"/>
                    </a:ext>
                  </a:extLst>
                </p14:cNvPr>
                <p14:cNvContentPartPr/>
                <p14:nvPr/>
              </p14:nvContentPartPr>
              <p14:xfrm>
                <a:off x="258366" y="3110343"/>
                <a:ext cx="204120" cy="394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71E834-7FA3-9DBB-B208-3F505348915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0726" y="3092703"/>
                  <a:ext cx="2397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6D8E8E-C18C-6322-0863-31D69859625E}"/>
                    </a:ext>
                  </a:extLst>
                </p14:cNvPr>
                <p14:cNvContentPartPr/>
                <p14:nvPr/>
              </p14:nvContentPartPr>
              <p14:xfrm>
                <a:off x="565806" y="3450183"/>
                <a:ext cx="26640" cy="331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6D8E8E-C18C-6322-0863-31D69859625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47806" y="3432183"/>
                  <a:ext cx="622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0227511-B47A-743F-FC4B-53E426F53DDE}"/>
                    </a:ext>
                  </a:extLst>
                </p14:cNvPr>
                <p14:cNvContentPartPr/>
                <p14:nvPr/>
              </p14:nvContentPartPr>
              <p14:xfrm>
                <a:off x="573366" y="3479343"/>
                <a:ext cx="33120" cy="272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0227511-B47A-743F-FC4B-53E426F53DD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55366" y="3461343"/>
                  <a:ext cx="687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20B235D-A902-5C28-1D97-90F008917004}"/>
              </a:ext>
            </a:extLst>
          </p:cNvPr>
          <p:cNvGrpSpPr/>
          <p:nvPr/>
        </p:nvGrpSpPr>
        <p:grpSpPr>
          <a:xfrm>
            <a:off x="10197966" y="455343"/>
            <a:ext cx="709920" cy="308160"/>
            <a:chOff x="10197966" y="455343"/>
            <a:chExt cx="70992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F7C2163-079D-361C-CB53-4E98B90719DA}"/>
                    </a:ext>
                  </a:extLst>
                </p14:cNvPr>
                <p14:cNvContentPartPr/>
                <p14:nvPr/>
              </p14:nvContentPartPr>
              <p14:xfrm>
                <a:off x="10197966" y="624903"/>
                <a:ext cx="97200" cy="24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F7C2163-079D-361C-CB53-4E98B90719D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179966" y="607263"/>
                  <a:ext cx="132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5D68CED-59AD-B0AF-BD2B-F6409E29D529}"/>
                    </a:ext>
                  </a:extLst>
                </p14:cNvPr>
                <p14:cNvContentPartPr/>
                <p14:nvPr/>
              </p14:nvContentPartPr>
              <p14:xfrm>
                <a:off x="10353846" y="500703"/>
                <a:ext cx="29880" cy="198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5D68CED-59AD-B0AF-BD2B-F6409E29D52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335846" y="482703"/>
                  <a:ext cx="65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A469258-BEFD-C071-ED39-4F62B0089A27}"/>
                    </a:ext>
                  </a:extLst>
                </p14:cNvPr>
                <p14:cNvContentPartPr/>
                <p14:nvPr/>
              </p14:nvContentPartPr>
              <p14:xfrm>
                <a:off x="10454646" y="491703"/>
                <a:ext cx="128160" cy="240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A469258-BEFD-C071-ED39-4F62B0089A2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436646" y="474063"/>
                  <a:ext cx="1638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EAC969-CED3-D506-6C95-C929B6BB7D66}"/>
                    </a:ext>
                  </a:extLst>
                </p14:cNvPr>
                <p14:cNvContentPartPr/>
                <p14:nvPr/>
              </p14:nvContentPartPr>
              <p14:xfrm>
                <a:off x="10618806" y="455343"/>
                <a:ext cx="234720" cy="295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EAC969-CED3-D506-6C95-C929B6BB7D6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600806" y="437703"/>
                  <a:ext cx="2703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9167C55-8E42-B7E1-E6E8-BF9217129F4B}"/>
                    </a:ext>
                  </a:extLst>
                </p14:cNvPr>
                <p14:cNvContentPartPr/>
                <p14:nvPr/>
              </p14:nvContentPartPr>
              <p14:xfrm>
                <a:off x="10690086" y="466143"/>
                <a:ext cx="217800" cy="297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9167C55-8E42-B7E1-E6E8-BF9217129F4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672446" y="448143"/>
                  <a:ext cx="25344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F7F042A-0354-DB88-BDE9-825462EC8F4B}"/>
              </a:ext>
            </a:extLst>
          </p:cNvPr>
          <p:cNvGrpSpPr/>
          <p:nvPr/>
        </p:nvGrpSpPr>
        <p:grpSpPr>
          <a:xfrm>
            <a:off x="6157686" y="2795343"/>
            <a:ext cx="163080" cy="131760"/>
            <a:chOff x="6157686" y="2795343"/>
            <a:chExt cx="16308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D13711E-EC7B-64B5-71C9-75294BC70C38}"/>
                    </a:ext>
                  </a:extLst>
                </p14:cNvPr>
                <p14:cNvContentPartPr/>
                <p14:nvPr/>
              </p14:nvContentPartPr>
              <p14:xfrm>
                <a:off x="6187926" y="2795343"/>
                <a:ext cx="132840" cy="27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D13711E-EC7B-64B5-71C9-75294BC70C3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170286" y="2777703"/>
                  <a:ext cx="168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5AECF1B-33AC-9286-8C54-D8878D4FF11A}"/>
                    </a:ext>
                  </a:extLst>
                </p14:cNvPr>
                <p14:cNvContentPartPr/>
                <p14:nvPr/>
              </p14:nvContentPartPr>
              <p14:xfrm>
                <a:off x="6157686" y="2884983"/>
                <a:ext cx="159480" cy="421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5AECF1B-33AC-9286-8C54-D8878D4FF1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39686" y="2866983"/>
                  <a:ext cx="19512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C1C7EB2-3631-37E5-E609-98B4A1BF2DB5}"/>
              </a:ext>
            </a:extLst>
          </p:cNvPr>
          <p:cNvGrpSpPr/>
          <p:nvPr/>
        </p:nvGrpSpPr>
        <p:grpSpPr>
          <a:xfrm>
            <a:off x="7448646" y="4812783"/>
            <a:ext cx="176400" cy="120240"/>
            <a:chOff x="7448646" y="4812783"/>
            <a:chExt cx="17640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D4B0BDE-8E96-15BB-A073-D6BD64A888EA}"/>
                    </a:ext>
                  </a:extLst>
                </p14:cNvPr>
                <p14:cNvContentPartPr/>
                <p14:nvPr/>
              </p14:nvContentPartPr>
              <p14:xfrm>
                <a:off x="7448646" y="4812783"/>
                <a:ext cx="152280" cy="118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D4B0BDE-8E96-15BB-A073-D6BD64A888E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431006" y="4795143"/>
                  <a:ext cx="187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761587F-B5E0-2A4B-91FF-6E60D2E0979C}"/>
                    </a:ext>
                  </a:extLst>
                </p14:cNvPr>
                <p14:cNvContentPartPr/>
                <p14:nvPr/>
              </p14:nvContentPartPr>
              <p14:xfrm>
                <a:off x="7460526" y="4905663"/>
                <a:ext cx="164520" cy="27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761587F-B5E0-2A4B-91FF-6E60D2E0979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442526" y="4887663"/>
                  <a:ext cx="2001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27B60E47-8EFC-EEC4-EB2A-C635866A2451}"/>
                  </a:ext>
                </a:extLst>
              </p14:cNvPr>
              <p14:cNvContentPartPr/>
              <p14:nvPr/>
            </p14:nvContentPartPr>
            <p14:xfrm>
              <a:off x="8203566" y="4489863"/>
              <a:ext cx="593280" cy="178020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27B60E47-8EFC-EEC4-EB2A-C635866A2451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8185566" y="4471863"/>
                <a:ext cx="628920" cy="18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EE350FD-6924-4966-4841-5CA3273E8DED}"/>
                  </a:ext>
                </a:extLst>
              </p14:cNvPr>
              <p14:cNvContentPartPr/>
              <p14:nvPr/>
            </p14:nvContentPartPr>
            <p14:xfrm>
              <a:off x="8240646" y="2769783"/>
              <a:ext cx="121680" cy="237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EE350FD-6924-4966-4841-5CA3273E8DED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8223006" y="2752143"/>
                <a:ext cx="1573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83001A7A-9AAC-44F0-7F07-AA57D9ABFBC8}"/>
                  </a:ext>
                </a:extLst>
              </p14:cNvPr>
              <p14:cNvContentPartPr/>
              <p14:nvPr/>
            </p14:nvContentPartPr>
            <p14:xfrm>
              <a:off x="8486166" y="2615343"/>
              <a:ext cx="36360" cy="3164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83001A7A-9AAC-44F0-7F07-AA57D9ABFBC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8468526" y="2597343"/>
                <a:ext cx="720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F212AB6D-E320-69B1-D5E3-DF2BD7D25312}"/>
                  </a:ext>
                </a:extLst>
              </p14:cNvPr>
              <p14:cNvContentPartPr/>
              <p14:nvPr/>
            </p14:nvContentPartPr>
            <p14:xfrm>
              <a:off x="8616846" y="2661783"/>
              <a:ext cx="88200" cy="2534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F212AB6D-E320-69B1-D5E3-DF2BD7D2531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8598846" y="2643783"/>
                <a:ext cx="123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EFE89F0-2062-6640-1DD4-DFE6592E8391}"/>
                  </a:ext>
                </a:extLst>
              </p14:cNvPr>
              <p14:cNvContentPartPr/>
              <p14:nvPr/>
            </p14:nvContentPartPr>
            <p14:xfrm>
              <a:off x="8845806" y="2715063"/>
              <a:ext cx="117720" cy="12672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EFE89F0-2062-6640-1DD4-DFE6592E839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8828166" y="2697063"/>
                <a:ext cx="1533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E58901EF-3789-0063-4147-DEB52816E871}"/>
                  </a:ext>
                </a:extLst>
              </p14:cNvPr>
              <p14:cNvContentPartPr/>
              <p14:nvPr/>
            </p14:nvContentPartPr>
            <p14:xfrm>
              <a:off x="8856606" y="2651343"/>
              <a:ext cx="146520" cy="2300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E58901EF-3789-0063-4147-DEB52816E87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8838966" y="2633343"/>
                <a:ext cx="1821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C6E5DB73-31B4-15DA-8E54-994220553F5E}"/>
                  </a:ext>
                </a:extLst>
              </p14:cNvPr>
              <p14:cNvContentPartPr/>
              <p14:nvPr/>
            </p14:nvContentPartPr>
            <p14:xfrm>
              <a:off x="9134526" y="2605263"/>
              <a:ext cx="132120" cy="3049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C6E5DB73-31B4-15DA-8E54-994220553F5E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9116526" y="2587263"/>
                <a:ext cx="1677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F11EDB5-8799-0861-AE93-4C7E9909C012}"/>
                  </a:ext>
                </a:extLst>
              </p14:cNvPr>
              <p14:cNvContentPartPr/>
              <p14:nvPr/>
            </p14:nvContentPartPr>
            <p14:xfrm>
              <a:off x="10302366" y="2631543"/>
              <a:ext cx="111240" cy="1202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F11EDB5-8799-0861-AE93-4C7E9909C012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284726" y="2613903"/>
                <a:ext cx="1468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9A8DED53-7A5D-0A97-14E1-BC662BF1A4D5}"/>
                  </a:ext>
                </a:extLst>
              </p14:cNvPr>
              <p14:cNvContentPartPr/>
              <p14:nvPr/>
            </p14:nvContentPartPr>
            <p14:xfrm>
              <a:off x="10345926" y="2630823"/>
              <a:ext cx="111960" cy="1692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9A8DED53-7A5D-0A97-14E1-BC662BF1A4D5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328286" y="2612823"/>
                <a:ext cx="1476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45D263E-678E-DE6E-024C-960D0B6D18D5}"/>
                  </a:ext>
                </a:extLst>
              </p14:cNvPr>
              <p14:cNvContentPartPr/>
              <p14:nvPr/>
            </p14:nvContentPartPr>
            <p14:xfrm>
              <a:off x="10609806" y="2557383"/>
              <a:ext cx="135360" cy="23184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45D263E-678E-DE6E-024C-960D0B6D18D5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592166" y="2539383"/>
                <a:ext cx="1710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EA7512A8-C598-1C39-9660-0FE7969E4077}"/>
                  </a:ext>
                </a:extLst>
              </p14:cNvPr>
              <p14:cNvContentPartPr/>
              <p14:nvPr/>
            </p14:nvContentPartPr>
            <p14:xfrm>
              <a:off x="10754166" y="2482143"/>
              <a:ext cx="155520" cy="399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EA7512A8-C598-1C39-9660-0FE7969E4077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736526" y="2464503"/>
                <a:ext cx="191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7703C13-3BBD-D212-DC22-EDAC3195DAD9}"/>
                  </a:ext>
                </a:extLst>
              </p14:cNvPr>
              <p14:cNvContentPartPr/>
              <p14:nvPr/>
            </p14:nvContentPartPr>
            <p14:xfrm>
              <a:off x="6966246" y="3404463"/>
              <a:ext cx="164160" cy="2880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7703C13-3BBD-D212-DC22-EDAC3195DAD9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6948246" y="3386823"/>
                <a:ext cx="1998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2328FE73-1F1F-1CD4-3CF5-31EBA6A3427D}"/>
                  </a:ext>
                </a:extLst>
              </p14:cNvPr>
              <p14:cNvContentPartPr/>
              <p14:nvPr/>
            </p14:nvContentPartPr>
            <p14:xfrm>
              <a:off x="7279086" y="3270543"/>
              <a:ext cx="28080" cy="2487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2328FE73-1F1F-1CD4-3CF5-31EBA6A3427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7261446" y="3252903"/>
                <a:ext cx="637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FB77F0D-4C15-75A8-97DB-15DC61E68658}"/>
                  </a:ext>
                </a:extLst>
              </p14:cNvPr>
              <p14:cNvContentPartPr/>
              <p14:nvPr/>
            </p14:nvContentPartPr>
            <p14:xfrm>
              <a:off x="7464486" y="3279903"/>
              <a:ext cx="104400" cy="24480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FB77F0D-4C15-75A8-97DB-15DC61E68658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7446846" y="3261903"/>
                <a:ext cx="140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BE63F89-8C00-3261-7C35-10FD2EC84B8D}"/>
                  </a:ext>
                </a:extLst>
              </p14:cNvPr>
              <p14:cNvContentPartPr/>
              <p14:nvPr/>
            </p14:nvContentPartPr>
            <p14:xfrm>
              <a:off x="7713606" y="3384663"/>
              <a:ext cx="79920" cy="936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BE63F89-8C00-3261-7C35-10FD2EC84B8D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7695966" y="3366663"/>
                <a:ext cx="11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9E993E68-C45B-176A-4431-3303674F4E28}"/>
                  </a:ext>
                </a:extLst>
              </p14:cNvPr>
              <p14:cNvContentPartPr/>
              <p14:nvPr/>
            </p14:nvContentPartPr>
            <p14:xfrm>
              <a:off x="7706046" y="3346503"/>
              <a:ext cx="114480" cy="1774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9E993E68-C45B-176A-4431-3303674F4E28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7688046" y="3328503"/>
                <a:ext cx="1501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053C470E-2F14-ADD8-DB2C-B4CE014D9D96}"/>
                  </a:ext>
                </a:extLst>
              </p14:cNvPr>
              <p14:cNvContentPartPr/>
              <p14:nvPr/>
            </p14:nvContentPartPr>
            <p14:xfrm>
              <a:off x="7975686" y="3327783"/>
              <a:ext cx="159480" cy="2084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053C470E-2F14-ADD8-DB2C-B4CE014D9D96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7957686" y="3309783"/>
                <a:ext cx="1951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386236D0-709C-7657-2CDC-9BE1F72903E5}"/>
                  </a:ext>
                </a:extLst>
              </p14:cNvPr>
              <p14:cNvContentPartPr/>
              <p14:nvPr/>
            </p14:nvContentPartPr>
            <p14:xfrm>
              <a:off x="8310126" y="3422463"/>
              <a:ext cx="165240" cy="5076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386236D0-709C-7657-2CDC-9BE1F72903E5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292486" y="3404463"/>
                <a:ext cx="2008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6B24E518-6D66-AA87-0173-A41B3CE9DA86}"/>
                  </a:ext>
                </a:extLst>
              </p14:cNvPr>
              <p14:cNvContentPartPr/>
              <p14:nvPr/>
            </p14:nvContentPartPr>
            <p14:xfrm>
              <a:off x="8387526" y="3370263"/>
              <a:ext cx="29520" cy="1533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6B24E518-6D66-AA87-0173-A41B3CE9DA86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8369886" y="3352263"/>
                <a:ext cx="651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22F71AC-D87E-AFCD-E89B-9D0A283C6C00}"/>
                  </a:ext>
                </a:extLst>
              </p14:cNvPr>
              <p14:cNvContentPartPr/>
              <p14:nvPr/>
            </p14:nvContentPartPr>
            <p14:xfrm>
              <a:off x="8608926" y="3373143"/>
              <a:ext cx="43560" cy="17640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22F71AC-D87E-AFCD-E89B-9D0A283C6C00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8591286" y="3355143"/>
                <a:ext cx="792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49EEBEA-BFD8-1492-1D5F-2C6A2211869B}"/>
                  </a:ext>
                </a:extLst>
              </p14:cNvPr>
              <p14:cNvContentPartPr/>
              <p14:nvPr/>
            </p14:nvContentPartPr>
            <p14:xfrm>
              <a:off x="8797566" y="3355503"/>
              <a:ext cx="133920" cy="1040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49EEBEA-BFD8-1492-1D5F-2C6A2211869B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8779926" y="3337863"/>
                <a:ext cx="1695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DADD795E-6F09-ABAB-CBFC-419B47FF371E}"/>
                  </a:ext>
                </a:extLst>
              </p14:cNvPr>
              <p14:cNvContentPartPr/>
              <p14:nvPr/>
            </p14:nvContentPartPr>
            <p14:xfrm>
              <a:off x="8828166" y="3348663"/>
              <a:ext cx="116640" cy="1350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DADD795E-6F09-ABAB-CBFC-419B47FF371E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810526" y="3331023"/>
                <a:ext cx="1522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E85B8D7A-BE7E-0BC1-5ACB-8A792BF98B31}"/>
                  </a:ext>
                </a:extLst>
              </p14:cNvPr>
              <p14:cNvContentPartPr/>
              <p14:nvPr/>
            </p14:nvContentPartPr>
            <p14:xfrm>
              <a:off x="9082686" y="3307623"/>
              <a:ext cx="123480" cy="2376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E85B8D7A-BE7E-0BC1-5ACB-8A792BF98B31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064686" y="3289623"/>
                <a:ext cx="1591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124C3132-A8FB-6B56-7C04-FB27FB1AB2F5}"/>
                  </a:ext>
                </a:extLst>
              </p14:cNvPr>
              <p14:cNvContentPartPr/>
              <p14:nvPr/>
            </p14:nvContentPartPr>
            <p14:xfrm>
              <a:off x="9580926" y="3391143"/>
              <a:ext cx="187200" cy="4536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124C3132-A8FB-6B56-7C04-FB27FB1AB2F5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9562926" y="3373143"/>
                <a:ext cx="2228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9617258E-8A00-E6CB-DE1F-DC2BA38C762B}"/>
                  </a:ext>
                </a:extLst>
              </p14:cNvPr>
              <p14:cNvContentPartPr/>
              <p14:nvPr/>
            </p14:nvContentPartPr>
            <p14:xfrm>
              <a:off x="9685326" y="3323823"/>
              <a:ext cx="34200" cy="2001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9617258E-8A00-E6CB-DE1F-DC2BA38C762B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9667686" y="3305823"/>
                <a:ext cx="698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A23CA0A-D39E-18B8-8245-F4392FE0D021}"/>
                  </a:ext>
                </a:extLst>
              </p14:cNvPr>
              <p14:cNvContentPartPr/>
              <p14:nvPr/>
            </p14:nvContentPartPr>
            <p14:xfrm>
              <a:off x="9948126" y="3296463"/>
              <a:ext cx="27000" cy="20160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A23CA0A-D39E-18B8-8245-F4392FE0D021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9930126" y="3278463"/>
                <a:ext cx="626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C8EEB42C-C9EC-AB5B-6B6A-99AED5DB8BA6}"/>
                  </a:ext>
                </a:extLst>
              </p14:cNvPr>
              <p14:cNvContentPartPr/>
              <p14:nvPr/>
            </p14:nvContentPartPr>
            <p14:xfrm>
              <a:off x="10110486" y="3307983"/>
              <a:ext cx="5040" cy="1911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C8EEB42C-C9EC-AB5B-6B6A-99AED5DB8BA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092486" y="3290343"/>
                <a:ext cx="406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61DFEC3F-B144-6706-C406-1B7B335E88B7}"/>
                  </a:ext>
                </a:extLst>
              </p14:cNvPr>
              <p14:cNvContentPartPr/>
              <p14:nvPr/>
            </p14:nvContentPartPr>
            <p14:xfrm>
              <a:off x="10316046" y="3295743"/>
              <a:ext cx="119880" cy="14616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61DFEC3F-B144-6706-C406-1B7B335E88B7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298046" y="3277743"/>
                <a:ext cx="1555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027AB2A7-235A-1E95-DEA3-50496775E447}"/>
                  </a:ext>
                </a:extLst>
              </p14:cNvPr>
              <p14:cNvContentPartPr/>
              <p14:nvPr/>
            </p14:nvContentPartPr>
            <p14:xfrm>
              <a:off x="10311726" y="3299343"/>
              <a:ext cx="124200" cy="15912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027AB2A7-235A-1E95-DEA3-50496775E44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0294086" y="3281703"/>
                <a:ext cx="1598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6C9F9DD-ADEF-D4B1-43E3-BCF59B872450}"/>
                  </a:ext>
                </a:extLst>
              </p14:cNvPr>
              <p14:cNvContentPartPr/>
              <p14:nvPr/>
            </p14:nvContentPartPr>
            <p14:xfrm>
              <a:off x="10693326" y="3233823"/>
              <a:ext cx="162360" cy="586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6C9F9DD-ADEF-D4B1-43E3-BCF59B872450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0675326" y="3215823"/>
                <a:ext cx="1980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387E4BCF-DD22-28F8-C7FE-D952E6DEFBAE}"/>
                  </a:ext>
                </a:extLst>
              </p14:cNvPr>
              <p14:cNvContentPartPr/>
              <p14:nvPr/>
            </p14:nvContentPartPr>
            <p14:xfrm>
              <a:off x="10682166" y="3237063"/>
              <a:ext cx="204120" cy="2152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387E4BCF-DD22-28F8-C7FE-D952E6DEFBAE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664526" y="3219423"/>
                <a:ext cx="2397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EE9C1E0-F31E-66A0-C69D-29CCB1AECF2A}"/>
                  </a:ext>
                </a:extLst>
              </p14:cNvPr>
              <p14:cNvContentPartPr/>
              <p14:nvPr/>
            </p14:nvContentPartPr>
            <p14:xfrm>
              <a:off x="8578326" y="3990183"/>
              <a:ext cx="19800" cy="1875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EE9C1E0-F31E-66A0-C69D-29CCB1AECF2A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8560686" y="3972543"/>
                <a:ext cx="55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3647C3C-EB10-C752-E2DF-DD061C70769D}"/>
                  </a:ext>
                </a:extLst>
              </p14:cNvPr>
              <p14:cNvContentPartPr/>
              <p14:nvPr/>
            </p14:nvContentPartPr>
            <p14:xfrm>
              <a:off x="8704686" y="4001343"/>
              <a:ext cx="43200" cy="1638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3647C3C-EB10-C752-E2DF-DD061C70769D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8687046" y="3983343"/>
                <a:ext cx="788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94066E3E-035F-3605-F63A-FD830164607A}"/>
                  </a:ext>
                </a:extLst>
              </p14:cNvPr>
              <p14:cNvContentPartPr/>
              <p14:nvPr/>
            </p14:nvContentPartPr>
            <p14:xfrm>
              <a:off x="8922846" y="3980463"/>
              <a:ext cx="121680" cy="12708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94066E3E-035F-3605-F63A-FD830164607A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8904846" y="3962823"/>
                <a:ext cx="1573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AABE8AF7-60A6-22B8-8BB1-45F18A1CB00E}"/>
                  </a:ext>
                </a:extLst>
              </p14:cNvPr>
              <p14:cNvContentPartPr/>
              <p14:nvPr/>
            </p14:nvContentPartPr>
            <p14:xfrm>
              <a:off x="8955606" y="3949503"/>
              <a:ext cx="150480" cy="18756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AABE8AF7-60A6-22B8-8BB1-45F18A1CB00E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8937966" y="3931503"/>
                <a:ext cx="1861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984E591C-1A75-0CBE-07BD-5F2A1BCE05FF}"/>
                  </a:ext>
                </a:extLst>
              </p14:cNvPr>
              <p14:cNvContentPartPr/>
              <p14:nvPr/>
            </p14:nvContentPartPr>
            <p14:xfrm>
              <a:off x="9250806" y="3901983"/>
              <a:ext cx="114480" cy="2415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984E591C-1A75-0CBE-07BD-5F2A1BCE05FF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233166" y="3884343"/>
                <a:ext cx="1501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02E4FF4-2BEA-1282-2DFE-93276872D2C4}"/>
                  </a:ext>
                </a:extLst>
              </p14:cNvPr>
              <p14:cNvContentPartPr/>
              <p14:nvPr/>
            </p14:nvContentPartPr>
            <p14:xfrm>
              <a:off x="9730326" y="3995583"/>
              <a:ext cx="158760" cy="572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02E4FF4-2BEA-1282-2DFE-93276872D2C4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12326" y="3977583"/>
                <a:ext cx="194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9E8C9A82-3C72-9240-639E-5F28633A89A8}"/>
                  </a:ext>
                </a:extLst>
              </p14:cNvPr>
              <p14:cNvContentPartPr/>
              <p14:nvPr/>
            </p14:nvContentPartPr>
            <p14:xfrm>
              <a:off x="9904566" y="3875343"/>
              <a:ext cx="54000" cy="24336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9E8C9A82-3C72-9240-639E-5F28633A89A8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9886926" y="3857703"/>
                <a:ext cx="896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950F2D9-00DF-1421-8D11-E82F55ED86D3}"/>
                  </a:ext>
                </a:extLst>
              </p14:cNvPr>
              <p14:cNvContentPartPr/>
              <p14:nvPr/>
            </p14:nvContentPartPr>
            <p14:xfrm>
              <a:off x="10171326" y="3883983"/>
              <a:ext cx="18000" cy="19944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950F2D9-00DF-1421-8D11-E82F55ED86D3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0153686" y="3866343"/>
                <a:ext cx="536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A5289D6-4E7E-63FC-BBB0-BB0BBF5FCB07}"/>
                  </a:ext>
                </a:extLst>
              </p14:cNvPr>
              <p14:cNvContentPartPr/>
              <p14:nvPr/>
            </p14:nvContentPartPr>
            <p14:xfrm>
              <a:off x="10278246" y="3899103"/>
              <a:ext cx="158040" cy="17604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A5289D6-4E7E-63FC-BBB0-BB0BBF5FCB07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0260246" y="3881103"/>
                <a:ext cx="1936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DF3825B-1A4C-2B2D-FA74-118D974EA15F}"/>
                  </a:ext>
                </a:extLst>
              </p14:cNvPr>
              <p14:cNvContentPartPr/>
              <p14:nvPr/>
            </p14:nvContentPartPr>
            <p14:xfrm>
              <a:off x="10607646" y="3877143"/>
              <a:ext cx="28080" cy="1836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DF3825B-1A4C-2B2D-FA74-118D974EA15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590006" y="3859503"/>
                <a:ext cx="63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05E7310A-0EA8-9BFD-0E6B-960EE7661A78}"/>
                  </a:ext>
                </a:extLst>
              </p14:cNvPr>
              <p14:cNvContentPartPr/>
              <p14:nvPr/>
            </p14:nvContentPartPr>
            <p14:xfrm>
              <a:off x="10801686" y="3906663"/>
              <a:ext cx="87480" cy="9288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05E7310A-0EA8-9BFD-0E6B-960EE7661A78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0784046" y="3888663"/>
                <a:ext cx="123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975CDA47-352A-5B2D-1066-AC415F3E9738}"/>
                  </a:ext>
                </a:extLst>
              </p14:cNvPr>
              <p14:cNvContentPartPr/>
              <p14:nvPr/>
            </p14:nvContentPartPr>
            <p14:xfrm>
              <a:off x="10783686" y="3855183"/>
              <a:ext cx="180000" cy="22428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975CDA47-352A-5B2D-1066-AC415F3E9738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0766046" y="3837543"/>
                <a:ext cx="215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677DB0F3-BEBA-C9A8-DEA5-52FA1E73D65D}"/>
                  </a:ext>
                </a:extLst>
              </p14:cNvPr>
              <p14:cNvContentPartPr/>
              <p14:nvPr/>
            </p14:nvContentPartPr>
            <p14:xfrm>
              <a:off x="11168886" y="3878583"/>
              <a:ext cx="122040" cy="1764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677DB0F3-BEBA-C9A8-DEA5-52FA1E73D65D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11151246" y="3860583"/>
                <a:ext cx="1576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9D745631-52C3-D5A7-920C-3A100270EEB3}"/>
                  </a:ext>
                </a:extLst>
              </p14:cNvPr>
              <p14:cNvContentPartPr/>
              <p14:nvPr/>
            </p14:nvContentPartPr>
            <p14:xfrm>
              <a:off x="11153406" y="3748983"/>
              <a:ext cx="234720" cy="7344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9D745631-52C3-D5A7-920C-3A100270EEB3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11135406" y="3731343"/>
                <a:ext cx="2703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EEFF7723-E07F-9546-DC87-60D91B6A0539}"/>
                  </a:ext>
                </a:extLst>
              </p14:cNvPr>
              <p14:cNvContentPartPr/>
              <p14:nvPr/>
            </p14:nvContentPartPr>
            <p14:xfrm>
              <a:off x="6621366" y="2348943"/>
              <a:ext cx="355320" cy="189792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EEFF7723-E07F-9546-DC87-60D91B6A0539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6603726" y="2331303"/>
                <a:ext cx="390960" cy="19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7625EBF7-790C-95A7-9CED-BAE23831FFF4}"/>
                  </a:ext>
                </a:extLst>
              </p14:cNvPr>
              <p14:cNvContentPartPr/>
              <p14:nvPr/>
            </p14:nvContentPartPr>
            <p14:xfrm>
              <a:off x="11037486" y="2354343"/>
              <a:ext cx="536760" cy="189252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7625EBF7-790C-95A7-9CED-BAE23831FFF4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11019486" y="2336343"/>
                <a:ext cx="572400" cy="19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388B59DD-9148-A3A9-C53D-A341C58EF13A}"/>
              </a:ext>
            </a:extLst>
          </p:cNvPr>
          <p:cNvGrpSpPr/>
          <p:nvPr/>
        </p:nvGrpSpPr>
        <p:grpSpPr>
          <a:xfrm>
            <a:off x="8827086" y="4663383"/>
            <a:ext cx="424800" cy="267120"/>
            <a:chOff x="8827086" y="4663383"/>
            <a:chExt cx="42480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5086738-8ABA-E705-834E-DD1933B42BEA}"/>
                    </a:ext>
                  </a:extLst>
                </p14:cNvPr>
                <p14:cNvContentPartPr/>
                <p14:nvPr/>
              </p14:nvContentPartPr>
              <p14:xfrm>
                <a:off x="9087006" y="4663383"/>
                <a:ext cx="164880" cy="2671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5086738-8ABA-E705-834E-DD1933B42BE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069006" y="4645383"/>
                  <a:ext cx="200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8278664-B603-5ED0-BB83-7709A31D1D41}"/>
                    </a:ext>
                  </a:extLst>
                </p14:cNvPr>
                <p14:cNvContentPartPr/>
                <p14:nvPr/>
              </p14:nvContentPartPr>
              <p14:xfrm>
                <a:off x="8827086" y="4678143"/>
                <a:ext cx="114480" cy="187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8278664-B603-5ED0-BB83-7709A31D1D4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809086" y="4660143"/>
                  <a:ext cx="15012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78DF109-6992-1F65-D635-21759DD2CF02}"/>
              </a:ext>
            </a:extLst>
          </p:cNvPr>
          <p:cNvGrpSpPr/>
          <p:nvPr/>
        </p:nvGrpSpPr>
        <p:grpSpPr>
          <a:xfrm>
            <a:off x="6845646" y="2411943"/>
            <a:ext cx="1034640" cy="551880"/>
            <a:chOff x="6845646" y="2411943"/>
            <a:chExt cx="103464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01CA7CC-D9C8-1535-E478-C253AA0971FD}"/>
                    </a:ext>
                  </a:extLst>
                </p14:cNvPr>
                <p14:cNvContentPartPr/>
                <p14:nvPr/>
              </p14:nvContentPartPr>
              <p14:xfrm>
                <a:off x="6845646" y="2692383"/>
                <a:ext cx="173160" cy="2714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01CA7CC-D9C8-1535-E478-C253AA0971F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828006" y="2674383"/>
                  <a:ext cx="2088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33D46B9-0F5C-58CA-4E79-2D6A23041E2C}"/>
                    </a:ext>
                  </a:extLst>
                </p14:cNvPr>
                <p14:cNvContentPartPr/>
                <p14:nvPr/>
              </p14:nvContentPartPr>
              <p14:xfrm>
                <a:off x="7123566" y="2670063"/>
                <a:ext cx="113040" cy="70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33D46B9-0F5C-58CA-4E79-2D6A23041E2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105566" y="2652063"/>
                  <a:ext cx="148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DE91BA-19D8-487C-3484-3DB8A85EEDC0}"/>
                    </a:ext>
                  </a:extLst>
                </p14:cNvPr>
                <p14:cNvContentPartPr/>
                <p14:nvPr/>
              </p14:nvContentPartPr>
              <p14:xfrm>
                <a:off x="7095846" y="2681583"/>
                <a:ext cx="115200" cy="2505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DE91BA-19D8-487C-3484-3DB8A85EEDC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077846" y="2663943"/>
                  <a:ext cx="150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5308C74-AFB3-FCD0-79EF-B61484A3FFFD}"/>
                    </a:ext>
                  </a:extLst>
                </p14:cNvPr>
                <p14:cNvContentPartPr/>
                <p14:nvPr/>
              </p14:nvContentPartPr>
              <p14:xfrm>
                <a:off x="7328046" y="2683023"/>
                <a:ext cx="80280" cy="221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5308C74-AFB3-FCD0-79EF-B61484A3FFF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310406" y="2665023"/>
                  <a:ext cx="1159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E788E60-0DA7-3909-73BE-24C9DD2C66DF}"/>
                    </a:ext>
                  </a:extLst>
                </p14:cNvPr>
                <p14:cNvContentPartPr/>
                <p14:nvPr/>
              </p14:nvContentPartPr>
              <p14:xfrm>
                <a:off x="7506966" y="2754663"/>
                <a:ext cx="123840" cy="1332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E788E60-0DA7-3909-73BE-24C9DD2C66D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488966" y="2737023"/>
                  <a:ext cx="159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B2649E9-E94C-F4D6-9F9C-690594DD4ED2}"/>
                    </a:ext>
                  </a:extLst>
                </p14:cNvPr>
                <p14:cNvContentPartPr/>
                <p14:nvPr/>
              </p14:nvContentPartPr>
              <p14:xfrm>
                <a:off x="7496526" y="2721543"/>
                <a:ext cx="150120" cy="216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B2649E9-E94C-F4D6-9F9C-690594DD4ED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478886" y="2703543"/>
                  <a:ext cx="185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38F5487-8FD9-69BA-330A-77D6725DD30D}"/>
                    </a:ext>
                  </a:extLst>
                </p14:cNvPr>
                <p14:cNvContentPartPr/>
                <p14:nvPr/>
              </p14:nvContentPartPr>
              <p14:xfrm>
                <a:off x="7763286" y="2660343"/>
                <a:ext cx="117000" cy="291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38F5487-8FD9-69BA-330A-77D6725DD30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745286" y="2642703"/>
                  <a:ext cx="152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949EF92-8538-9189-CB37-616062CFEFAC}"/>
                    </a:ext>
                  </a:extLst>
                </p14:cNvPr>
                <p14:cNvContentPartPr/>
                <p14:nvPr/>
              </p14:nvContentPartPr>
              <p14:xfrm>
                <a:off x="7132206" y="2411943"/>
                <a:ext cx="186480" cy="123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949EF92-8538-9189-CB37-616062CFEFA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114206" y="2394303"/>
                  <a:ext cx="222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F80D4F3-DB56-BCE7-734B-02FB1157BFD3}"/>
                    </a:ext>
                  </a:extLst>
                </p14:cNvPr>
                <p14:cNvContentPartPr/>
                <p14:nvPr/>
              </p14:nvContentPartPr>
              <p14:xfrm>
                <a:off x="6908286" y="2523903"/>
                <a:ext cx="130680" cy="900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F80D4F3-DB56-BCE7-734B-02FB1157BFD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890646" y="2505903"/>
                  <a:ext cx="16632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9BC591B8-279A-79EC-6C20-9D437C965A44}"/>
              </a:ext>
            </a:extLst>
          </p:cNvPr>
          <p:cNvGrpSpPr/>
          <p:nvPr/>
        </p:nvGrpSpPr>
        <p:grpSpPr>
          <a:xfrm>
            <a:off x="8419206" y="4674183"/>
            <a:ext cx="228600" cy="295200"/>
            <a:chOff x="8419206" y="4674183"/>
            <a:chExt cx="22860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C334B84-9D84-6A1E-FEA1-C2472BF972A3}"/>
                    </a:ext>
                  </a:extLst>
                </p14:cNvPr>
                <p14:cNvContentPartPr/>
                <p14:nvPr/>
              </p14:nvContentPartPr>
              <p14:xfrm>
                <a:off x="8419206" y="4674183"/>
                <a:ext cx="25560" cy="2952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C334B84-9D84-6A1E-FEA1-C2472BF972A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401566" y="4656183"/>
                  <a:ext cx="612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3BFDFBF-56E1-47FC-7269-8C2322443B32}"/>
                    </a:ext>
                  </a:extLst>
                </p14:cNvPr>
                <p14:cNvContentPartPr/>
                <p14:nvPr/>
              </p14:nvContentPartPr>
              <p14:xfrm>
                <a:off x="8529006" y="4720623"/>
                <a:ext cx="118800" cy="180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3BFDFBF-56E1-47FC-7269-8C2322443B3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511366" y="4702623"/>
                  <a:ext cx="15444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54ADBE48-17AD-2E06-6A35-15900A710D12}"/>
                  </a:ext>
                </a:extLst>
              </p14:cNvPr>
              <p14:cNvContentPartPr/>
              <p14:nvPr/>
            </p14:nvContentPartPr>
            <p14:xfrm>
              <a:off x="9505686" y="4752303"/>
              <a:ext cx="194760" cy="4284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54ADBE48-17AD-2E06-6A35-15900A710D12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9487686" y="4734303"/>
                <a:ext cx="2304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oup 354">
            <a:extLst>
              <a:ext uri="{FF2B5EF4-FFF2-40B4-BE49-F238E27FC236}">
                <a16:creationId xmlns:a16="http://schemas.microsoft.com/office/drawing/2014/main" id="{95E17FD6-772C-AE3B-A5B8-CA251BA40F8B}"/>
              </a:ext>
            </a:extLst>
          </p:cNvPr>
          <p:cNvGrpSpPr/>
          <p:nvPr/>
        </p:nvGrpSpPr>
        <p:grpSpPr>
          <a:xfrm>
            <a:off x="8796126" y="5236143"/>
            <a:ext cx="537840" cy="255240"/>
            <a:chOff x="8796126" y="5236143"/>
            <a:chExt cx="5378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8046314-B613-3D50-DAEC-AC830967E030}"/>
                    </a:ext>
                  </a:extLst>
                </p14:cNvPr>
                <p14:cNvContentPartPr/>
                <p14:nvPr/>
              </p14:nvContentPartPr>
              <p14:xfrm>
                <a:off x="8796126" y="5325783"/>
                <a:ext cx="111240" cy="241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8046314-B613-3D50-DAEC-AC830967E03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778126" y="5307783"/>
                  <a:ext cx="146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AB6794B-2D2D-0B20-6F36-A68F40C5DA47}"/>
                    </a:ext>
                  </a:extLst>
                </p14:cNvPr>
                <p14:cNvContentPartPr/>
                <p14:nvPr/>
              </p14:nvContentPartPr>
              <p14:xfrm>
                <a:off x="8984766" y="5237223"/>
                <a:ext cx="95400" cy="2012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AB6794B-2D2D-0B20-6F36-A68F40C5DA4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966766" y="5219583"/>
                  <a:ext cx="131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AC77EC3-65B6-C8E4-3732-56931EC928A9}"/>
                    </a:ext>
                  </a:extLst>
                </p14:cNvPr>
                <p14:cNvContentPartPr/>
                <p14:nvPr/>
              </p14:nvContentPartPr>
              <p14:xfrm>
                <a:off x="9156486" y="5236143"/>
                <a:ext cx="177480" cy="2552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AC77EC3-65B6-C8E4-3732-56931EC928A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138486" y="5218503"/>
                  <a:ext cx="2131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47A349E7-2FE7-8E45-B90B-C826C70657F6}"/>
              </a:ext>
            </a:extLst>
          </p:cNvPr>
          <p:cNvGrpSpPr/>
          <p:nvPr/>
        </p:nvGrpSpPr>
        <p:grpSpPr>
          <a:xfrm>
            <a:off x="9549606" y="5272143"/>
            <a:ext cx="177120" cy="169200"/>
            <a:chOff x="9549606" y="5272143"/>
            <a:chExt cx="17712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AFAD99A-EAD3-E173-5C7A-3D684C343AEF}"/>
                    </a:ext>
                  </a:extLst>
                </p14:cNvPr>
                <p14:cNvContentPartPr/>
                <p14:nvPr/>
              </p14:nvContentPartPr>
              <p14:xfrm>
                <a:off x="9549606" y="5323623"/>
                <a:ext cx="177120" cy="640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AFAD99A-EAD3-E173-5C7A-3D684C343A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531606" y="5305623"/>
                  <a:ext cx="212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165B700-F15E-BF68-A16D-05682DA9E6DB}"/>
                    </a:ext>
                  </a:extLst>
                </p14:cNvPr>
                <p14:cNvContentPartPr/>
                <p14:nvPr/>
              </p14:nvContentPartPr>
              <p14:xfrm>
                <a:off x="9637806" y="5272143"/>
                <a:ext cx="48240" cy="1692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165B700-F15E-BF68-A16D-05682DA9E6D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619806" y="5254503"/>
                  <a:ext cx="838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84DBC587-3CD5-AFAD-3B7C-2FED13E895C9}"/>
              </a:ext>
            </a:extLst>
          </p:cNvPr>
          <p:cNvGrpSpPr/>
          <p:nvPr/>
        </p:nvGrpSpPr>
        <p:grpSpPr>
          <a:xfrm>
            <a:off x="8668326" y="5781903"/>
            <a:ext cx="861840" cy="305280"/>
            <a:chOff x="8668326" y="5781903"/>
            <a:chExt cx="86184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DB40A4C-F391-EF87-D8FE-358F635DC184}"/>
                    </a:ext>
                  </a:extLst>
                </p14:cNvPr>
                <p14:cNvContentPartPr/>
                <p14:nvPr/>
              </p14:nvContentPartPr>
              <p14:xfrm>
                <a:off x="8668326" y="5914023"/>
                <a:ext cx="123120" cy="475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DB40A4C-F391-EF87-D8FE-358F635DC1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650326" y="5896023"/>
                  <a:ext cx="158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280458B-A1DE-53C5-CE56-15D1A0B21E9B}"/>
                    </a:ext>
                  </a:extLst>
                </p14:cNvPr>
                <p14:cNvContentPartPr/>
                <p14:nvPr/>
              </p14:nvContentPartPr>
              <p14:xfrm>
                <a:off x="8936886" y="5783343"/>
                <a:ext cx="148680" cy="2926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280458B-A1DE-53C5-CE56-15D1A0B21E9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918886" y="5765343"/>
                  <a:ext cx="1843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356FACD-CEDA-2B17-AE47-666B09CBA797}"/>
                    </a:ext>
                  </a:extLst>
                </p14:cNvPr>
                <p14:cNvContentPartPr/>
                <p14:nvPr/>
              </p14:nvContentPartPr>
              <p14:xfrm>
                <a:off x="9143166" y="5838063"/>
                <a:ext cx="109080" cy="1976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356FACD-CEDA-2B17-AE47-666B09CBA79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125526" y="5820423"/>
                  <a:ext cx="144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A230461-32FB-0D2A-9707-32B33CD38EFA}"/>
                    </a:ext>
                  </a:extLst>
                </p14:cNvPr>
                <p14:cNvContentPartPr/>
                <p14:nvPr/>
              </p14:nvContentPartPr>
              <p14:xfrm>
                <a:off x="9398406" y="5781903"/>
                <a:ext cx="131760" cy="3052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A230461-32FB-0D2A-9707-32B33CD38EF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380766" y="5763903"/>
                  <a:ext cx="167400" cy="3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78639E4D-E783-7761-ADFE-9664A92A96BB}"/>
                  </a:ext>
                </a:extLst>
              </p14:cNvPr>
              <p14:cNvContentPartPr/>
              <p14:nvPr/>
            </p14:nvContentPartPr>
            <p14:xfrm>
              <a:off x="9818166" y="2318343"/>
              <a:ext cx="126720" cy="1756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78639E4D-E783-7761-ADFE-9664A92A96BB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9800166" y="2300703"/>
                <a:ext cx="1623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7CA9F76F-F7E6-2CC2-697F-20BF911C2349}"/>
                  </a:ext>
                </a:extLst>
              </p14:cNvPr>
              <p14:cNvContentPartPr/>
              <p14:nvPr/>
            </p14:nvContentPartPr>
            <p14:xfrm>
              <a:off x="11195166" y="4619463"/>
              <a:ext cx="120960" cy="25488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7CA9F76F-F7E6-2CC2-697F-20BF911C2349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1177526" y="4601463"/>
                <a:ext cx="156600" cy="29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AA354276-FBC3-6222-8520-C92F63A61638}"/>
              </a:ext>
            </a:extLst>
          </p:cNvPr>
          <p:cNvGrpSpPr/>
          <p:nvPr/>
        </p:nvGrpSpPr>
        <p:grpSpPr>
          <a:xfrm>
            <a:off x="9419646" y="2374503"/>
            <a:ext cx="711360" cy="503280"/>
            <a:chOff x="9419646" y="2374503"/>
            <a:chExt cx="7113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C30B58D-797E-FC9A-CC95-783FBC467C23}"/>
                    </a:ext>
                  </a:extLst>
                </p14:cNvPr>
                <p14:cNvContentPartPr/>
                <p14:nvPr/>
              </p14:nvContentPartPr>
              <p14:xfrm>
                <a:off x="9419646" y="2770863"/>
                <a:ext cx="102960" cy="248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C30B58D-797E-FC9A-CC95-783FBC467C2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401646" y="2752863"/>
                  <a:ext cx="138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935C239-CB41-80A6-6560-29BE34ECFAA4}"/>
                    </a:ext>
                  </a:extLst>
                </p14:cNvPr>
                <p14:cNvContentPartPr/>
                <p14:nvPr/>
              </p14:nvContentPartPr>
              <p14:xfrm>
                <a:off x="9684966" y="2615343"/>
                <a:ext cx="5400" cy="231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935C239-CB41-80A6-6560-29BE34ECFAA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666966" y="2597343"/>
                  <a:ext cx="41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4913127-EF17-A4AE-298C-E882CFE5E773}"/>
                    </a:ext>
                  </a:extLst>
                </p14:cNvPr>
                <p14:cNvContentPartPr/>
                <p14:nvPr/>
              </p14:nvContentPartPr>
              <p14:xfrm>
                <a:off x="9769566" y="2598063"/>
                <a:ext cx="144360" cy="279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4913127-EF17-A4AE-298C-E882CFE5E77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751926" y="2580423"/>
                  <a:ext cx="180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90A8D4F-18AE-04F7-0E00-6E946473E059}"/>
                    </a:ext>
                  </a:extLst>
                </p14:cNvPr>
                <p14:cNvContentPartPr/>
                <p14:nvPr/>
              </p14:nvContentPartPr>
              <p14:xfrm>
                <a:off x="10013646" y="2578983"/>
                <a:ext cx="117360" cy="275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90A8D4F-18AE-04F7-0E00-6E946473E05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996006" y="2560983"/>
                  <a:ext cx="153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453BC2C-59F6-B1E7-6CB0-6506E12BEE37}"/>
                    </a:ext>
                  </a:extLst>
                </p14:cNvPr>
                <p14:cNvContentPartPr/>
                <p14:nvPr/>
              </p14:nvContentPartPr>
              <p14:xfrm>
                <a:off x="9615846" y="2374503"/>
                <a:ext cx="82800" cy="1508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453BC2C-59F6-B1E7-6CB0-6506E12BEE3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598206" y="2356503"/>
                  <a:ext cx="11844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73B7AAAF-03A7-88B2-6CCA-A9A818746D35}"/>
              </a:ext>
            </a:extLst>
          </p:cNvPr>
          <p:cNvGrpSpPr/>
          <p:nvPr/>
        </p:nvGrpSpPr>
        <p:grpSpPr>
          <a:xfrm>
            <a:off x="7019526" y="3764103"/>
            <a:ext cx="1373040" cy="432360"/>
            <a:chOff x="7019526" y="3764103"/>
            <a:chExt cx="137304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1BF5B2C-D716-78AF-40F5-B26F0D9DEF72}"/>
                    </a:ext>
                  </a:extLst>
                </p14:cNvPr>
                <p14:cNvContentPartPr/>
                <p14:nvPr/>
              </p14:nvContentPartPr>
              <p14:xfrm>
                <a:off x="7019526" y="4065783"/>
                <a:ext cx="104040" cy="13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1BF5B2C-D716-78AF-40F5-B26F0D9DEF7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001886" y="4048143"/>
                  <a:ext cx="139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42B7914-795B-FE25-125C-6665DF5B4AB0}"/>
                    </a:ext>
                  </a:extLst>
                </p14:cNvPr>
                <p14:cNvContentPartPr/>
                <p14:nvPr/>
              </p14:nvContentPartPr>
              <p14:xfrm>
                <a:off x="7235886" y="3961023"/>
                <a:ext cx="9360" cy="2001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42B7914-795B-FE25-125C-6665DF5B4AB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217886" y="3943023"/>
                  <a:ext cx="45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2D890F2-68CB-2459-C8F2-AB37175595D6}"/>
                    </a:ext>
                  </a:extLst>
                </p14:cNvPr>
                <p14:cNvContentPartPr/>
                <p14:nvPr/>
              </p14:nvContentPartPr>
              <p14:xfrm>
                <a:off x="7370166" y="3935463"/>
                <a:ext cx="120960" cy="232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2D890F2-68CB-2459-C8F2-AB37175595D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352166" y="3917823"/>
                  <a:ext cx="156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C134014-69B9-EFAC-4286-1CE7D4E8A3F5}"/>
                    </a:ext>
                  </a:extLst>
                </p14:cNvPr>
                <p14:cNvContentPartPr/>
                <p14:nvPr/>
              </p14:nvContentPartPr>
              <p14:xfrm>
                <a:off x="7622886" y="3946263"/>
                <a:ext cx="91800" cy="2253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C134014-69B9-EFAC-4286-1CE7D4E8A3F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605246" y="3928623"/>
                  <a:ext cx="127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7C8DCB8-D55C-C29A-6078-78DAA8CA86CA}"/>
                    </a:ext>
                  </a:extLst>
                </p14:cNvPr>
                <p14:cNvContentPartPr/>
                <p14:nvPr/>
              </p14:nvContentPartPr>
              <p14:xfrm>
                <a:off x="7793526" y="3995223"/>
                <a:ext cx="91800" cy="130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7C8DCB8-D55C-C29A-6078-78DAA8CA86C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775886" y="3977583"/>
                  <a:ext cx="127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6E890F6-2221-AC5E-7F46-3CB0CC7B0F47}"/>
                    </a:ext>
                  </a:extLst>
                </p14:cNvPr>
                <p14:cNvContentPartPr/>
                <p14:nvPr/>
              </p14:nvContentPartPr>
              <p14:xfrm>
                <a:off x="7746006" y="3986943"/>
                <a:ext cx="160200" cy="172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6E890F6-2221-AC5E-7F46-3CB0CC7B0F4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728366" y="3969303"/>
                  <a:ext cx="195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E8ED410-80CC-9924-4BF9-88684DFA0A93}"/>
                    </a:ext>
                  </a:extLst>
                </p14:cNvPr>
                <p14:cNvContentPartPr/>
                <p14:nvPr/>
              </p14:nvContentPartPr>
              <p14:xfrm>
                <a:off x="8032926" y="3924303"/>
                <a:ext cx="129600" cy="2156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E8ED410-80CC-9924-4BF9-88684DFA0A9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014926" y="3906663"/>
                  <a:ext cx="165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162E76-F3A3-47B8-E281-7C1DBF189395}"/>
                    </a:ext>
                  </a:extLst>
                </p14:cNvPr>
                <p14:cNvContentPartPr/>
                <p14:nvPr/>
              </p14:nvContentPartPr>
              <p14:xfrm>
                <a:off x="8221206" y="4073703"/>
                <a:ext cx="171360" cy="417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162E76-F3A3-47B8-E281-7C1DBF18939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203206" y="4056063"/>
                  <a:ext cx="207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CC83C41-9D70-7AA3-07EA-3A766286D3FA}"/>
                    </a:ext>
                  </a:extLst>
                </p14:cNvPr>
                <p14:cNvContentPartPr/>
                <p14:nvPr/>
              </p14:nvContentPartPr>
              <p14:xfrm>
                <a:off x="8338566" y="4001343"/>
                <a:ext cx="40680" cy="195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CC83C41-9D70-7AA3-07EA-3A766286D3F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320566" y="3983703"/>
                  <a:ext cx="76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7C67710-9239-B8C6-E079-CBE95D4E96BF}"/>
                    </a:ext>
                  </a:extLst>
                </p14:cNvPr>
                <p14:cNvContentPartPr/>
                <p14:nvPr/>
              </p14:nvContentPartPr>
              <p14:xfrm>
                <a:off x="7409766" y="3764103"/>
                <a:ext cx="208440" cy="730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7C67710-9239-B8C6-E079-CBE95D4E96B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391766" y="3746463"/>
                  <a:ext cx="24408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F6194848-75BC-30C4-EB96-4E80999288DC}"/>
                  </a:ext>
                </a:extLst>
              </p14:cNvPr>
              <p14:cNvContentPartPr/>
              <p14:nvPr/>
            </p14:nvContentPartPr>
            <p14:xfrm>
              <a:off x="7136166" y="3768063"/>
              <a:ext cx="360" cy="36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F6194848-75BC-30C4-EB96-4E80999288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8526" y="37504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D4C84DA-D2E1-1D4C-03A4-A0472F83687F}"/>
              </a:ext>
            </a:extLst>
          </p:cNvPr>
          <p:cNvGrpSpPr/>
          <p:nvPr/>
        </p:nvGrpSpPr>
        <p:grpSpPr>
          <a:xfrm>
            <a:off x="9922206" y="4483023"/>
            <a:ext cx="2028960" cy="1920600"/>
            <a:chOff x="9922206" y="4483023"/>
            <a:chExt cx="2028960" cy="19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C3ACB00-D85E-43A3-513A-6A4D255F6688}"/>
                    </a:ext>
                  </a:extLst>
                </p14:cNvPr>
                <p14:cNvContentPartPr/>
                <p14:nvPr/>
              </p14:nvContentPartPr>
              <p14:xfrm>
                <a:off x="9922926" y="4608663"/>
                <a:ext cx="48240" cy="2890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C3ACB00-D85E-43A3-513A-6A4D255F6688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904926" y="4590663"/>
                  <a:ext cx="83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436FE70-1630-523C-A979-9B0125704910}"/>
                    </a:ext>
                  </a:extLst>
                </p14:cNvPr>
                <p14:cNvContentPartPr/>
                <p14:nvPr/>
              </p14:nvContentPartPr>
              <p14:xfrm>
                <a:off x="10050366" y="4658703"/>
                <a:ext cx="130680" cy="240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436FE70-1630-523C-A979-9B012570491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032726" y="4640703"/>
                  <a:ext cx="166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6B34E60-B230-20C3-3B36-CC8438559247}"/>
                    </a:ext>
                  </a:extLst>
                </p14:cNvPr>
                <p14:cNvContentPartPr/>
                <p14:nvPr/>
              </p14:nvContentPartPr>
              <p14:xfrm>
                <a:off x="10285446" y="4628103"/>
                <a:ext cx="136800" cy="2991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6B34E60-B230-20C3-3B36-CC843855924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267806" y="4610103"/>
                  <a:ext cx="172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4DC7E48-9769-07F8-FFC9-E1FE54CA9D7A}"/>
                    </a:ext>
                  </a:extLst>
                </p14:cNvPr>
                <p14:cNvContentPartPr/>
                <p14:nvPr/>
              </p14:nvContentPartPr>
              <p14:xfrm>
                <a:off x="9922206" y="5204463"/>
                <a:ext cx="108360" cy="252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4DC7E48-9769-07F8-FFC9-E1FE54CA9D7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904566" y="5186463"/>
                  <a:ext cx="1440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3ED8FFB-F7A1-2D2D-0BB8-3763E3109594}"/>
                    </a:ext>
                  </a:extLst>
                </p14:cNvPr>
                <p14:cNvContentPartPr/>
                <p14:nvPr/>
              </p14:nvContentPartPr>
              <p14:xfrm>
                <a:off x="10227486" y="5336943"/>
                <a:ext cx="158400" cy="493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3ED8FFB-F7A1-2D2D-0BB8-3763E310959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209846" y="5319303"/>
                  <a:ext cx="194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8389150-BAA1-3704-8907-C32BAB218FFD}"/>
                    </a:ext>
                  </a:extLst>
                </p14:cNvPr>
                <p14:cNvContentPartPr/>
                <p14:nvPr/>
              </p14:nvContentPartPr>
              <p14:xfrm>
                <a:off x="10301286" y="5264583"/>
                <a:ext cx="24840" cy="1756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8389150-BAA1-3704-8907-C32BAB218FF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83646" y="5246583"/>
                  <a:ext cx="60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E62C35E-4DD0-BE13-999E-B8991648CCC1}"/>
                    </a:ext>
                  </a:extLst>
                </p14:cNvPr>
                <p14:cNvContentPartPr/>
                <p14:nvPr/>
              </p14:nvContentPartPr>
              <p14:xfrm>
                <a:off x="10572366" y="5210943"/>
                <a:ext cx="106920" cy="342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E62C35E-4DD0-BE13-999E-B8991648CCC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54726" y="5193303"/>
                  <a:ext cx="142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6620CBA-6D75-19A4-4F0F-BF234974AD90}"/>
                    </a:ext>
                  </a:extLst>
                </p14:cNvPr>
                <p14:cNvContentPartPr/>
                <p14:nvPr/>
              </p14:nvContentPartPr>
              <p14:xfrm>
                <a:off x="10535646" y="5212023"/>
                <a:ext cx="114840" cy="2235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6620CBA-6D75-19A4-4F0F-BF234974AD9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518006" y="5194383"/>
                  <a:ext cx="150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8EAC5B5-C92F-BC83-BE04-7444D38E128E}"/>
                    </a:ext>
                  </a:extLst>
                </p14:cNvPr>
                <p14:cNvContentPartPr/>
                <p14:nvPr/>
              </p14:nvContentPartPr>
              <p14:xfrm>
                <a:off x="10850646" y="5214183"/>
                <a:ext cx="116280" cy="316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8EAC5B5-C92F-BC83-BE04-7444D38E12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33006" y="5196543"/>
                  <a:ext cx="151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4C2379C-5DB8-97BE-3999-C0597748B42C}"/>
                    </a:ext>
                  </a:extLst>
                </p14:cNvPr>
                <p14:cNvContentPartPr/>
                <p14:nvPr/>
              </p14:nvContentPartPr>
              <p14:xfrm>
                <a:off x="10839846" y="5209503"/>
                <a:ext cx="140040" cy="234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4C2379C-5DB8-97BE-3999-C0597748B42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821846" y="5191863"/>
                  <a:ext cx="1756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A9C6C79-480E-2C98-3D86-8FA906B053C7}"/>
                    </a:ext>
                  </a:extLst>
                </p14:cNvPr>
                <p14:cNvContentPartPr/>
                <p14:nvPr/>
              </p14:nvContentPartPr>
              <p14:xfrm>
                <a:off x="9980886" y="5921943"/>
                <a:ext cx="166680" cy="381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A9C6C79-480E-2C98-3D86-8FA906B053C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63246" y="5903943"/>
                  <a:ext cx="202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E0794A5-8028-DDA5-88C8-310B996492F0}"/>
                    </a:ext>
                  </a:extLst>
                </p14:cNvPr>
                <p14:cNvContentPartPr/>
                <p14:nvPr/>
              </p14:nvContentPartPr>
              <p14:xfrm>
                <a:off x="10081686" y="5839503"/>
                <a:ext cx="45000" cy="2340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E0794A5-8028-DDA5-88C8-310B996492F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063686" y="5821503"/>
                  <a:ext cx="80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F1937F8-5CBF-8B2D-72EC-3AAD86F3F162}"/>
                    </a:ext>
                  </a:extLst>
                </p14:cNvPr>
                <p14:cNvContentPartPr/>
                <p14:nvPr/>
              </p14:nvContentPartPr>
              <p14:xfrm>
                <a:off x="10359246" y="5828343"/>
                <a:ext cx="145080" cy="257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F1937F8-5CBF-8B2D-72EC-3AAD86F3F16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341246" y="5810343"/>
                  <a:ext cx="180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5F9E057-C807-12E0-F7CD-E3DF71F8645D}"/>
                    </a:ext>
                  </a:extLst>
                </p14:cNvPr>
                <p14:cNvContentPartPr/>
                <p14:nvPr/>
              </p14:nvContentPartPr>
              <p14:xfrm>
                <a:off x="10638966" y="5919423"/>
                <a:ext cx="138600" cy="547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5F9E057-C807-12E0-F7CD-E3DF71F8645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620966" y="5901423"/>
                  <a:ext cx="174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466C46F-8087-9E53-7404-BF72E11E0902}"/>
                    </a:ext>
                  </a:extLst>
                </p14:cNvPr>
                <p14:cNvContentPartPr/>
                <p14:nvPr/>
              </p14:nvContentPartPr>
              <p14:xfrm>
                <a:off x="10690806" y="5855343"/>
                <a:ext cx="48600" cy="2088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466C46F-8087-9E53-7404-BF72E11E090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673166" y="5837343"/>
                  <a:ext cx="84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5AD9F671-747E-F64D-7A02-20A9ED0E2BF9}"/>
                    </a:ext>
                  </a:extLst>
                </p14:cNvPr>
                <p14:cNvContentPartPr/>
                <p14:nvPr/>
              </p14:nvContentPartPr>
              <p14:xfrm>
                <a:off x="10920486" y="5797383"/>
                <a:ext cx="105120" cy="2649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5AD9F671-747E-F64D-7A02-20A9ED0E2BF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902486" y="5779383"/>
                  <a:ext cx="140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A5AF558-4BF4-B85D-5344-9CFA71932700}"/>
                    </a:ext>
                  </a:extLst>
                </p14:cNvPr>
                <p14:cNvContentPartPr/>
                <p14:nvPr/>
              </p14:nvContentPartPr>
              <p14:xfrm>
                <a:off x="11098326" y="5854263"/>
                <a:ext cx="124560" cy="1555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A5AF558-4BF4-B85D-5344-9CFA7193270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080686" y="5836263"/>
                  <a:ext cx="160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A3BD69B-26B4-DEFB-0FC0-59224B1C2B95}"/>
                    </a:ext>
                  </a:extLst>
                </p14:cNvPr>
                <p14:cNvContentPartPr/>
                <p14:nvPr/>
              </p14:nvContentPartPr>
              <p14:xfrm>
                <a:off x="11326206" y="5820783"/>
                <a:ext cx="119520" cy="2080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A3BD69B-26B4-DEFB-0FC0-59224B1C2B9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308206" y="5803143"/>
                  <a:ext cx="155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F42804B-ED0F-3174-9FF1-14A3B60E7C71}"/>
                    </a:ext>
                  </a:extLst>
                </p14:cNvPr>
                <p14:cNvContentPartPr/>
                <p14:nvPr/>
              </p14:nvContentPartPr>
              <p14:xfrm>
                <a:off x="11393166" y="5746623"/>
                <a:ext cx="171360" cy="565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F42804B-ED0F-3174-9FF1-14A3B60E7C7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375526" y="5728983"/>
                  <a:ext cx="207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4DBE994-E402-D49B-8D53-56B77D4FE8E1}"/>
                    </a:ext>
                  </a:extLst>
                </p14:cNvPr>
                <p14:cNvContentPartPr/>
                <p14:nvPr/>
              </p14:nvContentPartPr>
              <p14:xfrm>
                <a:off x="11483526" y="4483023"/>
                <a:ext cx="467640" cy="1920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4DBE994-E402-D49B-8D53-56B77D4FE8E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465886" y="4465383"/>
                  <a:ext cx="503280" cy="19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5BAC6F9-A9F8-F1AB-94EE-42ED9D831749}"/>
                    </a:ext>
                  </a:extLst>
                </p14:cNvPr>
                <p14:cNvContentPartPr/>
                <p14:nvPr/>
              </p14:nvContentPartPr>
              <p14:xfrm>
                <a:off x="10673526" y="4750503"/>
                <a:ext cx="171360" cy="349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5BAC6F9-A9F8-F1AB-94EE-42ED9D83174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655886" y="4732503"/>
                  <a:ext cx="207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F57D8E0-F1E5-9A8E-87F7-882102FA51EE}"/>
                    </a:ext>
                  </a:extLst>
                </p14:cNvPr>
                <p14:cNvContentPartPr/>
                <p14:nvPr/>
              </p14:nvContentPartPr>
              <p14:xfrm>
                <a:off x="10975566" y="4614063"/>
                <a:ext cx="158400" cy="2703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F57D8E0-F1E5-9A8E-87F7-882102FA51E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957926" y="4596063"/>
                  <a:ext cx="194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1E8B8BB-C0EF-000E-4CC3-3A4EDE79453B}"/>
                    </a:ext>
                  </a:extLst>
                </p14:cNvPr>
                <p14:cNvContentPartPr/>
                <p14:nvPr/>
              </p14:nvContentPartPr>
              <p14:xfrm>
                <a:off x="11227206" y="4627383"/>
                <a:ext cx="93240" cy="228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1E8B8BB-C0EF-000E-4CC3-3A4EDE79453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209566" y="4609383"/>
                  <a:ext cx="128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14C6891-20A0-7122-92AD-A145713F535E}"/>
                    </a:ext>
                  </a:extLst>
                </p14:cNvPr>
                <p14:cNvContentPartPr/>
                <p14:nvPr/>
              </p14:nvContentPartPr>
              <p14:xfrm>
                <a:off x="11435286" y="4643943"/>
                <a:ext cx="145080" cy="186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14C6891-20A0-7122-92AD-A145713F535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417646" y="4625943"/>
                  <a:ext cx="180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DA770D6-D7C2-6762-2B13-BB9D5CAF8E3D}"/>
                    </a:ext>
                  </a:extLst>
                </p14:cNvPr>
                <p14:cNvContentPartPr/>
                <p14:nvPr/>
              </p14:nvContentPartPr>
              <p14:xfrm>
                <a:off x="10201566" y="5803143"/>
                <a:ext cx="147240" cy="3600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DA770D6-D7C2-6762-2B13-BB9D5CAF8E3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183926" y="5785503"/>
                  <a:ext cx="182880" cy="39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996956F6-5A28-1EFC-7F38-DB49BFD47B08}"/>
              </a:ext>
            </a:extLst>
          </p:cNvPr>
          <p:cNvGrpSpPr/>
          <p:nvPr/>
        </p:nvGrpSpPr>
        <p:grpSpPr>
          <a:xfrm>
            <a:off x="247206" y="319263"/>
            <a:ext cx="3054240" cy="2262960"/>
            <a:chOff x="247206" y="319263"/>
            <a:chExt cx="3054240" cy="22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D0AE05-12D5-653E-F6EA-CFA7074085D6}"/>
                    </a:ext>
                  </a:extLst>
                </p14:cNvPr>
                <p14:cNvContentPartPr/>
                <p14:nvPr/>
              </p14:nvContentPartPr>
              <p14:xfrm>
                <a:off x="1016886" y="1275783"/>
                <a:ext cx="20520" cy="2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D0AE05-12D5-653E-F6EA-CFA7074085D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98886" y="1257783"/>
                  <a:ext cx="56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447DBE-779B-11C9-60D7-95782A101CB8}"/>
                    </a:ext>
                  </a:extLst>
                </p14:cNvPr>
                <p14:cNvContentPartPr/>
                <p14:nvPr/>
              </p14:nvContentPartPr>
              <p14:xfrm>
                <a:off x="311286" y="1313223"/>
                <a:ext cx="246600" cy="39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447DBE-779B-11C9-60D7-95782A101CB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3646" y="1295223"/>
                  <a:ext cx="282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B5B8F1-D93A-B4A3-297D-3CF63E08F3D6}"/>
                    </a:ext>
                  </a:extLst>
                </p14:cNvPr>
                <p14:cNvContentPartPr/>
                <p14:nvPr/>
              </p14:nvContentPartPr>
              <p14:xfrm>
                <a:off x="945966" y="1452183"/>
                <a:ext cx="15228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B5B8F1-D93A-B4A3-297D-3CF63E08F3D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28326" y="1434183"/>
                  <a:ext cx="187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E1BB3F-2727-6FB2-60DE-EE14A665648B}"/>
                    </a:ext>
                  </a:extLst>
                </p14:cNvPr>
                <p14:cNvContentPartPr/>
                <p14:nvPr/>
              </p14:nvContentPartPr>
              <p14:xfrm>
                <a:off x="915006" y="1564863"/>
                <a:ext cx="245520" cy="4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E1BB3F-2727-6FB2-60DE-EE14A665648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97006" y="1547223"/>
                  <a:ext cx="281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943C02-0F79-CCF5-BE91-D1474A806364}"/>
                    </a:ext>
                  </a:extLst>
                </p14:cNvPr>
                <p14:cNvContentPartPr/>
                <p14:nvPr/>
              </p14:nvContentPartPr>
              <p14:xfrm>
                <a:off x="1868646" y="1241583"/>
                <a:ext cx="400680" cy="1340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943C02-0F79-CCF5-BE91-D1474A80636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851006" y="1223943"/>
                  <a:ext cx="436320" cy="13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081706-5EB6-CECB-8F90-89721F475C30}"/>
                    </a:ext>
                  </a:extLst>
                </p14:cNvPr>
                <p14:cNvContentPartPr/>
                <p14:nvPr/>
              </p14:nvContentPartPr>
              <p14:xfrm>
                <a:off x="2469486" y="1371543"/>
                <a:ext cx="186840" cy="80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081706-5EB6-CECB-8F90-89721F475C3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451486" y="1353543"/>
                  <a:ext cx="222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EDDCE7-1FB3-09EF-CBF0-AE6A93C275F1}"/>
                    </a:ext>
                  </a:extLst>
                </p14:cNvPr>
                <p14:cNvContentPartPr/>
                <p14:nvPr/>
              </p14:nvContentPartPr>
              <p14:xfrm>
                <a:off x="2442126" y="1407903"/>
                <a:ext cx="170640" cy="279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EDDCE7-1FB3-09EF-CBF0-AE6A93C275F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424486" y="1390263"/>
                  <a:ext cx="2062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E8295F-C14F-1793-943F-29B66E3025CC}"/>
                    </a:ext>
                  </a:extLst>
                </p14:cNvPr>
                <p14:cNvContentPartPr/>
                <p14:nvPr/>
              </p14:nvContentPartPr>
              <p14:xfrm>
                <a:off x="3037206" y="1349223"/>
                <a:ext cx="147600" cy="244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E8295F-C14F-1793-943F-29B66E3025C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019566" y="1331223"/>
                  <a:ext cx="183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993C11-5D3F-9CFD-1F40-AF430A2B0EAE}"/>
                    </a:ext>
                  </a:extLst>
                </p14:cNvPr>
                <p14:cNvContentPartPr/>
                <p14:nvPr/>
              </p14:nvContentPartPr>
              <p14:xfrm>
                <a:off x="2318646" y="1988583"/>
                <a:ext cx="190800" cy="198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993C11-5D3F-9CFD-1F40-AF430A2B0EA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301006" y="1970943"/>
                  <a:ext cx="226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FC2E48-6006-F5F6-B175-ABFB4E09CB2E}"/>
                    </a:ext>
                  </a:extLst>
                </p14:cNvPr>
                <p14:cNvContentPartPr/>
                <p14:nvPr/>
              </p14:nvContentPartPr>
              <p14:xfrm>
                <a:off x="2283366" y="2310423"/>
                <a:ext cx="192240" cy="235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FC2E48-6006-F5F6-B175-ABFB4E09CB2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65366" y="2292423"/>
                  <a:ext cx="227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E72AFD-D7C7-F386-9B0A-42BDCB98ADF2}"/>
                    </a:ext>
                  </a:extLst>
                </p14:cNvPr>
                <p14:cNvContentPartPr/>
                <p14:nvPr/>
              </p14:nvContentPartPr>
              <p14:xfrm>
                <a:off x="2929926" y="2389623"/>
                <a:ext cx="204840" cy="181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E72AFD-D7C7-F386-9B0A-42BDCB98ADF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911926" y="2371983"/>
                  <a:ext cx="240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80554B-5BB8-1D2A-30BE-F0BCB6BEF323}"/>
                    </a:ext>
                  </a:extLst>
                </p14:cNvPr>
                <p14:cNvContentPartPr/>
                <p14:nvPr/>
              </p14:nvContentPartPr>
              <p14:xfrm>
                <a:off x="2878806" y="1984623"/>
                <a:ext cx="143280" cy="21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80554B-5BB8-1D2A-30BE-F0BCB6BEF32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861166" y="1966623"/>
                  <a:ext cx="178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94FCDD-B14B-D7E4-C548-C2450ABB01AC}"/>
                    </a:ext>
                  </a:extLst>
                </p14:cNvPr>
                <p14:cNvContentPartPr/>
                <p14:nvPr/>
              </p14:nvContentPartPr>
              <p14:xfrm>
                <a:off x="3128286" y="1959423"/>
                <a:ext cx="173160" cy="278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94FCDD-B14B-D7E4-C548-C2450ABB01A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110646" y="1941423"/>
                  <a:ext cx="208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8840780-7658-29A9-50D1-B002561AA5FD}"/>
                    </a:ext>
                  </a:extLst>
                </p14:cNvPr>
                <p14:cNvContentPartPr/>
                <p14:nvPr/>
              </p14:nvContentPartPr>
              <p14:xfrm>
                <a:off x="543846" y="510063"/>
                <a:ext cx="216360" cy="195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8840780-7658-29A9-50D1-B002561AA5F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25846" y="492423"/>
                  <a:ext cx="252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B8E084-A9EA-C1A7-9B95-28DF117BA368}"/>
                    </a:ext>
                  </a:extLst>
                </p14:cNvPr>
                <p14:cNvContentPartPr/>
                <p14:nvPr/>
              </p14:nvContentPartPr>
              <p14:xfrm>
                <a:off x="841926" y="412503"/>
                <a:ext cx="203760" cy="284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B8E084-A9EA-C1A7-9B95-28DF117BA36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24286" y="394503"/>
                  <a:ext cx="239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876B78-7A5B-4146-9021-D1BEE578D7B0}"/>
                    </a:ext>
                  </a:extLst>
                </p14:cNvPr>
                <p14:cNvContentPartPr/>
                <p14:nvPr/>
              </p14:nvContentPartPr>
              <p14:xfrm>
                <a:off x="1023366" y="556143"/>
                <a:ext cx="161640" cy="361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876B78-7A5B-4146-9021-D1BEE578D7B0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05366" y="538143"/>
                  <a:ext cx="1972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7769E9-AE53-4544-2161-CD3F85A56656}"/>
                    </a:ext>
                  </a:extLst>
                </p14:cNvPr>
                <p14:cNvContentPartPr/>
                <p14:nvPr/>
              </p14:nvContentPartPr>
              <p14:xfrm>
                <a:off x="1221366" y="417543"/>
                <a:ext cx="6480" cy="4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7769E9-AE53-4544-2161-CD3F85A5665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203366" y="399903"/>
                  <a:ext cx="42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EDFA79-720E-3740-E790-DE9889310D03}"/>
                    </a:ext>
                  </a:extLst>
                </p14:cNvPr>
                <p14:cNvContentPartPr/>
                <p14:nvPr/>
              </p14:nvContentPartPr>
              <p14:xfrm>
                <a:off x="1374726" y="421503"/>
                <a:ext cx="160920" cy="257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EDFA79-720E-3740-E790-DE9889310D03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356726" y="403503"/>
                  <a:ext cx="196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2FCD63-921D-1994-6168-81B1C7DCFDE9}"/>
                    </a:ext>
                  </a:extLst>
                </p14:cNvPr>
                <p14:cNvContentPartPr/>
                <p14:nvPr/>
              </p14:nvContentPartPr>
              <p14:xfrm>
                <a:off x="1444566" y="542823"/>
                <a:ext cx="128160" cy="36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2FCD63-921D-1994-6168-81B1C7DCFDE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426566" y="524823"/>
                  <a:ext cx="163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0DEC97-B41A-397B-5FD5-192CF8CD746D}"/>
                    </a:ext>
                  </a:extLst>
                </p14:cNvPr>
                <p14:cNvContentPartPr/>
                <p14:nvPr/>
              </p14:nvContentPartPr>
              <p14:xfrm>
                <a:off x="1651566" y="319263"/>
                <a:ext cx="149400" cy="561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0DEC97-B41A-397B-5FD5-192CF8CD746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633566" y="301623"/>
                  <a:ext cx="1850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9E1DF1-2124-CF4C-7767-97ED09D8A4D1}"/>
                    </a:ext>
                  </a:extLst>
                </p14:cNvPr>
                <p14:cNvContentPartPr/>
                <p14:nvPr/>
              </p14:nvContentPartPr>
              <p14:xfrm>
                <a:off x="277446" y="382263"/>
                <a:ext cx="571320" cy="62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9E1DF1-2124-CF4C-7767-97ED09D8A4D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59806" y="364623"/>
                  <a:ext cx="60696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14CD0-6CC6-B4FE-F173-0924C3E35A31}"/>
                    </a:ext>
                  </a:extLst>
                </p14:cNvPr>
                <p14:cNvContentPartPr/>
                <p14:nvPr/>
              </p14:nvContentPartPr>
              <p14:xfrm>
                <a:off x="1888446" y="569103"/>
                <a:ext cx="20520" cy="187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14CD0-6CC6-B4FE-F173-0924C3E35A3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70446" y="551103"/>
                  <a:ext cx="56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B0785D-7438-2388-CC74-7CF68AD3D3B8}"/>
                    </a:ext>
                  </a:extLst>
                </p14:cNvPr>
                <p14:cNvContentPartPr/>
                <p14:nvPr/>
              </p14:nvContentPartPr>
              <p14:xfrm>
                <a:off x="1911486" y="460743"/>
                <a:ext cx="232200" cy="344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B0785D-7438-2388-CC74-7CF68AD3D3B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893846" y="442743"/>
                  <a:ext cx="267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949955-078F-F3F4-2BF9-2BB2075A00D0}"/>
                    </a:ext>
                  </a:extLst>
                </p14:cNvPr>
                <p14:cNvContentPartPr/>
                <p14:nvPr/>
              </p14:nvContentPartPr>
              <p14:xfrm>
                <a:off x="2099046" y="826503"/>
                <a:ext cx="1080" cy="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949955-078F-F3F4-2BF9-2BB2075A00D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081046" y="808503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749838-03FF-5384-E47F-521B0E7E7D11}"/>
                    </a:ext>
                  </a:extLst>
                </p14:cNvPr>
                <p14:cNvContentPartPr/>
                <p14:nvPr/>
              </p14:nvContentPartPr>
              <p14:xfrm>
                <a:off x="2037846" y="869703"/>
                <a:ext cx="7200" cy="3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749838-03FF-5384-E47F-521B0E7E7D1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019846" y="852063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C814743-E85B-34D6-F1DC-B909708AC3AF}"/>
                    </a:ext>
                  </a:extLst>
                </p14:cNvPr>
                <p14:cNvContentPartPr/>
                <p14:nvPr/>
              </p14:nvContentPartPr>
              <p14:xfrm>
                <a:off x="1627086" y="863583"/>
                <a:ext cx="4680" cy="9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C814743-E85B-34D6-F1DC-B909708AC3AF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609446" y="845943"/>
                  <a:ext cx="40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1167DE6-541B-3785-3C05-355C00658D42}"/>
                    </a:ext>
                  </a:extLst>
                </p14:cNvPr>
                <p14:cNvContentPartPr/>
                <p14:nvPr/>
              </p14:nvContentPartPr>
              <p14:xfrm>
                <a:off x="2146206" y="704823"/>
                <a:ext cx="28080" cy="21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1167DE6-541B-3785-3C05-355C00658D42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128206" y="687183"/>
                  <a:ext cx="63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2D967EC-4DD9-3568-497B-27286E1B6C40}"/>
                    </a:ext>
                  </a:extLst>
                </p14:cNvPr>
                <p14:cNvContentPartPr/>
                <p14:nvPr/>
              </p14:nvContentPartPr>
              <p14:xfrm>
                <a:off x="2037846" y="888783"/>
                <a:ext cx="360" cy="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2D967EC-4DD9-3568-497B-27286E1B6C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9846" y="8707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0999FBD-E147-FD64-0455-011FBA094DE4}"/>
                    </a:ext>
                  </a:extLst>
                </p14:cNvPr>
                <p14:cNvContentPartPr/>
                <p14:nvPr/>
              </p14:nvContentPartPr>
              <p14:xfrm>
                <a:off x="2071326" y="890583"/>
                <a:ext cx="360" cy="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0999FBD-E147-FD64-0455-011FBA094D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53686" y="872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530036A-21AB-1AEA-B222-17EC0DDE7C16}"/>
                    </a:ext>
                  </a:extLst>
                </p14:cNvPr>
                <p14:cNvContentPartPr/>
                <p14:nvPr/>
              </p14:nvContentPartPr>
              <p14:xfrm>
                <a:off x="2119566" y="874023"/>
                <a:ext cx="18000" cy="5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530036A-21AB-1AEA-B222-17EC0DDE7C1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101926" y="856383"/>
                  <a:ext cx="5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BDF2FF2-D422-97C7-CDFA-28809D5355E2}"/>
                    </a:ext>
                  </a:extLst>
                </p14:cNvPr>
                <p14:cNvContentPartPr/>
                <p14:nvPr/>
              </p14:nvContentPartPr>
              <p14:xfrm>
                <a:off x="247206" y="983463"/>
                <a:ext cx="2476800" cy="1724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BDF2FF2-D422-97C7-CDFA-28809D5355E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29566" y="965463"/>
                  <a:ext cx="2512440" cy="20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083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404A2F1-034C-1B8E-0D6F-F59339E2B35C}"/>
              </a:ext>
            </a:extLst>
          </p:cNvPr>
          <p:cNvGrpSpPr/>
          <p:nvPr/>
        </p:nvGrpSpPr>
        <p:grpSpPr>
          <a:xfrm>
            <a:off x="450966" y="606903"/>
            <a:ext cx="140040" cy="156240"/>
            <a:chOff x="450966" y="606903"/>
            <a:chExt cx="14004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E86836C-3CCA-996F-573A-715BDF818799}"/>
                    </a:ext>
                  </a:extLst>
                </p14:cNvPr>
                <p14:cNvContentPartPr/>
                <p14:nvPr/>
              </p14:nvContentPartPr>
              <p14:xfrm>
                <a:off x="477606" y="606903"/>
                <a:ext cx="63720" cy="14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E86836C-3CCA-996F-573A-715BDF8187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606" y="588903"/>
                  <a:ext cx="99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FAA1F1D-3779-1D85-5CC5-D75F623E06C0}"/>
                    </a:ext>
                  </a:extLst>
                </p14:cNvPr>
                <p14:cNvContentPartPr/>
                <p14:nvPr/>
              </p14:nvContentPartPr>
              <p14:xfrm>
                <a:off x="450966" y="727503"/>
                <a:ext cx="140040" cy="35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FAA1F1D-3779-1D85-5CC5-D75F623E06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3326" y="709863"/>
                  <a:ext cx="17568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DDC98E-7A5D-3828-7B71-268F5F7F32D6}"/>
                  </a:ext>
                </a:extLst>
              </p14:cNvPr>
              <p14:cNvContentPartPr/>
              <p14:nvPr/>
            </p14:nvContentPartPr>
            <p14:xfrm>
              <a:off x="1635006" y="327183"/>
              <a:ext cx="294480" cy="237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DDC98E-7A5D-3828-7B71-268F5F7F32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17006" y="309543"/>
                <a:ext cx="330120" cy="241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1A508C3-005F-4B7F-88FE-3A887FE9E12E}"/>
              </a:ext>
            </a:extLst>
          </p:cNvPr>
          <p:cNvGrpSpPr/>
          <p:nvPr/>
        </p:nvGrpSpPr>
        <p:grpSpPr>
          <a:xfrm>
            <a:off x="1994646" y="428343"/>
            <a:ext cx="611280" cy="224640"/>
            <a:chOff x="1994646" y="428343"/>
            <a:chExt cx="6112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B5422D-4040-416A-D7D1-AD4AD22D1CA2}"/>
                    </a:ext>
                  </a:extLst>
                </p14:cNvPr>
                <p14:cNvContentPartPr/>
                <p14:nvPr/>
              </p14:nvContentPartPr>
              <p14:xfrm>
                <a:off x="1994646" y="429063"/>
                <a:ext cx="13680" cy="219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B5422D-4040-416A-D7D1-AD4AD22D1C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76646" y="411423"/>
                  <a:ext cx="49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C42E68-234E-7E16-CFB5-5AFF8C240C0F}"/>
                    </a:ext>
                  </a:extLst>
                </p14:cNvPr>
                <p14:cNvContentPartPr/>
                <p14:nvPr/>
              </p14:nvContentPartPr>
              <p14:xfrm>
                <a:off x="2180406" y="469383"/>
                <a:ext cx="124920" cy="169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C42E68-234E-7E16-CFB5-5AFF8C240C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2406" y="451743"/>
                  <a:ext cx="160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B45412-4602-0111-F9AA-8085B2454029}"/>
                    </a:ext>
                  </a:extLst>
                </p14:cNvPr>
                <p14:cNvContentPartPr/>
                <p14:nvPr/>
              </p14:nvContentPartPr>
              <p14:xfrm>
                <a:off x="2468766" y="428343"/>
                <a:ext cx="137160" cy="22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B45412-4602-0111-F9AA-8085B24540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50766" y="410703"/>
                  <a:ext cx="17280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39CB48-A8CD-714C-7487-680336E6462E}"/>
                  </a:ext>
                </a:extLst>
              </p14:cNvPr>
              <p14:cNvContentPartPr/>
              <p14:nvPr/>
            </p14:nvContentPartPr>
            <p14:xfrm>
              <a:off x="2818326" y="392703"/>
              <a:ext cx="113400" cy="285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39CB48-A8CD-714C-7487-680336E646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0686" y="375063"/>
                <a:ext cx="14904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23B9464-E38D-F2CE-AA38-74274F4FAA3F}"/>
              </a:ext>
            </a:extLst>
          </p:cNvPr>
          <p:cNvGrpSpPr/>
          <p:nvPr/>
        </p:nvGrpSpPr>
        <p:grpSpPr>
          <a:xfrm>
            <a:off x="3258966" y="415743"/>
            <a:ext cx="292320" cy="294840"/>
            <a:chOff x="3258966" y="415743"/>
            <a:chExt cx="29232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C9B1ED-CA43-40F7-54A4-B482683744EA}"/>
                    </a:ext>
                  </a:extLst>
                </p14:cNvPr>
                <p14:cNvContentPartPr/>
                <p14:nvPr/>
              </p14:nvContentPartPr>
              <p14:xfrm>
                <a:off x="3258966" y="603303"/>
                <a:ext cx="132840" cy="38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C9B1ED-CA43-40F7-54A4-B482683744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0966" y="585303"/>
                  <a:ext cx="168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A9A76F-35CA-7A13-7287-0E0EDCE07852}"/>
                    </a:ext>
                  </a:extLst>
                </p14:cNvPr>
                <p14:cNvContentPartPr/>
                <p14:nvPr/>
              </p14:nvContentPartPr>
              <p14:xfrm>
                <a:off x="3510966" y="415743"/>
                <a:ext cx="40320" cy="294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A9A76F-35CA-7A13-7287-0E0EDCE078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92966" y="397743"/>
                  <a:ext cx="7596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729AC4-4EC8-CD1E-7053-D8EB7748FDA8}"/>
              </a:ext>
            </a:extLst>
          </p:cNvPr>
          <p:cNvGrpSpPr/>
          <p:nvPr/>
        </p:nvGrpSpPr>
        <p:grpSpPr>
          <a:xfrm>
            <a:off x="3753246" y="408183"/>
            <a:ext cx="428400" cy="263880"/>
            <a:chOff x="3753246" y="408183"/>
            <a:chExt cx="42840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763CC3-94A0-5A0C-7CB8-2A759232B617}"/>
                    </a:ext>
                  </a:extLst>
                </p14:cNvPr>
                <p14:cNvContentPartPr/>
                <p14:nvPr/>
              </p14:nvContentPartPr>
              <p14:xfrm>
                <a:off x="3753246" y="422943"/>
                <a:ext cx="136440" cy="210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763CC3-94A0-5A0C-7CB8-2A759232B6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35606" y="404943"/>
                  <a:ext cx="172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BD96C9-EF06-C4D0-A520-192BF9D2652E}"/>
                    </a:ext>
                  </a:extLst>
                </p14:cNvPr>
                <p14:cNvContentPartPr/>
                <p14:nvPr/>
              </p14:nvContentPartPr>
              <p14:xfrm>
                <a:off x="4049886" y="408183"/>
                <a:ext cx="131760" cy="263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5BD96C9-EF06-C4D0-A520-192BF9D265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31886" y="390183"/>
                  <a:ext cx="16740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F1FC816-188A-6A82-D904-AFCCCB34F68D}"/>
              </a:ext>
            </a:extLst>
          </p:cNvPr>
          <p:cNvGrpSpPr/>
          <p:nvPr/>
        </p:nvGrpSpPr>
        <p:grpSpPr>
          <a:xfrm>
            <a:off x="2485326" y="943863"/>
            <a:ext cx="782280" cy="340920"/>
            <a:chOff x="2485326" y="943863"/>
            <a:chExt cx="78228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8A0AD5-3803-974A-E91A-6361C0F99349}"/>
                    </a:ext>
                  </a:extLst>
                </p14:cNvPr>
                <p14:cNvContentPartPr/>
                <p14:nvPr/>
              </p14:nvContentPartPr>
              <p14:xfrm>
                <a:off x="2485326" y="1073103"/>
                <a:ext cx="198360" cy="31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8A0AD5-3803-974A-E91A-6361C0F993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67686" y="1055103"/>
                  <a:ext cx="234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2A2B8C-EBE1-69F0-9C20-976EF3DD7834}"/>
                    </a:ext>
                  </a:extLst>
                </p14:cNvPr>
                <p14:cNvContentPartPr/>
                <p14:nvPr/>
              </p14:nvContentPartPr>
              <p14:xfrm>
                <a:off x="2824446" y="960063"/>
                <a:ext cx="132480" cy="240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2A2B8C-EBE1-69F0-9C20-976EF3DD78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6446" y="942423"/>
                  <a:ext cx="168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0E9B51-9E7B-C0BA-0D87-5CB686CDA721}"/>
                    </a:ext>
                  </a:extLst>
                </p14:cNvPr>
                <p14:cNvContentPartPr/>
                <p14:nvPr/>
              </p14:nvContentPartPr>
              <p14:xfrm>
                <a:off x="3119646" y="943863"/>
                <a:ext cx="147960" cy="340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0E9B51-9E7B-C0BA-0D87-5CB686CDA72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02006" y="925863"/>
                  <a:ext cx="18360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409E0E-DB30-DC0C-DFE4-EF7411D36E79}"/>
              </a:ext>
            </a:extLst>
          </p:cNvPr>
          <p:cNvGrpSpPr/>
          <p:nvPr/>
        </p:nvGrpSpPr>
        <p:grpSpPr>
          <a:xfrm>
            <a:off x="3455166" y="937023"/>
            <a:ext cx="749880" cy="332640"/>
            <a:chOff x="3455166" y="937023"/>
            <a:chExt cx="74988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D885DB-8747-FC8C-C720-075F1BFEAC53}"/>
                    </a:ext>
                  </a:extLst>
                </p14:cNvPr>
                <p14:cNvContentPartPr/>
                <p14:nvPr/>
              </p14:nvContentPartPr>
              <p14:xfrm>
                <a:off x="3455166" y="1078143"/>
                <a:ext cx="170280" cy="31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D885DB-8747-FC8C-C720-075F1BFEAC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7526" y="1060143"/>
                  <a:ext cx="20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82F7BD-93A7-CEC6-2CBD-DCD8D1F4DCD5}"/>
                    </a:ext>
                  </a:extLst>
                </p14:cNvPr>
                <p14:cNvContentPartPr/>
                <p14:nvPr/>
              </p14:nvContentPartPr>
              <p14:xfrm>
                <a:off x="3508806" y="1037463"/>
                <a:ext cx="65520" cy="19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82F7BD-93A7-CEC6-2CBD-DCD8D1F4DC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0806" y="1019823"/>
                  <a:ext cx="101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E8E69A-CFC3-1287-0CCA-BFDA056C5BE1}"/>
                    </a:ext>
                  </a:extLst>
                </p14:cNvPr>
                <p14:cNvContentPartPr/>
                <p14:nvPr/>
              </p14:nvContentPartPr>
              <p14:xfrm>
                <a:off x="3766926" y="937023"/>
                <a:ext cx="142560" cy="332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E8E69A-CFC3-1287-0CCA-BFDA056C5B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49286" y="919383"/>
                  <a:ext cx="178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2151EA-F900-5098-F88A-80EAF08B0710}"/>
                    </a:ext>
                  </a:extLst>
                </p14:cNvPr>
                <p14:cNvContentPartPr/>
                <p14:nvPr/>
              </p14:nvContentPartPr>
              <p14:xfrm>
                <a:off x="4071846" y="1111983"/>
                <a:ext cx="133200" cy="2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2151EA-F900-5098-F88A-80EAF08B07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54206" y="1093983"/>
                  <a:ext cx="168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7B04CC-8919-FAEB-364C-F3E4F0C6B1F6}"/>
                    </a:ext>
                  </a:extLst>
                </p14:cNvPr>
                <p14:cNvContentPartPr/>
                <p14:nvPr/>
              </p14:nvContentPartPr>
              <p14:xfrm>
                <a:off x="4137726" y="1033503"/>
                <a:ext cx="35280" cy="201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7B04CC-8919-FAEB-364C-F3E4F0C6B1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20086" y="1015503"/>
                  <a:ext cx="709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2505FCE-E5C0-13D6-456D-131A03C636E8}"/>
              </a:ext>
            </a:extLst>
          </p:cNvPr>
          <p:cNvGrpSpPr/>
          <p:nvPr/>
        </p:nvGrpSpPr>
        <p:grpSpPr>
          <a:xfrm>
            <a:off x="2189766" y="1672503"/>
            <a:ext cx="1363320" cy="285840"/>
            <a:chOff x="2189766" y="1672503"/>
            <a:chExt cx="136332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9303E5-429F-D871-ABBA-057BE2E46F9E}"/>
                    </a:ext>
                  </a:extLst>
                </p14:cNvPr>
                <p14:cNvContentPartPr/>
                <p14:nvPr/>
              </p14:nvContentPartPr>
              <p14:xfrm>
                <a:off x="2189766" y="1856103"/>
                <a:ext cx="192960" cy="25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9303E5-429F-D871-ABBA-057BE2E46F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72126" y="1838103"/>
                  <a:ext cx="228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78D81B-F168-C277-5825-0E83732924A8}"/>
                    </a:ext>
                  </a:extLst>
                </p14:cNvPr>
                <p14:cNvContentPartPr/>
                <p14:nvPr/>
              </p14:nvContentPartPr>
              <p14:xfrm>
                <a:off x="2541846" y="1691223"/>
                <a:ext cx="165960" cy="24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78D81B-F168-C277-5825-0E83732924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24206" y="1673223"/>
                  <a:ext cx="201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C842CF-F7AA-5234-5CCD-E3537F99BE28}"/>
                    </a:ext>
                  </a:extLst>
                </p14:cNvPr>
                <p14:cNvContentPartPr/>
                <p14:nvPr/>
              </p14:nvContentPartPr>
              <p14:xfrm>
                <a:off x="2873406" y="1728303"/>
                <a:ext cx="26280" cy="43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C842CF-F7AA-5234-5CCD-E3537F99BE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55406" y="1710663"/>
                  <a:ext cx="61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7D24092-4A47-263E-A1FF-B660F68D5130}"/>
                    </a:ext>
                  </a:extLst>
                </p14:cNvPr>
                <p14:cNvContentPartPr/>
                <p14:nvPr/>
              </p14:nvContentPartPr>
              <p14:xfrm>
                <a:off x="2825886" y="1723623"/>
                <a:ext cx="174240" cy="19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7D24092-4A47-263E-A1FF-B660F68D51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07886" y="1705623"/>
                  <a:ext cx="209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D01C48-8A78-46FF-E012-4ED6EA11A126}"/>
                    </a:ext>
                  </a:extLst>
                </p14:cNvPr>
                <p14:cNvContentPartPr/>
                <p14:nvPr/>
              </p14:nvContentPartPr>
              <p14:xfrm>
                <a:off x="3157086" y="1672503"/>
                <a:ext cx="110880" cy="26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D01C48-8A78-46FF-E012-4ED6EA11A1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39446" y="1654863"/>
                  <a:ext cx="1465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CABBD3-D2C3-C494-2D4F-7D9B2DFFAA3B}"/>
                    </a:ext>
                  </a:extLst>
                </p14:cNvPr>
                <p14:cNvContentPartPr/>
                <p14:nvPr/>
              </p14:nvContentPartPr>
              <p14:xfrm>
                <a:off x="3382446" y="1793103"/>
                <a:ext cx="170640" cy="41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CABBD3-D2C3-C494-2D4F-7D9B2DFFAA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64446" y="1775463"/>
                  <a:ext cx="206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52C178-5139-F503-BA01-5675E77BFFD0}"/>
                    </a:ext>
                  </a:extLst>
                </p14:cNvPr>
                <p14:cNvContentPartPr/>
                <p14:nvPr/>
              </p14:nvContentPartPr>
              <p14:xfrm>
                <a:off x="3450846" y="1727223"/>
                <a:ext cx="72720" cy="231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52C178-5139-F503-BA01-5675E77BFF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33206" y="1709583"/>
                  <a:ext cx="1083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F19F0BF-0EDB-454F-ED1A-72FB15D4AC2E}"/>
              </a:ext>
            </a:extLst>
          </p:cNvPr>
          <p:cNvGrpSpPr/>
          <p:nvPr/>
        </p:nvGrpSpPr>
        <p:grpSpPr>
          <a:xfrm>
            <a:off x="3805806" y="1637943"/>
            <a:ext cx="419040" cy="295200"/>
            <a:chOff x="3805806" y="1637943"/>
            <a:chExt cx="41904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60F5DA-F88E-D89A-726C-1EA03116ADFF}"/>
                    </a:ext>
                  </a:extLst>
                </p14:cNvPr>
                <p14:cNvContentPartPr/>
                <p14:nvPr/>
              </p14:nvContentPartPr>
              <p14:xfrm>
                <a:off x="3805806" y="1637943"/>
                <a:ext cx="117720" cy="286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60F5DA-F88E-D89A-726C-1EA03116AD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88166" y="1619943"/>
                  <a:ext cx="1533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C39B3A8-ED9F-E556-9C48-BF7F1614AD6A}"/>
                    </a:ext>
                  </a:extLst>
                </p14:cNvPr>
                <p14:cNvContentPartPr/>
                <p14:nvPr/>
              </p14:nvContentPartPr>
              <p14:xfrm>
                <a:off x="4097406" y="1649823"/>
                <a:ext cx="127440" cy="28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C39B3A8-ED9F-E556-9C48-BF7F1614AD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79406" y="1632183"/>
                  <a:ext cx="1630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9FC2670-1650-FF8C-862D-082E275BF611}"/>
              </a:ext>
            </a:extLst>
          </p:cNvPr>
          <p:cNvGrpSpPr/>
          <p:nvPr/>
        </p:nvGrpSpPr>
        <p:grpSpPr>
          <a:xfrm>
            <a:off x="4437606" y="350223"/>
            <a:ext cx="1924560" cy="1999080"/>
            <a:chOff x="4437606" y="350223"/>
            <a:chExt cx="1924560" cy="19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44198D6-046B-F265-4938-B06009232F75}"/>
                    </a:ext>
                  </a:extLst>
                </p14:cNvPr>
                <p14:cNvContentPartPr/>
                <p14:nvPr/>
              </p14:nvContentPartPr>
              <p14:xfrm>
                <a:off x="4492686" y="622743"/>
                <a:ext cx="129600" cy="1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44198D6-046B-F265-4938-B06009232F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75046" y="604743"/>
                  <a:ext cx="165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60E6F2F-955D-DE11-33DF-843FA0EACCCC}"/>
                    </a:ext>
                  </a:extLst>
                </p14:cNvPr>
                <p14:cNvContentPartPr/>
                <p14:nvPr/>
              </p14:nvContentPartPr>
              <p14:xfrm>
                <a:off x="4774206" y="444543"/>
                <a:ext cx="202680" cy="231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60E6F2F-955D-DE11-33DF-843FA0EACC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56206" y="426543"/>
                  <a:ext cx="238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5E71DC-582E-F4BE-3616-4E7BE035E2B9}"/>
                    </a:ext>
                  </a:extLst>
                </p14:cNvPr>
                <p14:cNvContentPartPr/>
                <p14:nvPr/>
              </p14:nvContentPartPr>
              <p14:xfrm>
                <a:off x="5217006" y="457143"/>
                <a:ext cx="138240" cy="237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5E71DC-582E-F4BE-3616-4E7BE035E2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9006" y="439503"/>
                  <a:ext cx="1738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384E62-9104-C8C5-E20E-CB988A8EF4D3}"/>
                    </a:ext>
                  </a:extLst>
                </p14:cNvPr>
                <p14:cNvContentPartPr/>
                <p14:nvPr/>
              </p14:nvContentPartPr>
              <p14:xfrm>
                <a:off x="5563686" y="473343"/>
                <a:ext cx="216360" cy="18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384E62-9104-C8C5-E20E-CB988A8EF4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45686" y="455703"/>
                  <a:ext cx="252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A155C7-6EFD-E53E-E498-A25B449D4B56}"/>
                    </a:ext>
                  </a:extLst>
                </p14:cNvPr>
                <p14:cNvContentPartPr/>
                <p14:nvPr/>
              </p14:nvContentPartPr>
              <p14:xfrm>
                <a:off x="5211966" y="426183"/>
                <a:ext cx="131760" cy="140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A155C7-6EFD-E53E-E498-A25B449D4B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94326" y="408183"/>
                  <a:ext cx="167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18C064A-6A83-A294-F846-8B3F7333B796}"/>
                    </a:ext>
                  </a:extLst>
                </p14:cNvPr>
                <p14:cNvContentPartPr/>
                <p14:nvPr/>
              </p14:nvContentPartPr>
              <p14:xfrm>
                <a:off x="5221326" y="581703"/>
                <a:ext cx="127080" cy="11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18C064A-6A83-A294-F846-8B3F7333B7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03326" y="564063"/>
                  <a:ext cx="162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F7B56B-CDD6-5BAF-FC99-837AF04E02D6}"/>
                    </a:ext>
                  </a:extLst>
                </p14:cNvPr>
                <p14:cNvContentPartPr/>
                <p14:nvPr/>
              </p14:nvContentPartPr>
              <p14:xfrm>
                <a:off x="4450926" y="981303"/>
                <a:ext cx="134640" cy="61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F7B56B-CDD6-5BAF-FC99-837AF04E02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33286" y="963663"/>
                  <a:ext cx="170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997C0B-E03F-447B-774A-EC3F6FCA53F2}"/>
                    </a:ext>
                  </a:extLst>
                </p14:cNvPr>
                <p14:cNvContentPartPr/>
                <p14:nvPr/>
              </p14:nvContentPartPr>
              <p14:xfrm>
                <a:off x="4437606" y="964383"/>
                <a:ext cx="194040" cy="224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997C0B-E03F-447B-774A-EC3F6FCA53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19966" y="946743"/>
                  <a:ext cx="229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80A34D-59E8-B840-9B6F-6283E30AF8B6}"/>
                    </a:ext>
                  </a:extLst>
                </p14:cNvPr>
                <p14:cNvContentPartPr/>
                <p14:nvPr/>
              </p14:nvContentPartPr>
              <p14:xfrm>
                <a:off x="4883286" y="916863"/>
                <a:ext cx="141120" cy="5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80A34D-59E8-B840-9B6F-6283E30AF8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65286" y="898863"/>
                  <a:ext cx="176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C3B3DA-10EB-F897-5147-1B2E7FB88280}"/>
                    </a:ext>
                  </a:extLst>
                </p14:cNvPr>
                <p14:cNvContentPartPr/>
                <p14:nvPr/>
              </p14:nvContentPartPr>
              <p14:xfrm>
                <a:off x="4871406" y="903183"/>
                <a:ext cx="168480" cy="258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C3B3DA-10EB-F897-5147-1B2E7FB882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53406" y="885543"/>
                  <a:ext cx="2041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6201E5D-0381-8343-A313-46CF02E3210D}"/>
                    </a:ext>
                  </a:extLst>
                </p14:cNvPr>
                <p14:cNvContentPartPr/>
                <p14:nvPr/>
              </p14:nvContentPartPr>
              <p14:xfrm>
                <a:off x="4540206" y="1760343"/>
                <a:ext cx="180360" cy="14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6201E5D-0381-8343-A313-46CF02E321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22206" y="1742703"/>
                  <a:ext cx="216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3EF3033-833B-C7BB-32EE-D23D06B3370E}"/>
                    </a:ext>
                  </a:extLst>
                </p14:cNvPr>
                <p14:cNvContentPartPr/>
                <p14:nvPr/>
              </p14:nvContentPartPr>
              <p14:xfrm>
                <a:off x="4635606" y="1642623"/>
                <a:ext cx="53640" cy="23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3EF3033-833B-C7BB-32EE-D23D06B3370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7966" y="1624623"/>
                  <a:ext cx="892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A82ECD-1382-84C4-62A9-348D2792AD9D}"/>
                    </a:ext>
                  </a:extLst>
                </p14:cNvPr>
                <p14:cNvContentPartPr/>
                <p14:nvPr/>
              </p14:nvContentPartPr>
              <p14:xfrm>
                <a:off x="4910286" y="1632543"/>
                <a:ext cx="187200" cy="296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A82ECD-1382-84C4-62A9-348D2792AD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92646" y="1614903"/>
                  <a:ext cx="222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C28D974-CC75-CC7C-C977-ACC5D6F649DE}"/>
                    </a:ext>
                  </a:extLst>
                </p14:cNvPr>
                <p14:cNvContentPartPr/>
                <p14:nvPr/>
              </p14:nvContentPartPr>
              <p14:xfrm>
                <a:off x="5172366" y="1720023"/>
                <a:ext cx="157680" cy="18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C28D974-CC75-CC7C-C977-ACC5D6F649D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54366" y="1702383"/>
                  <a:ext cx="193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7DB5C8-F072-AF7F-B187-E79A5BB18B41}"/>
                    </a:ext>
                  </a:extLst>
                </p14:cNvPr>
                <p14:cNvContentPartPr/>
                <p14:nvPr/>
              </p14:nvContentPartPr>
              <p14:xfrm>
                <a:off x="5496726" y="1690863"/>
                <a:ext cx="145440" cy="213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7DB5C8-F072-AF7F-B187-E79A5BB18B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78726" y="1673223"/>
                  <a:ext cx="181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0B34780-6F08-1C60-B163-381A81347C1C}"/>
                    </a:ext>
                  </a:extLst>
                </p14:cNvPr>
                <p14:cNvContentPartPr/>
                <p14:nvPr/>
              </p14:nvContentPartPr>
              <p14:xfrm>
                <a:off x="5575926" y="1613103"/>
                <a:ext cx="165600" cy="69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0B34780-6F08-1C60-B163-381A81347C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57926" y="1595463"/>
                  <a:ext cx="201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C976E1-E4FA-9EC1-F2A0-79BA8CDFF406}"/>
                    </a:ext>
                  </a:extLst>
                </p14:cNvPr>
                <p14:cNvContentPartPr/>
                <p14:nvPr/>
              </p14:nvContentPartPr>
              <p14:xfrm>
                <a:off x="5867526" y="350223"/>
                <a:ext cx="494640" cy="1999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C976E1-E4FA-9EC1-F2A0-79BA8CDFF4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49526" y="332583"/>
                  <a:ext cx="530280" cy="20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73E121-A031-EE4E-0C15-5C962BB07D2C}"/>
              </a:ext>
            </a:extLst>
          </p:cNvPr>
          <p:cNvGrpSpPr/>
          <p:nvPr/>
        </p:nvGrpSpPr>
        <p:grpSpPr>
          <a:xfrm>
            <a:off x="603606" y="3709383"/>
            <a:ext cx="415800" cy="202680"/>
            <a:chOff x="603606" y="3709383"/>
            <a:chExt cx="41580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A62406-DE35-5EED-78C8-3769DE81F37A}"/>
                    </a:ext>
                  </a:extLst>
                </p14:cNvPr>
                <p14:cNvContentPartPr/>
                <p14:nvPr/>
              </p14:nvContentPartPr>
              <p14:xfrm>
                <a:off x="624486" y="3709383"/>
                <a:ext cx="175320" cy="48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A62406-DE35-5EED-78C8-3769DE81F3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6846" y="3691743"/>
                  <a:ext cx="210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A21860-04C6-3192-F7E3-E5A23C4B7A43}"/>
                    </a:ext>
                  </a:extLst>
                </p14:cNvPr>
                <p14:cNvContentPartPr/>
                <p14:nvPr/>
              </p14:nvContentPartPr>
              <p14:xfrm>
                <a:off x="603606" y="3726663"/>
                <a:ext cx="415800" cy="185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A21860-04C6-3192-F7E3-E5A23C4B7A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5966" y="3708663"/>
                  <a:ext cx="45144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5F6C561-9F6B-4BB8-BDFF-E508D2F37266}"/>
                  </a:ext>
                </a:extLst>
              </p14:cNvPr>
              <p14:cNvContentPartPr/>
              <p14:nvPr/>
            </p14:nvContentPartPr>
            <p14:xfrm>
              <a:off x="1788726" y="3184863"/>
              <a:ext cx="327960" cy="21650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5F6C561-9F6B-4BB8-BDFF-E508D2F3726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771086" y="3166863"/>
                <a:ext cx="363600" cy="220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81DE1415-B290-ACC6-D41A-2C180F4863F6}"/>
              </a:ext>
            </a:extLst>
          </p:cNvPr>
          <p:cNvGrpSpPr/>
          <p:nvPr/>
        </p:nvGrpSpPr>
        <p:grpSpPr>
          <a:xfrm>
            <a:off x="2356086" y="3083343"/>
            <a:ext cx="3683160" cy="2386800"/>
            <a:chOff x="2356086" y="3083343"/>
            <a:chExt cx="3683160" cy="23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B0D7FD-A3BA-5141-799D-8BA4C345C8AB}"/>
                    </a:ext>
                  </a:extLst>
                </p14:cNvPr>
                <p14:cNvContentPartPr/>
                <p14:nvPr/>
              </p14:nvContentPartPr>
              <p14:xfrm>
                <a:off x="2356086" y="3309063"/>
                <a:ext cx="26640" cy="257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B0D7FD-A3BA-5141-799D-8BA4C345C8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38086" y="3291063"/>
                  <a:ext cx="62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DA5AAB2-5252-1C6F-2ACD-9480AE25C5F2}"/>
                    </a:ext>
                  </a:extLst>
                </p14:cNvPr>
                <p14:cNvContentPartPr/>
                <p14:nvPr/>
              </p14:nvContentPartPr>
              <p14:xfrm>
                <a:off x="2495406" y="3326343"/>
                <a:ext cx="131040" cy="169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DA5AAB2-5252-1C6F-2ACD-9480AE25C5F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77406" y="3308703"/>
                  <a:ext cx="166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71AD77-1884-AFE4-1FE3-2A3257F9172E}"/>
                    </a:ext>
                  </a:extLst>
                </p14:cNvPr>
                <p14:cNvContentPartPr/>
                <p14:nvPr/>
              </p14:nvContentPartPr>
              <p14:xfrm>
                <a:off x="2712126" y="3277743"/>
                <a:ext cx="196920" cy="232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71AD77-1884-AFE4-1FE3-2A3257F9172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94486" y="3259743"/>
                  <a:ext cx="232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44CA515-D805-C771-DFA5-067FD368BBB5}"/>
                    </a:ext>
                  </a:extLst>
                </p14:cNvPr>
                <p14:cNvContentPartPr/>
                <p14:nvPr/>
              </p14:nvContentPartPr>
              <p14:xfrm>
                <a:off x="3090126" y="3178383"/>
                <a:ext cx="153720" cy="258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44CA515-D805-C771-DFA5-067FD368BB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72126" y="3160743"/>
                  <a:ext cx="189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5944985-3DC8-4B8D-258A-A8B98BEDF5BF}"/>
                    </a:ext>
                  </a:extLst>
                </p14:cNvPr>
                <p14:cNvContentPartPr/>
                <p14:nvPr/>
              </p14:nvContentPartPr>
              <p14:xfrm>
                <a:off x="3606366" y="3385743"/>
                <a:ext cx="262440" cy="37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5944985-3DC8-4B8D-258A-A8B98BEDF5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88366" y="3367743"/>
                  <a:ext cx="298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E826B5-889A-A82B-3058-5CFEC3DF177E}"/>
                    </a:ext>
                  </a:extLst>
                </p14:cNvPr>
                <p14:cNvContentPartPr/>
                <p14:nvPr/>
              </p14:nvContentPartPr>
              <p14:xfrm>
                <a:off x="5235366" y="3157863"/>
                <a:ext cx="132480" cy="28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E826B5-889A-A82B-3058-5CFEC3DF17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17726" y="3140223"/>
                  <a:ext cx="1681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499437-E9BD-7142-95AF-E9D33DE5C721}"/>
                    </a:ext>
                  </a:extLst>
                </p14:cNvPr>
                <p14:cNvContentPartPr/>
                <p14:nvPr/>
              </p14:nvContentPartPr>
              <p14:xfrm>
                <a:off x="4837566" y="3246423"/>
                <a:ext cx="187560" cy="215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499437-E9BD-7142-95AF-E9D33DE5C72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19566" y="3228423"/>
                  <a:ext cx="223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7837F01-2424-4CBC-BFA8-E26FE1F7335E}"/>
                    </a:ext>
                  </a:extLst>
                </p14:cNvPr>
                <p14:cNvContentPartPr/>
                <p14:nvPr/>
              </p14:nvContentPartPr>
              <p14:xfrm>
                <a:off x="4341126" y="3275943"/>
                <a:ext cx="19800" cy="221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7837F01-2424-4CBC-BFA8-E26FE1F7335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23486" y="3258303"/>
                  <a:ext cx="554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05C4BD-BF42-9504-EFBA-E3357F2BDC42}"/>
                    </a:ext>
                  </a:extLst>
                </p14:cNvPr>
                <p14:cNvContentPartPr/>
                <p14:nvPr/>
              </p14:nvContentPartPr>
              <p14:xfrm>
                <a:off x="4485486" y="3283143"/>
                <a:ext cx="173520" cy="170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05C4BD-BF42-9504-EFBA-E3357F2BDC4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67486" y="3265143"/>
                  <a:ext cx="209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ADF4FB-41B2-5A8A-660A-F204742B158B}"/>
                    </a:ext>
                  </a:extLst>
                </p14:cNvPr>
                <p14:cNvContentPartPr/>
                <p14:nvPr/>
              </p14:nvContentPartPr>
              <p14:xfrm>
                <a:off x="2964126" y="4131303"/>
                <a:ext cx="141840" cy="8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ADF4FB-41B2-5A8A-660A-F204742B158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46126" y="4113303"/>
                  <a:ext cx="177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2CE80C-2429-51C1-0310-CC6B754B13DC}"/>
                    </a:ext>
                  </a:extLst>
                </p14:cNvPr>
                <p14:cNvContentPartPr/>
                <p14:nvPr/>
              </p14:nvContentPartPr>
              <p14:xfrm>
                <a:off x="3230166" y="4011063"/>
                <a:ext cx="117000" cy="281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2CE80C-2429-51C1-0310-CC6B754B13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12526" y="3993063"/>
                  <a:ext cx="1526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61CFF1-B0A0-DFB8-2BF7-6D05D7E0D1AE}"/>
                    </a:ext>
                  </a:extLst>
                </p14:cNvPr>
                <p14:cNvContentPartPr/>
                <p14:nvPr/>
              </p14:nvContentPartPr>
              <p14:xfrm>
                <a:off x="3499446" y="4029783"/>
                <a:ext cx="140040" cy="234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61CFF1-B0A0-DFB8-2BF7-6D05D7E0D1A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81806" y="4012143"/>
                  <a:ext cx="175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59CFD8-C487-8B3E-13F6-BF0B5A35EFFA}"/>
                    </a:ext>
                  </a:extLst>
                </p14:cNvPr>
                <p14:cNvContentPartPr/>
                <p14:nvPr/>
              </p14:nvContentPartPr>
              <p14:xfrm>
                <a:off x="3769446" y="4147503"/>
                <a:ext cx="192960" cy="80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59CFD8-C487-8B3E-13F6-BF0B5A35EFF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51446" y="4129503"/>
                  <a:ext cx="228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C5D4B6-C7C9-1522-7BE8-E6923A90FE0F}"/>
                    </a:ext>
                  </a:extLst>
                </p14:cNvPr>
                <p14:cNvContentPartPr/>
                <p14:nvPr/>
              </p14:nvContentPartPr>
              <p14:xfrm>
                <a:off x="3893286" y="4059303"/>
                <a:ext cx="23040" cy="209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C5D4B6-C7C9-1522-7BE8-E6923A90FE0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75286" y="4041303"/>
                  <a:ext cx="58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C9D896-CE9B-9C5A-ACB0-AC248EF0A86D}"/>
                    </a:ext>
                  </a:extLst>
                </p14:cNvPr>
                <p14:cNvContentPartPr/>
                <p14:nvPr/>
              </p14:nvContentPartPr>
              <p14:xfrm>
                <a:off x="4117206" y="3979383"/>
                <a:ext cx="134640" cy="265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C9D896-CE9B-9C5A-ACB0-AC248EF0A8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99206" y="3961383"/>
                  <a:ext cx="170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C714EB-3ECB-4320-B1D5-3EFF4CDABC58}"/>
                    </a:ext>
                  </a:extLst>
                </p14:cNvPr>
                <p14:cNvContentPartPr/>
                <p14:nvPr/>
              </p14:nvContentPartPr>
              <p14:xfrm>
                <a:off x="4362366" y="3998103"/>
                <a:ext cx="140760" cy="301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C714EB-3ECB-4320-B1D5-3EFF4CDABC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44726" y="3980463"/>
                  <a:ext cx="1764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9451B87-EFE9-AE0A-A163-06904C48FA10}"/>
                    </a:ext>
                  </a:extLst>
                </p14:cNvPr>
                <p14:cNvContentPartPr/>
                <p14:nvPr/>
              </p14:nvContentPartPr>
              <p14:xfrm>
                <a:off x="2651646" y="4865703"/>
                <a:ext cx="301320" cy="29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9451B87-EFE9-AE0A-A163-06904C48FA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34006" y="4848063"/>
                  <a:ext cx="336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9C3448-1E06-0913-4A48-052F5E971876}"/>
                    </a:ext>
                  </a:extLst>
                </p14:cNvPr>
                <p14:cNvContentPartPr/>
                <p14:nvPr/>
              </p14:nvContentPartPr>
              <p14:xfrm>
                <a:off x="3180486" y="4767783"/>
                <a:ext cx="155160" cy="255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9C3448-1E06-0913-4A48-052F5E9718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62846" y="4749783"/>
                  <a:ext cx="19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FA8970B-F68F-0B13-7036-9571E62749D6}"/>
                    </a:ext>
                  </a:extLst>
                </p14:cNvPr>
                <p14:cNvContentPartPr/>
                <p14:nvPr/>
              </p14:nvContentPartPr>
              <p14:xfrm>
                <a:off x="3405126" y="4789743"/>
                <a:ext cx="96840" cy="186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FA8970B-F68F-0B13-7036-9571E62749D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87126" y="4771743"/>
                  <a:ext cx="132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A646C3-BF7B-8A41-D6AF-0019D9988981}"/>
                    </a:ext>
                  </a:extLst>
                </p14:cNvPr>
                <p14:cNvContentPartPr/>
                <p14:nvPr/>
              </p14:nvContentPartPr>
              <p14:xfrm>
                <a:off x="3635526" y="4742223"/>
                <a:ext cx="135360" cy="231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A646C3-BF7B-8A41-D6AF-0019D99889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17886" y="4724223"/>
                  <a:ext cx="171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571F7D9-FBBA-B908-C4EF-1CF15C77039E}"/>
                    </a:ext>
                  </a:extLst>
                </p14:cNvPr>
                <p14:cNvContentPartPr/>
                <p14:nvPr/>
              </p14:nvContentPartPr>
              <p14:xfrm>
                <a:off x="4030446" y="4852023"/>
                <a:ext cx="186840" cy="27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571F7D9-FBBA-B908-C4EF-1CF15C77039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12806" y="4834023"/>
                  <a:ext cx="222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7F338A-6D28-AC59-1B1D-5345F7679CFF}"/>
                    </a:ext>
                  </a:extLst>
                </p14:cNvPr>
                <p14:cNvContentPartPr/>
                <p14:nvPr/>
              </p14:nvContentPartPr>
              <p14:xfrm>
                <a:off x="4159326" y="4755543"/>
                <a:ext cx="50760" cy="19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7F338A-6D28-AC59-1B1D-5345F7679CF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41686" y="4737543"/>
                  <a:ext cx="86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43C837-978B-AB4D-75BD-CB6578FF1C46}"/>
                    </a:ext>
                  </a:extLst>
                </p14:cNvPr>
                <p14:cNvContentPartPr/>
                <p14:nvPr/>
              </p14:nvContentPartPr>
              <p14:xfrm>
                <a:off x="4324926" y="4720623"/>
                <a:ext cx="180720" cy="251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43C837-978B-AB4D-75BD-CB6578FF1C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07286" y="4702623"/>
                  <a:ext cx="216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9521B4-632E-2C18-D9F9-118C62901B82}"/>
                    </a:ext>
                  </a:extLst>
                </p14:cNvPr>
                <p14:cNvContentPartPr/>
                <p14:nvPr/>
              </p14:nvContentPartPr>
              <p14:xfrm>
                <a:off x="4572966" y="4731783"/>
                <a:ext cx="109080" cy="200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9521B4-632E-2C18-D9F9-118C62901B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55326" y="4714143"/>
                  <a:ext cx="14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65F1ED-1EDF-274B-E2D7-F327B008752C}"/>
                    </a:ext>
                  </a:extLst>
                </p14:cNvPr>
                <p14:cNvContentPartPr/>
                <p14:nvPr/>
              </p14:nvContentPartPr>
              <p14:xfrm>
                <a:off x="4857006" y="4675623"/>
                <a:ext cx="121680" cy="312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65F1ED-1EDF-274B-E2D7-F327B00875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39006" y="4657983"/>
                  <a:ext cx="1573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DF29BC8-F764-49D7-8480-2FF16691B0FF}"/>
                    </a:ext>
                  </a:extLst>
                </p14:cNvPr>
                <p14:cNvContentPartPr/>
                <p14:nvPr/>
              </p14:nvContentPartPr>
              <p14:xfrm>
                <a:off x="5188206" y="3083343"/>
                <a:ext cx="511200" cy="2386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DF29BC8-F764-49D7-8480-2FF16691B0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70566" y="3065343"/>
                  <a:ext cx="546840" cy="24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7C323C4-C4A8-D8E6-840A-59A43A6BF7D6}"/>
                    </a:ext>
                  </a:extLst>
                </p14:cNvPr>
                <p14:cNvContentPartPr/>
                <p14:nvPr/>
              </p14:nvContentPartPr>
              <p14:xfrm>
                <a:off x="5854206" y="3779223"/>
                <a:ext cx="148320" cy="18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7C323C4-C4A8-D8E6-840A-59A43A6BF7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36566" y="3761223"/>
                  <a:ext cx="183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71C474-F116-265F-05CF-5046A3813183}"/>
                    </a:ext>
                  </a:extLst>
                </p14:cNvPr>
                <p14:cNvContentPartPr/>
                <p14:nvPr/>
              </p14:nvContentPartPr>
              <p14:xfrm>
                <a:off x="5909646" y="3887223"/>
                <a:ext cx="129600" cy="49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71C474-F116-265F-05CF-5046A381318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91646" y="3869223"/>
                  <a:ext cx="16524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C9A21D1-B61F-7FC2-4E85-A5ED2F093C90}"/>
                  </a:ext>
                </a:extLst>
              </p14:cNvPr>
              <p14:cNvContentPartPr/>
              <p14:nvPr/>
            </p14:nvContentPartPr>
            <p14:xfrm>
              <a:off x="6815046" y="3056343"/>
              <a:ext cx="308880" cy="20404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C9A21D1-B61F-7FC2-4E85-A5ED2F093C9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797406" y="3038703"/>
                <a:ext cx="344520" cy="207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52694E4-3D16-E3E2-CC1D-DA09D0A861E9}"/>
              </a:ext>
            </a:extLst>
          </p:cNvPr>
          <p:cNvGrpSpPr/>
          <p:nvPr/>
        </p:nvGrpSpPr>
        <p:grpSpPr>
          <a:xfrm>
            <a:off x="331806" y="5785503"/>
            <a:ext cx="2553120" cy="725040"/>
            <a:chOff x="331806" y="5785503"/>
            <a:chExt cx="255312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5593D52-F1F5-BB2F-B852-69A8C0B3774A}"/>
                    </a:ext>
                  </a:extLst>
                </p14:cNvPr>
                <p14:cNvContentPartPr/>
                <p14:nvPr/>
              </p14:nvContentPartPr>
              <p14:xfrm>
                <a:off x="631686" y="5972343"/>
                <a:ext cx="172080" cy="205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5593D52-F1F5-BB2F-B852-69A8C0B377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3686" y="5954343"/>
                  <a:ext cx="207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3A5D51-6E54-25D3-5C50-F7FEF0CBC52B}"/>
                    </a:ext>
                  </a:extLst>
                </p14:cNvPr>
                <p14:cNvContentPartPr/>
                <p14:nvPr/>
              </p14:nvContentPartPr>
              <p14:xfrm>
                <a:off x="886206" y="5873343"/>
                <a:ext cx="172800" cy="312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3A5D51-6E54-25D3-5C50-F7FEF0CBC52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8566" y="5855343"/>
                  <a:ext cx="208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317494B-A6B5-3E11-2C61-9D93D5E7D5D0}"/>
                    </a:ext>
                  </a:extLst>
                </p14:cNvPr>
                <p14:cNvContentPartPr/>
                <p14:nvPr/>
              </p14:nvContentPartPr>
              <p14:xfrm>
                <a:off x="1068726" y="6108063"/>
                <a:ext cx="106920" cy="333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317494B-A6B5-3E11-2C61-9D93D5E7D5D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0726" y="6090423"/>
                  <a:ext cx="1425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0A96207-7971-7C69-1541-BA186906ECC5}"/>
                    </a:ext>
                  </a:extLst>
                </p14:cNvPr>
                <p14:cNvContentPartPr/>
                <p14:nvPr/>
              </p14:nvContentPartPr>
              <p14:xfrm>
                <a:off x="1217046" y="5824023"/>
                <a:ext cx="20520" cy="23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0A96207-7971-7C69-1541-BA186906ECC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99046" y="5806383"/>
                  <a:ext cx="56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C9C30F-B35D-B738-25BD-1F928F9C4A4B}"/>
                    </a:ext>
                  </a:extLst>
                </p14:cNvPr>
                <p14:cNvContentPartPr/>
                <p14:nvPr/>
              </p14:nvContentPartPr>
              <p14:xfrm>
                <a:off x="1395966" y="5926263"/>
                <a:ext cx="160920" cy="30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C9C30F-B35D-B738-25BD-1F928F9C4A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78326" y="5908623"/>
                  <a:ext cx="196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BF05C0D-C92A-0860-7E80-51A83EF7B39F}"/>
                    </a:ext>
                  </a:extLst>
                </p14:cNvPr>
                <p14:cNvContentPartPr/>
                <p14:nvPr/>
              </p14:nvContentPartPr>
              <p14:xfrm>
                <a:off x="1389846" y="6060183"/>
                <a:ext cx="142560" cy="5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BF05C0D-C92A-0860-7E80-51A83EF7B3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71846" y="6042543"/>
                  <a:ext cx="178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11C43C-657E-9406-15CB-084DD68D6E93}"/>
                    </a:ext>
                  </a:extLst>
                </p14:cNvPr>
                <p14:cNvContentPartPr/>
                <p14:nvPr/>
              </p14:nvContentPartPr>
              <p14:xfrm>
                <a:off x="1582086" y="5785503"/>
                <a:ext cx="195480" cy="678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11C43C-657E-9406-15CB-084DD68D6E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64086" y="5767503"/>
                  <a:ext cx="23112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3E64ED-D0D2-9964-6F28-AD8AFE7B6BC8}"/>
                    </a:ext>
                  </a:extLst>
                </p14:cNvPr>
                <p14:cNvContentPartPr/>
                <p14:nvPr/>
              </p14:nvContentPartPr>
              <p14:xfrm>
                <a:off x="331806" y="5854263"/>
                <a:ext cx="322920" cy="65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3E64ED-D0D2-9964-6F28-AD8AFE7B6B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3806" y="5836263"/>
                  <a:ext cx="35856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473AE4-74B0-9C14-B05C-2783A351518E}"/>
                    </a:ext>
                  </a:extLst>
                </p14:cNvPr>
                <p14:cNvContentPartPr/>
                <p14:nvPr/>
              </p14:nvContentPartPr>
              <p14:xfrm>
                <a:off x="1935606" y="6058383"/>
                <a:ext cx="19440" cy="226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473AE4-74B0-9C14-B05C-2783A35151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17966" y="6040743"/>
                  <a:ext cx="55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677D5FC-93B1-A218-B7E7-1AD2D552E103}"/>
                    </a:ext>
                  </a:extLst>
                </p14:cNvPr>
                <p14:cNvContentPartPr/>
                <p14:nvPr/>
              </p14:nvContentPartPr>
              <p14:xfrm>
                <a:off x="1936326" y="6004383"/>
                <a:ext cx="224640" cy="285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677D5FC-93B1-A218-B7E7-1AD2D552E10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8686" y="5986743"/>
                  <a:ext cx="260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961BA70-E19A-DC56-61D1-A52C41A919B9}"/>
                    </a:ext>
                  </a:extLst>
                </p14:cNvPr>
                <p14:cNvContentPartPr/>
                <p14:nvPr/>
              </p14:nvContentPartPr>
              <p14:xfrm>
                <a:off x="2307126" y="6145863"/>
                <a:ext cx="91440" cy="3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961BA70-E19A-DC56-61D1-A52C41A919B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89126" y="6127863"/>
                  <a:ext cx="12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70C9E0C-BF02-B424-5290-2C7A5F242CBB}"/>
                    </a:ext>
                  </a:extLst>
                </p14:cNvPr>
                <p14:cNvContentPartPr/>
                <p14:nvPr/>
              </p14:nvContentPartPr>
              <p14:xfrm>
                <a:off x="2258886" y="6294543"/>
                <a:ext cx="174960" cy="27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70C9E0C-BF02-B424-5290-2C7A5F242CB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40886" y="6276903"/>
                  <a:ext cx="21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4F4D80C-F9F8-5B3D-39AE-F2FB1A53A323}"/>
                    </a:ext>
                  </a:extLst>
                </p14:cNvPr>
                <p14:cNvContentPartPr/>
                <p14:nvPr/>
              </p14:nvContentPartPr>
              <p14:xfrm>
                <a:off x="2609886" y="6004383"/>
                <a:ext cx="275040" cy="338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4F4D80C-F9F8-5B3D-39AE-F2FB1A53A3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92246" y="5986743"/>
                  <a:ext cx="310680" cy="37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C3587AC-ACBA-7E8B-38D9-175F05384CC5}"/>
                  </a:ext>
                </a:extLst>
              </p14:cNvPr>
              <p14:cNvContentPartPr/>
              <p14:nvPr/>
            </p14:nvContentPartPr>
            <p14:xfrm>
              <a:off x="3586926" y="6225783"/>
              <a:ext cx="94320" cy="1548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C3587AC-ACBA-7E8B-38D9-175F05384CC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568926" y="6207783"/>
                <a:ext cx="1299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86F1635-E9C7-0A3D-45BA-CA7DF36C445E}"/>
                  </a:ext>
                </a:extLst>
              </p14:cNvPr>
              <p14:cNvContentPartPr/>
              <p14:nvPr/>
            </p14:nvContentPartPr>
            <p14:xfrm>
              <a:off x="10643286" y="5778303"/>
              <a:ext cx="576720" cy="3542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86F1635-E9C7-0A3D-45BA-CA7DF36C445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625286" y="5760663"/>
                <a:ext cx="61236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3562EBD-46AF-5C20-FAD2-4A9359690A1D}"/>
              </a:ext>
            </a:extLst>
          </p:cNvPr>
          <p:cNvGrpSpPr/>
          <p:nvPr/>
        </p:nvGrpSpPr>
        <p:grpSpPr>
          <a:xfrm>
            <a:off x="4251126" y="5733663"/>
            <a:ext cx="6090120" cy="1180800"/>
            <a:chOff x="4251126" y="5733663"/>
            <a:chExt cx="6090120" cy="11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19494CE-910D-3982-4C15-2C7DE8BD1D7B}"/>
                    </a:ext>
                  </a:extLst>
                </p14:cNvPr>
                <p14:cNvContentPartPr/>
                <p14:nvPr/>
              </p14:nvContentPartPr>
              <p14:xfrm>
                <a:off x="8975406" y="5942823"/>
                <a:ext cx="440640" cy="179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19494CE-910D-3982-4C15-2C7DE8BD1D7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57406" y="5924823"/>
                  <a:ext cx="476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6899057-AD44-0248-245B-1D3B4FDF37EE}"/>
                    </a:ext>
                  </a:extLst>
                </p14:cNvPr>
                <p14:cNvContentPartPr/>
                <p14:nvPr/>
              </p14:nvContentPartPr>
              <p14:xfrm>
                <a:off x="9462846" y="5733663"/>
                <a:ext cx="207720" cy="373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6899057-AD44-0248-245B-1D3B4FDF37E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45206" y="5716023"/>
                  <a:ext cx="2433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B3B3FA6-BE81-8AE9-E029-C6126879D5E6}"/>
                    </a:ext>
                  </a:extLst>
                </p14:cNvPr>
                <p14:cNvContentPartPr/>
                <p14:nvPr/>
              </p14:nvContentPartPr>
              <p14:xfrm>
                <a:off x="9915366" y="5924823"/>
                <a:ext cx="190080" cy="206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B3B3FA6-BE81-8AE9-E029-C6126879D5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97366" y="5907183"/>
                  <a:ext cx="225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924AFB2-1E71-FC00-9774-1A22A4EAFB97}"/>
                    </a:ext>
                  </a:extLst>
                </p14:cNvPr>
                <p14:cNvContentPartPr/>
                <p14:nvPr/>
              </p14:nvContentPartPr>
              <p14:xfrm>
                <a:off x="10040646" y="5778663"/>
                <a:ext cx="29160" cy="32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924AFB2-1E71-FC00-9774-1A22A4EAFB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22646" y="5760663"/>
                  <a:ext cx="64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35D2086-7447-6566-C75A-0DDA68D93E9C}"/>
                    </a:ext>
                  </a:extLst>
                </p14:cNvPr>
                <p14:cNvContentPartPr/>
                <p14:nvPr/>
              </p14:nvContentPartPr>
              <p14:xfrm>
                <a:off x="10221366" y="5777223"/>
                <a:ext cx="90720" cy="306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35D2086-7447-6566-C75A-0DDA68D93E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03366" y="5759223"/>
                  <a:ext cx="126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D82B8F-0FAB-38C7-AE36-5695992A4194}"/>
                    </a:ext>
                  </a:extLst>
                </p14:cNvPr>
                <p14:cNvContentPartPr/>
                <p14:nvPr/>
              </p14:nvContentPartPr>
              <p14:xfrm>
                <a:off x="10183566" y="5851023"/>
                <a:ext cx="157680" cy="29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D82B8F-0FAB-38C7-AE36-5695992A41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65926" y="5833023"/>
                  <a:ext cx="19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C961D0-4BAC-DA06-6611-60F9E14CCB55}"/>
                    </a:ext>
                  </a:extLst>
                </p14:cNvPr>
                <p14:cNvContentPartPr/>
                <p14:nvPr/>
              </p14:nvContentPartPr>
              <p14:xfrm>
                <a:off x="6646566" y="6064503"/>
                <a:ext cx="564120" cy="187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C961D0-4BAC-DA06-6611-60F9E14CCB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28566" y="6046503"/>
                  <a:ext cx="599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4DF29E-5E54-DC72-715B-90AB6C4B9CA3}"/>
                    </a:ext>
                  </a:extLst>
                </p14:cNvPr>
                <p14:cNvContentPartPr/>
                <p14:nvPr/>
              </p14:nvContentPartPr>
              <p14:xfrm>
                <a:off x="7249206" y="6058743"/>
                <a:ext cx="103320" cy="166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4DF29E-5E54-DC72-715B-90AB6C4B9C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231206" y="6040743"/>
                  <a:ext cx="138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9B0D33B-F20E-B23A-C289-8A6A6CAF8B61}"/>
                    </a:ext>
                  </a:extLst>
                </p14:cNvPr>
                <p14:cNvContentPartPr/>
                <p14:nvPr/>
              </p14:nvContentPartPr>
              <p14:xfrm>
                <a:off x="7442886" y="6076743"/>
                <a:ext cx="47160" cy="138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9B0D33B-F20E-B23A-C289-8A6A6CAF8B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24886" y="6059103"/>
                  <a:ext cx="8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0EFC889-12E9-5732-4E71-42729DFEB417}"/>
                    </a:ext>
                  </a:extLst>
                </p14:cNvPr>
                <p14:cNvContentPartPr/>
                <p14:nvPr/>
              </p14:nvContentPartPr>
              <p14:xfrm>
                <a:off x="7444686" y="5887023"/>
                <a:ext cx="73080" cy="45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0EFC889-12E9-5732-4E71-42729DFEB41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26686" y="5869023"/>
                  <a:ext cx="108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2129041-0DAF-2689-C422-F7FE8DBA019C}"/>
                    </a:ext>
                  </a:extLst>
                </p14:cNvPr>
                <p14:cNvContentPartPr/>
                <p14:nvPr/>
              </p14:nvContentPartPr>
              <p14:xfrm>
                <a:off x="7635846" y="5835183"/>
                <a:ext cx="480960" cy="395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2129041-0DAF-2689-C422-F7FE8DBA019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18206" y="5817183"/>
                  <a:ext cx="5166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D63B6DD-F35A-6335-1CA5-4EDBDD603077}"/>
                    </a:ext>
                  </a:extLst>
                </p14:cNvPr>
                <p14:cNvContentPartPr/>
                <p14:nvPr/>
              </p14:nvContentPartPr>
              <p14:xfrm>
                <a:off x="8192046" y="5803143"/>
                <a:ext cx="343080" cy="390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D63B6DD-F35A-6335-1CA5-4EDBDD60307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74046" y="5785503"/>
                  <a:ext cx="37872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2604960-6D0E-8FEF-9D49-337A2E11534E}"/>
                    </a:ext>
                  </a:extLst>
                </p14:cNvPr>
                <p14:cNvContentPartPr/>
                <p14:nvPr/>
              </p14:nvContentPartPr>
              <p14:xfrm>
                <a:off x="8414886" y="5894583"/>
                <a:ext cx="187560" cy="5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2604960-6D0E-8FEF-9D49-337A2E11534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97246" y="5876943"/>
                  <a:ext cx="223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8532F0E-C076-1936-8951-30018496FA41}"/>
                    </a:ext>
                  </a:extLst>
                </p14:cNvPr>
                <p14:cNvContentPartPr/>
                <p14:nvPr/>
              </p14:nvContentPartPr>
              <p14:xfrm>
                <a:off x="7723686" y="5911503"/>
                <a:ext cx="365760" cy="45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8532F0E-C076-1936-8951-30018496FA4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05686" y="5893503"/>
                  <a:ext cx="401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92675F-CE29-A6BD-B048-25DB5598037C}"/>
                    </a:ext>
                  </a:extLst>
                </p14:cNvPr>
                <p14:cNvContentPartPr/>
                <p14:nvPr/>
              </p14:nvContentPartPr>
              <p14:xfrm>
                <a:off x="4251126" y="6073143"/>
                <a:ext cx="261000" cy="260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92675F-CE29-A6BD-B048-25DB5598037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33486" y="6055143"/>
                  <a:ext cx="296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AF01029-AF35-B39A-1A6D-7B2E441A6175}"/>
                    </a:ext>
                  </a:extLst>
                </p14:cNvPr>
                <p14:cNvContentPartPr/>
                <p14:nvPr/>
              </p14:nvContentPartPr>
              <p14:xfrm>
                <a:off x="4553886" y="5960103"/>
                <a:ext cx="546840" cy="689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AF01029-AF35-B39A-1A6D-7B2E441A617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35886" y="5942463"/>
                  <a:ext cx="58248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5936DB0-FB29-E8B0-97A3-732C76C7604E}"/>
                    </a:ext>
                  </a:extLst>
                </p14:cNvPr>
                <p14:cNvContentPartPr/>
                <p14:nvPr/>
              </p14:nvContentPartPr>
              <p14:xfrm>
                <a:off x="4960326" y="6060903"/>
                <a:ext cx="145440" cy="43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5936DB0-FB29-E8B0-97A3-732C76C7604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42686" y="6042903"/>
                  <a:ext cx="181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69D763-9B0F-64E3-38A1-C6E83B1B21E8}"/>
                    </a:ext>
                  </a:extLst>
                </p14:cNvPr>
                <p14:cNvContentPartPr/>
                <p14:nvPr/>
              </p14:nvContentPartPr>
              <p14:xfrm>
                <a:off x="5137446" y="6115983"/>
                <a:ext cx="497160" cy="187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69D763-9B0F-64E3-38A1-C6E83B1B21E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19806" y="6097983"/>
                  <a:ext cx="532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5EE981-C503-3855-9FA7-0B5AB7F43057}"/>
                    </a:ext>
                  </a:extLst>
                </p14:cNvPr>
                <p14:cNvContentPartPr/>
                <p14:nvPr/>
              </p14:nvContentPartPr>
              <p14:xfrm>
                <a:off x="6000006" y="6114543"/>
                <a:ext cx="28800" cy="169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5EE981-C503-3855-9FA7-0B5AB7F43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82366" y="6096903"/>
                  <a:ext cx="64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BF20C0-3D97-E48D-70F4-4C4107CAFC63}"/>
                    </a:ext>
                  </a:extLst>
                </p14:cNvPr>
                <p14:cNvContentPartPr/>
                <p14:nvPr/>
              </p14:nvContentPartPr>
              <p14:xfrm>
                <a:off x="6079926" y="6148743"/>
                <a:ext cx="145800" cy="151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BF20C0-3D97-E48D-70F4-4C4107CAFC6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061926" y="6131103"/>
                  <a:ext cx="181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B831771-28FB-689A-D64C-35E974D673EE}"/>
                    </a:ext>
                  </a:extLst>
                </p14:cNvPr>
                <p14:cNvContentPartPr/>
                <p14:nvPr/>
              </p14:nvContentPartPr>
              <p14:xfrm>
                <a:off x="6041406" y="5995023"/>
                <a:ext cx="14040" cy="28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B831771-28FB-689A-D64C-35E974D673E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23406" y="5977383"/>
                  <a:ext cx="49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ADF3E79-4D3D-5AD5-7B19-7A97302B0F5C}"/>
                    </a:ext>
                  </a:extLst>
                </p14:cNvPr>
                <p14:cNvContentPartPr/>
                <p14:nvPr/>
              </p14:nvContentPartPr>
              <p14:xfrm>
                <a:off x="5170566" y="6563103"/>
                <a:ext cx="232200" cy="180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ADF3E79-4D3D-5AD5-7B19-7A97302B0F5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152566" y="6545463"/>
                  <a:ext cx="267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DC032B-3552-2DD0-CFBF-E72B80CDC879}"/>
                    </a:ext>
                  </a:extLst>
                </p14:cNvPr>
                <p14:cNvContentPartPr/>
                <p14:nvPr/>
              </p14:nvContentPartPr>
              <p14:xfrm>
                <a:off x="5327886" y="6446103"/>
                <a:ext cx="43200" cy="34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DC032B-3552-2DD0-CFBF-E72B80CDC87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309886" y="6428463"/>
                  <a:ext cx="78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58906FE-27F3-4D8D-B8A1-3EFAB0E0E84C}"/>
                    </a:ext>
                  </a:extLst>
                </p14:cNvPr>
                <p14:cNvContentPartPr/>
                <p14:nvPr/>
              </p14:nvContentPartPr>
              <p14:xfrm>
                <a:off x="5446326" y="6424503"/>
                <a:ext cx="450000" cy="489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58906FE-27F3-4D8D-B8A1-3EFAB0E0E84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28686" y="6406863"/>
                  <a:ext cx="4856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1B11796-E882-7939-9C24-7459173A41C5}"/>
                    </a:ext>
                  </a:extLst>
                </p14:cNvPr>
                <p14:cNvContentPartPr/>
                <p14:nvPr/>
              </p14:nvContentPartPr>
              <p14:xfrm>
                <a:off x="5858526" y="6479943"/>
                <a:ext cx="46080" cy="42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1B11796-E882-7939-9C24-7459173A41C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40526" y="6462303"/>
                  <a:ext cx="81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5ED5D15-69B7-56B5-9039-40EE878B4B99}"/>
                    </a:ext>
                  </a:extLst>
                </p14:cNvPr>
                <p14:cNvContentPartPr/>
                <p14:nvPr/>
              </p14:nvContentPartPr>
              <p14:xfrm>
                <a:off x="5985246" y="6568863"/>
                <a:ext cx="322560" cy="164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5ED5D15-69B7-56B5-9039-40EE878B4B9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67606" y="6551223"/>
                  <a:ext cx="358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D4E5D24-20B4-EF60-8B6C-E2ED90E8B14B}"/>
                    </a:ext>
                  </a:extLst>
                </p14:cNvPr>
                <p14:cNvContentPartPr/>
                <p14:nvPr/>
              </p14:nvContentPartPr>
              <p14:xfrm>
                <a:off x="6241206" y="6427743"/>
                <a:ext cx="32760" cy="37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D4E5D24-20B4-EF60-8B6C-E2ED90E8B14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23206" y="6409743"/>
                  <a:ext cx="68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EA7116-DC49-2B70-1ACD-989CDFB3EEC6}"/>
                    </a:ext>
                  </a:extLst>
                </p14:cNvPr>
                <p14:cNvContentPartPr/>
                <p14:nvPr/>
              </p14:nvContentPartPr>
              <p14:xfrm>
                <a:off x="6336966" y="6447183"/>
                <a:ext cx="256680" cy="281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EA7116-DC49-2B70-1ACD-989CDFB3EEC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18966" y="6429543"/>
                  <a:ext cx="292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623B861-B454-D2A8-D1EE-635A57B01820}"/>
                    </a:ext>
                  </a:extLst>
                </p14:cNvPr>
                <p14:cNvContentPartPr/>
                <p14:nvPr/>
              </p14:nvContentPartPr>
              <p14:xfrm>
                <a:off x="6291246" y="6502263"/>
                <a:ext cx="203760" cy="29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623B861-B454-D2A8-D1EE-635A57B0182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73246" y="6484263"/>
                  <a:ext cx="239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F35F118-FB16-D211-ADE9-0839C221A3A4}"/>
                    </a:ext>
                  </a:extLst>
                </p14:cNvPr>
                <p14:cNvContentPartPr/>
                <p14:nvPr/>
              </p14:nvContentPartPr>
              <p14:xfrm>
                <a:off x="7068846" y="6546543"/>
                <a:ext cx="228240" cy="168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F35F118-FB16-D211-ADE9-0839C221A3A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051206" y="6528543"/>
                  <a:ext cx="263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D98F899-43CC-3C4F-9769-3B1AD253DE83}"/>
                    </a:ext>
                  </a:extLst>
                </p14:cNvPr>
                <p14:cNvContentPartPr/>
                <p14:nvPr/>
              </p14:nvContentPartPr>
              <p14:xfrm>
                <a:off x="7380606" y="6353583"/>
                <a:ext cx="1521360" cy="378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D98F899-43CC-3C4F-9769-3B1AD253DE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62606" y="6335583"/>
                  <a:ext cx="1557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45FFFC6-D2E7-3F36-75AB-4AC6725FC540}"/>
                    </a:ext>
                  </a:extLst>
                </p14:cNvPr>
                <p14:cNvContentPartPr/>
                <p14:nvPr/>
              </p14:nvContentPartPr>
              <p14:xfrm>
                <a:off x="8447286" y="6351423"/>
                <a:ext cx="65520" cy="20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45FFFC6-D2E7-3F36-75AB-4AC6725FC54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29286" y="6333423"/>
                  <a:ext cx="101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370F2D6-AE19-DFED-07C7-4652A7A319F6}"/>
                    </a:ext>
                  </a:extLst>
                </p14:cNvPr>
                <p14:cNvContentPartPr/>
                <p14:nvPr/>
              </p14:nvContentPartPr>
              <p14:xfrm>
                <a:off x="7995126" y="6438183"/>
                <a:ext cx="265320" cy="28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370F2D6-AE19-DFED-07C7-4652A7A319F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77126" y="6420183"/>
                  <a:ext cx="300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2E70068-189C-6BD4-EBD2-6CF415E18607}"/>
                    </a:ext>
                  </a:extLst>
                </p14:cNvPr>
                <p14:cNvContentPartPr/>
                <p14:nvPr/>
              </p14:nvContentPartPr>
              <p14:xfrm>
                <a:off x="9556086" y="6544383"/>
                <a:ext cx="25560" cy="2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2E70068-189C-6BD4-EBD2-6CF415E1860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38446" y="6526383"/>
                  <a:ext cx="612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6FD53DF-1076-4CAE-B501-6C65E5499FA1}"/>
              </a:ext>
            </a:extLst>
          </p:cNvPr>
          <p:cNvGrpSpPr/>
          <p:nvPr/>
        </p:nvGrpSpPr>
        <p:grpSpPr>
          <a:xfrm>
            <a:off x="7432806" y="2883183"/>
            <a:ext cx="648360" cy="2221200"/>
            <a:chOff x="7432806" y="2883183"/>
            <a:chExt cx="648360" cy="22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FF1CBA-6F7F-400B-507B-DE4730E802F8}"/>
                    </a:ext>
                  </a:extLst>
                </p14:cNvPr>
                <p14:cNvContentPartPr/>
                <p14:nvPr/>
              </p14:nvContentPartPr>
              <p14:xfrm>
                <a:off x="7495446" y="3134463"/>
                <a:ext cx="173160" cy="261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FF1CBA-6F7F-400B-507B-DE4730E802F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477446" y="3116823"/>
                  <a:ext cx="208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0A507CF-F6EE-EA12-7FFC-94D309A36B62}"/>
                    </a:ext>
                  </a:extLst>
                </p14:cNvPr>
                <p14:cNvContentPartPr/>
                <p14:nvPr/>
              </p14:nvContentPartPr>
              <p14:xfrm>
                <a:off x="7496886" y="3837543"/>
                <a:ext cx="168120" cy="229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0A507CF-F6EE-EA12-7FFC-94D309A36B6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79246" y="3819903"/>
                  <a:ext cx="203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006925A-161D-411C-7EEB-1687C33324A3}"/>
                    </a:ext>
                  </a:extLst>
                </p14:cNvPr>
                <p14:cNvContentPartPr/>
                <p14:nvPr/>
              </p14:nvContentPartPr>
              <p14:xfrm>
                <a:off x="7432806" y="4439463"/>
                <a:ext cx="183960" cy="304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006925A-161D-411C-7EEB-1687C33324A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15166" y="4421463"/>
                  <a:ext cx="219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B25ECB3-4858-3D7D-53C4-15B1A9E6C954}"/>
                    </a:ext>
                  </a:extLst>
                </p14:cNvPr>
                <p14:cNvContentPartPr/>
                <p14:nvPr/>
              </p14:nvContentPartPr>
              <p14:xfrm>
                <a:off x="7693086" y="2883183"/>
                <a:ext cx="388080" cy="2221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B25ECB3-4858-3D7D-53C4-15B1A9E6C95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75086" y="2865183"/>
                  <a:ext cx="423720" cy="22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18D2ADE-441D-D212-7602-E615249B18D3}"/>
                    </a:ext>
                  </a:extLst>
                </p14:cNvPr>
                <p14:cNvContentPartPr/>
                <p14:nvPr/>
              </p14:nvContentPartPr>
              <p14:xfrm>
                <a:off x="7685526" y="3294663"/>
                <a:ext cx="9360" cy="2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18D2ADE-441D-D212-7602-E615249B18D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67886" y="3276663"/>
                  <a:ext cx="450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0DF4A44-83C1-BD5F-8B9E-9870DBAC1AA3}"/>
                  </a:ext>
                </a:extLst>
              </p14:cNvPr>
              <p14:cNvContentPartPr/>
              <p14:nvPr/>
            </p14:nvContentPartPr>
            <p14:xfrm>
              <a:off x="817086" y="6594423"/>
              <a:ext cx="5760" cy="82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0DF4A44-83C1-BD5F-8B9E-9870DBAC1AA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99446" y="6576423"/>
                <a:ext cx="4140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007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45D67A4-6026-7301-6F83-1F1544988E18}"/>
              </a:ext>
            </a:extLst>
          </p:cNvPr>
          <p:cNvGrpSpPr/>
          <p:nvPr/>
        </p:nvGrpSpPr>
        <p:grpSpPr>
          <a:xfrm>
            <a:off x="447726" y="312063"/>
            <a:ext cx="1324440" cy="405720"/>
            <a:chOff x="447726" y="312063"/>
            <a:chExt cx="132444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A90417A-4B74-0378-F1FD-D4A639AAD90B}"/>
                    </a:ext>
                  </a:extLst>
                </p14:cNvPr>
                <p14:cNvContentPartPr/>
                <p14:nvPr/>
              </p14:nvContentPartPr>
              <p14:xfrm>
                <a:off x="447726" y="312063"/>
                <a:ext cx="443160" cy="405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A90417A-4B74-0378-F1FD-D4A639AAD9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0086" y="294063"/>
                  <a:ext cx="478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50B17B-F994-263F-EB2C-F91BA65BA420}"/>
                    </a:ext>
                  </a:extLst>
                </p14:cNvPr>
                <p14:cNvContentPartPr/>
                <p14:nvPr/>
              </p14:nvContentPartPr>
              <p14:xfrm>
                <a:off x="956406" y="513303"/>
                <a:ext cx="107640" cy="167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50B17B-F994-263F-EB2C-F91BA65BA4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8766" y="495663"/>
                  <a:ext cx="14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734C7C-1BC9-D771-2C0B-A5E60AC37252}"/>
                    </a:ext>
                  </a:extLst>
                </p14:cNvPr>
                <p14:cNvContentPartPr/>
                <p14:nvPr/>
              </p14:nvContentPartPr>
              <p14:xfrm>
                <a:off x="1155486" y="508983"/>
                <a:ext cx="151200" cy="130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734C7C-1BC9-D771-2C0B-A5E60AC372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7486" y="491343"/>
                  <a:ext cx="186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687248-ACC6-809D-AD27-B95F5AB1254B}"/>
                    </a:ext>
                  </a:extLst>
                </p14:cNvPr>
                <p14:cNvContentPartPr/>
                <p14:nvPr/>
              </p14:nvContentPartPr>
              <p14:xfrm>
                <a:off x="1347726" y="520143"/>
                <a:ext cx="424440" cy="150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687248-ACC6-809D-AD27-B95F5AB125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29726" y="502143"/>
                  <a:ext cx="46008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95FA6D1-6201-2B05-40D0-5A059DAEA948}"/>
                  </a:ext>
                </a:extLst>
              </p14:cNvPr>
              <p14:cNvContentPartPr/>
              <p14:nvPr/>
            </p14:nvContentPartPr>
            <p14:xfrm>
              <a:off x="3597726" y="698703"/>
              <a:ext cx="122400" cy="179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95FA6D1-6201-2B05-40D0-5A059DAEA9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0086" y="681063"/>
                <a:ext cx="158040" cy="2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A6277C02-0DA2-0550-48B6-5147BDF59024}"/>
              </a:ext>
            </a:extLst>
          </p:cNvPr>
          <p:cNvGrpSpPr/>
          <p:nvPr/>
        </p:nvGrpSpPr>
        <p:grpSpPr>
          <a:xfrm>
            <a:off x="4571526" y="369663"/>
            <a:ext cx="649440" cy="338400"/>
            <a:chOff x="4571526" y="369663"/>
            <a:chExt cx="64944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EED44B-E81D-1848-4116-99CFB1779306}"/>
                    </a:ext>
                  </a:extLst>
                </p14:cNvPr>
                <p14:cNvContentPartPr/>
                <p14:nvPr/>
              </p14:nvContentPartPr>
              <p14:xfrm>
                <a:off x="4571526" y="369663"/>
                <a:ext cx="197640" cy="28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EED44B-E81D-1848-4116-99CFB17793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53886" y="351663"/>
                  <a:ext cx="233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5E4DE7-D6D5-A7EE-AE75-C896BE37CA66}"/>
                    </a:ext>
                  </a:extLst>
                </p14:cNvPr>
                <p14:cNvContentPartPr/>
                <p14:nvPr/>
              </p14:nvContentPartPr>
              <p14:xfrm>
                <a:off x="4840446" y="397023"/>
                <a:ext cx="380520" cy="311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5E4DE7-D6D5-A7EE-AE75-C896BE37CA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22446" y="379023"/>
                  <a:ext cx="416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19A2E3-7F93-1F3C-C167-71D5FAC0D55A}"/>
                    </a:ext>
                  </a:extLst>
                </p14:cNvPr>
                <p14:cNvContentPartPr/>
                <p14:nvPr/>
              </p14:nvContentPartPr>
              <p14:xfrm>
                <a:off x="4619766" y="463983"/>
                <a:ext cx="232200" cy="27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19A2E3-7F93-1F3C-C167-71D5FAC0D5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1766" y="445983"/>
                  <a:ext cx="2678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EC3B48-CA8D-C477-5B5F-D593D932F14B}"/>
              </a:ext>
            </a:extLst>
          </p:cNvPr>
          <p:cNvGrpSpPr/>
          <p:nvPr/>
        </p:nvGrpSpPr>
        <p:grpSpPr>
          <a:xfrm>
            <a:off x="5986326" y="406743"/>
            <a:ext cx="1036080" cy="763200"/>
            <a:chOff x="5986326" y="406743"/>
            <a:chExt cx="1036080" cy="76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E809FC-6157-83F6-3237-E29B3BA1EC88}"/>
                    </a:ext>
                  </a:extLst>
                </p14:cNvPr>
                <p14:cNvContentPartPr/>
                <p14:nvPr/>
              </p14:nvContentPartPr>
              <p14:xfrm>
                <a:off x="5986326" y="406743"/>
                <a:ext cx="420120" cy="76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E809FC-6157-83F6-3237-E29B3BA1EC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68326" y="388743"/>
                  <a:ext cx="45576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8E4D73-29FE-CC13-E425-D9CA80284DCA}"/>
                    </a:ext>
                  </a:extLst>
                </p14:cNvPr>
                <p14:cNvContentPartPr/>
                <p14:nvPr/>
              </p14:nvContentPartPr>
              <p14:xfrm>
                <a:off x="6361806" y="466503"/>
                <a:ext cx="35280" cy="37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8E4D73-29FE-CC13-E425-D9CA80284DC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43806" y="448503"/>
                  <a:ext cx="70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37BB9E-3AD1-E9D2-1E83-0A8A8C00DF66}"/>
                    </a:ext>
                  </a:extLst>
                </p14:cNvPr>
                <p14:cNvContentPartPr/>
                <p14:nvPr/>
              </p14:nvContentPartPr>
              <p14:xfrm>
                <a:off x="6441366" y="596463"/>
                <a:ext cx="146880" cy="137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37BB9E-3AD1-E9D2-1E83-0A8A8C00DF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23366" y="578463"/>
                  <a:ext cx="182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5D7757-D0F2-8B1F-1023-06905FA37FF6}"/>
                    </a:ext>
                  </a:extLst>
                </p14:cNvPr>
                <p14:cNvContentPartPr/>
                <p14:nvPr/>
              </p14:nvContentPartPr>
              <p14:xfrm>
                <a:off x="6621366" y="574503"/>
                <a:ext cx="88200" cy="14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5D7757-D0F2-8B1F-1023-06905FA37F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03366" y="556863"/>
                  <a:ext cx="123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1298CD-9FAF-3733-33CF-E7639D07BA08}"/>
                    </a:ext>
                  </a:extLst>
                </p14:cNvPr>
                <p14:cNvContentPartPr/>
                <p14:nvPr/>
              </p14:nvContentPartPr>
              <p14:xfrm>
                <a:off x="6924126" y="439503"/>
                <a:ext cx="47880" cy="250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1298CD-9FAF-3733-33CF-E7639D07BA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06126" y="421503"/>
                  <a:ext cx="83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70E246-8BCD-EF3B-842A-683625866976}"/>
                    </a:ext>
                  </a:extLst>
                </p14:cNvPr>
                <p14:cNvContentPartPr/>
                <p14:nvPr/>
              </p14:nvContentPartPr>
              <p14:xfrm>
                <a:off x="6870846" y="521943"/>
                <a:ext cx="151560" cy="3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70E246-8BCD-EF3B-842A-6836258669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53206" y="503943"/>
                  <a:ext cx="1872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58218C-0683-AB80-8E77-591C584D26AB}"/>
              </a:ext>
            </a:extLst>
          </p:cNvPr>
          <p:cNvGrpSpPr/>
          <p:nvPr/>
        </p:nvGrpSpPr>
        <p:grpSpPr>
          <a:xfrm>
            <a:off x="7869486" y="458583"/>
            <a:ext cx="769320" cy="317880"/>
            <a:chOff x="7869486" y="458583"/>
            <a:chExt cx="76932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46462B-C709-F427-38A7-10F957A29514}"/>
                    </a:ext>
                  </a:extLst>
                </p14:cNvPr>
                <p14:cNvContentPartPr/>
                <p14:nvPr/>
              </p14:nvContentPartPr>
              <p14:xfrm>
                <a:off x="7869486" y="458583"/>
                <a:ext cx="199080" cy="317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46462B-C709-F427-38A7-10F957A295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51846" y="440583"/>
                  <a:ext cx="2347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12F4846-3830-2E94-1786-F3816A6CFAB2}"/>
                    </a:ext>
                  </a:extLst>
                </p14:cNvPr>
                <p14:cNvContentPartPr/>
                <p14:nvPr/>
              </p14:nvContentPartPr>
              <p14:xfrm>
                <a:off x="7900086" y="565143"/>
                <a:ext cx="185040" cy="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2F4846-3830-2E94-1786-F3816A6CFA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82446" y="547143"/>
                  <a:ext cx="220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201C6A-564D-DA92-499C-DD7D68BFB6C1}"/>
                    </a:ext>
                  </a:extLst>
                </p14:cNvPr>
                <p14:cNvContentPartPr/>
                <p14:nvPr/>
              </p14:nvContentPartPr>
              <p14:xfrm>
                <a:off x="8187006" y="578103"/>
                <a:ext cx="451800" cy="196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201C6A-564D-DA92-499C-DD7D68BFB6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69366" y="560103"/>
                  <a:ext cx="48744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B3233BD-0EB2-7536-0352-6F911075D44E}"/>
              </a:ext>
            </a:extLst>
          </p:cNvPr>
          <p:cNvGrpSpPr/>
          <p:nvPr/>
        </p:nvGrpSpPr>
        <p:grpSpPr>
          <a:xfrm>
            <a:off x="8983686" y="360663"/>
            <a:ext cx="1630800" cy="744120"/>
            <a:chOff x="8983686" y="360663"/>
            <a:chExt cx="163080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B4DDCDE-B702-B69C-3007-B2E6E8B0A032}"/>
                    </a:ext>
                  </a:extLst>
                </p14:cNvPr>
                <p14:cNvContentPartPr/>
                <p14:nvPr/>
              </p14:nvContentPartPr>
              <p14:xfrm>
                <a:off x="8983686" y="577743"/>
                <a:ext cx="221400" cy="16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B4DDCDE-B702-B69C-3007-B2E6E8B0A03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65686" y="559743"/>
                  <a:ext cx="257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41070F-AA16-28CA-BF6E-3D747A793A00}"/>
                    </a:ext>
                  </a:extLst>
                </p14:cNvPr>
                <p14:cNvContentPartPr/>
                <p14:nvPr/>
              </p14:nvContentPartPr>
              <p14:xfrm>
                <a:off x="9197526" y="565863"/>
                <a:ext cx="169920" cy="538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41070F-AA16-28CA-BF6E-3D747A793A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79526" y="547863"/>
                  <a:ext cx="2055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816CFD-284F-D5B0-6BFF-F967C84D0F9D}"/>
                    </a:ext>
                  </a:extLst>
                </p14:cNvPr>
                <p14:cNvContentPartPr/>
                <p14:nvPr/>
              </p14:nvContentPartPr>
              <p14:xfrm>
                <a:off x="9462846" y="597183"/>
                <a:ext cx="160560" cy="162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816CFD-284F-D5B0-6BFF-F967C84D0F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45206" y="579183"/>
                  <a:ext cx="196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645F24-51D7-ACB6-8062-A62CCAF94E23}"/>
                    </a:ext>
                  </a:extLst>
                </p14:cNvPr>
                <p14:cNvContentPartPr/>
                <p14:nvPr/>
              </p14:nvContentPartPr>
              <p14:xfrm>
                <a:off x="9665886" y="590703"/>
                <a:ext cx="135000" cy="134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645F24-51D7-ACB6-8062-A62CCAF94E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7886" y="573063"/>
                  <a:ext cx="170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E9E61A-57AC-8308-B473-E5905626ECCD}"/>
                    </a:ext>
                  </a:extLst>
                </p14:cNvPr>
                <p14:cNvContentPartPr/>
                <p14:nvPr/>
              </p14:nvContentPartPr>
              <p14:xfrm>
                <a:off x="9897366" y="360663"/>
                <a:ext cx="54720" cy="37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E9E61A-57AC-8308-B473-E5905626EC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79726" y="343023"/>
                  <a:ext cx="903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A2C940-CE05-B506-C14B-9DA1838A43FE}"/>
                    </a:ext>
                  </a:extLst>
                </p14:cNvPr>
                <p14:cNvContentPartPr/>
                <p14:nvPr/>
              </p14:nvContentPartPr>
              <p14:xfrm>
                <a:off x="10016886" y="559023"/>
                <a:ext cx="458640" cy="163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A2C940-CE05-B506-C14B-9DA1838A43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99246" y="541023"/>
                  <a:ext cx="494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DC04B3-18BD-21CD-43F5-878FFB908EAF}"/>
                    </a:ext>
                  </a:extLst>
                </p14:cNvPr>
                <p14:cNvContentPartPr/>
                <p14:nvPr/>
              </p14:nvContentPartPr>
              <p14:xfrm>
                <a:off x="10499646" y="570903"/>
                <a:ext cx="114840" cy="12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DC04B3-18BD-21CD-43F5-878FFB908EA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82006" y="552903"/>
                  <a:ext cx="150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25860C-2AC0-D9AE-2AEB-49DA6D9F2816}"/>
                    </a:ext>
                  </a:extLst>
                </p14:cNvPr>
                <p14:cNvContentPartPr/>
                <p14:nvPr/>
              </p14:nvContentPartPr>
              <p14:xfrm>
                <a:off x="10127406" y="401703"/>
                <a:ext cx="59040" cy="2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25860C-2AC0-D9AE-2AEB-49DA6D9F28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09766" y="383703"/>
                  <a:ext cx="94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9F32874-0FFC-ABF4-EEC5-065B8D5C382B}"/>
                    </a:ext>
                  </a:extLst>
                </p14:cNvPr>
                <p14:cNvContentPartPr/>
                <p14:nvPr/>
              </p14:nvContentPartPr>
              <p14:xfrm>
                <a:off x="9796926" y="462903"/>
                <a:ext cx="191160" cy="24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9F32874-0FFC-ABF4-EEC5-065B8D5C38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79286" y="444903"/>
                  <a:ext cx="2268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2576C92-5FF6-2BB2-67F4-2872BD7511F8}"/>
              </a:ext>
            </a:extLst>
          </p:cNvPr>
          <p:cNvGrpSpPr/>
          <p:nvPr/>
        </p:nvGrpSpPr>
        <p:grpSpPr>
          <a:xfrm>
            <a:off x="11060526" y="413583"/>
            <a:ext cx="1042200" cy="299160"/>
            <a:chOff x="11060526" y="413583"/>
            <a:chExt cx="104220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A731AB-D15D-DD57-CBE6-C15DEEFDE3C5}"/>
                    </a:ext>
                  </a:extLst>
                </p14:cNvPr>
                <p14:cNvContentPartPr/>
                <p14:nvPr/>
              </p14:nvContentPartPr>
              <p14:xfrm>
                <a:off x="11060526" y="563703"/>
                <a:ext cx="394200" cy="137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A731AB-D15D-DD57-CBE6-C15DEEFDE3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42526" y="546063"/>
                  <a:ext cx="429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5CD0EA-ADF2-D739-4050-57867A33AED8}"/>
                    </a:ext>
                  </a:extLst>
                </p14:cNvPr>
                <p14:cNvContentPartPr/>
                <p14:nvPr/>
              </p14:nvContentPartPr>
              <p14:xfrm>
                <a:off x="11414766" y="413583"/>
                <a:ext cx="353520" cy="299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5CD0EA-ADF2-D739-4050-57867A33AE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96766" y="395583"/>
                  <a:ext cx="389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69BBC3-454F-6342-B2EF-94639B9F52CB}"/>
                    </a:ext>
                  </a:extLst>
                </p14:cNvPr>
                <p14:cNvContentPartPr/>
                <p14:nvPr/>
              </p14:nvContentPartPr>
              <p14:xfrm>
                <a:off x="11855766" y="569103"/>
                <a:ext cx="246960" cy="13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69BBC3-454F-6342-B2EF-94639B9F52C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838126" y="551103"/>
                  <a:ext cx="2826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B8EDD91-C47C-2CB1-22E6-007B3C1B9965}"/>
              </a:ext>
            </a:extLst>
          </p:cNvPr>
          <p:cNvGrpSpPr/>
          <p:nvPr/>
        </p:nvGrpSpPr>
        <p:grpSpPr>
          <a:xfrm>
            <a:off x="371046" y="1004703"/>
            <a:ext cx="392400" cy="331560"/>
            <a:chOff x="371046" y="1004703"/>
            <a:chExt cx="39240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925F15-F0DA-EA98-12DD-DC6EC6E7FA4C}"/>
                    </a:ext>
                  </a:extLst>
                </p14:cNvPr>
                <p14:cNvContentPartPr/>
                <p14:nvPr/>
              </p14:nvContentPartPr>
              <p14:xfrm>
                <a:off x="413886" y="1004703"/>
                <a:ext cx="349560" cy="33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925F15-F0DA-EA98-12DD-DC6EC6E7FA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5886" y="986703"/>
                  <a:ext cx="3852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7B9857-6B7C-37E5-64BC-0F8074A79F00}"/>
                    </a:ext>
                  </a:extLst>
                </p14:cNvPr>
                <p14:cNvContentPartPr/>
                <p14:nvPr/>
              </p14:nvContentPartPr>
              <p14:xfrm>
                <a:off x="371046" y="1027743"/>
                <a:ext cx="339120" cy="82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7B9857-6B7C-37E5-64BC-0F8074A79F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3406" y="1010103"/>
                  <a:ext cx="37476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DD855D9-D394-8692-DDC3-A4B094DB27C0}"/>
                  </a:ext>
                </a:extLst>
              </p14:cNvPr>
              <p14:cNvContentPartPr/>
              <p14:nvPr/>
            </p14:nvContentPartPr>
            <p14:xfrm>
              <a:off x="2579286" y="845223"/>
              <a:ext cx="13320" cy="133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DD855D9-D394-8692-DDC3-A4B094DB27C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61286" y="827583"/>
                <a:ext cx="4896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169B444-42C3-B0B5-0B43-71665C432A18}"/>
              </a:ext>
            </a:extLst>
          </p:cNvPr>
          <p:cNvGrpSpPr/>
          <p:nvPr/>
        </p:nvGrpSpPr>
        <p:grpSpPr>
          <a:xfrm>
            <a:off x="1545366" y="3276303"/>
            <a:ext cx="492840" cy="998280"/>
            <a:chOff x="1545366" y="3276303"/>
            <a:chExt cx="492840" cy="9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C01FFF-C4D0-1CD0-B7F5-3A1DE94ECC40}"/>
                    </a:ext>
                  </a:extLst>
                </p14:cNvPr>
                <p14:cNvContentPartPr/>
                <p14:nvPr/>
              </p14:nvContentPartPr>
              <p14:xfrm>
                <a:off x="1545366" y="3276303"/>
                <a:ext cx="210240" cy="99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C01FFF-C4D0-1CD0-B7F5-3A1DE94ECC4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27366" y="3258663"/>
                  <a:ext cx="24588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D363A68-F4CB-6B9D-3366-C16BF689C0CC}"/>
                    </a:ext>
                  </a:extLst>
                </p14:cNvPr>
                <p14:cNvContentPartPr/>
                <p14:nvPr/>
              </p14:nvContentPartPr>
              <p14:xfrm>
                <a:off x="1905726" y="3394383"/>
                <a:ext cx="132480" cy="6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D363A68-F4CB-6B9D-3366-C16BF689C0C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88086" y="3376743"/>
                  <a:ext cx="168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F425F1B-50D5-B0E3-E449-2E0DA93D4F3F}"/>
                    </a:ext>
                  </a:extLst>
                </p14:cNvPr>
                <p14:cNvContentPartPr/>
                <p14:nvPr/>
              </p14:nvContentPartPr>
              <p14:xfrm>
                <a:off x="1852806" y="3426063"/>
                <a:ext cx="134640" cy="247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F425F1B-50D5-B0E3-E449-2E0DA93D4F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35166" y="3408423"/>
                  <a:ext cx="170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582419-191D-FE6E-C394-C0CAE7470913}"/>
                    </a:ext>
                  </a:extLst>
                </p14:cNvPr>
                <p14:cNvContentPartPr/>
                <p14:nvPr/>
              </p14:nvContentPartPr>
              <p14:xfrm>
                <a:off x="1872606" y="4011063"/>
                <a:ext cx="164520" cy="213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582419-191D-FE6E-C394-C0CAE74709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54606" y="3993063"/>
                  <a:ext cx="2001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44BAD32-9F60-9E3B-F808-70208D6FA694}"/>
              </a:ext>
            </a:extLst>
          </p:cNvPr>
          <p:cNvGrpSpPr/>
          <p:nvPr/>
        </p:nvGrpSpPr>
        <p:grpSpPr>
          <a:xfrm>
            <a:off x="2628606" y="3177303"/>
            <a:ext cx="622080" cy="1272600"/>
            <a:chOff x="2628606" y="3177303"/>
            <a:chExt cx="622080" cy="12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6A28FE-562F-C55E-0369-276F357FE992}"/>
                    </a:ext>
                  </a:extLst>
                </p14:cNvPr>
                <p14:cNvContentPartPr/>
                <p14:nvPr/>
              </p14:nvContentPartPr>
              <p14:xfrm>
                <a:off x="2673246" y="3372423"/>
                <a:ext cx="221760" cy="264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6A28FE-562F-C55E-0369-276F357FE99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55246" y="3354783"/>
                  <a:ext cx="257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D22F91-CCFB-B919-95A5-685E2AF36E70}"/>
                    </a:ext>
                  </a:extLst>
                </p14:cNvPr>
                <p14:cNvContentPartPr/>
                <p14:nvPr/>
              </p14:nvContentPartPr>
              <p14:xfrm>
                <a:off x="2628606" y="3990183"/>
                <a:ext cx="135720" cy="210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D22F91-CCFB-B919-95A5-685E2AF36E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10966" y="3972543"/>
                  <a:ext cx="171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57E0AF-3666-7748-62C0-DA304584562B}"/>
                    </a:ext>
                  </a:extLst>
                </p14:cNvPr>
                <p14:cNvContentPartPr/>
                <p14:nvPr/>
              </p14:nvContentPartPr>
              <p14:xfrm>
                <a:off x="2889246" y="3989823"/>
                <a:ext cx="101880" cy="205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57E0AF-3666-7748-62C0-DA30458456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71606" y="3971823"/>
                  <a:ext cx="137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0889088-7554-FFB6-8A6F-B8E631118CC9}"/>
                    </a:ext>
                  </a:extLst>
                </p14:cNvPr>
                <p14:cNvContentPartPr/>
                <p14:nvPr/>
              </p14:nvContentPartPr>
              <p14:xfrm>
                <a:off x="2945766" y="3177303"/>
                <a:ext cx="304920" cy="1272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0889088-7554-FFB6-8A6F-B8E631118C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27766" y="3159303"/>
                  <a:ext cx="340560" cy="130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FC8B47C-9C40-DE7D-80A2-9BCA7AF66647}"/>
              </a:ext>
            </a:extLst>
          </p:cNvPr>
          <p:cNvGrpSpPr/>
          <p:nvPr/>
        </p:nvGrpSpPr>
        <p:grpSpPr>
          <a:xfrm>
            <a:off x="4989486" y="3712623"/>
            <a:ext cx="117360" cy="130320"/>
            <a:chOff x="4989486" y="3712623"/>
            <a:chExt cx="11736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3D4B3A-91BA-0C1A-9428-4C9D5E669483}"/>
                    </a:ext>
                  </a:extLst>
                </p14:cNvPr>
                <p14:cNvContentPartPr/>
                <p14:nvPr/>
              </p14:nvContentPartPr>
              <p14:xfrm>
                <a:off x="4989486" y="3712623"/>
                <a:ext cx="109800" cy="24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3D4B3A-91BA-0C1A-9428-4C9D5E66948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71846" y="3694623"/>
                  <a:ext cx="145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A02513F-5E83-6E77-EEAC-DCFB0CE144F9}"/>
                    </a:ext>
                  </a:extLst>
                </p14:cNvPr>
                <p14:cNvContentPartPr/>
                <p14:nvPr/>
              </p14:nvContentPartPr>
              <p14:xfrm>
                <a:off x="4995966" y="3820623"/>
                <a:ext cx="110880" cy="22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A02513F-5E83-6E77-EEAC-DCFB0CE144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78326" y="3802623"/>
                  <a:ext cx="14652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1E0FB3A-0FC9-9E2A-F14D-BBDEF5334F64}"/>
                  </a:ext>
                </a:extLst>
              </p14:cNvPr>
              <p14:cNvContentPartPr/>
              <p14:nvPr/>
            </p14:nvContentPartPr>
            <p14:xfrm>
              <a:off x="2304606" y="1581423"/>
              <a:ext cx="138240" cy="32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1E0FB3A-0FC9-9E2A-F14D-BBDEF5334F6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286606" y="1563423"/>
                <a:ext cx="1738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3F26CB-F135-7486-4B6E-9F769BAD6F4F}"/>
                  </a:ext>
                </a:extLst>
              </p14:cNvPr>
              <p14:cNvContentPartPr/>
              <p14:nvPr/>
            </p14:nvContentPartPr>
            <p14:xfrm>
              <a:off x="2277606" y="1581063"/>
              <a:ext cx="127440" cy="197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3F26CB-F135-7486-4B6E-9F769BAD6F4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59606" y="1563423"/>
                <a:ext cx="1630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3C8B17E-80EE-FDF3-DE59-1DF938B5952E}"/>
                  </a:ext>
                </a:extLst>
              </p14:cNvPr>
              <p14:cNvContentPartPr/>
              <p14:nvPr/>
            </p14:nvContentPartPr>
            <p14:xfrm>
              <a:off x="2472366" y="1640823"/>
              <a:ext cx="197640" cy="116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3C8B17E-80EE-FDF3-DE59-1DF938B5952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454726" y="1623183"/>
                <a:ext cx="2332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3B29980-E797-D73A-1095-4AB84B71B0A9}"/>
                  </a:ext>
                </a:extLst>
              </p14:cNvPr>
              <p14:cNvContentPartPr/>
              <p14:nvPr/>
            </p14:nvContentPartPr>
            <p14:xfrm>
              <a:off x="2782686" y="1667823"/>
              <a:ext cx="106920" cy="244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3B29980-E797-D73A-1095-4AB84B71B0A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65046" y="1650183"/>
                <a:ext cx="1425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2307574-9779-2110-22F5-E0BCCD0C6E4F}"/>
                  </a:ext>
                </a:extLst>
              </p14:cNvPr>
              <p14:cNvContentPartPr/>
              <p14:nvPr/>
            </p14:nvContentPartPr>
            <p14:xfrm>
              <a:off x="2822646" y="1607703"/>
              <a:ext cx="30240" cy="142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2307574-9779-2110-22F5-E0BCCD0C6E4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805006" y="1589703"/>
                <a:ext cx="65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AF1838E-F631-2B22-FBBA-2B06586B2F8D}"/>
                  </a:ext>
                </a:extLst>
              </p14:cNvPr>
              <p14:cNvContentPartPr/>
              <p14:nvPr/>
            </p14:nvContentPartPr>
            <p14:xfrm>
              <a:off x="3003726" y="1560543"/>
              <a:ext cx="142560" cy="214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AF1838E-F631-2B22-FBBA-2B06586B2F8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85726" y="1542903"/>
                <a:ext cx="1782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4E745E6-1BD6-3BE1-0749-7766CA8A2AF3}"/>
                  </a:ext>
                </a:extLst>
              </p14:cNvPr>
              <p14:cNvContentPartPr/>
              <p14:nvPr/>
            </p14:nvContentPartPr>
            <p14:xfrm>
              <a:off x="3196326" y="1622823"/>
              <a:ext cx="249120" cy="5212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4E745E6-1BD6-3BE1-0749-7766CA8A2AF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178686" y="1605183"/>
                <a:ext cx="28476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0E0292A-CFC9-CB7D-D388-8766148AA62D}"/>
                  </a:ext>
                </a:extLst>
              </p14:cNvPr>
              <p14:cNvContentPartPr/>
              <p14:nvPr/>
            </p14:nvContentPartPr>
            <p14:xfrm>
              <a:off x="5269926" y="1905423"/>
              <a:ext cx="384840" cy="633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0E0292A-CFC9-CB7D-D388-8766148AA62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251926" y="1887423"/>
                <a:ext cx="420480" cy="66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77B5CFF-BCD9-F120-4B2A-A94567C8B99F}"/>
              </a:ext>
            </a:extLst>
          </p:cNvPr>
          <p:cNvGrpSpPr/>
          <p:nvPr/>
        </p:nvGrpSpPr>
        <p:grpSpPr>
          <a:xfrm>
            <a:off x="5617326" y="2917023"/>
            <a:ext cx="1945080" cy="1593720"/>
            <a:chOff x="5617326" y="2917023"/>
            <a:chExt cx="1945080" cy="159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A9404ED-8D32-2D59-8B74-A32ABD5A4A1F}"/>
                    </a:ext>
                  </a:extLst>
                </p14:cNvPr>
                <p14:cNvContentPartPr/>
                <p14:nvPr/>
              </p14:nvContentPartPr>
              <p14:xfrm>
                <a:off x="5617326" y="3082983"/>
                <a:ext cx="291240" cy="1427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A9404ED-8D32-2D59-8B74-A32ABD5A4A1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99686" y="3065343"/>
                  <a:ext cx="326880" cy="14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B0860A-7BF0-8F9D-A761-6D44EDEC9043}"/>
                    </a:ext>
                  </a:extLst>
                </p14:cNvPr>
                <p14:cNvContentPartPr/>
                <p14:nvPr/>
              </p14:nvContentPartPr>
              <p14:xfrm>
                <a:off x="5982726" y="3179103"/>
                <a:ext cx="172080" cy="269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B0860A-7BF0-8F9D-A761-6D44EDEC904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65086" y="3161463"/>
                  <a:ext cx="207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9F0D5DC-A22A-69AD-A0ED-C99631E4B0E0}"/>
                    </a:ext>
                  </a:extLst>
                </p14:cNvPr>
                <p14:cNvContentPartPr/>
                <p14:nvPr/>
              </p14:nvContentPartPr>
              <p14:xfrm>
                <a:off x="6257406" y="3320223"/>
                <a:ext cx="105480" cy="48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9F0D5DC-A22A-69AD-A0ED-C99631E4B0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39766" y="3302583"/>
                  <a:ext cx="141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040079-4732-130A-06AD-56B5FFF0ED8A}"/>
                    </a:ext>
                  </a:extLst>
                </p14:cNvPr>
                <p14:cNvContentPartPr/>
                <p14:nvPr/>
              </p14:nvContentPartPr>
              <p14:xfrm>
                <a:off x="6479526" y="3121863"/>
                <a:ext cx="164520" cy="306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040079-4732-130A-06AD-56B5FFF0ED8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61886" y="3103863"/>
                  <a:ext cx="200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BC92E57-29AD-A214-DC76-726C3B01400F}"/>
                    </a:ext>
                  </a:extLst>
                </p14:cNvPr>
                <p14:cNvContentPartPr/>
                <p14:nvPr/>
              </p14:nvContentPartPr>
              <p14:xfrm>
                <a:off x="6768246" y="3074703"/>
                <a:ext cx="277920" cy="312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BC92E57-29AD-A214-DC76-726C3B0140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50606" y="3057063"/>
                  <a:ext cx="3135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F0B632-3676-A22C-62AE-171409C21057}"/>
                    </a:ext>
                  </a:extLst>
                </p14:cNvPr>
                <p14:cNvContentPartPr/>
                <p14:nvPr/>
              </p14:nvContentPartPr>
              <p14:xfrm>
                <a:off x="6003606" y="3860223"/>
                <a:ext cx="128520" cy="323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F0B632-3676-A22C-62AE-171409C210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85966" y="3842223"/>
                  <a:ext cx="1641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8A59EC5-9148-1367-F202-757015B87848}"/>
                    </a:ext>
                  </a:extLst>
                </p14:cNvPr>
                <p14:cNvContentPartPr/>
                <p14:nvPr/>
              </p14:nvContentPartPr>
              <p14:xfrm>
                <a:off x="6294846" y="4010703"/>
                <a:ext cx="107280" cy="61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8A59EC5-9148-1367-F202-757015B8784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76846" y="3992703"/>
                  <a:ext cx="142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2E3B3BA-7628-C534-7ADB-092ECD997D6E}"/>
                    </a:ext>
                  </a:extLst>
                </p14:cNvPr>
                <p14:cNvContentPartPr/>
                <p14:nvPr/>
              </p14:nvContentPartPr>
              <p14:xfrm>
                <a:off x="6618846" y="3914943"/>
                <a:ext cx="197280" cy="272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2E3B3BA-7628-C534-7ADB-092ECD997D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00846" y="3897303"/>
                  <a:ext cx="232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36CED82-1EB8-311F-940A-28AF177E61F0}"/>
                    </a:ext>
                  </a:extLst>
                </p14:cNvPr>
                <p14:cNvContentPartPr/>
                <p14:nvPr/>
              </p14:nvContentPartPr>
              <p14:xfrm>
                <a:off x="6918006" y="3789663"/>
                <a:ext cx="290160" cy="415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36CED82-1EB8-311F-940A-28AF177E61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00006" y="3772023"/>
                  <a:ext cx="3258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F5E8ADB-BDBF-E565-5CF5-85DA6157A0D4}"/>
                    </a:ext>
                  </a:extLst>
                </p14:cNvPr>
                <p14:cNvContentPartPr/>
                <p14:nvPr/>
              </p14:nvContentPartPr>
              <p14:xfrm>
                <a:off x="7268286" y="2917023"/>
                <a:ext cx="294120" cy="1476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F5E8ADB-BDBF-E565-5CF5-85DA6157A0D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50286" y="2899383"/>
                  <a:ext cx="329760" cy="151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E9B102D-C842-3993-2774-4E5DE82CFFF4}"/>
                  </a:ext>
                </a:extLst>
              </p14:cNvPr>
              <p14:cNvContentPartPr/>
              <p14:nvPr/>
            </p14:nvContentPartPr>
            <p14:xfrm>
              <a:off x="2284446" y="4905303"/>
              <a:ext cx="313560" cy="3610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E9B102D-C842-3993-2774-4E5DE82CFFF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266446" y="4887663"/>
                <a:ext cx="3492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A4C0C96-12F7-9E22-8114-E19B6C8CB7F2}"/>
                  </a:ext>
                </a:extLst>
              </p14:cNvPr>
              <p14:cNvContentPartPr/>
              <p14:nvPr/>
            </p14:nvContentPartPr>
            <p14:xfrm>
              <a:off x="3389286" y="5199783"/>
              <a:ext cx="20880" cy="2196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A4C0C96-12F7-9E22-8114-E19B6C8CB7F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71646" y="5181783"/>
                <a:ext cx="5652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84CE078-C8D9-BDEB-C5A3-7A31D94626ED}"/>
              </a:ext>
            </a:extLst>
          </p:cNvPr>
          <p:cNvGrpSpPr/>
          <p:nvPr/>
        </p:nvGrpSpPr>
        <p:grpSpPr>
          <a:xfrm>
            <a:off x="4136286" y="5034183"/>
            <a:ext cx="342720" cy="149400"/>
            <a:chOff x="4136286" y="5034183"/>
            <a:chExt cx="34272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09752C5-AF10-C1F1-1D68-B22793F8B952}"/>
                    </a:ext>
                  </a:extLst>
                </p14:cNvPr>
                <p14:cNvContentPartPr/>
                <p14:nvPr/>
              </p14:nvContentPartPr>
              <p14:xfrm>
                <a:off x="4164006" y="5034183"/>
                <a:ext cx="174960" cy="6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09752C5-AF10-C1F1-1D68-B22793F8B9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46006" y="5016543"/>
                  <a:ext cx="210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2F03F00-25CD-9B89-67CC-281D91A7407D}"/>
                    </a:ext>
                  </a:extLst>
                </p14:cNvPr>
                <p14:cNvContentPartPr/>
                <p14:nvPr/>
              </p14:nvContentPartPr>
              <p14:xfrm>
                <a:off x="4136286" y="5156583"/>
                <a:ext cx="342720" cy="27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2F03F00-25CD-9B89-67CC-281D91A740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18286" y="5138943"/>
                  <a:ext cx="37836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7E53F4D-4271-E233-7A6D-2971C0A74F5D}"/>
                  </a:ext>
                </a:extLst>
              </p14:cNvPr>
              <p14:cNvContentPartPr/>
              <p14:nvPr/>
            </p14:nvContentPartPr>
            <p14:xfrm>
              <a:off x="2433486" y="4880463"/>
              <a:ext cx="6480" cy="118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7E53F4D-4271-E233-7A6D-2971C0A74F5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15486" y="4862823"/>
                <a:ext cx="42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78B2311-4266-A5AD-9A7D-DC3CC83AEBE9}"/>
                  </a:ext>
                </a:extLst>
              </p14:cNvPr>
              <p14:cNvContentPartPr/>
              <p14:nvPr/>
            </p14:nvContentPartPr>
            <p14:xfrm>
              <a:off x="2346006" y="4002063"/>
              <a:ext cx="5040" cy="10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78B2311-4266-A5AD-9A7D-DC3CC83AEBE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328366" y="3984063"/>
                <a:ext cx="406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1B64CD2-EF43-DA2B-A7AD-E3BBB0FB492B}"/>
                  </a:ext>
                </a:extLst>
              </p14:cNvPr>
              <p14:cNvContentPartPr/>
              <p14:nvPr/>
            </p14:nvContentPartPr>
            <p14:xfrm>
              <a:off x="3245646" y="4944543"/>
              <a:ext cx="360" cy="3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1B64CD2-EF43-DA2B-A7AD-E3BBB0FB492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227646" y="49269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6E6D923-B6E3-B5BF-C2C7-4538B3AB8569}"/>
                  </a:ext>
                </a:extLst>
              </p14:cNvPr>
              <p14:cNvContentPartPr/>
              <p14:nvPr/>
            </p14:nvContentPartPr>
            <p14:xfrm>
              <a:off x="4059966" y="4203663"/>
              <a:ext cx="15120" cy="190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6E6D923-B6E3-B5BF-C2C7-4538B3AB856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041966" y="4185663"/>
                <a:ext cx="507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BE03CAB-1760-5B77-461E-95CB3EC8A6CA}"/>
                  </a:ext>
                </a:extLst>
              </p14:cNvPr>
              <p14:cNvContentPartPr/>
              <p14:nvPr/>
            </p14:nvContentPartPr>
            <p14:xfrm>
              <a:off x="5197566" y="5049663"/>
              <a:ext cx="15480" cy="205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BE03CAB-1760-5B77-461E-95CB3EC8A6C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179926" y="5032023"/>
                <a:ext cx="511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58A6E40-E489-32A1-4128-B0855C044B70}"/>
                  </a:ext>
                </a:extLst>
              </p14:cNvPr>
              <p14:cNvContentPartPr/>
              <p14:nvPr/>
            </p14:nvContentPartPr>
            <p14:xfrm>
              <a:off x="6615606" y="4000623"/>
              <a:ext cx="11880" cy="72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58A6E40-E489-32A1-4128-B0855C044B7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597966" y="3982623"/>
                <a:ext cx="47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E8F5E24-28BA-8075-FDFE-02B5D2B50390}"/>
                  </a:ext>
                </a:extLst>
              </p14:cNvPr>
              <p14:cNvContentPartPr/>
              <p14:nvPr/>
            </p14:nvContentPartPr>
            <p14:xfrm>
              <a:off x="3181926" y="868263"/>
              <a:ext cx="24840" cy="86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E8F5E24-28BA-8075-FDFE-02B5D2B5039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164286" y="850263"/>
                <a:ext cx="6048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37F2120-728F-D7CE-C837-3291DFB08E35}"/>
              </a:ext>
            </a:extLst>
          </p:cNvPr>
          <p:cNvGrpSpPr/>
          <p:nvPr/>
        </p:nvGrpSpPr>
        <p:grpSpPr>
          <a:xfrm>
            <a:off x="1010766" y="5735823"/>
            <a:ext cx="452880" cy="402480"/>
            <a:chOff x="1010766" y="5735823"/>
            <a:chExt cx="45288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13D02FB-823C-AE0B-9F34-CE00574130CD}"/>
                    </a:ext>
                  </a:extLst>
                </p14:cNvPr>
                <p14:cNvContentPartPr/>
                <p14:nvPr/>
              </p14:nvContentPartPr>
              <p14:xfrm>
                <a:off x="1010766" y="5740143"/>
                <a:ext cx="8640" cy="327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13D02FB-823C-AE0B-9F34-CE00574130C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3126" y="5722143"/>
                  <a:ext cx="442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C6E1162-E54F-4C9A-66E8-9E69346484AE}"/>
                    </a:ext>
                  </a:extLst>
                </p14:cNvPr>
                <p14:cNvContentPartPr/>
                <p14:nvPr/>
              </p14:nvContentPartPr>
              <p14:xfrm>
                <a:off x="1158006" y="5833743"/>
                <a:ext cx="171000" cy="214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C6E1162-E54F-4C9A-66E8-9E69346484A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40366" y="5816103"/>
                  <a:ext cx="206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E89CD53-320F-710E-3CA5-69E15AC63284}"/>
                    </a:ext>
                  </a:extLst>
                </p14:cNvPr>
                <p14:cNvContentPartPr/>
                <p14:nvPr/>
              </p14:nvContentPartPr>
              <p14:xfrm>
                <a:off x="1439886" y="5735823"/>
                <a:ext cx="23760" cy="4024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E89CD53-320F-710E-3CA5-69E15AC6328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21886" y="5718183"/>
                  <a:ext cx="594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6FEC463-9A84-1476-EDBE-B18D5A6ED40E}"/>
              </a:ext>
            </a:extLst>
          </p:cNvPr>
          <p:cNvGrpSpPr/>
          <p:nvPr/>
        </p:nvGrpSpPr>
        <p:grpSpPr>
          <a:xfrm>
            <a:off x="1731846" y="5891343"/>
            <a:ext cx="293760" cy="131400"/>
            <a:chOff x="1731846" y="5891343"/>
            <a:chExt cx="293760" cy="13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093DEE8-A8AD-8C26-2B39-A84E61E51F5C}"/>
                    </a:ext>
                  </a:extLst>
                </p14:cNvPr>
                <p14:cNvContentPartPr/>
                <p14:nvPr/>
              </p14:nvContentPartPr>
              <p14:xfrm>
                <a:off x="1753446" y="5891343"/>
                <a:ext cx="100800" cy="37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093DEE8-A8AD-8C26-2B39-A84E61E51F5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35446" y="5873343"/>
                  <a:ext cx="136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A53E000-B373-1F6F-845C-0939828C4B10}"/>
                    </a:ext>
                  </a:extLst>
                </p14:cNvPr>
                <p14:cNvContentPartPr/>
                <p14:nvPr/>
              </p14:nvContentPartPr>
              <p14:xfrm>
                <a:off x="1731846" y="5973063"/>
                <a:ext cx="293760" cy="49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A53E000-B373-1F6F-845C-0939828C4B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714206" y="5955423"/>
                  <a:ext cx="32940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753FEDA-0B44-66D9-4F40-7E5485CF668F}"/>
                  </a:ext>
                </a:extLst>
              </p14:cNvPr>
              <p14:cNvContentPartPr/>
              <p14:nvPr/>
            </p14:nvContentPartPr>
            <p14:xfrm>
              <a:off x="2734086" y="5607663"/>
              <a:ext cx="56160" cy="9223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753FEDA-0B44-66D9-4F40-7E5485CF668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716086" y="5589663"/>
                <a:ext cx="91800" cy="9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03CDA6B-E9A0-E8E0-D088-1EBDFD8AF351}"/>
              </a:ext>
            </a:extLst>
          </p:cNvPr>
          <p:cNvGrpSpPr/>
          <p:nvPr/>
        </p:nvGrpSpPr>
        <p:grpSpPr>
          <a:xfrm>
            <a:off x="3132606" y="5702703"/>
            <a:ext cx="208800" cy="271800"/>
            <a:chOff x="3132606" y="5702703"/>
            <a:chExt cx="20880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9C23126-356F-3286-F8C9-7791703A4267}"/>
                    </a:ext>
                  </a:extLst>
                </p14:cNvPr>
                <p14:cNvContentPartPr/>
                <p14:nvPr/>
              </p14:nvContentPartPr>
              <p14:xfrm>
                <a:off x="3172926" y="5702703"/>
                <a:ext cx="168480" cy="49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9C23126-356F-3286-F8C9-7791703A426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55286" y="5684703"/>
                  <a:ext cx="204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055C7A3-31AF-32EE-CF13-A4CCB0ED0709}"/>
                    </a:ext>
                  </a:extLst>
                </p14:cNvPr>
                <p14:cNvContentPartPr/>
                <p14:nvPr/>
              </p14:nvContentPartPr>
              <p14:xfrm>
                <a:off x="3132606" y="5723223"/>
                <a:ext cx="180720" cy="251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055C7A3-31AF-32EE-CF13-A4CCB0ED070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14606" y="5705583"/>
                  <a:ext cx="21636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24DB218-C614-785A-CD3E-3EBE43ADD2D4}"/>
                  </a:ext>
                </a:extLst>
              </p14:cNvPr>
              <p14:cNvContentPartPr/>
              <p14:nvPr/>
            </p14:nvContentPartPr>
            <p14:xfrm>
              <a:off x="3966726" y="5637903"/>
              <a:ext cx="237960" cy="2682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24DB218-C614-785A-CD3E-3EBE43ADD2D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949086" y="5620263"/>
                <a:ext cx="2736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5E33274-6831-920E-00FD-A3B07429035C}"/>
                  </a:ext>
                </a:extLst>
              </p14:cNvPr>
              <p14:cNvContentPartPr/>
              <p14:nvPr/>
            </p14:nvContentPartPr>
            <p14:xfrm>
              <a:off x="3126126" y="6221103"/>
              <a:ext cx="171360" cy="2199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5E33274-6831-920E-00FD-A3B07429035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108126" y="6203463"/>
                <a:ext cx="207000" cy="2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313700C-3F8F-1265-1339-E4732E7D9035}"/>
              </a:ext>
            </a:extLst>
          </p:cNvPr>
          <p:cNvGrpSpPr/>
          <p:nvPr/>
        </p:nvGrpSpPr>
        <p:grpSpPr>
          <a:xfrm>
            <a:off x="3950886" y="6185823"/>
            <a:ext cx="369360" cy="244080"/>
            <a:chOff x="3950886" y="6185823"/>
            <a:chExt cx="36936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1824385-BAB8-A648-45F1-6E41C5F24972}"/>
                    </a:ext>
                  </a:extLst>
                </p14:cNvPr>
                <p14:cNvContentPartPr/>
                <p14:nvPr/>
              </p14:nvContentPartPr>
              <p14:xfrm>
                <a:off x="3950886" y="6185823"/>
                <a:ext cx="166680" cy="23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1824385-BAB8-A648-45F1-6E41C5F2497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32886" y="6167823"/>
                  <a:ext cx="202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E1ED7FD-9D77-4EF4-A51F-619410F3A05B}"/>
                    </a:ext>
                  </a:extLst>
                </p14:cNvPr>
                <p14:cNvContentPartPr/>
                <p14:nvPr/>
              </p14:nvContentPartPr>
              <p14:xfrm>
                <a:off x="4230606" y="6215343"/>
                <a:ext cx="89640" cy="214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E1ED7FD-9D77-4EF4-A51F-619410F3A05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12966" y="6197703"/>
                  <a:ext cx="12528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CCB9A60-EFFE-750D-95C9-4C2218B0F7F2}"/>
                  </a:ext>
                </a:extLst>
              </p14:cNvPr>
              <p14:cNvContentPartPr/>
              <p14:nvPr/>
            </p14:nvContentPartPr>
            <p14:xfrm>
              <a:off x="4562166" y="5455023"/>
              <a:ext cx="45000" cy="11862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CCB9A60-EFFE-750D-95C9-4C2218B0F7F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544166" y="5437023"/>
                <a:ext cx="80640" cy="12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0162AC4-18AB-F02A-1481-29C00F599541}"/>
              </a:ext>
            </a:extLst>
          </p:cNvPr>
          <p:cNvGrpSpPr/>
          <p:nvPr/>
        </p:nvGrpSpPr>
        <p:grpSpPr>
          <a:xfrm>
            <a:off x="5085606" y="5865063"/>
            <a:ext cx="192600" cy="164880"/>
            <a:chOff x="5085606" y="5865063"/>
            <a:chExt cx="19260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B0C1EDC-44EB-90BB-96A9-DD32FDF4CBA0}"/>
                    </a:ext>
                  </a:extLst>
                </p14:cNvPr>
                <p14:cNvContentPartPr/>
                <p14:nvPr/>
              </p14:nvContentPartPr>
              <p14:xfrm>
                <a:off x="5100006" y="5865063"/>
                <a:ext cx="124920" cy="15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B0C1EDC-44EB-90BB-96A9-DD32FDF4CBA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82006" y="5847423"/>
                  <a:ext cx="160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1621E5C-8244-8003-9EC7-D7027B59F1BD}"/>
                    </a:ext>
                  </a:extLst>
                </p14:cNvPr>
                <p14:cNvContentPartPr/>
                <p14:nvPr/>
              </p14:nvContentPartPr>
              <p14:xfrm>
                <a:off x="5085606" y="6004023"/>
                <a:ext cx="192600" cy="25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1621E5C-8244-8003-9EC7-D7027B59F1B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7966" y="5986383"/>
                  <a:ext cx="228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3C5E449-EC69-23FD-6C84-01BF0AFF9BB4}"/>
              </a:ext>
            </a:extLst>
          </p:cNvPr>
          <p:cNvGrpSpPr/>
          <p:nvPr/>
        </p:nvGrpSpPr>
        <p:grpSpPr>
          <a:xfrm>
            <a:off x="8585166" y="5779383"/>
            <a:ext cx="168480" cy="149760"/>
            <a:chOff x="8585166" y="5779383"/>
            <a:chExt cx="16848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3930544-8B11-235E-F5BE-4BA86133C8E6}"/>
                    </a:ext>
                  </a:extLst>
                </p14:cNvPr>
                <p14:cNvContentPartPr/>
                <p14:nvPr/>
              </p14:nvContentPartPr>
              <p14:xfrm>
                <a:off x="8619366" y="5779383"/>
                <a:ext cx="134280" cy="47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3930544-8B11-235E-F5BE-4BA86133C8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1726" y="5761383"/>
                  <a:ext cx="169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C67B6F6-D8B6-57C4-26F3-A6447339B5F4}"/>
                    </a:ext>
                  </a:extLst>
                </p14:cNvPr>
                <p14:cNvContentPartPr/>
                <p14:nvPr/>
              </p14:nvContentPartPr>
              <p14:xfrm>
                <a:off x="8585166" y="5897463"/>
                <a:ext cx="150480" cy="31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C67B6F6-D8B6-57C4-26F3-A6447339B5F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67526" y="5879463"/>
                  <a:ext cx="18612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BEE80B2-5DEA-2034-8E8E-A8DE54CCF948}"/>
                  </a:ext>
                </a:extLst>
              </p14:cNvPr>
              <p14:cNvContentPartPr/>
              <p14:nvPr/>
            </p14:nvContentPartPr>
            <p14:xfrm>
              <a:off x="9594966" y="5670303"/>
              <a:ext cx="203040" cy="2138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BEE80B2-5DEA-2034-8E8E-A8DE54CCF94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576966" y="5652663"/>
                <a:ext cx="23868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44E6DE3-4753-D7E8-8D69-D1B22ED80AAD}"/>
              </a:ext>
            </a:extLst>
          </p:cNvPr>
          <p:cNvGrpSpPr/>
          <p:nvPr/>
        </p:nvGrpSpPr>
        <p:grpSpPr>
          <a:xfrm>
            <a:off x="6197646" y="5433423"/>
            <a:ext cx="2072880" cy="556560"/>
            <a:chOff x="6197646" y="5433423"/>
            <a:chExt cx="207288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FC8CFBE-9F01-24BA-50E8-F1A94B8A580E}"/>
                    </a:ext>
                  </a:extLst>
                </p14:cNvPr>
                <p14:cNvContentPartPr/>
                <p14:nvPr/>
              </p14:nvContentPartPr>
              <p14:xfrm>
                <a:off x="6238686" y="5737623"/>
                <a:ext cx="122040" cy="37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FC8CFBE-9F01-24BA-50E8-F1A94B8A580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20686" y="5719623"/>
                  <a:ext cx="157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9641B4A-E5A2-792C-0AED-BCB30C992533}"/>
                    </a:ext>
                  </a:extLst>
                </p14:cNvPr>
                <p14:cNvContentPartPr/>
                <p14:nvPr/>
              </p14:nvContentPartPr>
              <p14:xfrm>
                <a:off x="6197646" y="5751663"/>
                <a:ext cx="143280" cy="214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9641B4A-E5A2-792C-0AED-BCB30C9925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79646" y="5733663"/>
                  <a:ext cx="178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2ED8909-68B2-472B-4860-BAECECDDCAD4}"/>
                    </a:ext>
                  </a:extLst>
                </p14:cNvPr>
                <p14:cNvContentPartPr/>
                <p14:nvPr/>
              </p14:nvContentPartPr>
              <p14:xfrm>
                <a:off x="6446046" y="5795943"/>
                <a:ext cx="148320" cy="150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2ED8909-68B2-472B-4860-BAECECDDCA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28406" y="5778303"/>
                  <a:ext cx="183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D56B702-94C0-FF0C-9A6F-274FEE3A99FE}"/>
                    </a:ext>
                  </a:extLst>
                </p14:cNvPr>
                <p14:cNvContentPartPr/>
                <p14:nvPr/>
              </p14:nvContentPartPr>
              <p14:xfrm>
                <a:off x="6436686" y="5767503"/>
                <a:ext cx="152280" cy="200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D56B702-94C0-FF0C-9A6F-274FEE3A99F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19046" y="5749503"/>
                  <a:ext cx="187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068933B-1A9A-95F5-455B-290088027009}"/>
                    </a:ext>
                  </a:extLst>
                </p14:cNvPr>
                <p14:cNvContentPartPr/>
                <p14:nvPr/>
              </p14:nvContentPartPr>
              <p14:xfrm>
                <a:off x="6627486" y="5763903"/>
                <a:ext cx="143280" cy="213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068933B-1A9A-95F5-455B-29008802700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09486" y="5745903"/>
                  <a:ext cx="178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31668F1-55A1-8FD2-33D9-324DBC933C07}"/>
                    </a:ext>
                  </a:extLst>
                </p14:cNvPr>
                <p14:cNvContentPartPr/>
                <p14:nvPr/>
              </p14:nvContentPartPr>
              <p14:xfrm>
                <a:off x="6934566" y="5714943"/>
                <a:ext cx="168840" cy="271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31668F1-55A1-8FD2-33D9-324DBC933C0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16566" y="5697303"/>
                  <a:ext cx="204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FBCF7E0-280B-44FF-74BB-307FEC9CDAF6}"/>
                    </a:ext>
                  </a:extLst>
                </p14:cNvPr>
                <p14:cNvContentPartPr/>
                <p14:nvPr/>
              </p14:nvContentPartPr>
              <p14:xfrm>
                <a:off x="7266846" y="5845263"/>
                <a:ext cx="129600" cy="28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FBCF7E0-280B-44FF-74BB-307FEC9CDAF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49206" y="5827263"/>
                  <a:ext cx="165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9FB55CE-F701-2890-4009-6817D0ED40F3}"/>
                    </a:ext>
                  </a:extLst>
                </p14:cNvPr>
                <p14:cNvContentPartPr/>
                <p14:nvPr/>
              </p14:nvContentPartPr>
              <p14:xfrm>
                <a:off x="7591566" y="5727183"/>
                <a:ext cx="139680" cy="262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9FB55CE-F701-2890-4009-6817D0ED40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73566" y="5709183"/>
                  <a:ext cx="175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4F01659-1FE3-0386-8163-83FD9094A4F5}"/>
                    </a:ext>
                  </a:extLst>
                </p14:cNvPr>
                <p14:cNvContentPartPr/>
                <p14:nvPr/>
              </p14:nvContentPartPr>
              <p14:xfrm>
                <a:off x="7843566" y="5769663"/>
                <a:ext cx="145080" cy="139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4F01659-1FE3-0386-8163-83FD9094A4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25926" y="5752023"/>
                  <a:ext cx="180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DF342DD-9F06-3767-847D-B4F2EDD1C5F0}"/>
                    </a:ext>
                  </a:extLst>
                </p14:cNvPr>
                <p14:cNvContentPartPr/>
                <p14:nvPr/>
              </p14:nvContentPartPr>
              <p14:xfrm>
                <a:off x="7845366" y="5777943"/>
                <a:ext cx="138240" cy="182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DF342DD-9F06-3767-847D-B4F2EDD1C5F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27726" y="5759943"/>
                  <a:ext cx="173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7C201D1-AAC3-B85E-442B-B0C1FE0AF5F7}"/>
                    </a:ext>
                  </a:extLst>
                </p14:cNvPr>
                <p14:cNvContentPartPr/>
                <p14:nvPr/>
              </p14:nvContentPartPr>
              <p14:xfrm>
                <a:off x="8129406" y="5717823"/>
                <a:ext cx="141120" cy="244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7C201D1-AAC3-B85E-442B-B0C1FE0AF5F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11406" y="5700183"/>
                  <a:ext cx="176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6DC5B63-59A2-6F00-42F9-CA2BC9270C14}"/>
                    </a:ext>
                  </a:extLst>
                </p14:cNvPr>
                <p14:cNvContentPartPr/>
                <p14:nvPr/>
              </p14:nvContentPartPr>
              <p14:xfrm>
                <a:off x="6658086" y="5433423"/>
                <a:ext cx="128880" cy="199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6DC5B63-59A2-6F00-42F9-CA2BC9270C1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40086" y="5415783"/>
                  <a:ext cx="1645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479DE56-F143-D55D-1F66-E9626B0C58EA}"/>
              </a:ext>
            </a:extLst>
          </p:cNvPr>
          <p:cNvGrpSpPr/>
          <p:nvPr/>
        </p:nvGrpSpPr>
        <p:grpSpPr>
          <a:xfrm>
            <a:off x="9072246" y="5643663"/>
            <a:ext cx="312840" cy="250560"/>
            <a:chOff x="9072246" y="5643663"/>
            <a:chExt cx="3128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97B8890-43B6-31EC-F397-B98F891FE171}"/>
                    </a:ext>
                  </a:extLst>
                </p14:cNvPr>
                <p14:cNvContentPartPr/>
                <p14:nvPr/>
              </p14:nvContentPartPr>
              <p14:xfrm>
                <a:off x="9072246" y="5653743"/>
                <a:ext cx="11880" cy="229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97B8890-43B6-31EC-F397-B98F891FE17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54246" y="5635743"/>
                  <a:ext cx="47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508944B-5B49-35B9-BE67-F42ECC1528CD}"/>
                    </a:ext>
                  </a:extLst>
                </p14:cNvPr>
                <p14:cNvContentPartPr/>
                <p14:nvPr/>
              </p14:nvContentPartPr>
              <p14:xfrm>
                <a:off x="9225966" y="5643663"/>
                <a:ext cx="159120" cy="250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508944B-5B49-35B9-BE67-F42ECC1528C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07966" y="5626023"/>
                  <a:ext cx="1947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354AC1-1F7C-4FD0-3849-F0CBFC16EAC7}"/>
              </a:ext>
            </a:extLst>
          </p:cNvPr>
          <p:cNvGrpSpPr/>
          <p:nvPr/>
        </p:nvGrpSpPr>
        <p:grpSpPr>
          <a:xfrm>
            <a:off x="10079166" y="5570943"/>
            <a:ext cx="518760" cy="310680"/>
            <a:chOff x="10079166" y="5570943"/>
            <a:chExt cx="51876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7868909-2DEB-D178-885B-CCA1E5E2C08F}"/>
                    </a:ext>
                  </a:extLst>
                </p14:cNvPr>
                <p14:cNvContentPartPr/>
                <p14:nvPr/>
              </p14:nvContentPartPr>
              <p14:xfrm>
                <a:off x="10079166" y="5755623"/>
                <a:ext cx="160920" cy="38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7868909-2DEB-D178-885B-CCA1E5E2C08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61526" y="5737623"/>
                  <a:ext cx="196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744C86A-857F-6EC9-C357-620C95CDBFBA}"/>
                    </a:ext>
                  </a:extLst>
                </p14:cNvPr>
                <p14:cNvContentPartPr/>
                <p14:nvPr/>
              </p14:nvContentPartPr>
              <p14:xfrm>
                <a:off x="10428006" y="5570943"/>
                <a:ext cx="169920" cy="310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744C86A-857F-6EC9-C357-620C95CDBF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10366" y="5553303"/>
                  <a:ext cx="2055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5373278-3F56-7A36-F371-59604A084CD9}"/>
              </a:ext>
            </a:extLst>
          </p:cNvPr>
          <p:cNvGrpSpPr/>
          <p:nvPr/>
        </p:nvGrpSpPr>
        <p:grpSpPr>
          <a:xfrm>
            <a:off x="9120486" y="6591183"/>
            <a:ext cx="239400" cy="147240"/>
            <a:chOff x="9120486" y="6591183"/>
            <a:chExt cx="23940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D6102CA-4185-D677-C6D1-EA19A03B295F}"/>
                    </a:ext>
                  </a:extLst>
                </p14:cNvPr>
                <p14:cNvContentPartPr/>
                <p14:nvPr/>
              </p14:nvContentPartPr>
              <p14:xfrm>
                <a:off x="9120486" y="6591183"/>
                <a:ext cx="192960" cy="41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D6102CA-4185-D677-C6D1-EA19A03B295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02846" y="6573183"/>
                  <a:ext cx="228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5C5350F-4678-A5BB-3515-D5A1C7E1F27E}"/>
                    </a:ext>
                  </a:extLst>
                </p14:cNvPr>
                <p14:cNvContentPartPr/>
                <p14:nvPr/>
              </p14:nvContentPartPr>
              <p14:xfrm>
                <a:off x="9143526" y="6718263"/>
                <a:ext cx="216360" cy="20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5C5350F-4678-A5BB-3515-D5A1C7E1F27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25886" y="6700263"/>
                  <a:ext cx="25200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4C84615-AAC2-7BAF-4168-13993A2B267A}"/>
              </a:ext>
            </a:extLst>
          </p:cNvPr>
          <p:cNvGrpSpPr/>
          <p:nvPr/>
        </p:nvGrpSpPr>
        <p:grpSpPr>
          <a:xfrm>
            <a:off x="10053966" y="6483903"/>
            <a:ext cx="341280" cy="259920"/>
            <a:chOff x="10053966" y="6483903"/>
            <a:chExt cx="34128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C532EAC-3B28-AA5C-3519-641321DF1C63}"/>
                    </a:ext>
                  </a:extLst>
                </p14:cNvPr>
                <p14:cNvContentPartPr/>
                <p14:nvPr/>
              </p14:nvContentPartPr>
              <p14:xfrm>
                <a:off x="10053966" y="6483903"/>
                <a:ext cx="27000" cy="259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C532EAC-3B28-AA5C-3519-641321DF1C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35966" y="6466263"/>
                  <a:ext cx="62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6147BC6-A371-1DB6-5E70-BFC3026B61F6}"/>
                    </a:ext>
                  </a:extLst>
                </p14:cNvPr>
                <p14:cNvContentPartPr/>
                <p14:nvPr/>
              </p14:nvContentPartPr>
              <p14:xfrm>
                <a:off x="10206966" y="6489303"/>
                <a:ext cx="188280" cy="220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6147BC6-A371-1DB6-5E70-BFC3026B61F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88966" y="6471663"/>
                  <a:ext cx="22392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C073F77-1204-4717-624E-5E74596C08EA}"/>
                  </a:ext>
                </a:extLst>
              </p14:cNvPr>
              <p14:cNvContentPartPr/>
              <p14:nvPr/>
            </p14:nvContentPartPr>
            <p14:xfrm>
              <a:off x="10608366" y="6468063"/>
              <a:ext cx="12600" cy="3189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C073F77-1204-4717-624E-5E74596C08E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0590726" y="6450063"/>
                <a:ext cx="48240" cy="35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59ED166-F59B-3CDD-2544-E1F24F3A9FE0}"/>
              </a:ext>
            </a:extLst>
          </p:cNvPr>
          <p:cNvGrpSpPr/>
          <p:nvPr/>
        </p:nvGrpSpPr>
        <p:grpSpPr>
          <a:xfrm>
            <a:off x="10850646" y="6265023"/>
            <a:ext cx="1118520" cy="687960"/>
            <a:chOff x="10850646" y="6265023"/>
            <a:chExt cx="111852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F9EDAB2-D30F-791E-8DD5-5D9F432EA955}"/>
                    </a:ext>
                  </a:extLst>
                </p14:cNvPr>
                <p14:cNvContentPartPr/>
                <p14:nvPr/>
              </p14:nvContentPartPr>
              <p14:xfrm>
                <a:off x="10850646" y="6283023"/>
                <a:ext cx="138960" cy="669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F9EDAB2-D30F-791E-8DD5-5D9F432EA95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832646" y="6265023"/>
                  <a:ext cx="17460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1F8CAFE-0BE0-69CE-15F3-C01627BA9F9F}"/>
                    </a:ext>
                  </a:extLst>
                </p14:cNvPr>
                <p14:cNvContentPartPr/>
                <p14:nvPr/>
              </p14:nvContentPartPr>
              <p14:xfrm>
                <a:off x="11191566" y="6530703"/>
                <a:ext cx="257040" cy="48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1F8CAFE-0BE0-69CE-15F3-C01627BA9F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73926" y="6512703"/>
                  <a:ext cx="292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C45B0C7-35AF-9857-CAF3-E173ACB9D9E1}"/>
                    </a:ext>
                  </a:extLst>
                </p14:cNvPr>
                <p14:cNvContentPartPr/>
                <p14:nvPr/>
              </p14:nvContentPartPr>
              <p14:xfrm>
                <a:off x="11216406" y="6616743"/>
                <a:ext cx="235080" cy="28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C45B0C7-35AF-9857-CAF3-E173ACB9D9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198766" y="6599103"/>
                  <a:ext cx="270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44987E1-3EB3-E204-8B04-48BB7F866727}"/>
                    </a:ext>
                  </a:extLst>
                </p14:cNvPr>
                <p14:cNvContentPartPr/>
                <p14:nvPr/>
              </p14:nvContentPartPr>
              <p14:xfrm>
                <a:off x="11354286" y="6448263"/>
                <a:ext cx="25920" cy="298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44987E1-3EB3-E204-8B04-48BB7F8667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336646" y="6430263"/>
                  <a:ext cx="615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F952CDC-BD35-E30E-9A63-68DA19D3E4CF}"/>
                    </a:ext>
                  </a:extLst>
                </p14:cNvPr>
                <p14:cNvContentPartPr/>
                <p14:nvPr/>
              </p14:nvContentPartPr>
              <p14:xfrm>
                <a:off x="11606286" y="6428463"/>
                <a:ext cx="186840" cy="236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F952CDC-BD35-E30E-9A63-68DA19D3E4C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588286" y="6410463"/>
                  <a:ext cx="222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1D5659F-B7C6-E87B-9509-8D38E044FCC0}"/>
                    </a:ext>
                  </a:extLst>
                </p14:cNvPr>
                <p14:cNvContentPartPr/>
                <p14:nvPr/>
              </p14:nvContentPartPr>
              <p14:xfrm>
                <a:off x="11650206" y="6265023"/>
                <a:ext cx="318960" cy="604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1D5659F-B7C6-E87B-9509-8D38E044FCC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632206" y="6247383"/>
                  <a:ext cx="35460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DC7A90A-7099-6BAF-C9A4-6F3297440CD5}"/>
              </a:ext>
            </a:extLst>
          </p:cNvPr>
          <p:cNvGrpSpPr/>
          <p:nvPr/>
        </p:nvGrpSpPr>
        <p:grpSpPr>
          <a:xfrm>
            <a:off x="6322206" y="4829343"/>
            <a:ext cx="315360" cy="426960"/>
            <a:chOff x="6322206" y="4829343"/>
            <a:chExt cx="31536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0446199-570A-2557-1AD9-5A12DF5497C3}"/>
                    </a:ext>
                  </a:extLst>
                </p14:cNvPr>
                <p14:cNvContentPartPr/>
                <p14:nvPr/>
              </p14:nvContentPartPr>
              <p14:xfrm>
                <a:off x="6464766" y="4978383"/>
                <a:ext cx="91800" cy="3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0446199-570A-2557-1AD9-5A12DF5497C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46766" y="4960383"/>
                  <a:ext cx="127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B9CF9E6-D3F0-C01F-5734-B0BCE6B0E5D3}"/>
                    </a:ext>
                  </a:extLst>
                </p14:cNvPr>
                <p14:cNvContentPartPr/>
                <p14:nvPr/>
              </p14:nvContentPartPr>
              <p14:xfrm>
                <a:off x="6322206" y="5134623"/>
                <a:ext cx="254160" cy="39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B9CF9E6-D3F0-C01F-5734-B0BCE6B0E5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04566" y="5116623"/>
                  <a:ext cx="289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8C865E7-0F12-0CB9-0820-B06B502ECCEC}"/>
                    </a:ext>
                  </a:extLst>
                </p14:cNvPr>
                <p14:cNvContentPartPr/>
                <p14:nvPr/>
              </p14:nvContentPartPr>
              <p14:xfrm>
                <a:off x="6478446" y="4829343"/>
                <a:ext cx="159120" cy="426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8C865E7-0F12-0CB9-0820-B06B502ECCE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60446" y="4811703"/>
                  <a:ext cx="19476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849AED7-FC98-5FE2-8105-B3B4C0F9F096}"/>
              </a:ext>
            </a:extLst>
          </p:cNvPr>
          <p:cNvGrpSpPr/>
          <p:nvPr/>
        </p:nvGrpSpPr>
        <p:grpSpPr>
          <a:xfrm>
            <a:off x="7571766" y="4841943"/>
            <a:ext cx="293400" cy="303840"/>
            <a:chOff x="7571766" y="4841943"/>
            <a:chExt cx="2934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354F0E3-7001-9433-0328-30619E81BAB6}"/>
                    </a:ext>
                  </a:extLst>
                </p14:cNvPr>
                <p14:cNvContentPartPr/>
                <p14:nvPr/>
              </p14:nvContentPartPr>
              <p14:xfrm>
                <a:off x="7666086" y="4889823"/>
                <a:ext cx="199080" cy="173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354F0E3-7001-9433-0328-30619E81BAB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48446" y="4871823"/>
                  <a:ext cx="234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21F6B2A-6995-F240-6899-6C1DF73B9F82}"/>
                    </a:ext>
                  </a:extLst>
                </p14:cNvPr>
                <p14:cNvContentPartPr/>
                <p14:nvPr/>
              </p14:nvContentPartPr>
              <p14:xfrm>
                <a:off x="7571766" y="4841943"/>
                <a:ext cx="260640" cy="3038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21F6B2A-6995-F240-6899-6C1DF73B9F8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54126" y="4824303"/>
                  <a:ext cx="296280" cy="33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1CBD23F-58E1-B738-FEF2-C582EB509A9E}"/>
                  </a:ext>
                </a:extLst>
              </p14:cNvPr>
              <p14:cNvContentPartPr/>
              <p14:nvPr/>
            </p14:nvContentPartPr>
            <p14:xfrm>
              <a:off x="8099526" y="5030223"/>
              <a:ext cx="10080" cy="2376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1CBD23F-58E1-B738-FEF2-C582EB509A9E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081526" y="5012583"/>
                <a:ext cx="4572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312FC90-61C6-167F-139E-A234F84E3ED7}"/>
              </a:ext>
            </a:extLst>
          </p:cNvPr>
          <p:cNvGrpSpPr/>
          <p:nvPr/>
        </p:nvGrpSpPr>
        <p:grpSpPr>
          <a:xfrm>
            <a:off x="8515326" y="4944183"/>
            <a:ext cx="217440" cy="138960"/>
            <a:chOff x="8515326" y="4944183"/>
            <a:chExt cx="21744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7DBF8ED-E735-B393-9CB0-26F936D5E4CA}"/>
                    </a:ext>
                  </a:extLst>
                </p14:cNvPr>
                <p14:cNvContentPartPr/>
                <p14:nvPr/>
              </p14:nvContentPartPr>
              <p14:xfrm>
                <a:off x="8556006" y="4944183"/>
                <a:ext cx="117360" cy="19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7DBF8ED-E735-B393-9CB0-26F936D5E4C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38006" y="4926183"/>
                  <a:ext cx="153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483A5B2-6D1A-F4B9-5352-EE432D0B93B3}"/>
                    </a:ext>
                  </a:extLst>
                </p14:cNvPr>
                <p14:cNvContentPartPr/>
                <p14:nvPr/>
              </p14:nvContentPartPr>
              <p14:xfrm>
                <a:off x="8515326" y="5041383"/>
                <a:ext cx="217440" cy="41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483A5B2-6D1A-F4B9-5352-EE432D0B93B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97326" y="5023743"/>
                  <a:ext cx="2530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B391DE1-4EBB-B520-029B-FD37C402CF29}"/>
              </a:ext>
            </a:extLst>
          </p:cNvPr>
          <p:cNvGrpSpPr/>
          <p:nvPr/>
        </p:nvGrpSpPr>
        <p:grpSpPr>
          <a:xfrm>
            <a:off x="2594406" y="2036103"/>
            <a:ext cx="95040" cy="26280"/>
            <a:chOff x="2594406" y="2036103"/>
            <a:chExt cx="95040" cy="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4E9A45B-2F17-57BA-A831-7E0CA7D60FE5}"/>
                    </a:ext>
                  </a:extLst>
                </p14:cNvPr>
                <p14:cNvContentPartPr/>
                <p14:nvPr/>
              </p14:nvContentPartPr>
              <p14:xfrm>
                <a:off x="2594406" y="2042943"/>
                <a:ext cx="8280" cy="19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4E9A45B-2F17-57BA-A831-7E0CA7D60F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76766" y="2024943"/>
                  <a:ext cx="43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219E6EB-1605-B2F7-029D-E76C3185656F}"/>
                    </a:ext>
                  </a:extLst>
                </p14:cNvPr>
                <p14:cNvContentPartPr/>
                <p14:nvPr/>
              </p14:nvContentPartPr>
              <p14:xfrm>
                <a:off x="2682246" y="2036103"/>
                <a:ext cx="7200" cy="144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219E6EB-1605-B2F7-029D-E76C3185656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64606" y="2018103"/>
                  <a:ext cx="428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EFD9B1F5-F886-0F66-893E-D0FAE25A0DC4}"/>
                  </a:ext>
                </a:extLst>
              </p14:cNvPr>
              <p14:cNvContentPartPr/>
              <p14:nvPr/>
            </p14:nvContentPartPr>
            <p14:xfrm>
              <a:off x="5932686" y="2245263"/>
              <a:ext cx="1551960" cy="1720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EFD9B1F5-F886-0F66-893E-D0FAE25A0DC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5915046" y="2227623"/>
                <a:ext cx="1587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D1A1653-DEAD-2868-92B9-8129814D7C84}"/>
                  </a:ext>
                </a:extLst>
              </p14:cNvPr>
              <p14:cNvContentPartPr/>
              <p14:nvPr/>
            </p14:nvContentPartPr>
            <p14:xfrm>
              <a:off x="2384526" y="1910823"/>
              <a:ext cx="6120" cy="288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D1A1653-DEAD-2868-92B9-8129814D7C84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366526" y="1893183"/>
                <a:ext cx="41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19CFC97-FC03-A91B-0290-7389CF7E2066}"/>
                  </a:ext>
                </a:extLst>
              </p14:cNvPr>
              <p14:cNvContentPartPr/>
              <p14:nvPr/>
            </p14:nvContentPartPr>
            <p14:xfrm>
              <a:off x="3369486" y="1807863"/>
              <a:ext cx="360" cy="3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19CFC97-FC03-A91B-0290-7389CF7E206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51846" y="178986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AC61F360-559D-C761-2073-D06C34530481}"/>
              </a:ext>
            </a:extLst>
          </p:cNvPr>
          <p:cNvGrpSpPr/>
          <p:nvPr/>
        </p:nvGrpSpPr>
        <p:grpSpPr>
          <a:xfrm>
            <a:off x="2239446" y="2259303"/>
            <a:ext cx="1355760" cy="696240"/>
            <a:chOff x="2239446" y="2259303"/>
            <a:chExt cx="1355760" cy="6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AC800C-F191-A206-C06C-8B62B707B367}"/>
                    </a:ext>
                  </a:extLst>
                </p14:cNvPr>
                <p14:cNvContentPartPr/>
                <p14:nvPr/>
              </p14:nvContentPartPr>
              <p14:xfrm>
                <a:off x="2239446" y="2286663"/>
                <a:ext cx="169560" cy="27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EAC800C-F191-A206-C06C-8B62B707B36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221446" y="2269023"/>
                  <a:ext cx="2052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09C65A3-4C3E-2B9A-B03F-49DA912EFFE9}"/>
                    </a:ext>
                  </a:extLst>
                </p14:cNvPr>
                <p14:cNvContentPartPr/>
                <p14:nvPr/>
              </p14:nvContentPartPr>
              <p14:xfrm>
                <a:off x="2441046" y="2418783"/>
                <a:ext cx="264960" cy="170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09C65A3-4C3E-2B9A-B03F-49DA912EFFE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23406" y="2401143"/>
                  <a:ext cx="300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1FDFB97-18EF-EFEE-8A79-02FF64FD7585}"/>
                    </a:ext>
                  </a:extLst>
                </p14:cNvPr>
                <p14:cNvContentPartPr/>
                <p14:nvPr/>
              </p14:nvContentPartPr>
              <p14:xfrm>
                <a:off x="2769726" y="2390703"/>
                <a:ext cx="177120" cy="43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1FDFB97-18EF-EFEE-8A79-02FF64FD758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752086" y="2372703"/>
                  <a:ext cx="212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86896D-ADA6-B8F6-486E-F708EB5C1B15}"/>
                    </a:ext>
                  </a:extLst>
                </p14:cNvPr>
                <p14:cNvContentPartPr/>
                <p14:nvPr/>
              </p14:nvContentPartPr>
              <p14:xfrm>
                <a:off x="2862246" y="2313303"/>
                <a:ext cx="29880" cy="221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86896D-ADA6-B8F6-486E-F708EB5C1B1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44606" y="2295303"/>
                  <a:ext cx="65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35243D6-942A-AF2F-0EA0-0F6161AD0C43}"/>
                    </a:ext>
                  </a:extLst>
                </p14:cNvPr>
                <p14:cNvContentPartPr/>
                <p14:nvPr/>
              </p14:nvContentPartPr>
              <p14:xfrm>
                <a:off x="2988606" y="2290983"/>
                <a:ext cx="189000" cy="260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35243D6-942A-AF2F-0EA0-0F6161AD0C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970966" y="2272983"/>
                  <a:ext cx="224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949886-DA53-0029-DF1E-0200D0549F02}"/>
                    </a:ext>
                  </a:extLst>
                </p14:cNvPr>
                <p14:cNvContentPartPr/>
                <p14:nvPr/>
              </p14:nvContentPartPr>
              <p14:xfrm>
                <a:off x="3224766" y="2259303"/>
                <a:ext cx="105840" cy="277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949886-DA53-0029-DF1E-0200D0549F0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06766" y="2241663"/>
                  <a:ext cx="1414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F79E89-8E01-273D-7D60-7FC418C0BA75}"/>
                    </a:ext>
                  </a:extLst>
                </p14:cNvPr>
                <p14:cNvContentPartPr/>
                <p14:nvPr/>
              </p14:nvContentPartPr>
              <p14:xfrm>
                <a:off x="3391446" y="2378463"/>
                <a:ext cx="203760" cy="577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F79E89-8E01-273D-7D60-7FC418C0BA7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73446" y="2360463"/>
                  <a:ext cx="2394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C776251-C2C3-2720-FEE8-DDD3610288A1}"/>
                    </a:ext>
                  </a:extLst>
                </p14:cNvPr>
                <p14:cNvContentPartPr/>
                <p14:nvPr/>
              </p14:nvContentPartPr>
              <p14:xfrm>
                <a:off x="2357526" y="2681583"/>
                <a:ext cx="13680" cy="11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C776251-C2C3-2720-FEE8-DDD3610288A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39886" y="2663943"/>
                  <a:ext cx="493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A5D8E2E-FD06-8AF1-F84F-C27D51192ABB}"/>
              </a:ext>
            </a:extLst>
          </p:cNvPr>
          <p:cNvGrpSpPr/>
          <p:nvPr/>
        </p:nvGrpSpPr>
        <p:grpSpPr>
          <a:xfrm>
            <a:off x="7954806" y="1289823"/>
            <a:ext cx="3927960" cy="2011320"/>
            <a:chOff x="7954806" y="1289823"/>
            <a:chExt cx="3927960" cy="20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23BCDAA-4E5A-0B45-EA49-646CEFF6ECF7}"/>
                    </a:ext>
                  </a:extLst>
                </p14:cNvPr>
                <p14:cNvContentPartPr/>
                <p14:nvPr/>
              </p14:nvContentPartPr>
              <p14:xfrm>
                <a:off x="8537646" y="1599783"/>
                <a:ext cx="254880" cy="56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23BCDAA-4E5A-0B45-EA49-646CEFF6ECF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20006" y="1581783"/>
                  <a:ext cx="2905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5858C0-CC30-2F67-5479-67E6EB98B99E}"/>
                    </a:ext>
                  </a:extLst>
                </p14:cNvPr>
                <p14:cNvContentPartPr/>
                <p14:nvPr/>
              </p14:nvContentPartPr>
              <p14:xfrm>
                <a:off x="8451606" y="1619943"/>
                <a:ext cx="137520" cy="26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5858C0-CC30-2F67-5479-67E6EB98B99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433966" y="1602303"/>
                  <a:ext cx="173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51C1534-673B-1CFE-C443-B200D37A65D5}"/>
                    </a:ext>
                  </a:extLst>
                </p14:cNvPr>
                <p14:cNvContentPartPr/>
                <p14:nvPr/>
              </p14:nvContentPartPr>
              <p14:xfrm>
                <a:off x="8687766" y="1743783"/>
                <a:ext cx="207720" cy="108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51C1534-673B-1CFE-C443-B200D37A65D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69766" y="1726143"/>
                  <a:ext cx="243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88EED5-4E08-2DD3-3B29-FEBA56131104}"/>
                    </a:ext>
                  </a:extLst>
                </p14:cNvPr>
                <p14:cNvContentPartPr/>
                <p14:nvPr/>
              </p14:nvContentPartPr>
              <p14:xfrm>
                <a:off x="9022926" y="1757463"/>
                <a:ext cx="109440" cy="21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E88EED5-4E08-2DD3-3B29-FEBA5613110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004926" y="1739823"/>
                  <a:ext cx="145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C8797DD-A1BD-79C6-7425-4BED5A12C7C4}"/>
                    </a:ext>
                  </a:extLst>
                </p14:cNvPr>
                <p14:cNvContentPartPr/>
                <p14:nvPr/>
              </p14:nvContentPartPr>
              <p14:xfrm>
                <a:off x="9051726" y="1691223"/>
                <a:ext cx="45720" cy="192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C8797DD-A1BD-79C6-7425-4BED5A12C7C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034086" y="1673583"/>
                  <a:ext cx="81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02513C-4E16-6429-C688-48B5F82165F2}"/>
                    </a:ext>
                  </a:extLst>
                </p14:cNvPr>
                <p14:cNvContentPartPr/>
                <p14:nvPr/>
              </p14:nvContentPartPr>
              <p14:xfrm>
                <a:off x="11289126" y="1481703"/>
                <a:ext cx="135360" cy="397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02513C-4E16-6429-C688-48B5F82165F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271126" y="1464063"/>
                  <a:ext cx="1710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2873104-7910-07BE-6BF9-D10F8F783502}"/>
                    </a:ext>
                  </a:extLst>
                </p14:cNvPr>
                <p14:cNvContentPartPr/>
                <p14:nvPr/>
              </p14:nvContentPartPr>
              <p14:xfrm>
                <a:off x="11422686" y="2320863"/>
                <a:ext cx="198000" cy="352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2873104-7910-07BE-6BF9-D10F8F78350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404686" y="2303223"/>
                  <a:ext cx="2336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67B90A9-6A4C-5C95-8AD8-4831E367D690}"/>
                    </a:ext>
                  </a:extLst>
                </p14:cNvPr>
                <p14:cNvContentPartPr/>
                <p14:nvPr/>
              </p14:nvContentPartPr>
              <p14:xfrm>
                <a:off x="7954806" y="1375143"/>
                <a:ext cx="754560" cy="1496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67B90A9-6A4C-5C95-8AD8-4831E367D69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37166" y="1357143"/>
                  <a:ext cx="790200" cy="15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F11038A-A6AA-033B-B8C7-98520AB3BA36}"/>
                    </a:ext>
                  </a:extLst>
                </p14:cNvPr>
                <p14:cNvContentPartPr/>
                <p14:nvPr/>
              </p14:nvContentPartPr>
              <p14:xfrm>
                <a:off x="11338446" y="1289823"/>
                <a:ext cx="544320" cy="2011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F11038A-A6AA-033B-B8C7-98520AB3BA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320446" y="1271823"/>
                  <a:ext cx="579960" cy="20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F0FE9E-FFC1-9AC9-D61B-33DDA4117100}"/>
                    </a:ext>
                  </a:extLst>
                </p14:cNvPr>
                <p14:cNvContentPartPr/>
                <p14:nvPr/>
              </p14:nvContentPartPr>
              <p14:xfrm>
                <a:off x="9374646" y="1620303"/>
                <a:ext cx="172800" cy="257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DF0FE9E-FFC1-9AC9-D61B-33DDA411710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56646" y="1602303"/>
                  <a:ext cx="2084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616A57-5429-944B-9BA5-BE68C1A4FCBC}"/>
                    </a:ext>
                  </a:extLst>
                </p14:cNvPr>
                <p14:cNvContentPartPr/>
                <p14:nvPr/>
              </p14:nvContentPartPr>
              <p14:xfrm>
                <a:off x="9565806" y="1751703"/>
                <a:ext cx="273600" cy="47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616A57-5429-944B-9BA5-BE68C1A4FCB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48166" y="1734063"/>
                  <a:ext cx="3092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1F5D6A3-2DB3-21E5-B8E2-F1A11255444E}"/>
                    </a:ext>
                  </a:extLst>
                </p14:cNvPr>
                <p14:cNvContentPartPr/>
                <p14:nvPr/>
              </p14:nvContentPartPr>
              <p14:xfrm>
                <a:off x="10004646" y="1717503"/>
                <a:ext cx="191520" cy="38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1F5D6A3-2DB3-21E5-B8E2-F1A11255444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987006" y="1699503"/>
                  <a:ext cx="2271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49059E2-6339-2BE2-C6AD-28AFCD44C019}"/>
                    </a:ext>
                  </a:extLst>
                </p14:cNvPr>
                <p14:cNvContentPartPr/>
                <p14:nvPr/>
              </p14:nvContentPartPr>
              <p14:xfrm>
                <a:off x="10093206" y="1610583"/>
                <a:ext cx="30240" cy="231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49059E2-6339-2BE2-C6AD-28AFCD44C01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075566" y="1592943"/>
                  <a:ext cx="65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23FBEB-7D74-75B6-ABDF-B7B2EE730A1A}"/>
                    </a:ext>
                  </a:extLst>
                </p14:cNvPr>
                <p14:cNvContentPartPr/>
                <p14:nvPr/>
              </p14:nvContentPartPr>
              <p14:xfrm>
                <a:off x="10284726" y="1564863"/>
                <a:ext cx="200880" cy="340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23FBEB-7D74-75B6-ABDF-B7B2EE730A1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266726" y="1547223"/>
                  <a:ext cx="2365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DEC478-2A86-9A98-0AA9-936723124725}"/>
                    </a:ext>
                  </a:extLst>
                </p14:cNvPr>
                <p14:cNvContentPartPr/>
                <p14:nvPr/>
              </p14:nvContentPartPr>
              <p14:xfrm>
                <a:off x="10555086" y="1698063"/>
                <a:ext cx="171360" cy="164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DEC478-2A86-9A98-0AA9-93672312472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537446" y="1680063"/>
                  <a:ext cx="207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89031F-52C8-31A7-FDAD-B902593860C9}"/>
                    </a:ext>
                  </a:extLst>
                </p14:cNvPr>
                <p14:cNvContentPartPr/>
                <p14:nvPr/>
              </p14:nvContentPartPr>
              <p14:xfrm>
                <a:off x="10848126" y="1702743"/>
                <a:ext cx="91440" cy="38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89031F-52C8-31A7-FDAD-B902593860C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830486" y="1684743"/>
                  <a:ext cx="127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09B49E3-9B52-DC19-F5AB-38F72C7C08F1}"/>
                    </a:ext>
                  </a:extLst>
                </p14:cNvPr>
                <p14:cNvContentPartPr/>
                <p14:nvPr/>
              </p14:nvContentPartPr>
              <p14:xfrm>
                <a:off x="10833366" y="1773663"/>
                <a:ext cx="174960" cy="23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09B49E3-9B52-DC19-F5AB-38F72C7C08F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815726" y="1755663"/>
                  <a:ext cx="210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EB798DF-26F4-F88B-46DE-004D1FC0F004}"/>
                    </a:ext>
                  </a:extLst>
                </p14:cNvPr>
                <p14:cNvContentPartPr/>
                <p14:nvPr/>
              </p14:nvContentPartPr>
              <p14:xfrm>
                <a:off x="10610166" y="1782303"/>
                <a:ext cx="16920" cy="46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EB798DF-26F4-F88B-46DE-004D1FC0F00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92526" y="1764303"/>
                  <a:ext cx="5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BBC4670-16F1-64AE-674F-17704495A728}"/>
                    </a:ext>
                  </a:extLst>
                </p14:cNvPr>
                <p14:cNvContentPartPr/>
                <p14:nvPr/>
              </p14:nvContentPartPr>
              <p14:xfrm>
                <a:off x="10581006" y="1798503"/>
                <a:ext cx="6480" cy="1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BBC4670-16F1-64AE-674F-17704495A72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63006" y="1780863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E265902-FD0C-8DCD-7D2F-E26C6B89C20F}"/>
                    </a:ext>
                  </a:extLst>
                </p14:cNvPr>
                <p14:cNvContentPartPr/>
                <p14:nvPr/>
              </p14:nvContentPartPr>
              <p14:xfrm>
                <a:off x="10621326" y="1812183"/>
                <a:ext cx="1800" cy="2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E265902-FD0C-8DCD-7D2F-E26C6B89C20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03326" y="1794183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56D5EFC-9718-4456-9932-EE19AEA8F745}"/>
                    </a:ext>
                  </a:extLst>
                </p14:cNvPr>
                <p14:cNvContentPartPr/>
                <p14:nvPr/>
              </p14:nvContentPartPr>
              <p14:xfrm>
                <a:off x="10607646" y="1308183"/>
                <a:ext cx="226080" cy="368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56D5EFC-9718-4456-9932-EE19AEA8F74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90006" y="1290183"/>
                  <a:ext cx="2617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3E539D-E5A2-A84A-8354-43E6F847C0F5}"/>
                    </a:ext>
                  </a:extLst>
                </p14:cNvPr>
                <p14:cNvContentPartPr/>
                <p14:nvPr/>
              </p14:nvContentPartPr>
              <p14:xfrm>
                <a:off x="10142526" y="2537223"/>
                <a:ext cx="130680" cy="38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3E539D-E5A2-A84A-8354-43E6F847C0F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24526" y="2519223"/>
                  <a:ext cx="166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D72840-2FCD-4253-8FB6-7BB04A9E3F99}"/>
                    </a:ext>
                  </a:extLst>
                </p14:cNvPr>
                <p14:cNvContentPartPr/>
                <p14:nvPr/>
              </p14:nvContentPartPr>
              <p14:xfrm>
                <a:off x="10232886" y="2424903"/>
                <a:ext cx="15840" cy="246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D72840-2FCD-4253-8FB6-7BB04A9E3F9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15246" y="2406903"/>
                  <a:ext cx="51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D40890-46C3-7EE2-F091-F657587C3ADC}"/>
                    </a:ext>
                  </a:extLst>
                </p14:cNvPr>
                <p14:cNvContentPartPr/>
                <p14:nvPr/>
              </p14:nvContentPartPr>
              <p14:xfrm>
                <a:off x="10413246" y="2398623"/>
                <a:ext cx="143640" cy="250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D40890-46C3-7EE2-F091-F657587C3AD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395246" y="2380983"/>
                  <a:ext cx="179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9AC915-43BA-1D71-395D-E8BB32B324D6}"/>
                    </a:ext>
                  </a:extLst>
                </p14:cNvPr>
                <p14:cNvContentPartPr/>
                <p14:nvPr/>
              </p14:nvContentPartPr>
              <p14:xfrm>
                <a:off x="10614486" y="2486463"/>
                <a:ext cx="248400" cy="150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9AC915-43BA-1D71-395D-E8BB32B324D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596486" y="2468463"/>
                  <a:ext cx="284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96A20C-B1A8-7E8A-442C-A67FC31AEA38}"/>
                    </a:ext>
                  </a:extLst>
                </p14:cNvPr>
                <p14:cNvContentPartPr/>
                <p14:nvPr/>
              </p14:nvContentPartPr>
              <p14:xfrm>
                <a:off x="11046126" y="2489703"/>
                <a:ext cx="133920" cy="13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96A20C-B1A8-7E8A-442C-A67FC31AEA3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28486" y="2472063"/>
                  <a:ext cx="169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5051063-40E1-C8C6-51A1-677C508D00C7}"/>
                    </a:ext>
                  </a:extLst>
                </p14:cNvPr>
                <p14:cNvContentPartPr/>
                <p14:nvPr/>
              </p14:nvContentPartPr>
              <p14:xfrm>
                <a:off x="11032446" y="2546943"/>
                <a:ext cx="159120" cy="2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5051063-40E1-C8C6-51A1-677C508D00C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14806" y="2528943"/>
                  <a:ext cx="194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0FABE10-A49F-AD10-E87F-F93A1311A3F1}"/>
                    </a:ext>
                  </a:extLst>
                </p14:cNvPr>
                <p14:cNvContentPartPr/>
                <p14:nvPr/>
              </p14:nvContentPartPr>
              <p14:xfrm>
                <a:off x="10421166" y="1999383"/>
                <a:ext cx="413640" cy="428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0FABE10-A49F-AD10-E87F-F93A1311A3F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03166" y="1981383"/>
                  <a:ext cx="4492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B2EC63A-6874-5709-9DD0-94B1F6EBD9D0}"/>
                    </a:ext>
                  </a:extLst>
                </p14:cNvPr>
                <p14:cNvContentPartPr/>
                <p14:nvPr/>
              </p14:nvContentPartPr>
              <p14:xfrm>
                <a:off x="11111286" y="2447943"/>
                <a:ext cx="2880" cy="22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B2EC63A-6874-5709-9DD0-94B1F6EBD9D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93286" y="2430303"/>
                  <a:ext cx="38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F65AC8E-3A25-158B-4BC4-D9D66793894D}"/>
                    </a:ext>
                  </a:extLst>
                </p14:cNvPr>
                <p14:cNvContentPartPr/>
                <p14:nvPr/>
              </p14:nvContentPartPr>
              <p14:xfrm>
                <a:off x="10431246" y="1861503"/>
                <a:ext cx="7200" cy="3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F65AC8E-3A25-158B-4BC4-D9D66793894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413606" y="1843863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59A762B-4D65-9AC6-251F-572A3D767CD7}"/>
                    </a:ext>
                  </a:extLst>
                </p14:cNvPr>
                <p14:cNvContentPartPr/>
                <p14:nvPr/>
              </p14:nvContentPartPr>
              <p14:xfrm>
                <a:off x="8417046" y="2380983"/>
                <a:ext cx="169200" cy="267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59A762B-4D65-9AC6-251F-572A3D767CD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399406" y="2363343"/>
                  <a:ext cx="204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8E34E13-F017-B6B2-3076-1E15629CA88C}"/>
                    </a:ext>
                  </a:extLst>
                </p14:cNvPr>
                <p14:cNvContentPartPr/>
                <p14:nvPr/>
              </p14:nvContentPartPr>
              <p14:xfrm>
                <a:off x="8636646" y="2477463"/>
                <a:ext cx="244440" cy="139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8E34E13-F017-B6B2-3076-1E15629CA8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8646" y="2459463"/>
                  <a:ext cx="280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1E25EE-570E-042C-8863-788B222CB28D}"/>
                    </a:ext>
                  </a:extLst>
                </p14:cNvPr>
                <p14:cNvContentPartPr/>
                <p14:nvPr/>
              </p14:nvContentPartPr>
              <p14:xfrm>
                <a:off x="9016446" y="2507703"/>
                <a:ext cx="111600" cy="26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1E25EE-570E-042C-8863-788B222CB28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998446" y="2490063"/>
                  <a:ext cx="147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A55B0C-3A29-599B-E715-1BD4A3EE56D3}"/>
                    </a:ext>
                  </a:extLst>
                </p14:cNvPr>
                <p14:cNvContentPartPr/>
                <p14:nvPr/>
              </p14:nvContentPartPr>
              <p14:xfrm>
                <a:off x="9068286" y="2421663"/>
                <a:ext cx="48240" cy="228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A55B0C-3A29-599B-E715-1BD4A3EE56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050286" y="2404023"/>
                  <a:ext cx="83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02EDE14-1CE7-3380-00BF-96FFC9B9C518}"/>
                    </a:ext>
                  </a:extLst>
                </p14:cNvPr>
                <p14:cNvContentPartPr/>
                <p14:nvPr/>
              </p14:nvContentPartPr>
              <p14:xfrm>
                <a:off x="9255486" y="2454063"/>
                <a:ext cx="156600" cy="211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02EDE14-1CE7-3380-00BF-96FFC9B9C51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37486" y="2436063"/>
                  <a:ext cx="192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262861-57FE-237A-77CA-39F93C50D110}"/>
                    </a:ext>
                  </a:extLst>
                </p14:cNvPr>
                <p14:cNvContentPartPr/>
                <p14:nvPr/>
              </p14:nvContentPartPr>
              <p14:xfrm>
                <a:off x="9505686" y="2446503"/>
                <a:ext cx="155880" cy="254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262861-57FE-237A-77CA-39F93C50D11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87686" y="2428863"/>
                  <a:ext cx="191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4B1E7F-A32D-E537-714D-7B8B13DFB041}"/>
                    </a:ext>
                  </a:extLst>
                </p14:cNvPr>
                <p14:cNvContentPartPr/>
                <p14:nvPr/>
              </p14:nvContentPartPr>
              <p14:xfrm>
                <a:off x="9728886" y="2518863"/>
                <a:ext cx="156600" cy="426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4B1E7F-A32D-E537-714D-7B8B13DFB04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11246" y="2500863"/>
                  <a:ext cx="1922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AE45304-B5B6-ABEB-3D3E-392CAA8AB9E8}"/>
                    </a:ext>
                  </a:extLst>
                </p14:cNvPr>
                <p14:cNvContentPartPr/>
                <p14:nvPr/>
              </p14:nvContentPartPr>
              <p14:xfrm>
                <a:off x="9514686" y="2720103"/>
                <a:ext cx="2160" cy="2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AE45304-B5B6-ABEB-3D3E-392CAA8AB9E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97046" y="270246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F29FC7C-95E2-7FBF-CE26-719713142EEE}"/>
                    </a:ext>
                  </a:extLst>
                </p14:cNvPr>
                <p14:cNvContentPartPr/>
                <p14:nvPr/>
              </p14:nvContentPartPr>
              <p14:xfrm>
                <a:off x="11759286" y="2633343"/>
                <a:ext cx="1440" cy="29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F29FC7C-95E2-7FBF-CE26-719713142EE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741646" y="2615703"/>
                  <a:ext cx="37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E60329D-15C2-EEC7-C935-B4CD41B722F4}"/>
                    </a:ext>
                  </a:extLst>
                </p14:cNvPr>
                <p14:cNvContentPartPr/>
                <p14:nvPr/>
              </p14:nvContentPartPr>
              <p14:xfrm>
                <a:off x="10593606" y="2702463"/>
                <a:ext cx="10440" cy="122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E60329D-15C2-EEC7-C935-B4CD41B722F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75966" y="2684823"/>
                  <a:ext cx="4608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8ED53D6-88F9-4181-C043-12BC9EE0C621}"/>
                  </a:ext>
                </a:extLst>
              </p14:cNvPr>
              <p14:cNvContentPartPr/>
              <p14:nvPr/>
            </p14:nvContentPartPr>
            <p14:xfrm>
              <a:off x="2432046" y="2737743"/>
              <a:ext cx="3240" cy="21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8ED53D6-88F9-4181-C043-12BC9EE0C621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414406" y="2720103"/>
                <a:ext cx="38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219723B0-5F4D-8CC2-2284-E8FF71257FEC}"/>
                  </a:ext>
                </a:extLst>
              </p14:cNvPr>
              <p14:cNvContentPartPr/>
              <p14:nvPr/>
            </p14:nvContentPartPr>
            <p14:xfrm>
              <a:off x="2391366" y="4288623"/>
              <a:ext cx="360" cy="3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219723B0-5F4D-8CC2-2284-E8FF71257FE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73366" y="427098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C5AA833-3FEB-DFB9-4A1F-D2145743C12C}"/>
              </a:ext>
            </a:extLst>
          </p:cNvPr>
          <p:cNvGrpSpPr/>
          <p:nvPr/>
        </p:nvGrpSpPr>
        <p:grpSpPr>
          <a:xfrm>
            <a:off x="3651366" y="3093423"/>
            <a:ext cx="981720" cy="1432440"/>
            <a:chOff x="3651366" y="3093423"/>
            <a:chExt cx="981720" cy="14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852BB09-536F-E8EB-F617-47033080CAB6}"/>
                    </a:ext>
                  </a:extLst>
                </p14:cNvPr>
                <p14:cNvContentPartPr/>
                <p14:nvPr/>
              </p14:nvContentPartPr>
              <p14:xfrm>
                <a:off x="3651366" y="3168303"/>
                <a:ext cx="263520" cy="1357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852BB09-536F-E8EB-F617-47033080CAB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633726" y="3150663"/>
                  <a:ext cx="299160" cy="13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D8F44B-F372-85FC-9D05-E28D51CE996E}"/>
                    </a:ext>
                  </a:extLst>
                </p14:cNvPr>
                <p14:cNvContentPartPr/>
                <p14:nvPr/>
              </p14:nvContentPartPr>
              <p14:xfrm>
                <a:off x="3919566" y="3372423"/>
                <a:ext cx="313560" cy="174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D8F44B-F372-85FC-9D05-E28D51CE996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901566" y="3354423"/>
                  <a:ext cx="3492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E14818-5348-6966-2D22-EE6B0EFA52B0}"/>
                    </a:ext>
                  </a:extLst>
                </p14:cNvPr>
                <p14:cNvContentPartPr/>
                <p14:nvPr/>
              </p14:nvContentPartPr>
              <p14:xfrm>
                <a:off x="4022166" y="3894423"/>
                <a:ext cx="173880" cy="413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E14818-5348-6966-2D22-EE6B0EFA52B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004526" y="3876783"/>
                  <a:ext cx="2095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E01F068-4690-E4CA-2BF2-104B64811C40}"/>
                    </a:ext>
                  </a:extLst>
                </p14:cNvPr>
                <p14:cNvContentPartPr/>
                <p14:nvPr/>
              </p14:nvContentPartPr>
              <p14:xfrm>
                <a:off x="4308006" y="3093423"/>
                <a:ext cx="325080" cy="1397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E01F068-4690-E4CA-2BF2-104B64811C4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290366" y="3075423"/>
                  <a:ext cx="360720" cy="14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970AA5B-A1EA-239A-1979-06A16B76BB20}"/>
                    </a:ext>
                  </a:extLst>
                </p14:cNvPr>
                <p14:cNvContentPartPr/>
                <p14:nvPr/>
              </p14:nvContentPartPr>
              <p14:xfrm>
                <a:off x="4215486" y="4249023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970AA5B-A1EA-239A-1979-06A16B76BB2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97486" y="42310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4A6F36D9-9664-B703-EA24-C37AEE4D9022}"/>
              </a:ext>
            </a:extLst>
          </p:cNvPr>
          <p:cNvGrpSpPr/>
          <p:nvPr/>
        </p:nvGrpSpPr>
        <p:grpSpPr>
          <a:xfrm>
            <a:off x="3716526" y="1344543"/>
            <a:ext cx="3780360" cy="627840"/>
            <a:chOff x="3716526" y="1344543"/>
            <a:chExt cx="3780360" cy="62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756A6D9-F5C9-C63B-E130-BB12AF7C817B}"/>
                    </a:ext>
                  </a:extLst>
                </p14:cNvPr>
                <p14:cNvContentPartPr/>
                <p14:nvPr/>
              </p14:nvContentPartPr>
              <p14:xfrm>
                <a:off x="5525886" y="1472703"/>
                <a:ext cx="1971000" cy="255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756A6D9-F5C9-C63B-E130-BB12AF7C817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07886" y="1454703"/>
                  <a:ext cx="2006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B990A20-DCAC-CF80-4855-65B61E19AD4A}"/>
                    </a:ext>
                  </a:extLst>
                </p14:cNvPr>
                <p14:cNvContentPartPr/>
                <p14:nvPr/>
              </p14:nvContentPartPr>
              <p14:xfrm>
                <a:off x="5453886" y="1344543"/>
                <a:ext cx="134640" cy="2073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B990A20-DCAC-CF80-4855-65B61E19AD4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35886" y="1326903"/>
                  <a:ext cx="170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9C2232-AA9D-8235-54A6-64F31F40BA55}"/>
                    </a:ext>
                  </a:extLst>
                </p14:cNvPr>
                <p14:cNvContentPartPr/>
                <p14:nvPr/>
              </p14:nvContentPartPr>
              <p14:xfrm>
                <a:off x="3716526" y="1648743"/>
                <a:ext cx="156240" cy="39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9C2232-AA9D-8235-54A6-64F31F40BA5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698886" y="1630743"/>
                  <a:ext cx="191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8901655-F5AF-6E2A-9223-E3AF42BDDAF7}"/>
                    </a:ext>
                  </a:extLst>
                </p14:cNvPr>
                <p14:cNvContentPartPr/>
                <p14:nvPr/>
              </p14:nvContentPartPr>
              <p14:xfrm>
                <a:off x="3736326" y="1714263"/>
                <a:ext cx="185400" cy="2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8901655-F5AF-6E2A-9223-E3AF42BDDAF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718326" y="1696623"/>
                  <a:ext cx="221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9BC611-C9D0-9C63-80C1-546C5DE44F94}"/>
                    </a:ext>
                  </a:extLst>
                </p14:cNvPr>
                <p14:cNvContentPartPr/>
                <p14:nvPr/>
              </p14:nvContentPartPr>
              <p14:xfrm>
                <a:off x="4232046" y="1446423"/>
                <a:ext cx="124920" cy="28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9BC611-C9D0-9C63-80C1-546C5DE44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14046" y="1428783"/>
                  <a:ext cx="160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4EE15C-927B-2E0E-002D-56517B702CFB}"/>
                    </a:ext>
                  </a:extLst>
                </p14:cNvPr>
                <p14:cNvContentPartPr/>
                <p14:nvPr/>
              </p14:nvContentPartPr>
              <p14:xfrm>
                <a:off x="4405566" y="1649463"/>
                <a:ext cx="115560" cy="47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4EE15C-927B-2E0E-002D-56517B702CF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387926" y="1631463"/>
                  <a:ext cx="151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C0BA34-8C9C-ACE8-B1FB-E7B07CDFBD6F}"/>
                    </a:ext>
                  </a:extLst>
                </p14:cNvPr>
                <p14:cNvContentPartPr/>
                <p14:nvPr/>
              </p14:nvContentPartPr>
              <p14:xfrm>
                <a:off x="4624446" y="1468023"/>
                <a:ext cx="195120" cy="28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C0BA34-8C9C-ACE8-B1FB-E7B07CDFBD6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06446" y="1450023"/>
                  <a:ext cx="2307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058861A-D7D6-CA60-A802-5525B9E85E02}"/>
                    </a:ext>
                  </a:extLst>
                </p14:cNvPr>
                <p14:cNvContentPartPr/>
                <p14:nvPr/>
              </p14:nvContentPartPr>
              <p14:xfrm>
                <a:off x="4916406" y="1474143"/>
                <a:ext cx="259200" cy="322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058861A-D7D6-CA60-A802-5525B9E85E0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98766" y="1456143"/>
                  <a:ext cx="2948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1A79B12-A1A2-A14D-906D-4E044A57F82A}"/>
                    </a:ext>
                  </a:extLst>
                </p14:cNvPr>
                <p14:cNvContentPartPr/>
                <p14:nvPr/>
              </p14:nvContentPartPr>
              <p14:xfrm>
                <a:off x="4023246" y="1873023"/>
                <a:ext cx="23400" cy="7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1A79B12-A1A2-A14D-906D-4E044A57F82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005246" y="1855383"/>
                  <a:ext cx="59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4732F1D-C20D-4638-D63B-CC783E7D5149}"/>
                    </a:ext>
                  </a:extLst>
                </p14:cNvPr>
                <p14:cNvContentPartPr/>
                <p14:nvPr/>
              </p14:nvContentPartPr>
              <p14:xfrm>
                <a:off x="4501686" y="1835223"/>
                <a:ext cx="10800" cy="1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4732F1D-C20D-4638-D63B-CC783E7D514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483686" y="1817583"/>
                  <a:ext cx="46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CDDE7C0-ACB4-2797-DBFB-CC8D053E7792}"/>
                    </a:ext>
                  </a:extLst>
                </p14:cNvPr>
                <p14:cNvContentPartPr/>
                <p14:nvPr/>
              </p14:nvContentPartPr>
              <p14:xfrm>
                <a:off x="4949526" y="1788423"/>
                <a:ext cx="5400" cy="2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CDDE7C0-ACB4-2797-DBFB-CC8D053E779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931886" y="1770423"/>
                  <a:ext cx="41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F9603C6-B968-E601-6B31-0787A031E9F9}"/>
                    </a:ext>
                  </a:extLst>
                </p14:cNvPr>
                <p14:cNvContentPartPr/>
                <p14:nvPr/>
              </p14:nvContentPartPr>
              <p14:xfrm>
                <a:off x="4067166" y="1838823"/>
                <a:ext cx="1238040" cy="421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F9603C6-B968-E601-6B31-0787A031E9F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049166" y="1821183"/>
                  <a:ext cx="1273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101AA70-239C-A6E5-A6F2-259464AA4EF9}"/>
                    </a:ext>
                  </a:extLst>
                </p14:cNvPr>
                <p14:cNvContentPartPr/>
                <p14:nvPr/>
              </p14:nvContentPartPr>
              <p14:xfrm>
                <a:off x="4082646" y="1861503"/>
                <a:ext cx="1252080" cy="1108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101AA70-239C-A6E5-A6F2-259464AA4EF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064646" y="1843863"/>
                  <a:ext cx="12877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0A491D54-EEF1-041C-CEE0-72D2096B7BFC}"/>
              </a:ext>
            </a:extLst>
          </p:cNvPr>
          <p:cNvGrpSpPr/>
          <p:nvPr/>
        </p:nvGrpSpPr>
        <p:grpSpPr>
          <a:xfrm>
            <a:off x="3871326" y="2139783"/>
            <a:ext cx="1817640" cy="619920"/>
            <a:chOff x="3871326" y="2139783"/>
            <a:chExt cx="181764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BED160D-EEC3-619E-20B0-F59DF8DDA8D5}"/>
                    </a:ext>
                  </a:extLst>
                </p14:cNvPr>
                <p14:cNvContentPartPr/>
                <p14:nvPr/>
              </p14:nvContentPartPr>
              <p14:xfrm>
                <a:off x="3889686" y="2329503"/>
                <a:ext cx="94680" cy="21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BED160D-EEC3-619E-20B0-F59DF8DDA8D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871686" y="2311863"/>
                  <a:ext cx="13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59D2DB8-A8FF-E699-CF77-5128965D9CE0}"/>
                    </a:ext>
                  </a:extLst>
                </p14:cNvPr>
                <p14:cNvContentPartPr/>
                <p14:nvPr/>
              </p14:nvContentPartPr>
              <p14:xfrm>
                <a:off x="3871326" y="2392503"/>
                <a:ext cx="178560" cy="38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59D2DB8-A8FF-E699-CF77-5128965D9CE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853326" y="2374503"/>
                  <a:ext cx="214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9F3310-34D9-19A0-59A6-66F17C9E95B0}"/>
                    </a:ext>
                  </a:extLst>
                </p14:cNvPr>
                <p14:cNvContentPartPr/>
                <p14:nvPr/>
              </p14:nvContentPartPr>
              <p14:xfrm>
                <a:off x="4305126" y="2205303"/>
                <a:ext cx="124200" cy="297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9F3310-34D9-19A0-59A6-66F17C9E95B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287486" y="2187663"/>
                  <a:ext cx="1598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FD79692-2475-719A-0098-E870001544F3}"/>
                    </a:ext>
                  </a:extLst>
                </p14:cNvPr>
                <p14:cNvContentPartPr/>
                <p14:nvPr/>
              </p14:nvContentPartPr>
              <p14:xfrm>
                <a:off x="4596366" y="2301783"/>
                <a:ext cx="149040" cy="66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FD79692-2475-719A-0098-E870001544F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578366" y="2284143"/>
                  <a:ext cx="184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AF095B-FD64-5170-F280-F7A17296B047}"/>
                    </a:ext>
                  </a:extLst>
                </p14:cNvPr>
                <p14:cNvContentPartPr/>
                <p14:nvPr/>
              </p14:nvContentPartPr>
              <p14:xfrm>
                <a:off x="4912086" y="2139783"/>
                <a:ext cx="225720" cy="268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AF095B-FD64-5170-F280-F7A17296B04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894446" y="2122143"/>
                  <a:ext cx="261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B29F49-12FF-78FB-BAA6-94515ABC3896}"/>
                    </a:ext>
                  </a:extLst>
                </p14:cNvPr>
                <p14:cNvContentPartPr/>
                <p14:nvPr/>
              </p14:nvContentPartPr>
              <p14:xfrm>
                <a:off x="5243646" y="2205663"/>
                <a:ext cx="300600" cy="200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B29F49-12FF-78FB-BAA6-94515ABC389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226006" y="2188023"/>
                  <a:ext cx="336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8E53683-6B54-759E-95BC-F231D7E578D9}"/>
                    </a:ext>
                  </a:extLst>
                </p14:cNvPr>
                <p14:cNvContentPartPr/>
                <p14:nvPr/>
              </p14:nvContentPartPr>
              <p14:xfrm>
                <a:off x="4427886" y="2539383"/>
                <a:ext cx="1261080" cy="117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8E53683-6B54-759E-95BC-F231D7E578D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410246" y="2521743"/>
                  <a:ext cx="1296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A14D7CB-EF26-5CE9-6E8C-F6EF73754874}"/>
                    </a:ext>
                  </a:extLst>
                </p14:cNvPr>
                <p14:cNvContentPartPr/>
                <p14:nvPr/>
              </p14:nvContentPartPr>
              <p14:xfrm>
                <a:off x="4371006" y="2632983"/>
                <a:ext cx="1289160" cy="126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A14D7CB-EF26-5CE9-6E8C-F6EF7375487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353366" y="2614983"/>
                  <a:ext cx="13248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1F0D00B-8DD9-53E9-F6D8-75BCFD284678}"/>
              </a:ext>
            </a:extLst>
          </p:cNvPr>
          <p:cNvGrpSpPr/>
          <p:nvPr/>
        </p:nvGrpSpPr>
        <p:grpSpPr>
          <a:xfrm>
            <a:off x="2284086" y="320703"/>
            <a:ext cx="1020600" cy="717840"/>
            <a:chOff x="2284086" y="320703"/>
            <a:chExt cx="102060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C7A4AA-6C80-E6E0-A3B2-3EFA12708BA6}"/>
                    </a:ext>
                  </a:extLst>
                </p14:cNvPr>
                <p14:cNvContentPartPr/>
                <p14:nvPr/>
              </p14:nvContentPartPr>
              <p14:xfrm>
                <a:off x="2414406" y="514023"/>
                <a:ext cx="231480" cy="241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C7A4AA-6C80-E6E0-A3B2-3EFA12708BA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396406" y="496383"/>
                  <a:ext cx="2671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02148-57A1-8901-CC43-16A3561C0C51}"/>
                    </a:ext>
                  </a:extLst>
                </p14:cNvPr>
                <p14:cNvContentPartPr/>
                <p14:nvPr/>
              </p14:nvContentPartPr>
              <p14:xfrm>
                <a:off x="2715006" y="590703"/>
                <a:ext cx="102960" cy="40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02148-57A1-8901-CC43-16A3561C0C5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697366" y="572703"/>
                  <a:ext cx="13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5A85AC-65DB-D960-CB63-CA1098A2C809}"/>
                    </a:ext>
                  </a:extLst>
                </p14:cNvPr>
                <p14:cNvContentPartPr/>
                <p14:nvPr/>
              </p14:nvContentPartPr>
              <p14:xfrm>
                <a:off x="2697366" y="624903"/>
                <a:ext cx="185760" cy="42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5A85AC-65DB-D960-CB63-CA1098A2C80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679366" y="607263"/>
                  <a:ext cx="221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687332-1825-5D56-72CF-0B9ED9E36058}"/>
                    </a:ext>
                  </a:extLst>
                </p14:cNvPr>
                <p14:cNvContentPartPr/>
                <p14:nvPr/>
              </p14:nvContentPartPr>
              <p14:xfrm>
                <a:off x="3002286" y="320703"/>
                <a:ext cx="302400" cy="464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687332-1825-5D56-72CF-0B9ED9E3605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984286" y="302703"/>
                  <a:ext cx="33804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4DB8EE0-DC55-B52F-1D53-94A770452BE1}"/>
                    </a:ext>
                  </a:extLst>
                </p14:cNvPr>
                <p14:cNvContentPartPr/>
                <p14:nvPr/>
              </p14:nvContentPartPr>
              <p14:xfrm>
                <a:off x="2331246" y="819663"/>
                <a:ext cx="834480" cy="1735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4DB8EE0-DC55-B52F-1D53-94A770452BE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313606" y="802023"/>
                  <a:ext cx="870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F41ECD9-BD41-A4F0-56E7-336AB5A7B628}"/>
                    </a:ext>
                  </a:extLst>
                </p14:cNvPr>
                <p14:cNvContentPartPr/>
                <p14:nvPr/>
              </p14:nvContentPartPr>
              <p14:xfrm>
                <a:off x="2284086" y="871143"/>
                <a:ext cx="946080" cy="1674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F41ECD9-BD41-A4F0-56E7-336AB5A7B62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266446" y="853143"/>
                  <a:ext cx="98172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A854794C-72C1-5EAE-D0DE-18F7C8F5D41E}"/>
                  </a:ext>
                </a:extLst>
              </p14:cNvPr>
              <p14:cNvContentPartPr/>
              <p14:nvPr/>
            </p14:nvContentPartPr>
            <p14:xfrm>
              <a:off x="2395326" y="5376903"/>
              <a:ext cx="10080" cy="144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A854794C-72C1-5EAE-D0DE-18F7C8F5D41E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2377686" y="5358903"/>
                <a:ext cx="4572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A61BB02-5289-9D9F-B9DE-90701D468AE2}"/>
              </a:ext>
            </a:extLst>
          </p:cNvPr>
          <p:cNvGrpSpPr/>
          <p:nvPr/>
        </p:nvGrpSpPr>
        <p:grpSpPr>
          <a:xfrm>
            <a:off x="3006966" y="4906023"/>
            <a:ext cx="316440" cy="417600"/>
            <a:chOff x="3006966" y="4906023"/>
            <a:chExt cx="31644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8A4A215-9404-10DB-1FC1-6994B46B6235}"/>
                    </a:ext>
                  </a:extLst>
                </p14:cNvPr>
                <p14:cNvContentPartPr/>
                <p14:nvPr/>
              </p14:nvContentPartPr>
              <p14:xfrm>
                <a:off x="3055926" y="4906023"/>
                <a:ext cx="181440" cy="32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8A4A215-9404-10DB-1FC1-6994B46B623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037926" y="4888023"/>
                  <a:ext cx="217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1ECDD69-7CB7-9F3B-A8CD-CACF8BD19820}"/>
                    </a:ext>
                  </a:extLst>
                </p14:cNvPr>
                <p14:cNvContentPartPr/>
                <p14:nvPr/>
              </p14:nvContentPartPr>
              <p14:xfrm>
                <a:off x="3006966" y="4918263"/>
                <a:ext cx="298800" cy="335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1ECDD69-7CB7-9F3B-A8CD-CACF8BD1982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989326" y="4900623"/>
                  <a:ext cx="334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1EF23ED-5AB7-177D-724C-07971AD63EAF}"/>
                    </a:ext>
                  </a:extLst>
                </p14:cNvPr>
                <p14:cNvContentPartPr/>
                <p14:nvPr/>
              </p14:nvContentPartPr>
              <p14:xfrm>
                <a:off x="3314046" y="5313543"/>
                <a:ext cx="9360" cy="100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1EF23ED-5AB7-177D-724C-07971AD63EA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296046" y="5295543"/>
                  <a:ext cx="45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9B88CE9-FD50-3A6C-5C51-7EDC857482DA}"/>
              </a:ext>
            </a:extLst>
          </p:cNvPr>
          <p:cNvGrpSpPr/>
          <p:nvPr/>
        </p:nvGrpSpPr>
        <p:grpSpPr>
          <a:xfrm>
            <a:off x="4895166" y="4833663"/>
            <a:ext cx="264240" cy="473760"/>
            <a:chOff x="4895166" y="4833663"/>
            <a:chExt cx="26424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A115815-7390-AA8C-2645-A45A4FB01BE1}"/>
                    </a:ext>
                  </a:extLst>
                </p14:cNvPr>
                <p14:cNvContentPartPr/>
                <p14:nvPr/>
              </p14:nvContentPartPr>
              <p14:xfrm>
                <a:off x="4904886" y="4875063"/>
                <a:ext cx="37440" cy="297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A115815-7390-AA8C-2645-A45A4FB01BE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887246" y="4857063"/>
                  <a:ext cx="73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E5890DF-73C6-69C0-939B-4FE570D05D53}"/>
                    </a:ext>
                  </a:extLst>
                </p14:cNvPr>
                <p14:cNvContentPartPr/>
                <p14:nvPr/>
              </p14:nvContentPartPr>
              <p14:xfrm>
                <a:off x="4895166" y="4833663"/>
                <a:ext cx="264240" cy="379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E5890DF-73C6-69C0-939B-4FE570D05D5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877526" y="4815663"/>
                  <a:ext cx="2998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7BB87F6-3703-6D66-0495-970FED0B6890}"/>
                    </a:ext>
                  </a:extLst>
                </p14:cNvPr>
                <p14:cNvContentPartPr/>
                <p14:nvPr/>
              </p14:nvContentPartPr>
              <p14:xfrm>
                <a:off x="5042406" y="5307063"/>
                <a:ext cx="360" cy="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7BB87F6-3703-6D66-0495-970FED0B68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24406" y="52894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7BC47598-5CDD-6FD0-1831-1DD90B5BE548}"/>
              </a:ext>
            </a:extLst>
          </p:cNvPr>
          <p:cNvGrpSpPr/>
          <p:nvPr/>
        </p:nvGrpSpPr>
        <p:grpSpPr>
          <a:xfrm>
            <a:off x="3059526" y="5446383"/>
            <a:ext cx="583920" cy="135720"/>
            <a:chOff x="3059526" y="5446383"/>
            <a:chExt cx="58392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39E16A7-DDFC-90F2-D396-74864338E845}"/>
                    </a:ext>
                  </a:extLst>
                </p14:cNvPr>
                <p14:cNvContentPartPr/>
                <p14:nvPr/>
              </p14:nvContentPartPr>
              <p14:xfrm>
                <a:off x="3139446" y="5446383"/>
                <a:ext cx="399960" cy="468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39E16A7-DDFC-90F2-D396-74864338E84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121446" y="5428383"/>
                  <a:ext cx="435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F11F029-717C-FC8A-F28B-26D3BD51C208}"/>
                    </a:ext>
                  </a:extLst>
                </p14:cNvPr>
                <p14:cNvContentPartPr/>
                <p14:nvPr/>
              </p14:nvContentPartPr>
              <p14:xfrm>
                <a:off x="3059526" y="5510463"/>
                <a:ext cx="583920" cy="71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F11F029-717C-FC8A-F28B-26D3BD51C20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041526" y="5492463"/>
                  <a:ext cx="61956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B7041E3B-9417-2D99-7DFE-23765E7412AF}"/>
                  </a:ext>
                </a:extLst>
              </p14:cNvPr>
              <p14:cNvContentPartPr/>
              <p14:nvPr/>
            </p14:nvContentPartPr>
            <p14:xfrm>
              <a:off x="8244606" y="5351343"/>
              <a:ext cx="9720" cy="360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B7041E3B-9417-2D99-7DFE-23765E7412AF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8226606" y="5333343"/>
                <a:ext cx="453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Group 324">
            <a:extLst>
              <a:ext uri="{FF2B5EF4-FFF2-40B4-BE49-F238E27FC236}">
                <a16:creationId xmlns:a16="http://schemas.microsoft.com/office/drawing/2014/main" id="{272E7E20-287C-10C9-FF40-E6D95A03D461}"/>
              </a:ext>
            </a:extLst>
          </p:cNvPr>
          <p:cNvGrpSpPr/>
          <p:nvPr/>
        </p:nvGrpSpPr>
        <p:grpSpPr>
          <a:xfrm>
            <a:off x="9102126" y="4470063"/>
            <a:ext cx="1209960" cy="725400"/>
            <a:chOff x="9102126" y="4470063"/>
            <a:chExt cx="120996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06B0AB-86E0-C839-695C-18478F9088F4}"/>
                    </a:ext>
                  </a:extLst>
                </p14:cNvPr>
                <p14:cNvContentPartPr/>
                <p14:nvPr/>
              </p14:nvContentPartPr>
              <p14:xfrm>
                <a:off x="9102126" y="4726743"/>
                <a:ext cx="251280" cy="379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06B0AB-86E0-C839-695C-18478F9088F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084486" y="4708743"/>
                  <a:ext cx="2869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B91A7D9-6B0C-1FB1-D440-8AB892CF09C1}"/>
                    </a:ext>
                  </a:extLst>
                </p14:cNvPr>
                <p14:cNvContentPartPr/>
                <p14:nvPr/>
              </p14:nvContentPartPr>
              <p14:xfrm>
                <a:off x="9443046" y="4642503"/>
                <a:ext cx="192600" cy="78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B91A7D9-6B0C-1FB1-D440-8AB892CF09C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425406" y="4624863"/>
                  <a:ext cx="228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0C886E9-8581-2420-BFD7-4D79739FD1E5}"/>
                    </a:ext>
                  </a:extLst>
                </p14:cNvPr>
                <p14:cNvContentPartPr/>
                <p14:nvPr/>
              </p14:nvContentPartPr>
              <p14:xfrm>
                <a:off x="9756246" y="4470063"/>
                <a:ext cx="27360" cy="235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0C886E9-8581-2420-BFD7-4D79739FD1E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738606" y="4452063"/>
                  <a:ext cx="63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2B9B17B-37D2-8E47-DFA4-81F31AE9E2E6}"/>
                    </a:ext>
                  </a:extLst>
                </p14:cNvPr>
                <p14:cNvContentPartPr/>
                <p14:nvPr/>
              </p14:nvContentPartPr>
              <p14:xfrm>
                <a:off x="10007166" y="4724583"/>
                <a:ext cx="70920" cy="296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2B9B17B-37D2-8E47-DFA4-81F31AE9E2E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989526" y="4706943"/>
                  <a:ext cx="106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A72C47A-29FE-8AE0-E07B-ABC666743E67}"/>
                    </a:ext>
                  </a:extLst>
                </p14:cNvPr>
                <p14:cNvContentPartPr/>
                <p14:nvPr/>
              </p14:nvContentPartPr>
              <p14:xfrm>
                <a:off x="9778926" y="4693623"/>
                <a:ext cx="533160" cy="3866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A72C47A-29FE-8AE0-E07B-ABC666743E6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761286" y="4675983"/>
                  <a:ext cx="5688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D628321-A334-1CFF-4AD7-19520D5163E8}"/>
                    </a:ext>
                  </a:extLst>
                </p14:cNvPr>
                <p14:cNvContentPartPr/>
                <p14:nvPr/>
              </p14:nvContentPartPr>
              <p14:xfrm>
                <a:off x="9387246" y="5182863"/>
                <a:ext cx="22320" cy="126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1D628321-A334-1CFF-4AD7-19520D5163E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69246" y="5164863"/>
                  <a:ext cx="57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6C8F395-5546-C789-6600-DFBE595B6FC1}"/>
                    </a:ext>
                  </a:extLst>
                </p14:cNvPr>
                <p14:cNvContentPartPr/>
                <p14:nvPr/>
              </p14:nvContentPartPr>
              <p14:xfrm>
                <a:off x="9969366" y="4566903"/>
                <a:ext cx="17280" cy="108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6C8F395-5546-C789-6600-DFBE595B6FC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951726" y="4549263"/>
                  <a:ext cx="5292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740958E5-0967-9C38-1525-285985D70423}"/>
                  </a:ext>
                </a:extLst>
              </p14:cNvPr>
              <p14:cNvContentPartPr/>
              <p14:nvPr/>
            </p14:nvContentPartPr>
            <p14:xfrm>
              <a:off x="10554726" y="5192943"/>
              <a:ext cx="21600" cy="216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740958E5-0967-9C38-1525-285985D70423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0536726" y="5175303"/>
                <a:ext cx="572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oup 335">
            <a:extLst>
              <a:ext uri="{FF2B5EF4-FFF2-40B4-BE49-F238E27FC236}">
                <a16:creationId xmlns:a16="http://schemas.microsoft.com/office/drawing/2014/main" id="{7047F8A8-6A47-F0AE-A304-D198C06F14B5}"/>
              </a:ext>
            </a:extLst>
          </p:cNvPr>
          <p:cNvGrpSpPr/>
          <p:nvPr/>
        </p:nvGrpSpPr>
        <p:grpSpPr>
          <a:xfrm>
            <a:off x="139926" y="2632983"/>
            <a:ext cx="92520" cy="135720"/>
            <a:chOff x="139926" y="2632983"/>
            <a:chExt cx="9252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2A874EC-A619-3E5D-A357-B5945FDD3316}"/>
                    </a:ext>
                  </a:extLst>
                </p14:cNvPr>
                <p14:cNvContentPartPr/>
                <p14:nvPr/>
              </p14:nvContentPartPr>
              <p14:xfrm>
                <a:off x="232086" y="2768343"/>
                <a:ext cx="360" cy="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2A874EC-A619-3E5D-A357-B5945FDD331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4086" y="27507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5CC48B8-DF9A-7F2F-EFF4-92B128A1438C}"/>
                    </a:ext>
                  </a:extLst>
                </p14:cNvPr>
                <p14:cNvContentPartPr/>
                <p14:nvPr/>
              </p14:nvContentPartPr>
              <p14:xfrm>
                <a:off x="180606" y="2632983"/>
                <a:ext cx="11520" cy="1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5CC48B8-DF9A-7F2F-EFF4-92B128A1438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62966" y="2614983"/>
                  <a:ext cx="47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DD42551-85D2-9E4C-4B6D-6FA7D04B58A5}"/>
                    </a:ext>
                  </a:extLst>
                </p14:cNvPr>
                <p14:cNvContentPartPr/>
                <p14:nvPr/>
              </p14:nvContentPartPr>
              <p14:xfrm>
                <a:off x="139926" y="2739903"/>
                <a:ext cx="21240" cy="223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DD42551-85D2-9E4C-4B6D-6FA7D04B58A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21926" y="2721903"/>
                  <a:ext cx="56880" cy="5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309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0C4168-155E-4E47-80F7-EA2E47396C56}"/>
                  </a:ext>
                </a:extLst>
              </p14:cNvPr>
              <p14:cNvContentPartPr/>
              <p14:nvPr/>
            </p14:nvContentPartPr>
            <p14:xfrm>
              <a:off x="776766" y="382623"/>
              <a:ext cx="4680" cy="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0C4168-155E-4E47-80F7-EA2E47396C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9126" y="364623"/>
                <a:ext cx="40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42B6B0-DE85-7DC2-392A-F2CA955D0B27}"/>
                  </a:ext>
                </a:extLst>
              </p14:cNvPr>
              <p14:cNvContentPartPr/>
              <p14:nvPr/>
            </p14:nvContentPartPr>
            <p14:xfrm>
              <a:off x="490566" y="609783"/>
              <a:ext cx="21960" cy="3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42B6B0-DE85-7DC2-392A-F2CA955D0B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926" y="592143"/>
                <a:ext cx="576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9041FB-E22F-ACE7-16BF-53A86F8EC800}"/>
                  </a:ext>
                </a:extLst>
              </p14:cNvPr>
              <p14:cNvContentPartPr/>
              <p14:nvPr/>
            </p14:nvContentPartPr>
            <p14:xfrm>
              <a:off x="908886" y="595743"/>
              <a:ext cx="14760" cy="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9041FB-E22F-ACE7-16BF-53A86F8EC8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0886" y="578103"/>
                <a:ext cx="50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384138-B088-06F6-DF85-F6555BAFC104}"/>
                  </a:ext>
                </a:extLst>
              </p14:cNvPr>
              <p14:cNvContentPartPr/>
              <p14:nvPr/>
            </p14:nvContentPartPr>
            <p14:xfrm>
              <a:off x="1389126" y="316023"/>
              <a:ext cx="252720" cy="32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384138-B088-06F6-DF85-F6555BAFC1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1126" y="298023"/>
                <a:ext cx="28836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8323C82-05EB-84BC-F2F1-9AE740FF638E}"/>
              </a:ext>
            </a:extLst>
          </p:cNvPr>
          <p:cNvGrpSpPr/>
          <p:nvPr/>
        </p:nvGrpSpPr>
        <p:grpSpPr>
          <a:xfrm>
            <a:off x="2031366" y="454623"/>
            <a:ext cx="267120" cy="171000"/>
            <a:chOff x="2031366" y="454623"/>
            <a:chExt cx="26712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E557F2-6549-611C-8DA1-DC6E72ED0FB4}"/>
                    </a:ext>
                  </a:extLst>
                </p14:cNvPr>
                <p14:cNvContentPartPr/>
                <p14:nvPr/>
              </p14:nvContentPartPr>
              <p14:xfrm>
                <a:off x="2031366" y="454623"/>
                <a:ext cx="107640" cy="164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E557F2-6549-611C-8DA1-DC6E72ED0F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3726" y="436983"/>
                  <a:ext cx="143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3CF09E-0657-196C-9A47-5B210E9A719F}"/>
                    </a:ext>
                  </a:extLst>
                </p14:cNvPr>
                <p14:cNvContentPartPr/>
                <p14:nvPr/>
              </p14:nvContentPartPr>
              <p14:xfrm>
                <a:off x="2209926" y="461823"/>
                <a:ext cx="88560" cy="163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3CF09E-0657-196C-9A47-5B210E9A71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2286" y="443823"/>
                  <a:ext cx="12420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39AFC3-001C-022B-184F-B33DB8C54476}"/>
                  </a:ext>
                </a:extLst>
              </p14:cNvPr>
              <p14:cNvContentPartPr/>
              <p14:nvPr/>
            </p14:nvContentPartPr>
            <p14:xfrm>
              <a:off x="2163126" y="331503"/>
              <a:ext cx="19800" cy="23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39AFC3-001C-022B-184F-B33DB8C544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45126" y="313863"/>
                <a:ext cx="5544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50AAE74-5C27-223E-FBE0-D551D225A2F0}"/>
              </a:ext>
            </a:extLst>
          </p:cNvPr>
          <p:cNvGrpSpPr/>
          <p:nvPr/>
        </p:nvGrpSpPr>
        <p:grpSpPr>
          <a:xfrm>
            <a:off x="2788806" y="219543"/>
            <a:ext cx="2402640" cy="750240"/>
            <a:chOff x="2788806" y="219543"/>
            <a:chExt cx="2402640" cy="75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3F5CED-EAAD-5CA1-4FF6-F6D49639A481}"/>
                    </a:ext>
                  </a:extLst>
                </p14:cNvPr>
                <p14:cNvContentPartPr/>
                <p14:nvPr/>
              </p14:nvContentPartPr>
              <p14:xfrm>
                <a:off x="2788806" y="460383"/>
                <a:ext cx="574920" cy="181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3F5CED-EAAD-5CA1-4FF6-F6D49639A4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70806" y="442743"/>
                  <a:ext cx="610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DBDA163-1338-B3B8-6019-F4B6DABFD447}"/>
                    </a:ext>
                  </a:extLst>
                </p14:cNvPr>
                <p14:cNvContentPartPr/>
                <p14:nvPr/>
              </p14:nvContentPartPr>
              <p14:xfrm>
                <a:off x="3498726" y="510783"/>
                <a:ext cx="106920" cy="2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DBDA163-1338-B3B8-6019-F4B6DABFD4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0726" y="493143"/>
                  <a:ext cx="142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BBA29D-339F-CD0F-0B94-54D3C97A4C35}"/>
                    </a:ext>
                  </a:extLst>
                </p14:cNvPr>
                <p14:cNvContentPartPr/>
                <p14:nvPr/>
              </p14:nvContentPartPr>
              <p14:xfrm>
                <a:off x="3649566" y="409623"/>
                <a:ext cx="134640" cy="21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BBA29D-339F-CD0F-0B94-54D3C97A4C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1566" y="391623"/>
                  <a:ext cx="170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86B35F-EBE4-9A4C-4E05-F01E8AB8729A}"/>
                    </a:ext>
                  </a:extLst>
                </p14:cNvPr>
                <p14:cNvContentPartPr/>
                <p14:nvPr/>
              </p14:nvContentPartPr>
              <p14:xfrm>
                <a:off x="3888606" y="448143"/>
                <a:ext cx="53640" cy="154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86B35F-EBE4-9A4C-4E05-F01E8AB872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70606" y="430143"/>
                  <a:ext cx="89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32D358-3FA4-487C-AB2A-6C07966842F3}"/>
                    </a:ext>
                  </a:extLst>
                </p14:cNvPr>
                <p14:cNvContentPartPr/>
                <p14:nvPr/>
              </p14:nvContentPartPr>
              <p14:xfrm>
                <a:off x="3937566" y="308463"/>
                <a:ext cx="27720" cy="24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32D358-3FA4-487C-AB2A-6C07966842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9926" y="290463"/>
                  <a:ext cx="63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C5F4C5-F159-0D34-A2A9-17BCA82A679E}"/>
                    </a:ext>
                  </a:extLst>
                </p14:cNvPr>
                <p14:cNvContentPartPr/>
                <p14:nvPr/>
              </p14:nvContentPartPr>
              <p14:xfrm>
                <a:off x="4025766" y="456783"/>
                <a:ext cx="178560" cy="136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C5F4C5-F159-0D34-A2A9-17BCA82A67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07766" y="439143"/>
                  <a:ext cx="214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A45DA5-3C66-CF76-756F-1504A115CCB9}"/>
                    </a:ext>
                  </a:extLst>
                </p14:cNvPr>
                <p14:cNvContentPartPr/>
                <p14:nvPr/>
              </p14:nvContentPartPr>
              <p14:xfrm>
                <a:off x="4053846" y="219543"/>
                <a:ext cx="739440" cy="750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A45DA5-3C66-CF76-756F-1504A115CC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5846" y="201903"/>
                  <a:ext cx="77508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9FD943-0828-FD10-F326-E28C8CE9F396}"/>
                    </a:ext>
                  </a:extLst>
                </p14:cNvPr>
                <p14:cNvContentPartPr/>
                <p14:nvPr/>
              </p14:nvContentPartPr>
              <p14:xfrm>
                <a:off x="4814886" y="429783"/>
                <a:ext cx="376560" cy="175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9FD943-0828-FD10-F326-E28C8CE9F3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886" y="411783"/>
                  <a:ext cx="4122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61342D-5326-3A38-5A36-CADABB116DAA}"/>
              </a:ext>
            </a:extLst>
          </p:cNvPr>
          <p:cNvGrpSpPr/>
          <p:nvPr/>
        </p:nvGrpSpPr>
        <p:grpSpPr>
          <a:xfrm>
            <a:off x="5705166" y="247983"/>
            <a:ext cx="814320" cy="349560"/>
            <a:chOff x="5705166" y="247983"/>
            <a:chExt cx="81432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4767A0-1D13-929C-3DB0-B26ADE60CB6F}"/>
                    </a:ext>
                  </a:extLst>
                </p14:cNvPr>
                <p14:cNvContentPartPr/>
                <p14:nvPr/>
              </p14:nvContentPartPr>
              <p14:xfrm>
                <a:off x="5705166" y="462543"/>
                <a:ext cx="155520" cy="135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4767A0-1D13-929C-3DB0-B26ADE60CB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87166" y="444543"/>
                  <a:ext cx="191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FA9CEC-258A-D813-2D55-1B51F69C7C0F}"/>
                    </a:ext>
                  </a:extLst>
                </p14:cNvPr>
                <p14:cNvContentPartPr/>
                <p14:nvPr/>
              </p14:nvContentPartPr>
              <p14:xfrm>
                <a:off x="5929806" y="438423"/>
                <a:ext cx="242640" cy="134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FA9CEC-258A-D813-2D55-1B51F69C7C0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11806" y="420423"/>
                  <a:ext cx="278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24356B-F689-2050-029F-7A5D38ABAB6D}"/>
                    </a:ext>
                  </a:extLst>
                </p14:cNvPr>
                <p14:cNvContentPartPr/>
                <p14:nvPr/>
              </p14:nvContentPartPr>
              <p14:xfrm>
                <a:off x="6285846" y="247983"/>
                <a:ext cx="233640" cy="327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24356B-F689-2050-029F-7A5D38ABAB6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7846" y="230343"/>
                  <a:ext cx="26928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090AF3-C5EE-9B65-DDE9-478750E54E32}"/>
              </a:ext>
            </a:extLst>
          </p:cNvPr>
          <p:cNvGrpSpPr/>
          <p:nvPr/>
        </p:nvGrpSpPr>
        <p:grpSpPr>
          <a:xfrm>
            <a:off x="7210326" y="240783"/>
            <a:ext cx="557280" cy="406080"/>
            <a:chOff x="7210326" y="240783"/>
            <a:chExt cx="55728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247687-886F-AA86-D68C-4583269655FA}"/>
                    </a:ext>
                  </a:extLst>
                </p14:cNvPr>
                <p14:cNvContentPartPr/>
                <p14:nvPr/>
              </p14:nvContentPartPr>
              <p14:xfrm>
                <a:off x="7210326" y="408183"/>
                <a:ext cx="157680" cy="238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247687-886F-AA86-D68C-4583269655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92326" y="390183"/>
                  <a:ext cx="193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5683F6-1C3F-37A0-1A59-74475AB17B25}"/>
                    </a:ext>
                  </a:extLst>
                </p14:cNvPr>
                <p14:cNvContentPartPr/>
                <p14:nvPr/>
              </p14:nvContentPartPr>
              <p14:xfrm>
                <a:off x="7501926" y="358503"/>
                <a:ext cx="137520" cy="68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5683F6-1C3F-37A0-1A59-74475AB17B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84286" y="340503"/>
                  <a:ext cx="173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607C8A-9B0E-A655-98DF-26774B99C11C}"/>
                    </a:ext>
                  </a:extLst>
                </p14:cNvPr>
                <p14:cNvContentPartPr/>
                <p14:nvPr/>
              </p14:nvContentPartPr>
              <p14:xfrm>
                <a:off x="7755366" y="240783"/>
                <a:ext cx="12240" cy="169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607C8A-9B0E-A655-98DF-26774B99C1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37366" y="223143"/>
                  <a:ext cx="4788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8957EF-FF2C-2A21-1889-7405FC878A8E}"/>
              </a:ext>
            </a:extLst>
          </p:cNvPr>
          <p:cNvGrpSpPr/>
          <p:nvPr/>
        </p:nvGrpSpPr>
        <p:grpSpPr>
          <a:xfrm>
            <a:off x="8179446" y="318543"/>
            <a:ext cx="1145160" cy="396000"/>
            <a:chOff x="8179446" y="318543"/>
            <a:chExt cx="114516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5EF2C75-F053-56CF-DF86-6D2EA96A1F3A}"/>
                    </a:ext>
                  </a:extLst>
                </p14:cNvPr>
                <p14:cNvContentPartPr/>
                <p14:nvPr/>
              </p14:nvContentPartPr>
              <p14:xfrm>
                <a:off x="8179446" y="541383"/>
                <a:ext cx="102240" cy="173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5EF2C75-F053-56CF-DF86-6D2EA96A1F3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61806" y="523383"/>
                  <a:ext cx="137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509344-E76B-4F10-9640-F326A753F9DA}"/>
                    </a:ext>
                  </a:extLst>
                </p14:cNvPr>
                <p14:cNvContentPartPr/>
                <p14:nvPr/>
              </p14:nvContentPartPr>
              <p14:xfrm>
                <a:off x="8366646" y="556143"/>
                <a:ext cx="386280" cy="145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B509344-E76B-4F10-9640-F326A753F9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49006" y="538143"/>
                  <a:ext cx="421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C33617-B84F-33C9-DA8B-1FD40725F2B5}"/>
                    </a:ext>
                  </a:extLst>
                </p14:cNvPr>
                <p14:cNvContentPartPr/>
                <p14:nvPr/>
              </p14:nvContentPartPr>
              <p14:xfrm>
                <a:off x="8724846" y="420063"/>
                <a:ext cx="46080" cy="33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C33617-B84F-33C9-DA8B-1FD40725F2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07206" y="402063"/>
                  <a:ext cx="81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4D0F5C-5B69-14F0-777E-02119EFEE4F5}"/>
                    </a:ext>
                  </a:extLst>
                </p14:cNvPr>
                <p14:cNvContentPartPr/>
                <p14:nvPr/>
              </p14:nvContentPartPr>
              <p14:xfrm>
                <a:off x="8798286" y="553623"/>
                <a:ext cx="101160" cy="146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4D0F5C-5B69-14F0-777E-02119EFEE4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80286" y="535623"/>
                  <a:ext cx="136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55D902-4267-EEA2-1DF1-599F85DE17F0}"/>
                    </a:ext>
                  </a:extLst>
                </p14:cNvPr>
                <p14:cNvContentPartPr/>
                <p14:nvPr/>
              </p14:nvContentPartPr>
              <p14:xfrm>
                <a:off x="8993766" y="318543"/>
                <a:ext cx="28440" cy="366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55D902-4267-EEA2-1DF1-599F85DE17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75766" y="300903"/>
                  <a:ext cx="640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62E6479-FA75-FDBB-F410-9A6AF6F3549B}"/>
                    </a:ext>
                  </a:extLst>
                </p14:cNvPr>
                <p14:cNvContentPartPr/>
                <p14:nvPr/>
              </p14:nvContentPartPr>
              <p14:xfrm>
                <a:off x="9009966" y="460743"/>
                <a:ext cx="75960" cy="43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62E6479-FA75-FDBB-F410-9A6AF6F354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91966" y="443103"/>
                  <a:ext cx="111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39AEC5-F356-5268-2E23-7020D362D27F}"/>
                    </a:ext>
                  </a:extLst>
                </p14:cNvPr>
                <p14:cNvContentPartPr/>
                <p14:nvPr/>
              </p14:nvContentPartPr>
              <p14:xfrm>
                <a:off x="9180966" y="503223"/>
                <a:ext cx="143640" cy="159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39AEC5-F356-5268-2E23-7020D362D27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62966" y="485583"/>
                  <a:ext cx="17928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F0959D5-5D5F-1FEB-AB1D-2771ACE4EFA9}"/>
                  </a:ext>
                </a:extLst>
              </p14:cNvPr>
              <p14:cNvContentPartPr/>
              <p14:nvPr/>
            </p14:nvContentPartPr>
            <p14:xfrm>
              <a:off x="9902406" y="915423"/>
              <a:ext cx="18000" cy="30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F0959D5-5D5F-1FEB-AB1D-2771ACE4EF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84406" y="897783"/>
                <a:ext cx="5364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1D7DF78-AEEE-EFDC-3D1E-F2DC7D9C066F}"/>
              </a:ext>
            </a:extLst>
          </p:cNvPr>
          <p:cNvGrpSpPr/>
          <p:nvPr/>
        </p:nvGrpSpPr>
        <p:grpSpPr>
          <a:xfrm>
            <a:off x="765606" y="1128183"/>
            <a:ext cx="605880" cy="451800"/>
            <a:chOff x="765606" y="1128183"/>
            <a:chExt cx="60588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CB254E-D3A2-29FF-5333-6A3F65988E5A}"/>
                    </a:ext>
                  </a:extLst>
                </p14:cNvPr>
                <p14:cNvContentPartPr/>
                <p14:nvPr/>
              </p14:nvContentPartPr>
              <p14:xfrm>
                <a:off x="765606" y="1317543"/>
                <a:ext cx="175680" cy="262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CB254E-D3A2-29FF-5333-6A3F65988E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7966" y="1299903"/>
                  <a:ext cx="2113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56C4420-8897-22C6-C5D6-5ABECB687BBE}"/>
                    </a:ext>
                  </a:extLst>
                </p14:cNvPr>
                <p14:cNvContentPartPr/>
                <p14:nvPr/>
              </p14:nvContentPartPr>
              <p14:xfrm>
                <a:off x="1101126" y="1267863"/>
                <a:ext cx="113760" cy="41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56C4420-8897-22C6-C5D6-5ABECB687B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3486" y="1249863"/>
                  <a:ext cx="149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96735B-23C4-C4C3-E1A6-453AF323BFE7}"/>
                    </a:ext>
                  </a:extLst>
                </p14:cNvPr>
                <p14:cNvContentPartPr/>
                <p14:nvPr/>
              </p14:nvContentPartPr>
              <p14:xfrm>
                <a:off x="1359966" y="1128183"/>
                <a:ext cx="11520" cy="14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96735B-23C4-C4C3-E1A6-453AF323BF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41966" y="1110183"/>
                  <a:ext cx="471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55C1973-BA9D-C753-9A2C-D7BED2ABECB5}"/>
              </a:ext>
            </a:extLst>
          </p:cNvPr>
          <p:cNvGrpSpPr/>
          <p:nvPr/>
        </p:nvGrpSpPr>
        <p:grpSpPr>
          <a:xfrm>
            <a:off x="1643286" y="1495383"/>
            <a:ext cx="173520" cy="113400"/>
            <a:chOff x="1643286" y="1495383"/>
            <a:chExt cx="17352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47E05D9-71A1-40C2-823B-9C69B20AFB20}"/>
                    </a:ext>
                  </a:extLst>
                </p14:cNvPr>
                <p14:cNvContentPartPr/>
                <p14:nvPr/>
              </p14:nvContentPartPr>
              <p14:xfrm>
                <a:off x="1673166" y="1495383"/>
                <a:ext cx="112680" cy="21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47E05D9-71A1-40C2-823B-9C69B20AFB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55166" y="1477383"/>
                  <a:ext cx="148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AB8DA7-5824-9C5F-64BE-18B45CA5F1E4}"/>
                    </a:ext>
                  </a:extLst>
                </p14:cNvPr>
                <p14:cNvContentPartPr/>
                <p14:nvPr/>
              </p14:nvContentPartPr>
              <p14:xfrm>
                <a:off x="1643286" y="1570263"/>
                <a:ext cx="173520" cy="38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AB8DA7-5824-9C5F-64BE-18B45CA5F1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5286" y="1552623"/>
                  <a:ext cx="209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AF9847-7CF0-5640-EA04-D30D33D590C1}"/>
              </a:ext>
            </a:extLst>
          </p:cNvPr>
          <p:cNvGrpSpPr/>
          <p:nvPr/>
        </p:nvGrpSpPr>
        <p:grpSpPr>
          <a:xfrm>
            <a:off x="2235486" y="1191183"/>
            <a:ext cx="457920" cy="507240"/>
            <a:chOff x="2235486" y="1191183"/>
            <a:chExt cx="45792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08F3B2A-D801-51FE-258E-5B62983EE530}"/>
                    </a:ext>
                  </a:extLst>
                </p14:cNvPr>
                <p14:cNvContentPartPr/>
                <p14:nvPr/>
              </p14:nvContentPartPr>
              <p14:xfrm>
                <a:off x="2500446" y="1191183"/>
                <a:ext cx="51840" cy="428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08F3B2A-D801-51FE-258E-5B62983EE53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82806" y="1173543"/>
                  <a:ext cx="874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FAF1AC-78B1-20FD-4186-E343DD5E1CE4}"/>
                    </a:ext>
                  </a:extLst>
                </p14:cNvPr>
                <p14:cNvContentPartPr/>
                <p14:nvPr/>
              </p14:nvContentPartPr>
              <p14:xfrm>
                <a:off x="2235486" y="1675743"/>
                <a:ext cx="457920" cy="22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FAF1AC-78B1-20FD-4186-E343DD5E1C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17486" y="1657743"/>
                  <a:ext cx="4935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542E79F-D71A-D3F0-FB9A-6BD9B886D140}"/>
              </a:ext>
            </a:extLst>
          </p:cNvPr>
          <p:cNvGrpSpPr/>
          <p:nvPr/>
        </p:nvGrpSpPr>
        <p:grpSpPr>
          <a:xfrm>
            <a:off x="2194446" y="1893183"/>
            <a:ext cx="481320" cy="405720"/>
            <a:chOff x="2194446" y="1893183"/>
            <a:chExt cx="48132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187696-4C3B-9F15-AD18-F43035ED3D4C}"/>
                    </a:ext>
                  </a:extLst>
                </p14:cNvPr>
                <p14:cNvContentPartPr/>
                <p14:nvPr/>
              </p14:nvContentPartPr>
              <p14:xfrm>
                <a:off x="2194446" y="1934943"/>
                <a:ext cx="34200" cy="363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187696-4C3B-9F15-AD18-F43035ED3D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76806" y="1917303"/>
                  <a:ext cx="698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B478E91-7EE7-ADD1-AFEF-D1D715A7DD4F}"/>
                    </a:ext>
                  </a:extLst>
                </p14:cNvPr>
                <p14:cNvContentPartPr/>
                <p14:nvPr/>
              </p14:nvContentPartPr>
              <p14:xfrm>
                <a:off x="2382366" y="2038623"/>
                <a:ext cx="114120" cy="19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B478E91-7EE7-ADD1-AFEF-D1D715A7DD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64366" y="2020983"/>
                  <a:ext cx="149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116210-2F28-99DF-9C63-437CC26C1403}"/>
                    </a:ext>
                  </a:extLst>
                </p14:cNvPr>
                <p14:cNvContentPartPr/>
                <p14:nvPr/>
              </p14:nvContentPartPr>
              <p14:xfrm>
                <a:off x="2647686" y="1893183"/>
                <a:ext cx="28080" cy="403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116210-2F28-99DF-9C63-437CC26C14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30046" y="1875543"/>
                  <a:ext cx="63720" cy="43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38F4E8B-9D7E-4A7A-447C-F186DF1E7599}"/>
                  </a:ext>
                </a:extLst>
              </p14:cNvPr>
              <p14:cNvContentPartPr/>
              <p14:nvPr/>
            </p14:nvContentPartPr>
            <p14:xfrm>
              <a:off x="4698606" y="1563783"/>
              <a:ext cx="59400" cy="6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38F4E8B-9D7E-4A7A-447C-F186DF1E759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80966" y="1545783"/>
                <a:ext cx="9504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E04FE083-59A0-1762-1F0A-F9251A87C229}"/>
              </a:ext>
            </a:extLst>
          </p:cNvPr>
          <p:cNvGrpSpPr/>
          <p:nvPr/>
        </p:nvGrpSpPr>
        <p:grpSpPr>
          <a:xfrm>
            <a:off x="653286" y="2865183"/>
            <a:ext cx="663120" cy="277200"/>
            <a:chOff x="653286" y="2865183"/>
            <a:chExt cx="66312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8634B0-6F72-B63C-27A8-DD783092A076}"/>
                    </a:ext>
                  </a:extLst>
                </p14:cNvPr>
                <p14:cNvContentPartPr/>
                <p14:nvPr/>
              </p14:nvContentPartPr>
              <p14:xfrm>
                <a:off x="653286" y="2865183"/>
                <a:ext cx="253080" cy="277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8634B0-6F72-B63C-27A8-DD783092A07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5646" y="2847543"/>
                  <a:ext cx="288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A46C4E-9907-5D39-1D28-F35FB6185365}"/>
                    </a:ext>
                  </a:extLst>
                </p14:cNvPr>
                <p14:cNvContentPartPr/>
                <p14:nvPr/>
              </p14:nvContentPartPr>
              <p14:xfrm>
                <a:off x="1176006" y="2968863"/>
                <a:ext cx="140400" cy="46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A46C4E-9907-5D39-1D28-F35FB61853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8366" y="2950863"/>
                  <a:ext cx="176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2229EE-D56A-170F-925E-43EAAFDF2DEC}"/>
                    </a:ext>
                  </a:extLst>
                </p14:cNvPr>
                <p14:cNvContentPartPr/>
                <p14:nvPr/>
              </p14:nvContentPartPr>
              <p14:xfrm>
                <a:off x="1103286" y="3082263"/>
                <a:ext cx="173520" cy="33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2229EE-D56A-170F-925E-43EAAFDF2DE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5646" y="3064263"/>
                  <a:ext cx="20916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C359EC7-D790-1BBF-65E9-E35DC6A06E0C}"/>
                  </a:ext>
                </a:extLst>
              </p14:cNvPr>
              <p14:cNvContentPartPr/>
              <p14:nvPr/>
            </p14:nvContentPartPr>
            <p14:xfrm>
              <a:off x="1710606" y="2672223"/>
              <a:ext cx="369360" cy="1173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C359EC7-D790-1BBF-65E9-E35DC6A06E0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692606" y="2654223"/>
                <a:ext cx="405000" cy="120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6538D3C0-0AF4-3A08-AEE9-7FE2A59FAD78}"/>
              </a:ext>
            </a:extLst>
          </p:cNvPr>
          <p:cNvGrpSpPr/>
          <p:nvPr/>
        </p:nvGrpSpPr>
        <p:grpSpPr>
          <a:xfrm>
            <a:off x="2272926" y="2802903"/>
            <a:ext cx="172800" cy="248040"/>
            <a:chOff x="2272926" y="2802903"/>
            <a:chExt cx="17280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B91562-0A83-327D-59B3-2B7BCC0C2397}"/>
                    </a:ext>
                  </a:extLst>
                </p14:cNvPr>
                <p14:cNvContentPartPr/>
                <p14:nvPr/>
              </p14:nvContentPartPr>
              <p14:xfrm>
                <a:off x="2272926" y="2808663"/>
                <a:ext cx="172800" cy="34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B91562-0A83-327D-59B3-2B7BCC0C23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54926" y="2791023"/>
                  <a:ext cx="208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1CB392E-6E8F-7391-BFE0-41DE8C2A977C}"/>
                    </a:ext>
                  </a:extLst>
                </p14:cNvPr>
                <p14:cNvContentPartPr/>
                <p14:nvPr/>
              </p14:nvContentPartPr>
              <p14:xfrm>
                <a:off x="2280126" y="2802903"/>
                <a:ext cx="156240" cy="248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1CB392E-6E8F-7391-BFE0-41DE8C2A977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62126" y="2785263"/>
                  <a:ext cx="19188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C1857A9-23A7-5743-5F32-BE4609018AD3}"/>
                  </a:ext>
                </a:extLst>
              </p14:cNvPr>
              <p14:cNvContentPartPr/>
              <p14:nvPr/>
            </p14:nvContentPartPr>
            <p14:xfrm>
              <a:off x="2216406" y="3322023"/>
              <a:ext cx="138240" cy="2635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C1857A9-23A7-5743-5F32-BE4609018AD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198766" y="3304383"/>
                <a:ext cx="17388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41AEB150-8021-FE11-EC1D-7FE63D99573F}"/>
              </a:ext>
            </a:extLst>
          </p:cNvPr>
          <p:cNvGrpSpPr/>
          <p:nvPr/>
        </p:nvGrpSpPr>
        <p:grpSpPr>
          <a:xfrm>
            <a:off x="324606" y="4108983"/>
            <a:ext cx="1452960" cy="1008720"/>
            <a:chOff x="324606" y="4108983"/>
            <a:chExt cx="1452960" cy="10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A971271-B125-A14B-F491-6BA20C870734}"/>
                    </a:ext>
                  </a:extLst>
                </p14:cNvPr>
                <p14:cNvContentPartPr/>
                <p14:nvPr/>
              </p14:nvContentPartPr>
              <p14:xfrm>
                <a:off x="324606" y="4233903"/>
                <a:ext cx="476280" cy="883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A971271-B125-A14B-F491-6BA20C8707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6606" y="4215903"/>
                  <a:ext cx="51192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12FB7F-3205-361B-34CE-3D3454925278}"/>
                    </a:ext>
                  </a:extLst>
                </p14:cNvPr>
                <p14:cNvContentPartPr/>
                <p14:nvPr/>
              </p14:nvContentPartPr>
              <p14:xfrm>
                <a:off x="797646" y="4375023"/>
                <a:ext cx="188280" cy="152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12FB7F-3205-361B-34CE-3D345492527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0006" y="4357383"/>
                  <a:ext cx="223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41D9016-C95E-7950-1ACF-CBE133D3DA95}"/>
                    </a:ext>
                  </a:extLst>
                </p14:cNvPr>
                <p14:cNvContentPartPr/>
                <p14:nvPr/>
              </p14:nvContentPartPr>
              <p14:xfrm>
                <a:off x="1013646" y="4369623"/>
                <a:ext cx="150120" cy="133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41D9016-C95E-7950-1ACF-CBE133D3DA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6006" y="4351623"/>
                  <a:ext cx="185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70D8995-797F-5B63-9F2C-6DCA2BB66AD8}"/>
                    </a:ext>
                  </a:extLst>
                </p14:cNvPr>
                <p14:cNvContentPartPr/>
                <p14:nvPr/>
              </p14:nvContentPartPr>
              <p14:xfrm>
                <a:off x="1250166" y="4108983"/>
                <a:ext cx="120240" cy="413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70D8995-797F-5B63-9F2C-6DCA2BB66A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32526" y="4091343"/>
                  <a:ext cx="1558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85FBB68-8B89-7092-A9CA-724D0623596E}"/>
                    </a:ext>
                  </a:extLst>
                </p14:cNvPr>
                <p14:cNvContentPartPr/>
                <p14:nvPr/>
              </p14:nvContentPartPr>
              <p14:xfrm>
                <a:off x="1436646" y="4285743"/>
                <a:ext cx="340920" cy="225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85FBB68-8B89-7092-A9CA-724D062359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18646" y="4267743"/>
                  <a:ext cx="376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E55F021-0756-5E53-16CD-E069E46D2577}"/>
                    </a:ext>
                  </a:extLst>
                </p14:cNvPr>
                <p14:cNvContentPartPr/>
                <p14:nvPr/>
              </p14:nvContentPartPr>
              <p14:xfrm>
                <a:off x="1062966" y="4176303"/>
                <a:ext cx="286560" cy="36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E55F021-0756-5E53-16CD-E069E46D257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5326" y="4158663"/>
                  <a:ext cx="3222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295CC99-A14C-8B3F-EC95-DA4ABCE407E3}"/>
              </a:ext>
            </a:extLst>
          </p:cNvPr>
          <p:cNvGrpSpPr/>
          <p:nvPr/>
        </p:nvGrpSpPr>
        <p:grpSpPr>
          <a:xfrm>
            <a:off x="3848646" y="4306983"/>
            <a:ext cx="224280" cy="188280"/>
            <a:chOff x="3848646" y="4306983"/>
            <a:chExt cx="22428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6334D9-8E6B-6E33-CE52-088C6FB2D139}"/>
                    </a:ext>
                  </a:extLst>
                </p14:cNvPr>
                <p14:cNvContentPartPr/>
                <p14:nvPr/>
              </p14:nvContentPartPr>
              <p14:xfrm>
                <a:off x="3954126" y="4306983"/>
                <a:ext cx="118800" cy="16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34D9-8E6B-6E33-CE52-088C6FB2D1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36486" y="4289343"/>
                  <a:ext cx="154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A8B3442-0B63-1EEF-EDD6-9BFFDD7EAABF}"/>
                    </a:ext>
                  </a:extLst>
                </p14:cNvPr>
                <p14:cNvContentPartPr/>
                <p14:nvPr/>
              </p14:nvContentPartPr>
              <p14:xfrm>
                <a:off x="3848646" y="4421103"/>
                <a:ext cx="178920" cy="74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A8B3442-0B63-1EEF-EDD6-9BFFDD7EAA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31006" y="4403103"/>
                  <a:ext cx="21456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989F009-7672-2498-7B16-53F55D6212AF}"/>
                  </a:ext>
                </a:extLst>
              </p14:cNvPr>
              <p14:cNvContentPartPr/>
              <p14:nvPr/>
            </p14:nvContentPartPr>
            <p14:xfrm>
              <a:off x="4570086" y="3981183"/>
              <a:ext cx="346320" cy="14706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989F009-7672-2498-7B16-53F55D6212A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552446" y="3963183"/>
                <a:ext cx="381960" cy="150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586CF4E7-9285-C18B-B463-2E9732A17E1F}"/>
              </a:ext>
            </a:extLst>
          </p:cNvPr>
          <p:cNvGrpSpPr/>
          <p:nvPr/>
        </p:nvGrpSpPr>
        <p:grpSpPr>
          <a:xfrm>
            <a:off x="4904526" y="4254063"/>
            <a:ext cx="452160" cy="254520"/>
            <a:chOff x="4904526" y="4254063"/>
            <a:chExt cx="45216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2B3E1BD-EE11-D0F0-E317-04E64AE16A46}"/>
                    </a:ext>
                  </a:extLst>
                </p14:cNvPr>
                <p14:cNvContentPartPr/>
                <p14:nvPr/>
              </p14:nvContentPartPr>
              <p14:xfrm>
                <a:off x="4904526" y="4287183"/>
                <a:ext cx="195840" cy="221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2B3E1BD-EE11-D0F0-E317-04E64AE16A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6886" y="4269543"/>
                  <a:ext cx="231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99FA5FD-2029-1948-77A0-20CDD88A0876}"/>
                    </a:ext>
                  </a:extLst>
                </p14:cNvPr>
                <p14:cNvContentPartPr/>
                <p14:nvPr/>
              </p14:nvContentPartPr>
              <p14:xfrm>
                <a:off x="5236086" y="4254063"/>
                <a:ext cx="120600" cy="224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99FA5FD-2029-1948-77A0-20CDD88A087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18446" y="4236063"/>
                  <a:ext cx="15624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412DF8B-7706-72FA-F655-5F65511E564B}"/>
              </a:ext>
            </a:extLst>
          </p:cNvPr>
          <p:cNvGrpSpPr/>
          <p:nvPr/>
        </p:nvGrpSpPr>
        <p:grpSpPr>
          <a:xfrm>
            <a:off x="4866006" y="4888023"/>
            <a:ext cx="406080" cy="288720"/>
            <a:chOff x="4866006" y="4888023"/>
            <a:chExt cx="40608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4D286D-2245-1CD6-A102-5C62D2E9B9D9}"/>
                    </a:ext>
                  </a:extLst>
                </p14:cNvPr>
                <p14:cNvContentPartPr/>
                <p14:nvPr/>
              </p14:nvContentPartPr>
              <p14:xfrm>
                <a:off x="4866006" y="4959303"/>
                <a:ext cx="184680" cy="28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4D286D-2245-1CD6-A102-5C62D2E9B9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48366" y="4941663"/>
                  <a:ext cx="220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94ED1C9-CB25-D368-D22B-9DE2B60E7BCA}"/>
                    </a:ext>
                  </a:extLst>
                </p14:cNvPr>
                <p14:cNvContentPartPr/>
                <p14:nvPr/>
              </p14:nvContentPartPr>
              <p14:xfrm>
                <a:off x="5115846" y="4888023"/>
                <a:ext cx="156240" cy="288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94ED1C9-CB25-D368-D22B-9DE2B60E7B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97846" y="4870023"/>
                  <a:ext cx="19188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4639DB2-FC14-CE2B-C549-23022A64D699}"/>
              </a:ext>
            </a:extLst>
          </p:cNvPr>
          <p:cNvGrpSpPr/>
          <p:nvPr/>
        </p:nvGrpSpPr>
        <p:grpSpPr>
          <a:xfrm>
            <a:off x="6009006" y="3959223"/>
            <a:ext cx="718920" cy="1425240"/>
            <a:chOff x="6009006" y="3959223"/>
            <a:chExt cx="718920" cy="14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A60436-0EB1-B3C2-732F-9E8B1BB6BC66}"/>
                    </a:ext>
                  </a:extLst>
                </p14:cNvPr>
                <p14:cNvContentPartPr/>
                <p14:nvPr/>
              </p14:nvContentPartPr>
              <p14:xfrm>
                <a:off x="6009006" y="4319943"/>
                <a:ext cx="163440" cy="13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A60436-0EB1-B3C2-732F-9E8B1BB6BC6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1006" y="4302303"/>
                  <a:ext cx="199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F9FB60-39D5-3D47-4F90-CC74FE9F0F7B}"/>
                    </a:ext>
                  </a:extLst>
                </p14:cNvPr>
                <p14:cNvContentPartPr/>
                <p14:nvPr/>
              </p14:nvContentPartPr>
              <p14:xfrm>
                <a:off x="6258846" y="4204743"/>
                <a:ext cx="187200" cy="244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F9FB60-39D5-3D47-4F90-CC74FE9F0F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40846" y="4186743"/>
                  <a:ext cx="2228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14E5AC1-B9E5-F59B-37CD-3F0A2CB4FF20}"/>
                    </a:ext>
                  </a:extLst>
                </p14:cNvPr>
                <p14:cNvContentPartPr/>
                <p14:nvPr/>
              </p14:nvContentPartPr>
              <p14:xfrm>
                <a:off x="6230046" y="4840503"/>
                <a:ext cx="147960" cy="31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14E5AC1-B9E5-F59B-37CD-3F0A2CB4FF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12406" y="4822503"/>
                  <a:ext cx="183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9E0B0D-8697-9EE9-DB89-3FDB4AB2060C}"/>
                    </a:ext>
                  </a:extLst>
                </p14:cNvPr>
                <p14:cNvContentPartPr/>
                <p14:nvPr/>
              </p14:nvContentPartPr>
              <p14:xfrm>
                <a:off x="6220686" y="4841583"/>
                <a:ext cx="144360" cy="251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9E0B0D-8697-9EE9-DB89-3FDB4AB206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03046" y="4823943"/>
                  <a:ext cx="180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67A60C0-2379-0156-4804-F2686D6D9C41}"/>
                    </a:ext>
                  </a:extLst>
                </p14:cNvPr>
                <p14:cNvContentPartPr/>
                <p14:nvPr/>
              </p14:nvContentPartPr>
              <p14:xfrm>
                <a:off x="6225006" y="3959223"/>
                <a:ext cx="502920" cy="1425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67A60C0-2379-0156-4804-F2686D6D9C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07366" y="3941223"/>
                  <a:ext cx="538560" cy="146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13F0D6-C543-C99B-641A-0A1A9223718E}"/>
              </a:ext>
            </a:extLst>
          </p:cNvPr>
          <p:cNvGrpSpPr/>
          <p:nvPr/>
        </p:nvGrpSpPr>
        <p:grpSpPr>
          <a:xfrm>
            <a:off x="333246" y="5690823"/>
            <a:ext cx="572760" cy="624960"/>
            <a:chOff x="333246" y="5690823"/>
            <a:chExt cx="57276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F76AF2-F9F9-AD05-E116-D9FC71F20D82}"/>
                    </a:ext>
                  </a:extLst>
                </p14:cNvPr>
                <p14:cNvContentPartPr/>
                <p14:nvPr/>
              </p14:nvContentPartPr>
              <p14:xfrm>
                <a:off x="333246" y="5861823"/>
                <a:ext cx="237600" cy="237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F76AF2-F9F9-AD05-E116-D9FC71F20D8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5606" y="5844183"/>
                  <a:ext cx="273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D3C6C6-47CB-58F9-4C16-ADA33DD0CB76}"/>
                    </a:ext>
                  </a:extLst>
                </p14:cNvPr>
                <p14:cNvContentPartPr/>
                <p14:nvPr/>
              </p14:nvContentPartPr>
              <p14:xfrm>
                <a:off x="609726" y="5813943"/>
                <a:ext cx="185040" cy="280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D3C6C6-47CB-58F9-4C16-ADA33DD0CB7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2086" y="5796303"/>
                  <a:ext cx="2206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2EFF886-7099-7773-1217-8BCCEF599300}"/>
                    </a:ext>
                  </a:extLst>
                </p14:cNvPr>
                <p14:cNvContentPartPr/>
                <p14:nvPr/>
              </p14:nvContentPartPr>
              <p14:xfrm>
                <a:off x="753726" y="5977383"/>
                <a:ext cx="127800" cy="338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2EFF886-7099-7773-1217-8BCCEF5993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6086" y="5959383"/>
                  <a:ext cx="1634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9E85A58-F1DA-D5B9-582D-2746EE9F4896}"/>
                    </a:ext>
                  </a:extLst>
                </p14:cNvPr>
                <p14:cNvContentPartPr/>
                <p14:nvPr/>
              </p14:nvContentPartPr>
              <p14:xfrm>
                <a:off x="877206" y="5690823"/>
                <a:ext cx="28800" cy="79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9E85A58-F1DA-D5B9-582D-2746EE9F48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9206" y="5673183"/>
                  <a:ext cx="644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A1CE0C5-B1A9-6012-80A4-0D3994CF86F1}"/>
              </a:ext>
            </a:extLst>
          </p:cNvPr>
          <p:cNvGrpSpPr/>
          <p:nvPr/>
        </p:nvGrpSpPr>
        <p:grpSpPr>
          <a:xfrm>
            <a:off x="1200126" y="5796663"/>
            <a:ext cx="586440" cy="270360"/>
            <a:chOff x="1200126" y="5796663"/>
            <a:chExt cx="58644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F11B482-9853-70AA-26AD-97C7713FE719}"/>
                    </a:ext>
                  </a:extLst>
                </p14:cNvPr>
                <p14:cNvContentPartPr/>
                <p14:nvPr/>
              </p14:nvContentPartPr>
              <p14:xfrm>
                <a:off x="1200126" y="5796663"/>
                <a:ext cx="168840" cy="261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F11B482-9853-70AA-26AD-97C7713FE7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82126" y="5779023"/>
                  <a:ext cx="2044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722A062-F339-7E79-7E82-8D7C60794D1B}"/>
                    </a:ext>
                  </a:extLst>
                </p14:cNvPr>
                <p14:cNvContentPartPr/>
                <p14:nvPr/>
              </p14:nvContentPartPr>
              <p14:xfrm>
                <a:off x="1621326" y="5925543"/>
                <a:ext cx="110880" cy="20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722A062-F339-7E79-7E82-8D7C60794D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03326" y="5907543"/>
                  <a:ext cx="146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A3DAB8-67CF-ED68-B4DC-B72D9C76C15A}"/>
                    </a:ext>
                  </a:extLst>
                </p14:cNvPr>
                <p14:cNvContentPartPr/>
                <p14:nvPr/>
              </p14:nvContentPartPr>
              <p14:xfrm>
                <a:off x="1589286" y="6037143"/>
                <a:ext cx="197280" cy="2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A3DAB8-67CF-ED68-B4DC-B72D9C76C1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71646" y="6019143"/>
                  <a:ext cx="23292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8F14E61-48F5-2B49-1111-3260D6AA5014}"/>
              </a:ext>
            </a:extLst>
          </p:cNvPr>
          <p:cNvGrpSpPr/>
          <p:nvPr/>
        </p:nvGrpSpPr>
        <p:grpSpPr>
          <a:xfrm>
            <a:off x="2104806" y="5540703"/>
            <a:ext cx="1024560" cy="1307160"/>
            <a:chOff x="2104806" y="5540703"/>
            <a:chExt cx="1024560" cy="13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FE16822-6178-2E1A-74FD-423E3B754A6C}"/>
                    </a:ext>
                  </a:extLst>
                </p14:cNvPr>
                <p14:cNvContentPartPr/>
                <p14:nvPr/>
              </p14:nvContentPartPr>
              <p14:xfrm>
                <a:off x="2104806" y="5540703"/>
                <a:ext cx="339840" cy="1307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FE16822-6178-2E1A-74FD-423E3B754A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87166" y="5522703"/>
                  <a:ext cx="375480" cy="13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9AD9C71-D275-8768-61E7-D4DA4D476FEA}"/>
                    </a:ext>
                  </a:extLst>
                </p14:cNvPr>
                <p14:cNvContentPartPr/>
                <p14:nvPr/>
              </p14:nvContentPartPr>
              <p14:xfrm>
                <a:off x="2627526" y="5818623"/>
                <a:ext cx="174240" cy="227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9AD9C71-D275-8768-61E7-D4DA4D476FE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9526" y="5800983"/>
                  <a:ext cx="2098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292E240-CF58-9D29-87AB-557DBF64F8D5}"/>
                    </a:ext>
                  </a:extLst>
                </p14:cNvPr>
                <p14:cNvContentPartPr/>
                <p14:nvPr/>
              </p14:nvContentPartPr>
              <p14:xfrm>
                <a:off x="2969166" y="5775423"/>
                <a:ext cx="160200" cy="253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292E240-CF58-9D29-87AB-557DBF64F8D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51526" y="5757783"/>
                  <a:ext cx="195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3E157E5-FA49-81A2-CDE5-613CFD4418A9}"/>
                    </a:ext>
                  </a:extLst>
                </p14:cNvPr>
                <p14:cNvContentPartPr/>
                <p14:nvPr/>
              </p14:nvContentPartPr>
              <p14:xfrm>
                <a:off x="2526366" y="6394983"/>
                <a:ext cx="195120" cy="8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3E157E5-FA49-81A2-CDE5-613CFD4418A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08726" y="6376983"/>
                  <a:ext cx="230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E1CA4AF-7703-2E1B-7A89-051CCDA29687}"/>
                    </a:ext>
                  </a:extLst>
                </p14:cNvPr>
                <p14:cNvContentPartPr/>
                <p14:nvPr/>
              </p14:nvContentPartPr>
              <p14:xfrm>
                <a:off x="2846406" y="6272223"/>
                <a:ext cx="222120" cy="295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E1CA4AF-7703-2E1B-7A89-051CCDA2968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28766" y="6254223"/>
                  <a:ext cx="2577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AC73775-B9CE-49A1-C9D1-F5551BA40F24}"/>
              </a:ext>
            </a:extLst>
          </p:cNvPr>
          <p:cNvGrpSpPr/>
          <p:nvPr/>
        </p:nvGrpSpPr>
        <p:grpSpPr>
          <a:xfrm>
            <a:off x="3648126" y="5652663"/>
            <a:ext cx="788760" cy="1019520"/>
            <a:chOff x="3648126" y="5652663"/>
            <a:chExt cx="788760" cy="10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205893E-6F9D-F133-0E49-6C1FE40B3853}"/>
                    </a:ext>
                  </a:extLst>
                </p14:cNvPr>
                <p14:cNvContentPartPr/>
                <p14:nvPr/>
              </p14:nvContentPartPr>
              <p14:xfrm>
                <a:off x="3648126" y="5908623"/>
                <a:ext cx="136440" cy="24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205893E-6F9D-F133-0E49-6C1FE40B38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30126" y="5890983"/>
                  <a:ext cx="172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3671826-2003-0DB7-ED41-F8717D71C47E}"/>
                    </a:ext>
                  </a:extLst>
                </p14:cNvPr>
                <p14:cNvContentPartPr/>
                <p14:nvPr/>
              </p14:nvContentPartPr>
              <p14:xfrm>
                <a:off x="3933606" y="5780823"/>
                <a:ext cx="123120" cy="255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3671826-2003-0DB7-ED41-F8717D71C47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15606" y="5763183"/>
                  <a:ext cx="158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2922B2-0BF9-E541-C948-FE8B5594BF0B}"/>
                    </a:ext>
                  </a:extLst>
                </p14:cNvPr>
                <p14:cNvContentPartPr/>
                <p14:nvPr/>
              </p14:nvContentPartPr>
              <p14:xfrm>
                <a:off x="3862326" y="6362223"/>
                <a:ext cx="118440" cy="196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2922B2-0BF9-E541-C948-FE8B5594BF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44326" y="6344223"/>
                  <a:ext cx="154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1856B5-1A7C-1F3F-C4EC-9DEAA80ABE90}"/>
                    </a:ext>
                  </a:extLst>
                </p14:cNvPr>
                <p14:cNvContentPartPr/>
                <p14:nvPr/>
              </p14:nvContentPartPr>
              <p14:xfrm>
                <a:off x="3946206" y="6281943"/>
                <a:ext cx="163080" cy="48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1856B5-1A7C-1F3F-C4EC-9DEAA80ABE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28206" y="6264303"/>
                  <a:ext cx="198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AA56A09-7BC1-26E8-D7A7-95C0C8A05FB1}"/>
                    </a:ext>
                  </a:extLst>
                </p14:cNvPr>
                <p14:cNvContentPartPr/>
                <p14:nvPr/>
              </p14:nvContentPartPr>
              <p14:xfrm>
                <a:off x="4009206" y="5652663"/>
                <a:ext cx="427680" cy="1019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AA56A09-7BC1-26E8-D7A7-95C0C8A05FB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91206" y="5635023"/>
                  <a:ext cx="463320" cy="10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BBEBD02-F9C4-A004-F13C-8DC4E76FB091}"/>
              </a:ext>
            </a:extLst>
          </p:cNvPr>
          <p:cNvGrpSpPr/>
          <p:nvPr/>
        </p:nvGrpSpPr>
        <p:grpSpPr>
          <a:xfrm>
            <a:off x="7871286" y="1295943"/>
            <a:ext cx="973080" cy="576360"/>
            <a:chOff x="7871286" y="1295943"/>
            <a:chExt cx="973080" cy="57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BF82CAE-8ACB-B8F8-FE38-F44382C57A07}"/>
                    </a:ext>
                  </a:extLst>
                </p14:cNvPr>
                <p14:cNvContentPartPr/>
                <p14:nvPr/>
              </p14:nvContentPartPr>
              <p14:xfrm>
                <a:off x="7871286" y="1535703"/>
                <a:ext cx="213840" cy="296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BF82CAE-8ACB-B8F8-FE38-F44382C57A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53646" y="1517703"/>
                  <a:ext cx="2494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D280B8F-8023-2F14-21C2-290B3961F95E}"/>
                    </a:ext>
                  </a:extLst>
                </p14:cNvPr>
                <p14:cNvContentPartPr/>
                <p14:nvPr/>
              </p14:nvContentPartPr>
              <p14:xfrm>
                <a:off x="8225526" y="1469103"/>
                <a:ext cx="135360" cy="72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D280B8F-8023-2F14-21C2-290B3961F95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07886" y="1451103"/>
                  <a:ext cx="171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13D8CCA-77CD-D0CC-4D08-B9D484F1AB8A}"/>
                    </a:ext>
                  </a:extLst>
                </p14:cNvPr>
                <p14:cNvContentPartPr/>
                <p14:nvPr/>
              </p14:nvContentPartPr>
              <p14:xfrm>
                <a:off x="8490486" y="1295943"/>
                <a:ext cx="9360" cy="173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13D8CCA-77CD-D0CC-4D08-B9D484F1AB8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72846" y="1277943"/>
                  <a:ext cx="4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D0FC7DC-95AC-6077-F7F4-6F0843ED9A1A}"/>
                    </a:ext>
                  </a:extLst>
                </p14:cNvPr>
                <p14:cNvContentPartPr/>
                <p14:nvPr/>
              </p14:nvContentPartPr>
              <p14:xfrm>
                <a:off x="8633406" y="1743423"/>
                <a:ext cx="155880" cy="14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D0FC7DC-95AC-6077-F7F4-6F0843ED9A1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15766" y="1725783"/>
                  <a:ext cx="191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11B36A7-D6D9-63C8-C92E-0D65D7B1B14B}"/>
                    </a:ext>
                  </a:extLst>
                </p14:cNvPr>
                <p14:cNvContentPartPr/>
                <p14:nvPr/>
              </p14:nvContentPartPr>
              <p14:xfrm>
                <a:off x="8626566" y="1843143"/>
                <a:ext cx="217800" cy="29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11B36A7-D6D9-63C8-C92E-0D65D7B1B14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8926" y="1825503"/>
                  <a:ext cx="2534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8BDA732-5871-8723-5BD4-6C0580D17DD4}"/>
                  </a:ext>
                </a:extLst>
              </p14:cNvPr>
              <p14:cNvContentPartPr/>
              <p14:nvPr/>
            </p14:nvContentPartPr>
            <p14:xfrm>
              <a:off x="9308406" y="1444623"/>
              <a:ext cx="22320" cy="3679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8BDA732-5871-8723-5BD4-6C0580D17DD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290766" y="1426623"/>
                <a:ext cx="579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355D3B8-08F4-2866-8603-ACE7E91D3332}"/>
                  </a:ext>
                </a:extLst>
              </p14:cNvPr>
              <p14:cNvContentPartPr/>
              <p14:nvPr/>
            </p14:nvContentPartPr>
            <p14:xfrm>
              <a:off x="9156486" y="1950063"/>
              <a:ext cx="420840" cy="410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355D3B8-08F4-2866-8603-ACE7E91D333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138486" y="1932063"/>
                <a:ext cx="45648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D3ACADF-A60E-5779-C78E-782B8827B75C}"/>
              </a:ext>
            </a:extLst>
          </p:cNvPr>
          <p:cNvGrpSpPr/>
          <p:nvPr/>
        </p:nvGrpSpPr>
        <p:grpSpPr>
          <a:xfrm>
            <a:off x="9253686" y="2244543"/>
            <a:ext cx="562680" cy="329760"/>
            <a:chOff x="9253686" y="2244543"/>
            <a:chExt cx="5626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D9FD68-82B0-5FE3-AEF2-E6C803378BC9}"/>
                    </a:ext>
                  </a:extLst>
                </p14:cNvPr>
                <p14:cNvContentPartPr/>
                <p14:nvPr/>
              </p14:nvContentPartPr>
              <p14:xfrm>
                <a:off x="9253686" y="2279823"/>
                <a:ext cx="61200" cy="294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D9FD68-82B0-5FE3-AEF2-E6C803378BC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36046" y="2262183"/>
                  <a:ext cx="96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3D68E37-22C1-BE03-5389-83B7EFEB6A5C}"/>
                    </a:ext>
                  </a:extLst>
                </p14:cNvPr>
                <p14:cNvContentPartPr/>
                <p14:nvPr/>
              </p14:nvContentPartPr>
              <p14:xfrm>
                <a:off x="9428646" y="2279823"/>
                <a:ext cx="230400" cy="222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3D68E37-22C1-BE03-5389-83B7EFEB6A5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410646" y="2261823"/>
                  <a:ext cx="266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2BE01CC-1DEF-E629-C1E9-2E7ED59885D3}"/>
                    </a:ext>
                  </a:extLst>
                </p14:cNvPr>
                <p14:cNvContentPartPr/>
                <p14:nvPr/>
              </p14:nvContentPartPr>
              <p14:xfrm>
                <a:off x="9774246" y="2244543"/>
                <a:ext cx="42120" cy="305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2BE01CC-1DEF-E629-C1E9-2E7ED59885D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56606" y="2226543"/>
                  <a:ext cx="7776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6E52509-5D30-ACA9-0F1C-8333CE294CE7}"/>
              </a:ext>
            </a:extLst>
          </p:cNvPr>
          <p:cNvGrpSpPr/>
          <p:nvPr/>
        </p:nvGrpSpPr>
        <p:grpSpPr>
          <a:xfrm>
            <a:off x="10121286" y="1234743"/>
            <a:ext cx="703080" cy="1335960"/>
            <a:chOff x="10121286" y="1234743"/>
            <a:chExt cx="703080" cy="13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93A2D81-CFE4-EBF5-317D-D6A758CDE49F}"/>
                    </a:ext>
                  </a:extLst>
                </p14:cNvPr>
                <p14:cNvContentPartPr/>
                <p14:nvPr/>
              </p14:nvContentPartPr>
              <p14:xfrm>
                <a:off x="10121286" y="1234743"/>
                <a:ext cx="300600" cy="1335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93A2D81-CFE4-EBF5-317D-D6A758CDE4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03286" y="1217103"/>
                  <a:ext cx="336240" cy="13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28141D6-B0CC-54C8-CA5F-CBD18151D73B}"/>
                    </a:ext>
                  </a:extLst>
                </p14:cNvPr>
                <p14:cNvContentPartPr/>
                <p14:nvPr/>
              </p14:nvContentPartPr>
              <p14:xfrm>
                <a:off x="10400286" y="1510503"/>
                <a:ext cx="166320" cy="200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28141D6-B0CC-54C8-CA5F-CBD18151D73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82286" y="1492863"/>
                  <a:ext cx="201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0D7CA69-93DF-2416-BA41-377DA76AAB8E}"/>
                    </a:ext>
                  </a:extLst>
                </p14:cNvPr>
                <p14:cNvContentPartPr/>
                <p14:nvPr/>
              </p14:nvContentPartPr>
              <p14:xfrm>
                <a:off x="10719246" y="1451823"/>
                <a:ext cx="105120" cy="243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0D7CA69-93DF-2416-BA41-377DA76AAB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701246" y="1434183"/>
                  <a:ext cx="140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3390F72-10E4-7E58-D086-2ADDC87CB90E}"/>
                    </a:ext>
                  </a:extLst>
                </p14:cNvPr>
                <p14:cNvContentPartPr/>
                <p14:nvPr/>
              </p14:nvContentPartPr>
              <p14:xfrm>
                <a:off x="10498926" y="2158863"/>
                <a:ext cx="117000" cy="38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3390F72-10E4-7E58-D086-2ADDC87CB90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480926" y="2141223"/>
                  <a:ext cx="152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A8CF433-B72E-1736-576A-FAF151A34CFF}"/>
                    </a:ext>
                  </a:extLst>
                </p14:cNvPr>
                <p14:cNvContentPartPr/>
                <p14:nvPr/>
              </p14:nvContentPartPr>
              <p14:xfrm>
                <a:off x="10607286" y="2086863"/>
                <a:ext cx="193320" cy="259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A8CF433-B72E-1736-576A-FAF151A34CF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89646" y="2069223"/>
                  <a:ext cx="22896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46ED8B7-863E-58C7-4956-885DA0C2B047}"/>
              </a:ext>
            </a:extLst>
          </p:cNvPr>
          <p:cNvGrpSpPr/>
          <p:nvPr/>
        </p:nvGrpSpPr>
        <p:grpSpPr>
          <a:xfrm>
            <a:off x="11198046" y="1250943"/>
            <a:ext cx="806760" cy="1380960"/>
            <a:chOff x="11198046" y="1250943"/>
            <a:chExt cx="806760" cy="13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D325FAD-378F-107C-6690-A2C88BD978D5}"/>
                    </a:ext>
                  </a:extLst>
                </p14:cNvPr>
                <p14:cNvContentPartPr/>
                <p14:nvPr/>
              </p14:nvContentPartPr>
              <p14:xfrm>
                <a:off x="11198046" y="1572423"/>
                <a:ext cx="112680" cy="23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D325FAD-378F-107C-6690-A2C88BD978D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80046" y="1554783"/>
                  <a:ext cx="148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DA3E410-4C65-9F58-3DDE-1D2C596C10C1}"/>
                    </a:ext>
                  </a:extLst>
                </p14:cNvPr>
                <p14:cNvContentPartPr/>
                <p14:nvPr/>
              </p14:nvContentPartPr>
              <p14:xfrm>
                <a:off x="11481726" y="1420143"/>
                <a:ext cx="177120" cy="2527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DA3E410-4C65-9F58-3DDE-1D2C596C10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64086" y="1402503"/>
                  <a:ext cx="212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CB124A5-AAF7-6AAC-03BE-97635C4EEBA0}"/>
                    </a:ext>
                  </a:extLst>
                </p14:cNvPr>
                <p14:cNvContentPartPr/>
                <p14:nvPr/>
              </p14:nvContentPartPr>
              <p14:xfrm>
                <a:off x="11498286" y="2081103"/>
                <a:ext cx="103680" cy="25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CB124A5-AAF7-6AAC-03BE-97635C4EEBA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480646" y="2063463"/>
                  <a:ext cx="139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4BFBB8-A317-C88D-CA05-B8DCCFB91100}"/>
                    </a:ext>
                  </a:extLst>
                </p14:cNvPr>
                <p14:cNvContentPartPr/>
                <p14:nvPr/>
              </p14:nvContentPartPr>
              <p14:xfrm>
                <a:off x="11427006" y="2080743"/>
                <a:ext cx="195840" cy="322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4BFBB8-A317-C88D-CA05-B8DCCFB9110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09006" y="2062743"/>
                  <a:ext cx="231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D715B52-5301-196A-5EB1-0B070EE56E10}"/>
                    </a:ext>
                  </a:extLst>
                </p14:cNvPr>
                <p14:cNvContentPartPr/>
                <p14:nvPr/>
              </p14:nvContentPartPr>
              <p14:xfrm>
                <a:off x="11600166" y="1250943"/>
                <a:ext cx="404640" cy="1380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D715B52-5301-196A-5EB1-0B070EE56E1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582166" y="1233303"/>
                  <a:ext cx="440280" cy="141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1679DF4-FE1F-BFDD-3692-E8FD0218DD03}"/>
              </a:ext>
            </a:extLst>
          </p:cNvPr>
          <p:cNvGrpSpPr/>
          <p:nvPr/>
        </p:nvGrpSpPr>
        <p:grpSpPr>
          <a:xfrm>
            <a:off x="2963766" y="1153023"/>
            <a:ext cx="1049400" cy="606960"/>
            <a:chOff x="2963766" y="1153023"/>
            <a:chExt cx="104940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37DA3D0-6A0B-6116-2952-935CB848DA89}"/>
                    </a:ext>
                  </a:extLst>
                </p14:cNvPr>
                <p14:cNvContentPartPr/>
                <p14:nvPr/>
              </p14:nvContentPartPr>
              <p14:xfrm>
                <a:off x="2963766" y="1381263"/>
                <a:ext cx="238680" cy="149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37DA3D0-6A0B-6116-2952-935CB848DA8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6126" y="1363623"/>
                  <a:ext cx="274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D5B4412-E4DC-AF39-67B9-76FEBE55FA30}"/>
                    </a:ext>
                  </a:extLst>
                </p14:cNvPr>
                <p14:cNvContentPartPr/>
                <p14:nvPr/>
              </p14:nvContentPartPr>
              <p14:xfrm>
                <a:off x="3216126" y="1191543"/>
                <a:ext cx="204480" cy="320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D5B4412-E4DC-AF39-67B9-76FEBE55FA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98126" y="1173543"/>
                  <a:ext cx="2401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B5AEC8-538B-0F50-3156-6381AC03382B}"/>
                    </a:ext>
                  </a:extLst>
                </p14:cNvPr>
                <p14:cNvContentPartPr/>
                <p14:nvPr/>
              </p14:nvContentPartPr>
              <p14:xfrm>
                <a:off x="3390726" y="1397463"/>
                <a:ext cx="167040" cy="362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B5AEC8-538B-0F50-3156-6381AC0338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73086" y="1379823"/>
                  <a:ext cx="20268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B7353F-1AE8-3A2D-13C3-0788534D80FD}"/>
                    </a:ext>
                  </a:extLst>
                </p14:cNvPr>
                <p14:cNvContentPartPr/>
                <p14:nvPr/>
              </p14:nvContentPartPr>
              <p14:xfrm>
                <a:off x="3506286" y="1186503"/>
                <a:ext cx="10080" cy="64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B7353F-1AE8-3A2D-13C3-0788534D80F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88286" y="1168863"/>
                  <a:ext cx="45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E24039-E881-6962-E9BD-AB301C79F462}"/>
                    </a:ext>
                  </a:extLst>
                </p14:cNvPr>
                <p14:cNvContentPartPr/>
                <p14:nvPr/>
              </p14:nvContentPartPr>
              <p14:xfrm>
                <a:off x="3824526" y="1268943"/>
                <a:ext cx="188640" cy="251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E24039-E881-6962-E9BD-AB301C79F4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6886" y="1251303"/>
                  <a:ext cx="224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22A14AE-D788-467E-F100-3E18A596C7CC}"/>
                    </a:ext>
                  </a:extLst>
                </p14:cNvPr>
                <p14:cNvContentPartPr/>
                <p14:nvPr/>
              </p14:nvContentPartPr>
              <p14:xfrm>
                <a:off x="3719766" y="1153023"/>
                <a:ext cx="11880" cy="33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22A14AE-D788-467E-F100-3E18A596C7C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02126" y="1135023"/>
                  <a:ext cx="4752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4E7326E-B355-80AC-68C8-6405BAB22A20}"/>
                  </a:ext>
                </a:extLst>
              </p14:cNvPr>
              <p14:cNvContentPartPr/>
              <p14:nvPr/>
            </p14:nvContentPartPr>
            <p14:xfrm>
              <a:off x="2311446" y="3616143"/>
              <a:ext cx="5040" cy="75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4E7326E-B355-80AC-68C8-6405BAB22A2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93806" y="3598143"/>
                <a:ext cx="40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79F3EA2C-D9D1-5116-174D-06F5C4B7174E}"/>
                  </a:ext>
                </a:extLst>
              </p14:cNvPr>
              <p14:cNvContentPartPr/>
              <p14:nvPr/>
            </p14:nvContentPartPr>
            <p14:xfrm>
              <a:off x="3244926" y="3517863"/>
              <a:ext cx="7560" cy="126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79F3EA2C-D9D1-5116-174D-06F5C4B7174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227286" y="3499863"/>
                <a:ext cx="43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4CFDDA8-59B5-449F-E4FB-BE4DDDD4AD36}"/>
                  </a:ext>
                </a:extLst>
              </p14:cNvPr>
              <p14:cNvContentPartPr/>
              <p14:nvPr/>
            </p14:nvContentPartPr>
            <p14:xfrm>
              <a:off x="1559406" y="4803783"/>
              <a:ext cx="7560" cy="72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4CFDDA8-59B5-449F-E4FB-BE4DDDD4AD3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541406" y="4785783"/>
                <a:ext cx="432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21619E4-96B4-BA81-6E22-5F6E5FA9380F}"/>
              </a:ext>
            </a:extLst>
          </p:cNvPr>
          <p:cNvGrpSpPr/>
          <p:nvPr/>
        </p:nvGrpSpPr>
        <p:grpSpPr>
          <a:xfrm>
            <a:off x="2045766" y="4075503"/>
            <a:ext cx="1376640" cy="518400"/>
            <a:chOff x="2045766" y="4075503"/>
            <a:chExt cx="137664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ABE805B-745E-95F8-9E56-6E89D7066D2D}"/>
                    </a:ext>
                  </a:extLst>
                </p14:cNvPr>
                <p14:cNvContentPartPr/>
                <p14:nvPr/>
              </p14:nvContentPartPr>
              <p14:xfrm>
                <a:off x="2045766" y="4294743"/>
                <a:ext cx="335880" cy="198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ABE805B-745E-95F8-9E56-6E89D7066D2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028126" y="4277103"/>
                  <a:ext cx="371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39787CB-C4F6-6230-3D89-F34252798D39}"/>
                    </a:ext>
                  </a:extLst>
                </p14:cNvPr>
                <p14:cNvContentPartPr/>
                <p14:nvPr/>
              </p14:nvContentPartPr>
              <p14:xfrm>
                <a:off x="2419806" y="4132383"/>
                <a:ext cx="668160" cy="406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39787CB-C4F6-6230-3D89-F34252798D3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02166" y="4114743"/>
                  <a:ext cx="7038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0801033-85B8-A1C6-5BFD-329BA75BA5AA}"/>
                    </a:ext>
                  </a:extLst>
                </p14:cNvPr>
                <p14:cNvContentPartPr/>
                <p14:nvPr/>
              </p14:nvContentPartPr>
              <p14:xfrm>
                <a:off x="3142326" y="4320303"/>
                <a:ext cx="71640" cy="19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0801033-85B8-A1C6-5BFD-329BA75BA5A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24686" y="4302303"/>
                  <a:ext cx="107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FC35B63-B9C9-0E2D-DE80-0E72BB04DD5A}"/>
                    </a:ext>
                  </a:extLst>
                </p14:cNvPr>
                <p14:cNvContentPartPr/>
                <p14:nvPr/>
              </p14:nvContentPartPr>
              <p14:xfrm>
                <a:off x="3297486" y="4343703"/>
                <a:ext cx="115920" cy="109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FC35B63-B9C9-0E2D-DE80-0E72BB04DD5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79846" y="4326063"/>
                  <a:ext cx="151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12A726-0DC0-C88D-CB82-E220F036ABEA}"/>
                    </a:ext>
                  </a:extLst>
                </p14:cNvPr>
                <p14:cNvContentPartPr/>
                <p14:nvPr/>
              </p14:nvContentPartPr>
              <p14:xfrm>
                <a:off x="3261846" y="4287183"/>
                <a:ext cx="160560" cy="213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12A726-0DC0-C88D-CB82-E220F036ABE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43846" y="4269183"/>
                  <a:ext cx="196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A3D2F13-E3BB-9F5C-811D-9DA3355F65BD}"/>
                    </a:ext>
                  </a:extLst>
                </p14:cNvPr>
                <p14:cNvContentPartPr/>
                <p14:nvPr/>
              </p14:nvContentPartPr>
              <p14:xfrm>
                <a:off x="3052686" y="4075503"/>
                <a:ext cx="75600" cy="74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A3D2F13-E3BB-9F5C-811D-9DA3355F65B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035046" y="4057863"/>
                  <a:ext cx="111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17320B-D101-DD7A-5F3B-DB67BD5D138B}"/>
                    </a:ext>
                  </a:extLst>
                </p14:cNvPr>
                <p14:cNvContentPartPr/>
                <p14:nvPr/>
              </p14:nvContentPartPr>
              <p14:xfrm>
                <a:off x="2434566" y="4205103"/>
                <a:ext cx="425160" cy="26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17320B-D101-DD7A-5F3B-DB67BD5D138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16566" y="4187103"/>
                  <a:ext cx="460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7F5E698-82A9-A566-912E-0D786E6E537A}"/>
                    </a:ext>
                  </a:extLst>
                </p14:cNvPr>
                <p14:cNvContentPartPr/>
                <p14:nvPr/>
              </p14:nvContentPartPr>
              <p14:xfrm>
                <a:off x="2950086" y="4577703"/>
                <a:ext cx="32760" cy="16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7F5E698-82A9-A566-912E-0D786E6E537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932446" y="4560063"/>
                  <a:ext cx="684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8986640-E87D-604A-7393-E49FE291D395}"/>
              </a:ext>
            </a:extLst>
          </p:cNvPr>
          <p:cNvGrpSpPr/>
          <p:nvPr/>
        </p:nvGrpSpPr>
        <p:grpSpPr>
          <a:xfrm>
            <a:off x="2325846" y="3674823"/>
            <a:ext cx="55800" cy="22680"/>
            <a:chOff x="2325846" y="3674823"/>
            <a:chExt cx="55800" cy="2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0BFFBCB-5F83-1A3D-FF65-1708C947CFF1}"/>
                    </a:ext>
                  </a:extLst>
                </p14:cNvPr>
                <p14:cNvContentPartPr/>
                <p14:nvPr/>
              </p14:nvContentPartPr>
              <p14:xfrm>
                <a:off x="2325846" y="3692103"/>
                <a:ext cx="4680" cy="36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0BFFBCB-5F83-1A3D-FF65-1708C947CFF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08206" y="3674103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6B579B3-8DDD-E4DB-5CD4-9E1FADE585F8}"/>
                    </a:ext>
                  </a:extLst>
                </p14:cNvPr>
                <p14:cNvContentPartPr/>
                <p14:nvPr/>
              </p14:nvContentPartPr>
              <p14:xfrm>
                <a:off x="2331246" y="3684903"/>
                <a:ext cx="2160" cy="6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6B579B3-8DDD-E4DB-5CD4-9E1FADE585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3606" y="3667263"/>
                  <a:ext cx="37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7ACE43C-8AF0-5981-4EED-83A7FB6DF5FE}"/>
                    </a:ext>
                  </a:extLst>
                </p14:cNvPr>
                <p14:cNvContentPartPr/>
                <p14:nvPr/>
              </p14:nvContentPartPr>
              <p14:xfrm>
                <a:off x="2340606" y="3697143"/>
                <a:ext cx="360" cy="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7ACE43C-8AF0-5981-4EED-83A7FB6DF5F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22606" y="36795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FCD0037-18AF-08C7-8F3D-BB972FAC50AA}"/>
                    </a:ext>
                  </a:extLst>
                </p14:cNvPr>
                <p14:cNvContentPartPr/>
                <p14:nvPr/>
              </p14:nvContentPartPr>
              <p14:xfrm>
                <a:off x="2356086" y="3674823"/>
                <a:ext cx="4320" cy="7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FCD0037-18AF-08C7-8F3D-BB972FAC50A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338446" y="3656823"/>
                  <a:ext cx="3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DE4FCFB-4758-3D15-38B6-27C222C59B53}"/>
                    </a:ext>
                  </a:extLst>
                </p14:cNvPr>
                <p14:cNvContentPartPr/>
                <p14:nvPr/>
              </p14:nvContentPartPr>
              <p14:xfrm>
                <a:off x="2381286" y="3682743"/>
                <a:ext cx="360" cy="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DE4FCFB-4758-3D15-38B6-27C222C59B5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63646" y="36647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8F3C9E4-854C-FF3E-44DC-79DB9B538B33}"/>
              </a:ext>
            </a:extLst>
          </p:cNvPr>
          <p:cNvGrpSpPr/>
          <p:nvPr/>
        </p:nvGrpSpPr>
        <p:grpSpPr>
          <a:xfrm>
            <a:off x="2837406" y="2526783"/>
            <a:ext cx="799920" cy="1311480"/>
            <a:chOff x="2837406" y="2526783"/>
            <a:chExt cx="799920" cy="13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46A61BB-923E-EBCB-B4A6-A4014406CB53}"/>
                    </a:ext>
                  </a:extLst>
                </p14:cNvPr>
                <p14:cNvContentPartPr/>
                <p14:nvPr/>
              </p14:nvContentPartPr>
              <p14:xfrm>
                <a:off x="2873766" y="2806863"/>
                <a:ext cx="102240" cy="192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46A61BB-923E-EBCB-B4A6-A4014406CB5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856126" y="2788863"/>
                  <a:ext cx="137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6BF910-EFD9-F756-2281-E84265B48753}"/>
                    </a:ext>
                  </a:extLst>
                </p14:cNvPr>
                <p14:cNvContentPartPr/>
                <p14:nvPr/>
              </p14:nvContentPartPr>
              <p14:xfrm>
                <a:off x="2837406" y="3323823"/>
                <a:ext cx="168840" cy="200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6BF910-EFD9-F756-2281-E84265B4875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819406" y="3306183"/>
                  <a:ext cx="204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364605-4318-E899-BDF7-A884E9E84F3E}"/>
                    </a:ext>
                  </a:extLst>
                </p14:cNvPr>
                <p14:cNvContentPartPr/>
                <p14:nvPr/>
              </p14:nvContentPartPr>
              <p14:xfrm>
                <a:off x="3106326" y="3310863"/>
                <a:ext cx="13284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364605-4318-E899-BDF7-A884E9E84F3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088326" y="3293223"/>
                  <a:ext cx="168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31F0B0D-83CC-B4B8-8628-39C430F826CF}"/>
                    </a:ext>
                  </a:extLst>
                </p14:cNvPr>
                <p14:cNvContentPartPr/>
                <p14:nvPr/>
              </p14:nvContentPartPr>
              <p14:xfrm>
                <a:off x="3298566" y="2576823"/>
                <a:ext cx="338760" cy="126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31F0B0D-83CC-B4B8-8628-39C430F826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80926" y="2558823"/>
                  <a:ext cx="374400" cy="12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BDC1154-7FFD-E39A-FEBC-9CFAB388FA8D}"/>
                    </a:ext>
                  </a:extLst>
                </p14:cNvPr>
                <p14:cNvContentPartPr/>
                <p14:nvPr/>
              </p14:nvContentPartPr>
              <p14:xfrm>
                <a:off x="2915166" y="2554503"/>
                <a:ext cx="4320" cy="65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BDC1154-7FFD-E39A-FEBC-9CFAB388FA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897166" y="2536503"/>
                  <a:ext cx="39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0DE598-EA4F-2995-1320-CF08EF447F65}"/>
                    </a:ext>
                  </a:extLst>
                </p14:cNvPr>
                <p14:cNvContentPartPr/>
                <p14:nvPr/>
              </p14:nvContentPartPr>
              <p14:xfrm>
                <a:off x="2976006" y="2526783"/>
                <a:ext cx="104760" cy="71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0DE598-EA4F-2995-1320-CF08EF447F6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58006" y="2508783"/>
                  <a:ext cx="140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EADF744-9E22-A6F7-FC4B-E84CC30BE881}"/>
                    </a:ext>
                  </a:extLst>
                </p14:cNvPr>
                <p14:cNvContentPartPr/>
                <p14:nvPr/>
              </p14:nvContentPartPr>
              <p14:xfrm>
                <a:off x="3091206" y="3595263"/>
                <a:ext cx="15480" cy="2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EADF744-9E22-A6F7-FC4B-E84CC30BE88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73566" y="3577623"/>
                  <a:ext cx="51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388B3F0-AA8C-7530-0520-4BABA635A621}"/>
                    </a:ext>
                  </a:extLst>
                </p14:cNvPr>
                <p14:cNvContentPartPr/>
                <p14:nvPr/>
              </p14:nvContentPartPr>
              <p14:xfrm>
                <a:off x="2997246" y="2968503"/>
                <a:ext cx="15120" cy="2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388B3F0-AA8C-7530-0520-4BABA635A6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79246" y="2950503"/>
                  <a:ext cx="50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4C4A92C-C6FA-9385-13A0-34360A63CA70}"/>
                    </a:ext>
                  </a:extLst>
                </p14:cNvPr>
                <p14:cNvContentPartPr/>
                <p14:nvPr/>
              </p14:nvContentPartPr>
              <p14:xfrm>
                <a:off x="3032166" y="2955183"/>
                <a:ext cx="26640" cy="11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4C4A92C-C6FA-9385-13A0-34360A63CA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4166" y="2937183"/>
                  <a:ext cx="62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D3724EF-EBDA-D723-44F5-74940490AF85}"/>
                    </a:ext>
                  </a:extLst>
                </p14:cNvPr>
                <p14:cNvContentPartPr/>
                <p14:nvPr/>
              </p14:nvContentPartPr>
              <p14:xfrm>
                <a:off x="3180486" y="2920263"/>
                <a:ext cx="11520" cy="15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D3724EF-EBDA-D723-44F5-74940490AF8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62486" y="2902263"/>
                  <a:ext cx="47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B0C118-D0B4-CF75-7CFF-AC9643FC0A09}"/>
                    </a:ext>
                  </a:extLst>
                </p14:cNvPr>
                <p14:cNvContentPartPr/>
                <p14:nvPr/>
              </p14:nvContentPartPr>
              <p14:xfrm>
                <a:off x="3184086" y="2948703"/>
                <a:ext cx="720" cy="6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B0C118-D0B4-CF75-7CFF-AC9643FC0A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6086" y="2931063"/>
                  <a:ext cx="36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AF46C7C-443F-BEDB-A029-F5A070A4D85A}"/>
                    </a:ext>
                  </a:extLst>
                </p14:cNvPr>
                <p14:cNvContentPartPr/>
                <p14:nvPr/>
              </p14:nvContentPartPr>
              <p14:xfrm>
                <a:off x="3182646" y="2972103"/>
                <a:ext cx="3960" cy="2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AF46C7C-443F-BEDB-A029-F5A070A4D85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5006" y="2954463"/>
                  <a:ext cx="39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A77F268-D9FB-D95B-7F07-4281181A8C32}"/>
                    </a:ext>
                  </a:extLst>
                </p14:cNvPr>
                <p14:cNvContentPartPr/>
                <p14:nvPr/>
              </p14:nvContentPartPr>
              <p14:xfrm>
                <a:off x="3164646" y="3587343"/>
                <a:ext cx="9000" cy="7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A77F268-D9FB-D95B-7F07-4281181A8C3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46646" y="3569703"/>
                  <a:ext cx="44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DE13E5A-B23A-5078-2BCC-39269B574D1A}"/>
                    </a:ext>
                  </a:extLst>
                </p14:cNvPr>
                <p14:cNvContentPartPr/>
                <p14:nvPr/>
              </p14:nvContentPartPr>
              <p14:xfrm>
                <a:off x="3166806" y="3582663"/>
                <a:ext cx="8280" cy="2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DE13E5A-B23A-5078-2BCC-39269B574D1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149166" y="3564663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CDB1A3-859C-BAAD-5C15-BA04E58C198F}"/>
                    </a:ext>
                  </a:extLst>
                </p14:cNvPr>
                <p14:cNvContentPartPr/>
                <p14:nvPr/>
              </p14:nvContentPartPr>
              <p14:xfrm>
                <a:off x="3153486" y="3597783"/>
                <a:ext cx="4320" cy="3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CDB1A3-859C-BAAD-5C15-BA04E58C198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135486" y="3580143"/>
                  <a:ext cx="3996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CE4418D8-BF72-34D6-849E-A7463C7758A6}"/>
                  </a:ext>
                </a:extLst>
              </p14:cNvPr>
              <p14:cNvContentPartPr/>
              <p14:nvPr/>
            </p14:nvContentPartPr>
            <p14:xfrm>
              <a:off x="2379486" y="3107823"/>
              <a:ext cx="4680" cy="10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CE4418D8-BF72-34D6-849E-A7463C7758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846" y="3089823"/>
                <a:ext cx="4032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704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F36A7-8B63-1533-1421-F97D0C8B9AE2}"/>
              </a:ext>
            </a:extLst>
          </p:cNvPr>
          <p:cNvGrpSpPr/>
          <p:nvPr/>
        </p:nvGrpSpPr>
        <p:grpSpPr>
          <a:xfrm>
            <a:off x="1443846" y="435903"/>
            <a:ext cx="449280" cy="450000"/>
            <a:chOff x="1443846" y="435903"/>
            <a:chExt cx="44928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F624D0-EF01-4614-A6F0-4354FC7EAB18}"/>
                    </a:ext>
                  </a:extLst>
                </p14:cNvPr>
                <p14:cNvContentPartPr/>
                <p14:nvPr/>
              </p14:nvContentPartPr>
              <p14:xfrm>
                <a:off x="1496406" y="501783"/>
                <a:ext cx="167040" cy="236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F624D0-EF01-4614-A6F0-4354FC7EAB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8766" y="483783"/>
                  <a:ext cx="202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4D463B-B61E-F6CB-9748-BE004926DDD0}"/>
                    </a:ext>
                  </a:extLst>
                </p14:cNvPr>
                <p14:cNvContentPartPr/>
                <p14:nvPr/>
              </p14:nvContentPartPr>
              <p14:xfrm>
                <a:off x="1443846" y="435903"/>
                <a:ext cx="277560" cy="352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4D463B-B61E-F6CB-9748-BE004926DD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5846" y="418263"/>
                  <a:ext cx="3132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9E8CED-A751-DA24-3CC4-B26343F76ED6}"/>
                    </a:ext>
                  </a:extLst>
                </p14:cNvPr>
                <p14:cNvContentPartPr/>
                <p14:nvPr/>
              </p14:nvContentPartPr>
              <p14:xfrm>
                <a:off x="1868646" y="688263"/>
                <a:ext cx="24480" cy="197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9E8CED-A751-DA24-3CC4-B26343F76E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51006" y="670623"/>
                  <a:ext cx="601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EC1E3F-5BB9-2E6A-DD3F-20D395F57C89}"/>
              </a:ext>
            </a:extLst>
          </p:cNvPr>
          <p:cNvGrpSpPr/>
          <p:nvPr/>
        </p:nvGrpSpPr>
        <p:grpSpPr>
          <a:xfrm>
            <a:off x="2312526" y="614823"/>
            <a:ext cx="209160" cy="121320"/>
            <a:chOff x="2312526" y="614823"/>
            <a:chExt cx="209160" cy="12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A45753-64DD-52FA-4446-EA2E63DDA764}"/>
                    </a:ext>
                  </a:extLst>
                </p14:cNvPr>
                <p14:cNvContentPartPr/>
                <p14:nvPr/>
              </p14:nvContentPartPr>
              <p14:xfrm>
                <a:off x="2328366" y="614823"/>
                <a:ext cx="159840" cy="4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A45753-64DD-52FA-4446-EA2E63DDA7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0366" y="596823"/>
                  <a:ext cx="195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C48816-BCDD-9547-18FC-C087A5928553}"/>
                    </a:ext>
                  </a:extLst>
                </p14:cNvPr>
                <p14:cNvContentPartPr/>
                <p14:nvPr/>
              </p14:nvContentPartPr>
              <p14:xfrm>
                <a:off x="2312526" y="688983"/>
                <a:ext cx="209160" cy="47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C48816-BCDD-9547-18FC-C087A59285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94526" y="671343"/>
                  <a:ext cx="24480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F1061D-2FB9-02CA-0CC1-9327A7E23A78}"/>
                  </a:ext>
                </a:extLst>
              </p14:cNvPr>
              <p14:cNvContentPartPr/>
              <p14:nvPr/>
            </p14:nvContentPartPr>
            <p14:xfrm>
              <a:off x="3016326" y="463983"/>
              <a:ext cx="218160" cy="282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F1061D-2FB9-02CA-0CC1-9327A7E23A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98326" y="446343"/>
                <a:ext cx="25380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9F6C9F9-8438-B1D1-3AD5-8A4B1494DC9C}"/>
              </a:ext>
            </a:extLst>
          </p:cNvPr>
          <p:cNvGrpSpPr/>
          <p:nvPr/>
        </p:nvGrpSpPr>
        <p:grpSpPr>
          <a:xfrm>
            <a:off x="3436086" y="222423"/>
            <a:ext cx="285480" cy="187560"/>
            <a:chOff x="3436086" y="222423"/>
            <a:chExt cx="28548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F8D7A7-4CD8-3236-1DC2-58BD22C79C39}"/>
                    </a:ext>
                  </a:extLst>
                </p14:cNvPr>
                <p14:cNvContentPartPr/>
                <p14:nvPr/>
              </p14:nvContentPartPr>
              <p14:xfrm>
                <a:off x="3436086" y="353823"/>
                <a:ext cx="158760" cy="56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F8D7A7-4CD8-3236-1DC2-58BD22C79C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18086" y="336183"/>
                  <a:ext cx="194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D210E7-0E9F-EE16-B442-86D5D0EFBE5C}"/>
                    </a:ext>
                  </a:extLst>
                </p14:cNvPr>
                <p14:cNvContentPartPr/>
                <p14:nvPr/>
              </p14:nvContentPartPr>
              <p14:xfrm>
                <a:off x="3704286" y="222423"/>
                <a:ext cx="17280" cy="16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D210E7-0E9F-EE16-B442-86D5D0EFBE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86286" y="204423"/>
                  <a:ext cx="5292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988E3F-3D5B-8458-E403-25203CCDA274}"/>
              </a:ext>
            </a:extLst>
          </p:cNvPr>
          <p:cNvGrpSpPr/>
          <p:nvPr/>
        </p:nvGrpSpPr>
        <p:grpSpPr>
          <a:xfrm>
            <a:off x="3964566" y="459303"/>
            <a:ext cx="264960" cy="348120"/>
            <a:chOff x="3964566" y="459303"/>
            <a:chExt cx="26496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AD3EB6-2211-A8C0-B9E5-879BF956E6E4}"/>
                    </a:ext>
                  </a:extLst>
                </p14:cNvPr>
                <p14:cNvContentPartPr/>
                <p14:nvPr/>
              </p14:nvContentPartPr>
              <p14:xfrm>
                <a:off x="3964566" y="515103"/>
                <a:ext cx="59400" cy="239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AD3EB6-2211-A8C0-B9E5-879BF956E6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6926" y="497463"/>
                  <a:ext cx="95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7A3A4B-BA4D-ED1A-97BF-27B6A59865FA}"/>
                    </a:ext>
                  </a:extLst>
                </p14:cNvPr>
                <p14:cNvContentPartPr/>
                <p14:nvPr/>
              </p14:nvContentPartPr>
              <p14:xfrm>
                <a:off x="3980406" y="459303"/>
                <a:ext cx="249120" cy="348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7A3A4B-BA4D-ED1A-97BF-27B6A59865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2766" y="441303"/>
                  <a:ext cx="284760" cy="38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0D30B5-7DBA-3F73-9D7F-DDB7498D6DDA}"/>
              </a:ext>
            </a:extLst>
          </p:cNvPr>
          <p:cNvGrpSpPr/>
          <p:nvPr/>
        </p:nvGrpSpPr>
        <p:grpSpPr>
          <a:xfrm>
            <a:off x="2381646" y="1312143"/>
            <a:ext cx="1129320" cy="1466640"/>
            <a:chOff x="2381646" y="1312143"/>
            <a:chExt cx="1129320" cy="14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ED6BFA-5AA5-7A58-7EDF-FE9EC4EF2756}"/>
                    </a:ext>
                  </a:extLst>
                </p14:cNvPr>
                <p14:cNvContentPartPr/>
                <p14:nvPr/>
              </p14:nvContentPartPr>
              <p14:xfrm>
                <a:off x="2415486" y="1831623"/>
                <a:ext cx="215640" cy="4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ED6BFA-5AA5-7A58-7EDF-FE9EC4EF27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7846" y="1813983"/>
                  <a:ext cx="251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D5672F-31E0-D5DD-F4CC-18AA99162908}"/>
                    </a:ext>
                  </a:extLst>
                </p14:cNvPr>
                <p14:cNvContentPartPr/>
                <p14:nvPr/>
              </p14:nvContentPartPr>
              <p14:xfrm>
                <a:off x="2381646" y="1970583"/>
                <a:ext cx="232200" cy="45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D5672F-31E0-D5DD-F4CC-18AA991629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3646" y="1952943"/>
                  <a:ext cx="267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0D906B-9425-318A-6E2E-0C4449E32A27}"/>
                    </a:ext>
                  </a:extLst>
                </p14:cNvPr>
                <p14:cNvContentPartPr/>
                <p14:nvPr/>
              </p14:nvContentPartPr>
              <p14:xfrm>
                <a:off x="3266886" y="1312143"/>
                <a:ext cx="244080" cy="1466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0D906B-9425-318A-6E2E-0C4449E32A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48886" y="1294503"/>
                  <a:ext cx="279720" cy="15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E40FCA-9A76-AA90-0CC4-59E7E99BC2EA}"/>
                    </a:ext>
                  </a:extLst>
                </p14:cNvPr>
                <p14:cNvContentPartPr/>
                <p14:nvPr/>
              </p14:nvContentPartPr>
              <p14:xfrm>
                <a:off x="2936046" y="1740183"/>
                <a:ext cx="25560" cy="240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E40FCA-9A76-AA90-0CC4-59E7E99BC2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8046" y="1722543"/>
                  <a:ext cx="61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9102C0-44F0-230F-BE2A-C798CB33BD45}"/>
                    </a:ext>
                  </a:extLst>
                </p14:cNvPr>
                <p14:cNvContentPartPr/>
                <p14:nvPr/>
              </p14:nvContentPartPr>
              <p14:xfrm>
                <a:off x="2756046" y="2019543"/>
                <a:ext cx="425520" cy="87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9102C0-44F0-230F-BE2A-C798CB33BD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8406" y="2001543"/>
                  <a:ext cx="461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6A332D-CFA3-2A94-B957-87CE2FD5406A}"/>
                    </a:ext>
                  </a:extLst>
                </p14:cNvPr>
                <p14:cNvContentPartPr/>
                <p14:nvPr/>
              </p14:nvContentPartPr>
              <p14:xfrm>
                <a:off x="2726526" y="2288463"/>
                <a:ext cx="41400" cy="21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6A332D-CFA3-2A94-B957-87CE2FD540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08886" y="2270463"/>
                  <a:ext cx="77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19F633-20E2-98E1-9633-F4605A425EB4}"/>
                    </a:ext>
                  </a:extLst>
                </p14:cNvPr>
                <p14:cNvContentPartPr/>
                <p14:nvPr/>
              </p14:nvContentPartPr>
              <p14:xfrm>
                <a:off x="2838486" y="2295663"/>
                <a:ext cx="147960" cy="20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19F633-20E2-98E1-9633-F4605A425EB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20846" y="2278023"/>
                  <a:ext cx="183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299F20-A55D-4BF0-0D06-43BF708D1C35}"/>
                    </a:ext>
                  </a:extLst>
                </p14:cNvPr>
                <p14:cNvContentPartPr/>
                <p14:nvPr/>
              </p14:nvContentPartPr>
              <p14:xfrm>
                <a:off x="3098046" y="2227623"/>
                <a:ext cx="31320" cy="259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299F20-A55D-4BF0-0D06-43BF708D1C3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0046" y="2209983"/>
                  <a:ext cx="6696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13901A-7689-DA00-FD3E-F9D7AEC6FFB1}"/>
              </a:ext>
            </a:extLst>
          </p:cNvPr>
          <p:cNvGrpSpPr/>
          <p:nvPr/>
        </p:nvGrpSpPr>
        <p:grpSpPr>
          <a:xfrm>
            <a:off x="3630486" y="1661703"/>
            <a:ext cx="349920" cy="223200"/>
            <a:chOff x="3630486" y="1661703"/>
            <a:chExt cx="34992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EE630B-F587-F924-5A25-4B31166062BC}"/>
                    </a:ext>
                  </a:extLst>
                </p14:cNvPr>
                <p14:cNvContentPartPr/>
                <p14:nvPr/>
              </p14:nvContentPartPr>
              <p14:xfrm>
                <a:off x="3630486" y="1695543"/>
                <a:ext cx="164160" cy="18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EE630B-F587-F924-5A25-4B31166062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12846" y="1677543"/>
                  <a:ext cx="199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CDBBAE-D38D-80E2-99B2-BDA1C9E324D7}"/>
                    </a:ext>
                  </a:extLst>
                </p14:cNvPr>
                <p14:cNvContentPartPr/>
                <p14:nvPr/>
              </p14:nvContentPartPr>
              <p14:xfrm>
                <a:off x="3894006" y="1661703"/>
                <a:ext cx="86400" cy="200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CDBBAE-D38D-80E2-99B2-BDA1C9E324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6366" y="1643703"/>
                  <a:ext cx="1220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6E9F05-BDB6-D70B-35BA-2729774FE735}"/>
              </a:ext>
            </a:extLst>
          </p:cNvPr>
          <p:cNvGrpSpPr/>
          <p:nvPr/>
        </p:nvGrpSpPr>
        <p:grpSpPr>
          <a:xfrm>
            <a:off x="3699246" y="2203863"/>
            <a:ext cx="318240" cy="277920"/>
            <a:chOff x="3699246" y="2203863"/>
            <a:chExt cx="31824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6F6685-800C-0994-0AEE-E45C63FEEBA8}"/>
                    </a:ext>
                  </a:extLst>
                </p14:cNvPr>
                <p14:cNvContentPartPr/>
                <p14:nvPr/>
              </p14:nvContentPartPr>
              <p14:xfrm>
                <a:off x="3699246" y="2283063"/>
                <a:ext cx="171720" cy="2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6F6685-800C-0994-0AEE-E45C63FEEB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81246" y="2265423"/>
                  <a:ext cx="207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9C2080-6610-8302-17F1-B4A3C5D03F87}"/>
                    </a:ext>
                  </a:extLst>
                </p14:cNvPr>
                <p14:cNvContentPartPr/>
                <p14:nvPr/>
              </p14:nvContentPartPr>
              <p14:xfrm>
                <a:off x="3871326" y="2203863"/>
                <a:ext cx="146160" cy="277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9C2080-6610-8302-17F1-B4A3C5D03F8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3326" y="2185863"/>
                  <a:ext cx="181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03840B-04EC-5D85-50AB-FEA245DEF233}"/>
              </a:ext>
            </a:extLst>
          </p:cNvPr>
          <p:cNvGrpSpPr/>
          <p:nvPr/>
        </p:nvGrpSpPr>
        <p:grpSpPr>
          <a:xfrm>
            <a:off x="4691766" y="1330143"/>
            <a:ext cx="871200" cy="1281600"/>
            <a:chOff x="4691766" y="1330143"/>
            <a:chExt cx="871200" cy="12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47AA70-FDEB-2674-8FD4-D5AB61D9697E}"/>
                    </a:ext>
                  </a:extLst>
                </p14:cNvPr>
                <p14:cNvContentPartPr/>
                <p14:nvPr/>
              </p14:nvContentPartPr>
              <p14:xfrm>
                <a:off x="4691766" y="1681863"/>
                <a:ext cx="161280" cy="5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47AA70-FDEB-2674-8FD4-D5AB61D969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73766" y="1664223"/>
                  <a:ext cx="196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AEED09A-6DFE-776A-85CF-BB2EE7FA520A}"/>
                    </a:ext>
                  </a:extLst>
                </p14:cNvPr>
                <p14:cNvContentPartPr/>
                <p14:nvPr/>
              </p14:nvContentPartPr>
              <p14:xfrm>
                <a:off x="4927206" y="1518783"/>
                <a:ext cx="184680" cy="258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AEED09A-6DFE-776A-85CF-BB2EE7FA52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09566" y="1501143"/>
                  <a:ext cx="2203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16C378-EC83-FFF9-855F-C8D06EF99D0E}"/>
                    </a:ext>
                  </a:extLst>
                </p14:cNvPr>
                <p14:cNvContentPartPr/>
                <p14:nvPr/>
              </p14:nvContentPartPr>
              <p14:xfrm>
                <a:off x="5011446" y="2209983"/>
                <a:ext cx="115920" cy="3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16C378-EC83-FFF9-855F-C8D06EF99D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3806" y="2192343"/>
                  <a:ext cx="151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98A3865-7064-D55C-1F21-A54A65495B98}"/>
                    </a:ext>
                  </a:extLst>
                </p14:cNvPr>
                <p14:cNvContentPartPr/>
                <p14:nvPr/>
              </p14:nvContentPartPr>
              <p14:xfrm>
                <a:off x="4975446" y="2204583"/>
                <a:ext cx="138960" cy="27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98A3865-7064-D55C-1F21-A54A65495B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57446" y="2186943"/>
                  <a:ext cx="17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6BBF33-E486-9199-698C-04C1129F2FCB}"/>
                    </a:ext>
                  </a:extLst>
                </p14:cNvPr>
                <p14:cNvContentPartPr/>
                <p14:nvPr/>
              </p14:nvContentPartPr>
              <p14:xfrm>
                <a:off x="5308446" y="1330143"/>
                <a:ext cx="254520" cy="1281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6BBF33-E486-9199-698C-04C1129F2F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90806" y="1312143"/>
                  <a:ext cx="290160" cy="131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28AFE2E-AFA4-D3FE-85DA-296E630D551B}"/>
                  </a:ext>
                </a:extLst>
              </p14:cNvPr>
              <p14:cNvContentPartPr/>
              <p14:nvPr/>
            </p14:nvContentPartPr>
            <p14:xfrm>
              <a:off x="6185766" y="1309623"/>
              <a:ext cx="322920" cy="1491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28AFE2E-AFA4-D3FE-85DA-296E630D551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67766" y="1291623"/>
                <a:ext cx="358560" cy="152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6580F78-7F77-7D78-03F6-6FDB53A37438}"/>
              </a:ext>
            </a:extLst>
          </p:cNvPr>
          <p:cNvGrpSpPr/>
          <p:nvPr/>
        </p:nvGrpSpPr>
        <p:grpSpPr>
          <a:xfrm>
            <a:off x="6471966" y="1307823"/>
            <a:ext cx="1512360" cy="1355760"/>
            <a:chOff x="6471966" y="1307823"/>
            <a:chExt cx="1512360" cy="13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7BE9F7-021A-0F6C-BF8E-F539E692980F}"/>
                    </a:ext>
                  </a:extLst>
                </p14:cNvPr>
                <p14:cNvContentPartPr/>
                <p14:nvPr/>
              </p14:nvContentPartPr>
              <p14:xfrm>
                <a:off x="6525246" y="1479543"/>
                <a:ext cx="127440" cy="28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7BE9F7-021A-0F6C-BF8E-F539E69298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07246" y="1461903"/>
                  <a:ext cx="163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F18E40-8CAF-C3FB-AA6D-192EC2AA0C10}"/>
                    </a:ext>
                  </a:extLst>
                </p14:cNvPr>
                <p14:cNvContentPartPr/>
                <p14:nvPr/>
              </p14:nvContentPartPr>
              <p14:xfrm>
                <a:off x="6711006" y="1641543"/>
                <a:ext cx="81720" cy="36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F18E40-8CAF-C3FB-AA6D-192EC2AA0C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93006" y="1623903"/>
                  <a:ext cx="117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850B073-D862-5BA3-3101-1F7C1153A558}"/>
                    </a:ext>
                  </a:extLst>
                </p14:cNvPr>
                <p14:cNvContentPartPr/>
                <p14:nvPr/>
              </p14:nvContentPartPr>
              <p14:xfrm>
                <a:off x="6939966" y="1453263"/>
                <a:ext cx="157320" cy="301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850B073-D862-5BA3-3101-1F7C1153A5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1966" y="1435263"/>
                  <a:ext cx="192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6C280D-A1A7-D15B-CC2C-E800C0FE0BB7}"/>
                    </a:ext>
                  </a:extLst>
                </p14:cNvPr>
                <p14:cNvContentPartPr/>
                <p14:nvPr/>
              </p14:nvContentPartPr>
              <p14:xfrm>
                <a:off x="7210686" y="1450023"/>
                <a:ext cx="252000" cy="292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6C280D-A1A7-D15B-CC2C-E800C0FE0B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93046" y="1432383"/>
                  <a:ext cx="287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A81F60-F41B-DD36-E3FB-A26564E767F6}"/>
                    </a:ext>
                  </a:extLst>
                </p14:cNvPr>
                <p14:cNvContentPartPr/>
                <p14:nvPr/>
              </p14:nvContentPartPr>
              <p14:xfrm>
                <a:off x="6471966" y="2206743"/>
                <a:ext cx="145800" cy="303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A81F60-F41B-DD36-E3FB-A26564E767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3966" y="2189103"/>
                  <a:ext cx="181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E8316-DFC6-AADD-CBE8-D00EAA739104}"/>
                    </a:ext>
                  </a:extLst>
                </p14:cNvPr>
                <p14:cNvContentPartPr/>
                <p14:nvPr/>
              </p14:nvContentPartPr>
              <p14:xfrm>
                <a:off x="6819726" y="2349663"/>
                <a:ext cx="110520" cy="43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E8316-DFC6-AADD-CBE8-D00EAA7391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02086" y="2331663"/>
                  <a:ext cx="146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6FB3FF9-B5FB-45D8-C584-3CE2847FEAB2}"/>
                    </a:ext>
                  </a:extLst>
                </p14:cNvPr>
                <p14:cNvContentPartPr/>
                <p14:nvPr/>
              </p14:nvContentPartPr>
              <p14:xfrm>
                <a:off x="7069926" y="2192703"/>
                <a:ext cx="159840" cy="237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6FB3FF9-B5FB-45D8-C584-3CE2847FEA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51926" y="2175063"/>
                  <a:ext cx="195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EDAE0F-B93E-BD30-9600-67EF8D063DD5}"/>
                    </a:ext>
                  </a:extLst>
                </p14:cNvPr>
                <p14:cNvContentPartPr/>
                <p14:nvPr/>
              </p14:nvContentPartPr>
              <p14:xfrm>
                <a:off x="7328046" y="2085783"/>
                <a:ext cx="299880" cy="38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EDAE0F-B93E-BD30-9600-67EF8D063D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10046" y="2067783"/>
                  <a:ext cx="335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DB481B-DF25-CAC9-152B-FE8D63BE2C45}"/>
                    </a:ext>
                  </a:extLst>
                </p14:cNvPr>
                <p14:cNvContentPartPr/>
                <p14:nvPr/>
              </p14:nvContentPartPr>
              <p14:xfrm>
                <a:off x="7619646" y="1307823"/>
                <a:ext cx="364680" cy="135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DB481B-DF25-CAC9-152B-FE8D63BE2C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02006" y="1290183"/>
                  <a:ext cx="400320" cy="139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0DC7AB-FFFE-E379-6479-8CE91FC73784}"/>
              </a:ext>
            </a:extLst>
          </p:cNvPr>
          <p:cNvGrpSpPr/>
          <p:nvPr/>
        </p:nvGrpSpPr>
        <p:grpSpPr>
          <a:xfrm>
            <a:off x="2185806" y="3323103"/>
            <a:ext cx="915480" cy="986400"/>
            <a:chOff x="2185806" y="3323103"/>
            <a:chExt cx="915480" cy="9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C45B60-EFAC-4C60-7F0D-758FFB192A62}"/>
                    </a:ext>
                  </a:extLst>
                </p14:cNvPr>
                <p14:cNvContentPartPr/>
                <p14:nvPr/>
              </p14:nvContentPartPr>
              <p14:xfrm>
                <a:off x="2185806" y="3585543"/>
                <a:ext cx="127800" cy="36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C45B60-EFAC-4C60-7F0D-758FFB192A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67806" y="3567903"/>
                  <a:ext cx="163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4FFF1C-4F9F-1E3B-1ABE-71C4D9AC7BEA}"/>
                    </a:ext>
                  </a:extLst>
                </p14:cNvPr>
                <p14:cNvContentPartPr/>
                <p14:nvPr/>
              </p14:nvContentPartPr>
              <p14:xfrm>
                <a:off x="2235486" y="3684543"/>
                <a:ext cx="144000" cy="37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4FFF1C-4F9F-1E3B-1ABE-71C4D9AC7B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17486" y="3666543"/>
                  <a:ext cx="179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04C423-1DF8-1C4C-5129-E3BE40C316B7}"/>
                    </a:ext>
                  </a:extLst>
                </p14:cNvPr>
                <p14:cNvContentPartPr/>
                <p14:nvPr/>
              </p14:nvContentPartPr>
              <p14:xfrm>
                <a:off x="2927046" y="3323103"/>
                <a:ext cx="44640" cy="300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04C423-1DF8-1C4C-5129-E3BE40C316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09406" y="3305103"/>
                  <a:ext cx="802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196C39-2A85-91EC-E6E1-9F5044B8D7FF}"/>
                    </a:ext>
                  </a:extLst>
                </p14:cNvPr>
                <p14:cNvContentPartPr/>
                <p14:nvPr/>
              </p14:nvContentPartPr>
              <p14:xfrm>
                <a:off x="2598366" y="3768063"/>
                <a:ext cx="465840" cy="91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196C39-2A85-91EC-E6E1-9F5044B8D7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80366" y="3750063"/>
                  <a:ext cx="501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7507C8-B558-39FC-43DB-E8F2F8CD44F0}"/>
                    </a:ext>
                  </a:extLst>
                </p14:cNvPr>
                <p14:cNvContentPartPr/>
                <p14:nvPr/>
              </p14:nvContentPartPr>
              <p14:xfrm>
                <a:off x="2564886" y="4069023"/>
                <a:ext cx="60480" cy="240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7507C8-B558-39FC-43DB-E8F2F8CD44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47246" y="4051383"/>
                  <a:ext cx="96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245695-616B-B586-ED2D-222E48C0D729}"/>
                    </a:ext>
                  </a:extLst>
                </p14:cNvPr>
                <p14:cNvContentPartPr/>
                <p14:nvPr/>
              </p14:nvContentPartPr>
              <p14:xfrm>
                <a:off x="2755686" y="4065423"/>
                <a:ext cx="155520" cy="177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245695-616B-B586-ED2D-222E48C0D7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37686" y="4047423"/>
                  <a:ext cx="191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9501F0-DA90-8A39-2F1E-6786BC24BDE4}"/>
                    </a:ext>
                  </a:extLst>
                </p14:cNvPr>
                <p14:cNvContentPartPr/>
                <p14:nvPr/>
              </p14:nvContentPartPr>
              <p14:xfrm>
                <a:off x="3073926" y="4015383"/>
                <a:ext cx="27360" cy="215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9501F0-DA90-8A39-2F1E-6786BC24BD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55926" y="3997383"/>
                  <a:ext cx="6300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BEF57A6-6E53-EEA7-488A-0EA369AE75AC}"/>
                  </a:ext>
                </a:extLst>
              </p14:cNvPr>
              <p14:cNvContentPartPr/>
              <p14:nvPr/>
            </p14:nvContentPartPr>
            <p14:xfrm>
              <a:off x="5791566" y="3402663"/>
              <a:ext cx="149760" cy="22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BEF57A6-6E53-EEA7-488A-0EA369AE75A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73566" y="3385023"/>
                <a:ext cx="185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8C94A7A-93D7-DD21-4E3F-73397D173985}"/>
                  </a:ext>
                </a:extLst>
              </p14:cNvPr>
              <p14:cNvContentPartPr/>
              <p14:nvPr/>
            </p14:nvContentPartPr>
            <p14:xfrm>
              <a:off x="5776446" y="4297263"/>
              <a:ext cx="149400" cy="205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8C94A7A-93D7-DD21-4E3F-73397D17398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58806" y="4279263"/>
                <a:ext cx="1850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69B7834-9343-F315-D1F9-36E6C29FF3ED}"/>
              </a:ext>
            </a:extLst>
          </p:cNvPr>
          <p:cNvGrpSpPr/>
          <p:nvPr/>
        </p:nvGrpSpPr>
        <p:grpSpPr>
          <a:xfrm>
            <a:off x="6154446" y="3055263"/>
            <a:ext cx="1857960" cy="1731600"/>
            <a:chOff x="6154446" y="3055263"/>
            <a:chExt cx="1857960" cy="17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5D16DA-7AA4-6113-3F60-5E67B02CE630}"/>
                    </a:ext>
                  </a:extLst>
                </p14:cNvPr>
                <p14:cNvContentPartPr/>
                <p14:nvPr/>
              </p14:nvContentPartPr>
              <p14:xfrm>
                <a:off x="6199806" y="3262263"/>
                <a:ext cx="131400" cy="21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5D16DA-7AA4-6113-3F60-5E67B02CE6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81806" y="3244263"/>
                  <a:ext cx="1670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2E1591-7584-1BE9-3DA0-982D1048F367}"/>
                    </a:ext>
                  </a:extLst>
                </p14:cNvPr>
                <p14:cNvContentPartPr/>
                <p14:nvPr/>
              </p14:nvContentPartPr>
              <p14:xfrm>
                <a:off x="6441726" y="3057783"/>
                <a:ext cx="172800" cy="665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2E1591-7584-1BE9-3DA0-982D1048F3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23726" y="3039783"/>
                  <a:ext cx="20844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0CE495-9B4D-9D1D-724E-1932BBD287B2}"/>
                    </a:ext>
                  </a:extLst>
                </p14:cNvPr>
                <p14:cNvContentPartPr/>
                <p14:nvPr/>
              </p14:nvContentPartPr>
              <p14:xfrm>
                <a:off x="6675726" y="3269463"/>
                <a:ext cx="102240" cy="230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0CE495-9B4D-9D1D-724E-1932BBD287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58086" y="3251823"/>
                  <a:ext cx="137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D9B864-317F-DC05-02FF-610FA5A9BFCD}"/>
                    </a:ext>
                  </a:extLst>
                </p14:cNvPr>
                <p14:cNvContentPartPr/>
                <p14:nvPr/>
              </p14:nvContentPartPr>
              <p14:xfrm>
                <a:off x="6879846" y="3350463"/>
                <a:ext cx="97920" cy="66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D9B864-317F-DC05-02FF-610FA5A9BFC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62206" y="3332823"/>
                  <a:ext cx="133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9D9F6EC-5DBE-412B-B695-B74BDAD6CF00}"/>
                    </a:ext>
                  </a:extLst>
                </p14:cNvPr>
                <p14:cNvContentPartPr/>
                <p14:nvPr/>
              </p14:nvContentPartPr>
              <p14:xfrm>
                <a:off x="7076406" y="3227343"/>
                <a:ext cx="129600" cy="20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9D9F6EC-5DBE-412B-B695-B74BDAD6CF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58766" y="3209703"/>
                  <a:ext cx="165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A77B277-E6A3-8934-8936-CA6406692879}"/>
                    </a:ext>
                  </a:extLst>
                </p14:cNvPr>
                <p14:cNvContentPartPr/>
                <p14:nvPr/>
              </p14:nvContentPartPr>
              <p14:xfrm>
                <a:off x="7300686" y="3156423"/>
                <a:ext cx="210240" cy="293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A77B277-E6A3-8934-8936-CA64066928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82686" y="3138783"/>
                  <a:ext cx="2458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FAA4786-C0BA-59D4-9802-C383C483541C}"/>
                    </a:ext>
                  </a:extLst>
                </p14:cNvPr>
                <p14:cNvContentPartPr/>
                <p14:nvPr/>
              </p14:nvContentPartPr>
              <p14:xfrm>
                <a:off x="7463406" y="3055263"/>
                <a:ext cx="174600" cy="482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FAA4786-C0BA-59D4-9802-C383C483541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45766" y="3037263"/>
                  <a:ext cx="21024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640038-A6D3-F1C8-955D-9B15484867E0}"/>
                    </a:ext>
                  </a:extLst>
                </p14:cNvPr>
                <p14:cNvContentPartPr/>
                <p14:nvPr/>
              </p14:nvContentPartPr>
              <p14:xfrm>
                <a:off x="6154446" y="4162983"/>
                <a:ext cx="106920" cy="206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640038-A6D3-F1C8-955D-9B15484867E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36806" y="4145343"/>
                  <a:ext cx="1425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9281C3-1809-CAE8-6933-4985B9768B7D}"/>
                    </a:ext>
                  </a:extLst>
                </p14:cNvPr>
                <p14:cNvContentPartPr/>
                <p14:nvPr/>
              </p14:nvContentPartPr>
              <p14:xfrm>
                <a:off x="6218886" y="4142823"/>
                <a:ext cx="172440" cy="40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9281C3-1809-CAE8-6933-4985B9768B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01246" y="4125183"/>
                  <a:ext cx="208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D1C32E-3454-D58A-9136-9A33AD193ED4}"/>
                    </a:ext>
                  </a:extLst>
                </p14:cNvPr>
                <p14:cNvContentPartPr/>
                <p14:nvPr/>
              </p14:nvContentPartPr>
              <p14:xfrm>
                <a:off x="6487086" y="3983343"/>
                <a:ext cx="174240" cy="609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D1C32E-3454-D58A-9136-9A33AD193ED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69086" y="3965703"/>
                  <a:ext cx="20988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DD00DC-1C7B-13C5-C69D-FE406ABF61DE}"/>
                    </a:ext>
                  </a:extLst>
                </p14:cNvPr>
                <p14:cNvContentPartPr/>
                <p14:nvPr/>
              </p14:nvContentPartPr>
              <p14:xfrm>
                <a:off x="6779766" y="4108983"/>
                <a:ext cx="110160" cy="253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DD00DC-1C7B-13C5-C69D-FE406ABF61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62126" y="4091343"/>
                  <a:ext cx="145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BB39D0-126D-FD92-5B1F-22B7612645BE}"/>
                    </a:ext>
                  </a:extLst>
                </p14:cNvPr>
                <p14:cNvContentPartPr/>
                <p14:nvPr/>
              </p14:nvContentPartPr>
              <p14:xfrm>
                <a:off x="6983886" y="4227063"/>
                <a:ext cx="102240" cy="49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BB39D0-126D-FD92-5B1F-22B7612645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65886" y="4209063"/>
                  <a:ext cx="137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47757A-FB3D-B48E-2202-88204BB7F776}"/>
                    </a:ext>
                  </a:extLst>
                </p14:cNvPr>
                <p14:cNvContentPartPr/>
                <p14:nvPr/>
              </p14:nvContentPartPr>
              <p14:xfrm>
                <a:off x="7172166" y="4089543"/>
                <a:ext cx="182160" cy="242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47757A-FB3D-B48E-2202-88204BB7F7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54526" y="4071543"/>
                  <a:ext cx="217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28C4677-6138-4BAA-70A9-F79EDA828BA6}"/>
                    </a:ext>
                  </a:extLst>
                </p14:cNvPr>
                <p14:cNvContentPartPr/>
                <p14:nvPr/>
              </p14:nvContentPartPr>
              <p14:xfrm>
                <a:off x="7370886" y="3960303"/>
                <a:ext cx="241200" cy="432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28C4677-6138-4BAA-70A9-F79EDA828B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52886" y="3942663"/>
                  <a:ext cx="2768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F32376-74C5-29C8-6678-3F5771743C55}"/>
                    </a:ext>
                  </a:extLst>
                </p14:cNvPr>
                <p14:cNvContentPartPr/>
                <p14:nvPr/>
              </p14:nvContentPartPr>
              <p14:xfrm>
                <a:off x="7640886" y="3986583"/>
                <a:ext cx="95040" cy="447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F32376-74C5-29C8-6678-3F5771743C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22886" y="3968583"/>
                  <a:ext cx="1306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DA23BA6-3CE2-1FE2-81E9-85A607C52A96}"/>
                    </a:ext>
                  </a:extLst>
                </p14:cNvPr>
                <p14:cNvContentPartPr/>
                <p14:nvPr/>
              </p14:nvContentPartPr>
              <p14:xfrm>
                <a:off x="7746726" y="3057063"/>
                <a:ext cx="265680" cy="1729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DA23BA6-3CE2-1FE2-81E9-85A607C52A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28726" y="3039063"/>
                  <a:ext cx="301320" cy="176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BCD62A5-7E56-F43F-1E64-DFC6CFD69C28}"/>
              </a:ext>
            </a:extLst>
          </p:cNvPr>
          <p:cNvGrpSpPr/>
          <p:nvPr/>
        </p:nvGrpSpPr>
        <p:grpSpPr>
          <a:xfrm>
            <a:off x="1536726" y="5151903"/>
            <a:ext cx="443880" cy="360000"/>
            <a:chOff x="1536726" y="5151903"/>
            <a:chExt cx="44388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35E9358-BD57-DC2E-1892-CA9E652FF90A}"/>
                    </a:ext>
                  </a:extLst>
                </p14:cNvPr>
                <p14:cNvContentPartPr/>
                <p14:nvPr/>
              </p14:nvContentPartPr>
              <p14:xfrm>
                <a:off x="1786566" y="5151903"/>
                <a:ext cx="37080" cy="245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35E9358-BD57-DC2E-1892-CA9E652FF9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68566" y="5133903"/>
                  <a:ext cx="72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255A5C-0795-592A-0B5D-23688862A28D}"/>
                    </a:ext>
                  </a:extLst>
                </p14:cNvPr>
                <p14:cNvContentPartPr/>
                <p14:nvPr/>
              </p14:nvContentPartPr>
              <p14:xfrm>
                <a:off x="1536726" y="5459703"/>
                <a:ext cx="443880" cy="52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255A5C-0795-592A-0B5D-23688862A28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19086" y="5442063"/>
                  <a:ext cx="4795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5A0004C-4144-E2CA-6A89-40F58651FCEE}"/>
              </a:ext>
            </a:extLst>
          </p:cNvPr>
          <p:cNvGrpSpPr/>
          <p:nvPr/>
        </p:nvGrpSpPr>
        <p:grpSpPr>
          <a:xfrm>
            <a:off x="1527726" y="5744103"/>
            <a:ext cx="452520" cy="244440"/>
            <a:chOff x="1527726" y="5744103"/>
            <a:chExt cx="45252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17AE56F-B3AF-EF2B-1DA0-17C6F5FDE175}"/>
                    </a:ext>
                  </a:extLst>
                </p14:cNvPr>
                <p14:cNvContentPartPr/>
                <p14:nvPr/>
              </p14:nvContentPartPr>
              <p14:xfrm>
                <a:off x="1527726" y="5752023"/>
                <a:ext cx="43560" cy="236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17AE56F-B3AF-EF2B-1DA0-17C6F5FDE17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10086" y="5734383"/>
                  <a:ext cx="79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EBD3DB-D33B-72EB-3C53-B9AD3DEC4446}"/>
                    </a:ext>
                  </a:extLst>
                </p14:cNvPr>
                <p14:cNvContentPartPr/>
                <p14:nvPr/>
              </p14:nvContentPartPr>
              <p14:xfrm>
                <a:off x="1609086" y="5776503"/>
                <a:ext cx="178560" cy="207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EBD3DB-D33B-72EB-3C53-B9AD3DEC44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91446" y="5758503"/>
                  <a:ext cx="2142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6526A7C-9000-9C67-60C6-BCF00CD4AC28}"/>
                    </a:ext>
                  </a:extLst>
                </p14:cNvPr>
                <p14:cNvContentPartPr/>
                <p14:nvPr/>
              </p14:nvContentPartPr>
              <p14:xfrm>
                <a:off x="1942806" y="5744103"/>
                <a:ext cx="37440" cy="220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6526A7C-9000-9C67-60C6-BCF00CD4AC2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24806" y="5726463"/>
                  <a:ext cx="7308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FF56057-D5E8-20C5-FB61-4F3E3230DF7A}"/>
                  </a:ext>
                </a:extLst>
              </p14:cNvPr>
              <p14:cNvContentPartPr/>
              <p14:nvPr/>
            </p14:nvContentPartPr>
            <p14:xfrm>
              <a:off x="2316486" y="4872543"/>
              <a:ext cx="533520" cy="15469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FF56057-D5E8-20C5-FB61-4F3E3230DF7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298486" y="4854543"/>
                <a:ext cx="569160" cy="158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3EF41B6-D08E-01C7-D82E-5317E64A3CCE}"/>
              </a:ext>
            </a:extLst>
          </p:cNvPr>
          <p:cNvGrpSpPr/>
          <p:nvPr/>
        </p:nvGrpSpPr>
        <p:grpSpPr>
          <a:xfrm>
            <a:off x="2748846" y="5088543"/>
            <a:ext cx="829800" cy="269280"/>
            <a:chOff x="2748846" y="5088543"/>
            <a:chExt cx="82980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CEF5820-3349-9695-9AC6-5C38F45B56D7}"/>
                    </a:ext>
                  </a:extLst>
                </p14:cNvPr>
                <p14:cNvContentPartPr/>
                <p14:nvPr/>
              </p14:nvContentPartPr>
              <p14:xfrm>
                <a:off x="2748846" y="5141823"/>
                <a:ext cx="9720" cy="216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CEF5820-3349-9695-9AC6-5C38F45B56D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30846" y="5124183"/>
                  <a:ext cx="45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2756090-021F-CC04-52B8-1A50944D18BD}"/>
                    </a:ext>
                  </a:extLst>
                </p14:cNvPr>
                <p14:cNvContentPartPr/>
                <p14:nvPr/>
              </p14:nvContentPartPr>
              <p14:xfrm>
                <a:off x="2910126" y="5169183"/>
                <a:ext cx="95400" cy="137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2756090-021F-CC04-52B8-1A50944D18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92486" y="5151543"/>
                  <a:ext cx="131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1B2233-6D02-53E1-7F4E-723262F457B6}"/>
                    </a:ext>
                  </a:extLst>
                </p14:cNvPr>
                <p14:cNvContentPartPr/>
                <p14:nvPr/>
              </p14:nvContentPartPr>
              <p14:xfrm>
                <a:off x="3146646" y="5088543"/>
                <a:ext cx="123120" cy="209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1B2233-6D02-53E1-7F4E-723262F457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29006" y="5070903"/>
                  <a:ext cx="158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9202CB8-3752-AB2E-EAEC-67174E786B22}"/>
                    </a:ext>
                  </a:extLst>
                </p14:cNvPr>
                <p14:cNvContentPartPr/>
                <p14:nvPr/>
              </p14:nvContentPartPr>
              <p14:xfrm>
                <a:off x="3424566" y="5257023"/>
                <a:ext cx="154080" cy="27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9202CB8-3752-AB2E-EAEC-67174E786B2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06566" y="5239023"/>
                  <a:ext cx="18972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993A4F3-147A-77E9-102E-8BF4EB164E5D}"/>
                  </a:ext>
                </a:extLst>
              </p14:cNvPr>
              <p14:cNvContentPartPr/>
              <p14:nvPr/>
            </p14:nvContentPartPr>
            <p14:xfrm>
              <a:off x="4185966" y="5068743"/>
              <a:ext cx="206640" cy="184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993A4F3-147A-77E9-102E-8BF4EB164E5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68326" y="5051103"/>
                <a:ext cx="24228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BE755C0-8AA9-A4BC-1957-046B8C5EE115}"/>
              </a:ext>
            </a:extLst>
          </p:cNvPr>
          <p:cNvGrpSpPr/>
          <p:nvPr/>
        </p:nvGrpSpPr>
        <p:grpSpPr>
          <a:xfrm>
            <a:off x="3584406" y="3024663"/>
            <a:ext cx="1940040" cy="1721160"/>
            <a:chOff x="3584406" y="3024663"/>
            <a:chExt cx="1940040" cy="172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94D7C6-9EA5-72C5-62E7-78204DC286F0}"/>
                    </a:ext>
                  </a:extLst>
                </p14:cNvPr>
                <p14:cNvContentPartPr/>
                <p14:nvPr/>
              </p14:nvContentPartPr>
              <p14:xfrm>
                <a:off x="3584406" y="3024663"/>
                <a:ext cx="239040" cy="1721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94D7C6-9EA5-72C5-62E7-78204DC286F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66406" y="3007023"/>
                  <a:ext cx="274680" cy="17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5DAABC-8676-BBEB-2AC7-9654F18E8C9E}"/>
                    </a:ext>
                  </a:extLst>
                </p14:cNvPr>
                <p14:cNvContentPartPr/>
                <p14:nvPr/>
              </p14:nvContentPartPr>
              <p14:xfrm>
                <a:off x="3971046" y="3259383"/>
                <a:ext cx="129960" cy="257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5DAABC-8676-BBEB-2AC7-9654F18E8C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53046" y="3241743"/>
                  <a:ext cx="165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CF9902-20FF-CDB8-221D-31942D3E7547}"/>
                    </a:ext>
                  </a:extLst>
                </p14:cNvPr>
                <p14:cNvContentPartPr/>
                <p14:nvPr/>
              </p14:nvContentPartPr>
              <p14:xfrm>
                <a:off x="4185966" y="3298623"/>
                <a:ext cx="97200" cy="211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CF9902-20FF-CDB8-221D-31942D3E754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68326" y="3280983"/>
                  <a:ext cx="132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ADBB0A9-CA50-958C-763A-79356EA7EA83}"/>
                    </a:ext>
                  </a:extLst>
                </p14:cNvPr>
                <p14:cNvContentPartPr/>
                <p14:nvPr/>
              </p14:nvContentPartPr>
              <p14:xfrm>
                <a:off x="4462446" y="3110703"/>
                <a:ext cx="118800" cy="506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ADBB0A9-CA50-958C-763A-79356EA7EA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44806" y="3093063"/>
                  <a:ext cx="1544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E48FC8-548A-F0EC-EC55-405926D2450F}"/>
                    </a:ext>
                  </a:extLst>
                </p14:cNvPr>
                <p14:cNvContentPartPr/>
                <p14:nvPr/>
              </p14:nvContentPartPr>
              <p14:xfrm>
                <a:off x="4668006" y="3254343"/>
                <a:ext cx="96480" cy="232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E48FC8-548A-F0EC-EC55-405926D2450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50006" y="3236343"/>
                  <a:ext cx="132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2FD477-D97F-08C9-EA1A-E08458A7A5D5}"/>
                    </a:ext>
                  </a:extLst>
                </p14:cNvPr>
                <p14:cNvContentPartPr/>
                <p14:nvPr/>
              </p14:nvContentPartPr>
              <p14:xfrm>
                <a:off x="4863126" y="3356223"/>
                <a:ext cx="88200" cy="47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2FD477-D97F-08C9-EA1A-E08458A7A5D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45126" y="3338223"/>
                  <a:ext cx="123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3D02E4-B517-F3CC-97E7-497760ECC55C}"/>
                    </a:ext>
                  </a:extLst>
                </p14:cNvPr>
                <p14:cNvContentPartPr/>
                <p14:nvPr/>
              </p14:nvContentPartPr>
              <p14:xfrm>
                <a:off x="5275686" y="3195303"/>
                <a:ext cx="149760" cy="29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3D02E4-B517-F3CC-97E7-497760ECC5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57686" y="3177663"/>
                  <a:ext cx="1854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00EECAF-9196-0D34-6E65-455F3EA3CA94}"/>
                    </a:ext>
                  </a:extLst>
                </p14:cNvPr>
                <p14:cNvContentPartPr/>
                <p14:nvPr/>
              </p14:nvContentPartPr>
              <p14:xfrm>
                <a:off x="5404206" y="3190983"/>
                <a:ext cx="120240" cy="42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00EECAF-9196-0D34-6E65-455F3EA3CA9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86566" y="3173343"/>
                  <a:ext cx="15588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783247-2B41-BF5C-2EDF-915E3915F288}"/>
                    </a:ext>
                  </a:extLst>
                </p14:cNvPr>
                <p14:cNvContentPartPr/>
                <p14:nvPr/>
              </p14:nvContentPartPr>
              <p14:xfrm>
                <a:off x="3905166" y="4179543"/>
                <a:ext cx="113400" cy="14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783247-2B41-BF5C-2EDF-915E3915F28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87526" y="4161543"/>
                  <a:ext cx="149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59BB0D-DFB8-0688-58B1-D8A9DB5A12CB}"/>
                    </a:ext>
                  </a:extLst>
                </p14:cNvPr>
                <p14:cNvContentPartPr/>
                <p14:nvPr/>
              </p14:nvContentPartPr>
              <p14:xfrm>
                <a:off x="4056366" y="4127703"/>
                <a:ext cx="154080" cy="273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59BB0D-DFB8-0688-58B1-D8A9DB5A12C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38726" y="4110063"/>
                  <a:ext cx="189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59B545-B09D-66BE-3D3B-D9CDD999CB05}"/>
                    </a:ext>
                  </a:extLst>
                </p14:cNvPr>
                <p14:cNvContentPartPr/>
                <p14:nvPr/>
              </p14:nvContentPartPr>
              <p14:xfrm>
                <a:off x="4323126" y="3973623"/>
                <a:ext cx="150840" cy="668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59B545-B09D-66BE-3D3B-D9CDD999CB0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05486" y="3955983"/>
                  <a:ext cx="18648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59DCBF-D9D0-5D50-8E2A-A2E4B3356DC8}"/>
                    </a:ext>
                  </a:extLst>
                </p14:cNvPr>
                <p14:cNvContentPartPr/>
                <p14:nvPr/>
              </p14:nvContentPartPr>
              <p14:xfrm>
                <a:off x="4563246" y="4167303"/>
                <a:ext cx="74880" cy="284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59DCBF-D9D0-5D50-8E2A-A2E4B3356D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45246" y="4149303"/>
                  <a:ext cx="110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3833759-568F-2A8E-3378-A986A9DFEF8D}"/>
                    </a:ext>
                  </a:extLst>
                </p14:cNvPr>
                <p14:cNvContentPartPr/>
                <p14:nvPr/>
              </p14:nvContentPartPr>
              <p14:xfrm>
                <a:off x="4686006" y="4311303"/>
                <a:ext cx="140760" cy="52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3833759-568F-2A8E-3378-A986A9DFEF8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68006" y="4293303"/>
                  <a:ext cx="176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CAF28D-F6DA-D5FF-55A0-8448614B3BAD}"/>
                    </a:ext>
                  </a:extLst>
                </p14:cNvPr>
                <p14:cNvContentPartPr/>
                <p14:nvPr/>
              </p14:nvContentPartPr>
              <p14:xfrm>
                <a:off x="4869246" y="4131303"/>
                <a:ext cx="168840" cy="318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CAF28D-F6DA-D5FF-55A0-8448614B3BA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51246" y="4113303"/>
                  <a:ext cx="2044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35222F-F271-F2DF-0CFC-3696C2113AEA}"/>
                    </a:ext>
                  </a:extLst>
                </p14:cNvPr>
                <p14:cNvContentPartPr/>
                <p14:nvPr/>
              </p14:nvContentPartPr>
              <p14:xfrm>
                <a:off x="5111526" y="4167663"/>
                <a:ext cx="209160" cy="275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35222F-F271-F2DF-0CFC-3696C2113A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93526" y="4149663"/>
                  <a:ext cx="244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C4868A2-1B29-6FF5-29C3-AA7CF81AC9B7}"/>
                    </a:ext>
                  </a:extLst>
                </p14:cNvPr>
                <p14:cNvContentPartPr/>
                <p14:nvPr/>
              </p14:nvContentPartPr>
              <p14:xfrm>
                <a:off x="5351286" y="4048143"/>
                <a:ext cx="97560" cy="517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C4868A2-1B29-6FF5-29C3-AA7CF81AC9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33646" y="4030143"/>
                  <a:ext cx="133200" cy="55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BF8A309-4D84-6C40-7AC8-87B6E573699A}"/>
              </a:ext>
            </a:extLst>
          </p:cNvPr>
          <p:cNvGrpSpPr/>
          <p:nvPr/>
        </p:nvGrpSpPr>
        <p:grpSpPr>
          <a:xfrm>
            <a:off x="3825606" y="5026263"/>
            <a:ext cx="231480" cy="261360"/>
            <a:chOff x="3825606" y="5026263"/>
            <a:chExt cx="2314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D2EEE6F-1272-2C17-6204-7F35E425F71C}"/>
                    </a:ext>
                  </a:extLst>
                </p14:cNvPr>
                <p14:cNvContentPartPr/>
                <p14:nvPr/>
              </p14:nvContentPartPr>
              <p14:xfrm>
                <a:off x="3825606" y="5055063"/>
                <a:ext cx="7920" cy="227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D2EEE6F-1272-2C17-6204-7F35E425F7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07606" y="5037423"/>
                  <a:ext cx="43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08F724B-1F94-5D48-B637-4CE9C3DD8799}"/>
                    </a:ext>
                  </a:extLst>
                </p14:cNvPr>
                <p14:cNvContentPartPr/>
                <p14:nvPr/>
              </p14:nvContentPartPr>
              <p14:xfrm>
                <a:off x="3918486" y="5026263"/>
                <a:ext cx="138600" cy="261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08F724B-1F94-5D48-B637-4CE9C3DD87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00486" y="5008263"/>
                  <a:ext cx="17424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CA313E-19A4-F9A7-1249-D4E73B53DB70}"/>
                  </a:ext>
                </a:extLst>
              </p14:cNvPr>
              <p14:cNvContentPartPr/>
              <p14:nvPr/>
            </p14:nvContentPartPr>
            <p14:xfrm>
              <a:off x="4504206" y="4997823"/>
              <a:ext cx="252360" cy="3196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CA313E-19A4-F9A7-1249-D4E73B53DB7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486566" y="4979823"/>
                <a:ext cx="2880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04A81D5-2F83-9C6B-81B6-F9F447CDAE3C}"/>
                  </a:ext>
                </a:extLst>
              </p14:cNvPr>
              <p14:cNvContentPartPr/>
              <p14:nvPr/>
            </p14:nvContentPartPr>
            <p14:xfrm>
              <a:off x="4949886" y="5213463"/>
              <a:ext cx="170280" cy="30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04A81D5-2F83-9C6B-81B6-F9F447CDAE3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32246" y="5195823"/>
                <a:ext cx="20592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DACC09D-CDED-4008-841F-2945E60138B7}"/>
              </a:ext>
            </a:extLst>
          </p:cNvPr>
          <p:cNvGrpSpPr/>
          <p:nvPr/>
        </p:nvGrpSpPr>
        <p:grpSpPr>
          <a:xfrm>
            <a:off x="6061206" y="5052543"/>
            <a:ext cx="197280" cy="232560"/>
            <a:chOff x="6061206" y="5052543"/>
            <a:chExt cx="1972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E45FA71-593D-3166-E0C5-8CF27FF33770}"/>
                    </a:ext>
                  </a:extLst>
                </p14:cNvPr>
                <p14:cNvContentPartPr/>
                <p14:nvPr/>
              </p14:nvContentPartPr>
              <p14:xfrm>
                <a:off x="6061206" y="5147943"/>
                <a:ext cx="197280" cy="38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E45FA71-593D-3166-E0C5-8CF27FF337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43206" y="5130303"/>
                  <a:ext cx="232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8137D32-65A6-8B4B-FF77-081B7373EE32}"/>
                    </a:ext>
                  </a:extLst>
                </p14:cNvPr>
                <p14:cNvContentPartPr/>
                <p14:nvPr/>
              </p14:nvContentPartPr>
              <p14:xfrm>
                <a:off x="6214206" y="5052543"/>
                <a:ext cx="27360" cy="232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8137D32-65A6-8B4B-FF77-081B7373EE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96206" y="5034543"/>
                  <a:ext cx="630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BEBABD6-A8B6-35E8-75C7-22417818FDC7}"/>
              </a:ext>
            </a:extLst>
          </p:cNvPr>
          <p:cNvGrpSpPr/>
          <p:nvPr/>
        </p:nvGrpSpPr>
        <p:grpSpPr>
          <a:xfrm>
            <a:off x="6460806" y="4895583"/>
            <a:ext cx="547200" cy="401040"/>
            <a:chOff x="6460806" y="4895583"/>
            <a:chExt cx="54720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3F9F094-06E4-77E4-2CFC-92524E78426C}"/>
                    </a:ext>
                  </a:extLst>
                </p14:cNvPr>
                <p14:cNvContentPartPr/>
                <p14:nvPr/>
              </p14:nvContentPartPr>
              <p14:xfrm>
                <a:off x="6460806" y="5016543"/>
                <a:ext cx="128160" cy="238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3F9F094-06E4-77E4-2CFC-92524E78426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42806" y="4998543"/>
                  <a:ext cx="163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C18101F-BF21-1A18-46D4-A957FA605976}"/>
                    </a:ext>
                  </a:extLst>
                </p14:cNvPr>
                <p14:cNvContentPartPr/>
                <p14:nvPr/>
              </p14:nvContentPartPr>
              <p14:xfrm>
                <a:off x="6712806" y="4895583"/>
                <a:ext cx="295200" cy="401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C18101F-BF21-1A18-46D4-A957FA60597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94806" y="4877943"/>
                  <a:ext cx="330840" cy="43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1860321-F2CF-CE28-47F7-309CB9ED5A97}"/>
              </a:ext>
            </a:extLst>
          </p:cNvPr>
          <p:cNvGrpSpPr/>
          <p:nvPr/>
        </p:nvGrpSpPr>
        <p:grpSpPr>
          <a:xfrm>
            <a:off x="5331486" y="4943103"/>
            <a:ext cx="454320" cy="342720"/>
            <a:chOff x="5331486" y="4943103"/>
            <a:chExt cx="45432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E4A639-DC92-407B-34A5-4E1A72A16F98}"/>
                    </a:ext>
                  </a:extLst>
                </p14:cNvPr>
                <p14:cNvContentPartPr/>
                <p14:nvPr/>
              </p14:nvContentPartPr>
              <p14:xfrm>
                <a:off x="5331486" y="5005383"/>
                <a:ext cx="159120" cy="280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E4A639-DC92-407B-34A5-4E1A72A16F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13486" y="4987383"/>
                  <a:ext cx="194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6F0E4B4-5641-D36A-0566-553A48476CAF}"/>
                    </a:ext>
                  </a:extLst>
                </p14:cNvPr>
                <p14:cNvContentPartPr/>
                <p14:nvPr/>
              </p14:nvContentPartPr>
              <p14:xfrm>
                <a:off x="5581326" y="4943103"/>
                <a:ext cx="204480" cy="334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6F0E4B4-5641-D36A-0566-553A48476C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63326" y="4925103"/>
                  <a:ext cx="24012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185A1E2-4E2A-3758-9074-A58F3FEB93C4}"/>
              </a:ext>
            </a:extLst>
          </p:cNvPr>
          <p:cNvGrpSpPr/>
          <p:nvPr/>
        </p:nvGrpSpPr>
        <p:grpSpPr>
          <a:xfrm>
            <a:off x="2640846" y="5670663"/>
            <a:ext cx="1700280" cy="371160"/>
            <a:chOff x="2640846" y="5670663"/>
            <a:chExt cx="17002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485524C-0F67-A13D-D2A4-AB15EB51497A}"/>
                    </a:ext>
                  </a:extLst>
                </p14:cNvPr>
                <p14:cNvContentPartPr/>
                <p14:nvPr/>
              </p14:nvContentPartPr>
              <p14:xfrm>
                <a:off x="2640846" y="5877303"/>
                <a:ext cx="142560" cy="18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485524C-0F67-A13D-D2A4-AB15EB51497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22846" y="5859663"/>
                  <a:ext cx="178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9D1BD1-D938-08F3-D75B-F977A93F47C0}"/>
                    </a:ext>
                  </a:extLst>
                </p14:cNvPr>
                <p14:cNvContentPartPr/>
                <p14:nvPr/>
              </p14:nvContentPartPr>
              <p14:xfrm>
                <a:off x="2896806" y="5763903"/>
                <a:ext cx="41400" cy="267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9D1BD1-D938-08F3-D75B-F977A93F47C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79166" y="5745903"/>
                  <a:ext cx="770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7D7E730-F21D-6A88-2EBC-2BDFDDF46DFB}"/>
                    </a:ext>
                  </a:extLst>
                </p14:cNvPr>
                <p14:cNvContentPartPr/>
                <p14:nvPr/>
              </p14:nvContentPartPr>
              <p14:xfrm>
                <a:off x="3043686" y="5744823"/>
                <a:ext cx="167040" cy="297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7D7E730-F21D-6A88-2EBC-2BDFDDF46DF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025686" y="5727183"/>
                  <a:ext cx="202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D22AB99-A4C5-DB44-84F7-72A12ACB2F7F}"/>
                    </a:ext>
                  </a:extLst>
                </p14:cNvPr>
                <p14:cNvContentPartPr/>
                <p14:nvPr/>
              </p14:nvContentPartPr>
              <p14:xfrm>
                <a:off x="3380646" y="5840583"/>
                <a:ext cx="128880" cy="49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D22AB99-A4C5-DB44-84F7-72A12ACB2F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363006" y="5822943"/>
                  <a:ext cx="164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272035A-3516-15A9-D75F-3AC046CD78CE}"/>
                    </a:ext>
                  </a:extLst>
                </p14:cNvPr>
                <p14:cNvContentPartPr/>
                <p14:nvPr/>
              </p14:nvContentPartPr>
              <p14:xfrm>
                <a:off x="3451566" y="5739783"/>
                <a:ext cx="20880" cy="226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272035A-3516-15A9-D75F-3AC046CD78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33926" y="5722143"/>
                  <a:ext cx="56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90E9054-474F-42B8-A381-788B37E0C3B5}"/>
                    </a:ext>
                  </a:extLst>
                </p14:cNvPr>
                <p14:cNvContentPartPr/>
                <p14:nvPr/>
              </p14:nvContentPartPr>
              <p14:xfrm>
                <a:off x="3611766" y="5746983"/>
                <a:ext cx="132840" cy="219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90E9054-474F-42B8-A381-788B37E0C3B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593766" y="5729343"/>
                  <a:ext cx="168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433FF74-CB0A-54B0-6C7E-85247BBB0FE1}"/>
                    </a:ext>
                  </a:extLst>
                </p14:cNvPr>
                <p14:cNvContentPartPr/>
                <p14:nvPr/>
              </p14:nvContentPartPr>
              <p14:xfrm>
                <a:off x="3819846" y="5729343"/>
                <a:ext cx="18000" cy="235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433FF74-CB0A-54B0-6C7E-85247BBB0FE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02206" y="5711343"/>
                  <a:ext cx="53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1AC1C3-BABB-FC03-4D51-9C83D0E771ED}"/>
                    </a:ext>
                  </a:extLst>
                </p14:cNvPr>
                <p14:cNvContentPartPr/>
                <p14:nvPr/>
              </p14:nvContentPartPr>
              <p14:xfrm>
                <a:off x="3997686" y="5670663"/>
                <a:ext cx="343440" cy="361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1AC1C3-BABB-FC03-4D51-9C83D0E771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79686" y="5653023"/>
                  <a:ext cx="379080" cy="39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D0C500A-CA73-5043-C256-C2C30FDFF393}"/>
                  </a:ext>
                </a:extLst>
              </p14:cNvPr>
              <p14:cNvContentPartPr/>
              <p14:nvPr/>
            </p14:nvContentPartPr>
            <p14:xfrm>
              <a:off x="4626966" y="5862543"/>
              <a:ext cx="161280" cy="374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D0C500A-CA73-5043-C256-C2C30FDFF39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609326" y="5844903"/>
                <a:ext cx="19692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0B47BED-415D-24A3-C2CC-F6BA3F9B3511}"/>
              </a:ext>
            </a:extLst>
          </p:cNvPr>
          <p:cNvGrpSpPr/>
          <p:nvPr/>
        </p:nvGrpSpPr>
        <p:grpSpPr>
          <a:xfrm>
            <a:off x="5053206" y="5681463"/>
            <a:ext cx="448560" cy="302400"/>
            <a:chOff x="5053206" y="5681463"/>
            <a:chExt cx="44856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5B293B1-0436-5A39-3E05-3013A2B2CDC4}"/>
                    </a:ext>
                  </a:extLst>
                </p14:cNvPr>
                <p14:cNvContentPartPr/>
                <p14:nvPr/>
              </p14:nvContentPartPr>
              <p14:xfrm>
                <a:off x="5053206" y="5681463"/>
                <a:ext cx="154800" cy="302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5B293B1-0436-5A39-3E05-3013A2B2CD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035566" y="5663823"/>
                  <a:ext cx="190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4116BFB-46CC-4614-A1E9-3BDDA06B0A4C}"/>
                    </a:ext>
                  </a:extLst>
                </p14:cNvPr>
                <p14:cNvContentPartPr/>
                <p14:nvPr/>
              </p14:nvContentPartPr>
              <p14:xfrm>
                <a:off x="5347686" y="5693703"/>
                <a:ext cx="126000" cy="84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4116BFB-46CC-4614-A1E9-3BDDA06B0A4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29686" y="5676063"/>
                  <a:ext cx="161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82A8CE-7A79-6302-D5EA-DA54A75ADCE4}"/>
                    </a:ext>
                  </a:extLst>
                </p14:cNvPr>
                <p14:cNvContentPartPr/>
                <p14:nvPr/>
              </p14:nvContentPartPr>
              <p14:xfrm>
                <a:off x="5339406" y="5688663"/>
                <a:ext cx="162360" cy="249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82A8CE-7A79-6302-D5EA-DA54A75ADCE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21766" y="5670663"/>
                  <a:ext cx="198000" cy="28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68A199B-9465-9FB3-0937-6CFE6A1EF110}"/>
                  </a:ext>
                </a:extLst>
              </p14:cNvPr>
              <p14:cNvContentPartPr/>
              <p14:nvPr/>
            </p14:nvContentPartPr>
            <p14:xfrm>
              <a:off x="7039326" y="4749063"/>
              <a:ext cx="284760" cy="13935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68A199B-9465-9FB3-0937-6CFE6A1EF11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021326" y="4731063"/>
                <a:ext cx="320400" cy="142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ABC35CA-800E-5ECB-D258-98856518D2AB}"/>
              </a:ext>
            </a:extLst>
          </p:cNvPr>
          <p:cNvGrpSpPr/>
          <p:nvPr/>
        </p:nvGrpSpPr>
        <p:grpSpPr>
          <a:xfrm>
            <a:off x="5820366" y="4241103"/>
            <a:ext cx="67320" cy="296280"/>
            <a:chOff x="5820366" y="4241103"/>
            <a:chExt cx="673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FCD8C73-EF2C-1E93-081F-8926494B1770}"/>
                    </a:ext>
                  </a:extLst>
                </p14:cNvPr>
                <p14:cNvContentPartPr/>
                <p14:nvPr/>
              </p14:nvContentPartPr>
              <p14:xfrm>
                <a:off x="5886606" y="4288623"/>
                <a:ext cx="1080" cy="2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FCD8C73-EF2C-1E93-081F-8926494B17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68606" y="4270983"/>
                  <a:ext cx="3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5A9FAB2-66A5-02B4-CC4A-9D4845E9E903}"/>
                    </a:ext>
                  </a:extLst>
                </p14:cNvPr>
                <p14:cNvContentPartPr/>
                <p14:nvPr/>
              </p14:nvContentPartPr>
              <p14:xfrm>
                <a:off x="5820366" y="4241103"/>
                <a:ext cx="38160" cy="296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5A9FAB2-66A5-02B4-CC4A-9D4845E9E90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02726" y="4223103"/>
                  <a:ext cx="7380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D48240B-2988-30A3-5478-172B3675BA8E}"/>
                  </a:ext>
                </a:extLst>
              </p14:cNvPr>
              <p14:cNvContentPartPr/>
              <p14:nvPr/>
            </p14:nvContentPartPr>
            <p14:xfrm>
              <a:off x="4742886" y="5777583"/>
              <a:ext cx="9360" cy="2595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D48240B-2988-30A3-5478-172B3675BA8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724886" y="5759583"/>
                <a:ext cx="450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F9B52D4-F655-8FB3-35BD-4F676EE6C50D}"/>
                  </a:ext>
                </a:extLst>
              </p14:cNvPr>
              <p14:cNvContentPartPr/>
              <p14:nvPr/>
            </p14:nvContentPartPr>
            <p14:xfrm>
              <a:off x="5803446" y="5808183"/>
              <a:ext cx="113760" cy="255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F9B52D4-F655-8FB3-35BD-4F676EE6C50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785806" y="5790543"/>
                <a:ext cx="1494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AC13BDD-E9A1-90D2-F37E-EA9F441DDE43}"/>
                  </a:ext>
                </a:extLst>
              </p14:cNvPr>
              <p14:cNvContentPartPr/>
              <p14:nvPr/>
            </p14:nvContentPartPr>
            <p14:xfrm>
              <a:off x="598206" y="6408663"/>
              <a:ext cx="360" cy="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AC13BDD-E9A1-90D2-F37E-EA9F441DDE4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0206" y="63910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0DF4023-704B-66E7-7E1A-B9A0BA8494B0}"/>
              </a:ext>
            </a:extLst>
          </p:cNvPr>
          <p:cNvGrpSpPr/>
          <p:nvPr/>
        </p:nvGrpSpPr>
        <p:grpSpPr>
          <a:xfrm>
            <a:off x="7704606" y="4926183"/>
            <a:ext cx="1498680" cy="1406520"/>
            <a:chOff x="7704606" y="4926183"/>
            <a:chExt cx="1498680" cy="14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8E0DB10-4584-38DC-C655-3B284C2E947E}"/>
                    </a:ext>
                  </a:extLst>
                </p14:cNvPr>
                <p14:cNvContentPartPr/>
                <p14:nvPr/>
              </p14:nvContentPartPr>
              <p14:xfrm>
                <a:off x="7728006" y="5242983"/>
                <a:ext cx="68760" cy="19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8E0DB10-4584-38DC-C655-3B284C2E947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10366" y="5225343"/>
                  <a:ext cx="104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BDB8460-526E-15D9-F81D-9943ACA29298}"/>
                    </a:ext>
                  </a:extLst>
                </p14:cNvPr>
                <p14:cNvContentPartPr/>
                <p14:nvPr/>
              </p14:nvContentPartPr>
              <p14:xfrm>
                <a:off x="7704606" y="5335863"/>
                <a:ext cx="196200" cy="108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BDB8460-526E-15D9-F81D-9943ACA2929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86606" y="5318223"/>
                  <a:ext cx="23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62D7295-2566-7D5C-B592-1385D0D15B91}"/>
                    </a:ext>
                  </a:extLst>
                </p14:cNvPr>
                <p14:cNvContentPartPr/>
                <p14:nvPr/>
              </p14:nvContentPartPr>
              <p14:xfrm>
                <a:off x="8282046" y="5138583"/>
                <a:ext cx="14760" cy="256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62D7295-2566-7D5C-B592-1385D0D15B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64046" y="5120943"/>
                  <a:ext cx="50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554ADAC-4C4C-AA77-086B-DE3850E9ED00}"/>
                    </a:ext>
                  </a:extLst>
                </p14:cNvPr>
                <p14:cNvContentPartPr/>
                <p14:nvPr/>
              </p14:nvContentPartPr>
              <p14:xfrm>
                <a:off x="8072886" y="5502183"/>
                <a:ext cx="380520" cy="45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554ADAC-4C4C-AA77-086B-DE3850E9ED0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55246" y="5484543"/>
                  <a:ext cx="416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7E5DAF1-D441-B384-FE41-2A143D28B9E6}"/>
                    </a:ext>
                  </a:extLst>
                </p14:cNvPr>
                <p14:cNvContentPartPr/>
                <p14:nvPr/>
              </p14:nvContentPartPr>
              <p14:xfrm>
                <a:off x="8124006" y="5711703"/>
                <a:ext cx="28800" cy="224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7E5DAF1-D441-B384-FE41-2A143D28B9E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06366" y="5694063"/>
                  <a:ext cx="64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3D94926-0872-BDEC-F829-714E5385F803}"/>
                    </a:ext>
                  </a:extLst>
                </p14:cNvPr>
                <p14:cNvContentPartPr/>
                <p14:nvPr/>
              </p14:nvContentPartPr>
              <p14:xfrm>
                <a:off x="8255046" y="5708823"/>
                <a:ext cx="118080" cy="164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3D94926-0872-BDEC-F829-714E5385F80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37046" y="5691183"/>
                  <a:ext cx="153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A5828CF-8444-0E4A-C067-28F1509A19F5}"/>
                    </a:ext>
                  </a:extLst>
                </p14:cNvPr>
                <p14:cNvContentPartPr/>
                <p14:nvPr/>
              </p14:nvContentPartPr>
              <p14:xfrm>
                <a:off x="8486166" y="5699103"/>
                <a:ext cx="18360" cy="221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A5828CF-8444-0E4A-C067-28F1509A19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68526" y="5681103"/>
                  <a:ext cx="54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6C8E84C-2FC5-C085-3CE6-5E5E5952382C}"/>
                    </a:ext>
                  </a:extLst>
                </p14:cNvPr>
                <p14:cNvContentPartPr/>
                <p14:nvPr/>
              </p14:nvContentPartPr>
              <p14:xfrm>
                <a:off x="8669766" y="4926183"/>
                <a:ext cx="533520" cy="14065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6C8E84C-2FC5-C085-3CE6-5E5E595238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651766" y="4908183"/>
                  <a:ext cx="569160" cy="144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4379396-BAB7-9928-BE41-B7756972D229}"/>
              </a:ext>
            </a:extLst>
          </p:cNvPr>
          <p:cNvGrpSpPr/>
          <p:nvPr/>
        </p:nvGrpSpPr>
        <p:grpSpPr>
          <a:xfrm>
            <a:off x="6092886" y="5600103"/>
            <a:ext cx="694800" cy="378720"/>
            <a:chOff x="6092886" y="5600103"/>
            <a:chExt cx="69480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DE4B11A-8EF1-AF92-E17D-B77CC164A532}"/>
                    </a:ext>
                  </a:extLst>
                </p14:cNvPr>
                <p14:cNvContentPartPr/>
                <p14:nvPr/>
              </p14:nvContentPartPr>
              <p14:xfrm>
                <a:off x="6092886" y="5743023"/>
                <a:ext cx="41400" cy="235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DE4B11A-8EF1-AF92-E17D-B77CC164A53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74886" y="5725023"/>
                  <a:ext cx="77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9C1A9C9-5193-655C-81F8-515B77B3CD16}"/>
                    </a:ext>
                  </a:extLst>
                </p14:cNvPr>
                <p14:cNvContentPartPr/>
                <p14:nvPr/>
              </p14:nvContentPartPr>
              <p14:xfrm>
                <a:off x="6267846" y="5741223"/>
                <a:ext cx="102600" cy="210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9C1A9C9-5193-655C-81F8-515B77B3CD1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50206" y="5723223"/>
                  <a:ext cx="138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B4CD5A-44B2-1057-1755-7D9DAAB73824}"/>
                    </a:ext>
                  </a:extLst>
                </p14:cNvPr>
                <p14:cNvContentPartPr/>
                <p14:nvPr/>
              </p14:nvContentPartPr>
              <p14:xfrm>
                <a:off x="6520926" y="5600103"/>
                <a:ext cx="266760" cy="374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0B4CD5A-44B2-1057-1755-7D9DAAB7382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03286" y="5582463"/>
                  <a:ext cx="3024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F0F63A-57D1-7A1F-A6C7-055A1C9587F6}"/>
                    </a:ext>
                  </a:extLst>
                </p14:cNvPr>
                <p14:cNvContentPartPr/>
                <p14:nvPr/>
              </p14:nvContentPartPr>
              <p14:xfrm>
                <a:off x="6352806" y="5921943"/>
                <a:ext cx="360" cy="3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F0F63A-57D1-7A1F-A6C7-055A1C9587F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334806" y="5903943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53E126C-FA9F-1F0D-312E-BA95A509D989}"/>
                  </a:ext>
                </a:extLst>
              </p14:cNvPr>
              <p14:cNvContentPartPr/>
              <p14:nvPr/>
            </p14:nvContentPartPr>
            <p14:xfrm>
              <a:off x="5021526" y="6094383"/>
              <a:ext cx="8280" cy="28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53E126C-FA9F-1F0D-312E-BA95A509D989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003886" y="6076743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F4AF94C-7DFC-F099-2D73-AE80CF905D31}"/>
                  </a:ext>
                </a:extLst>
              </p14:cNvPr>
              <p14:cNvContentPartPr/>
              <p14:nvPr/>
            </p14:nvContentPartPr>
            <p14:xfrm>
              <a:off x="3212526" y="6248463"/>
              <a:ext cx="4680" cy="9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F4AF94C-7DFC-F099-2D73-AE80CF905D3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94886" y="6230463"/>
                <a:ext cx="403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D4CD28E-3FCB-E2E6-34A4-E656F23638DF}"/>
              </a:ext>
            </a:extLst>
          </p:cNvPr>
          <p:cNvGrpSpPr/>
          <p:nvPr/>
        </p:nvGrpSpPr>
        <p:grpSpPr>
          <a:xfrm>
            <a:off x="9071526" y="4826463"/>
            <a:ext cx="2566800" cy="1625040"/>
            <a:chOff x="9071526" y="4826463"/>
            <a:chExt cx="2566800" cy="16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932781-BB38-4A72-AD57-CC3CF4E6733C}"/>
                    </a:ext>
                  </a:extLst>
                </p14:cNvPr>
                <p14:cNvContentPartPr/>
                <p14:nvPr/>
              </p14:nvContentPartPr>
              <p14:xfrm>
                <a:off x="9071526" y="5247663"/>
                <a:ext cx="139680" cy="23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932781-BB38-4A72-AD57-CC3CF4E6733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53526" y="5229663"/>
                  <a:ext cx="175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0F0C5ED-91C5-1FEF-585D-B03A37729678}"/>
                    </a:ext>
                  </a:extLst>
                </p14:cNvPr>
                <p14:cNvContentPartPr/>
                <p14:nvPr/>
              </p14:nvContentPartPr>
              <p14:xfrm>
                <a:off x="9308406" y="5146863"/>
                <a:ext cx="12600" cy="169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0F0C5ED-91C5-1FEF-585D-B03A3772967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90766" y="5128863"/>
                  <a:ext cx="48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5132C9B-CFCA-D54D-55E0-C178C56B89D1}"/>
                    </a:ext>
                  </a:extLst>
                </p14:cNvPr>
                <p14:cNvContentPartPr/>
                <p14:nvPr/>
              </p14:nvContentPartPr>
              <p14:xfrm>
                <a:off x="9400926" y="5122023"/>
                <a:ext cx="130680" cy="228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5132C9B-CFCA-D54D-55E0-C178C56B89D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82926" y="5104023"/>
                  <a:ext cx="166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9D4FB29-CC9E-3036-1E69-0B14114F840C}"/>
                    </a:ext>
                  </a:extLst>
                </p14:cNvPr>
                <p14:cNvContentPartPr/>
                <p14:nvPr/>
              </p14:nvContentPartPr>
              <p14:xfrm>
                <a:off x="9594966" y="5124183"/>
                <a:ext cx="101520" cy="201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9D4FB29-CC9E-3036-1E69-0B14114F840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77326" y="5106183"/>
                  <a:ext cx="137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7215548-681C-3617-E1D2-2024C08EFCF8}"/>
                    </a:ext>
                  </a:extLst>
                </p14:cNvPr>
                <p14:cNvContentPartPr/>
                <p14:nvPr/>
              </p14:nvContentPartPr>
              <p14:xfrm>
                <a:off x="9886566" y="5023383"/>
                <a:ext cx="226440" cy="326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7215548-681C-3617-E1D2-2024C08EFC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68926" y="5005743"/>
                  <a:ext cx="262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CCF520D-6732-C792-E2A6-3156B2876F0F}"/>
                    </a:ext>
                  </a:extLst>
                </p14:cNvPr>
                <p14:cNvContentPartPr/>
                <p14:nvPr/>
              </p14:nvContentPartPr>
              <p14:xfrm>
                <a:off x="11120646" y="5020863"/>
                <a:ext cx="153000" cy="284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CCF520D-6732-C792-E2A6-3156B2876F0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02646" y="5003223"/>
                  <a:ext cx="1886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FA1F9C5-4799-F137-07D7-192D688F4487}"/>
                    </a:ext>
                  </a:extLst>
                </p14:cNvPr>
                <p14:cNvContentPartPr/>
                <p14:nvPr/>
              </p14:nvContentPartPr>
              <p14:xfrm>
                <a:off x="10731846" y="5084223"/>
                <a:ext cx="166320" cy="273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FA1F9C5-4799-F137-07D7-192D688F448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13846" y="5066223"/>
                  <a:ext cx="201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6C84B09-E0B3-5ECF-F306-2F44896E1A65}"/>
                    </a:ext>
                  </a:extLst>
                </p14:cNvPr>
                <p14:cNvContentPartPr/>
                <p14:nvPr/>
              </p14:nvContentPartPr>
              <p14:xfrm>
                <a:off x="10389846" y="5263863"/>
                <a:ext cx="133560" cy="20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6C84B09-E0B3-5ECF-F306-2F44896E1A6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72206" y="5245863"/>
                  <a:ext cx="1692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3A502C9-7DBC-4308-9FB0-4B190B59694F}"/>
                    </a:ext>
                  </a:extLst>
                </p14:cNvPr>
                <p14:cNvContentPartPr/>
                <p14:nvPr/>
              </p14:nvContentPartPr>
              <p14:xfrm>
                <a:off x="10427286" y="5184303"/>
                <a:ext cx="38880" cy="236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3A502C9-7DBC-4308-9FB0-4B190B59694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09286" y="5166663"/>
                  <a:ext cx="74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A9E5517-363C-48C0-0465-B42C69E9E135}"/>
                    </a:ext>
                  </a:extLst>
                </p14:cNvPr>
                <p14:cNvContentPartPr/>
                <p14:nvPr/>
              </p14:nvContentPartPr>
              <p14:xfrm>
                <a:off x="9210126" y="5785143"/>
                <a:ext cx="15480" cy="237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A9E5517-363C-48C0-0465-B42C69E9E13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92486" y="5767503"/>
                  <a:ext cx="51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C7D1A8F-C6B2-7CEC-826A-686719941DFA}"/>
                    </a:ext>
                  </a:extLst>
                </p14:cNvPr>
                <p14:cNvContentPartPr/>
                <p14:nvPr/>
              </p14:nvContentPartPr>
              <p14:xfrm>
                <a:off x="9378966" y="5780823"/>
                <a:ext cx="7920" cy="210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C7D1A8F-C6B2-7CEC-826A-686719941DF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361326" y="5762823"/>
                  <a:ext cx="43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4EB660-CA81-F504-FB22-25AE8AA9DE35}"/>
                    </a:ext>
                  </a:extLst>
                </p14:cNvPr>
                <p14:cNvContentPartPr/>
                <p14:nvPr/>
              </p14:nvContentPartPr>
              <p14:xfrm>
                <a:off x="9606846" y="5682543"/>
                <a:ext cx="300600" cy="340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4EB660-CA81-F504-FB22-25AE8AA9DE3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589206" y="5664903"/>
                  <a:ext cx="3362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FF89B86-F5FA-3F84-80F1-A37C5B7E6E59}"/>
                    </a:ext>
                  </a:extLst>
                </p14:cNvPr>
                <p14:cNvContentPartPr/>
                <p14:nvPr/>
              </p14:nvContentPartPr>
              <p14:xfrm>
                <a:off x="10140366" y="5829063"/>
                <a:ext cx="186480" cy="33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FF89B86-F5FA-3F84-80F1-A37C5B7E6E5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122366" y="5811063"/>
                  <a:ext cx="222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EFB5FCC-F166-501A-BBB9-07069EF4315A}"/>
                    </a:ext>
                  </a:extLst>
                </p14:cNvPr>
                <p14:cNvContentPartPr/>
                <p14:nvPr/>
              </p14:nvContentPartPr>
              <p14:xfrm>
                <a:off x="10252686" y="5754543"/>
                <a:ext cx="46800" cy="223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EFB5FCC-F166-501A-BBB9-07069EF431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234686" y="5736903"/>
                  <a:ext cx="82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D9FA76-2DC1-46FF-222B-F40FEB988767}"/>
                    </a:ext>
                  </a:extLst>
                </p14:cNvPr>
                <p14:cNvContentPartPr/>
                <p14:nvPr/>
              </p14:nvContentPartPr>
              <p14:xfrm>
                <a:off x="10547886" y="5737263"/>
                <a:ext cx="130680" cy="294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D9FA76-2DC1-46FF-222B-F40FEB98876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529886" y="5719263"/>
                  <a:ext cx="166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95CC5FC-7537-3EEA-1420-CE429E24B9A8}"/>
                    </a:ext>
                  </a:extLst>
                </p14:cNvPr>
                <p14:cNvContentPartPr/>
                <p14:nvPr/>
              </p14:nvContentPartPr>
              <p14:xfrm>
                <a:off x="10881966" y="5742303"/>
                <a:ext cx="143280" cy="246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95CC5FC-7537-3EEA-1420-CE429E24B9A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864326" y="5724663"/>
                  <a:ext cx="17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C62CC87-6185-E7F8-8C73-A00963E7482A}"/>
                    </a:ext>
                  </a:extLst>
                </p14:cNvPr>
                <p14:cNvContentPartPr/>
                <p14:nvPr/>
              </p14:nvContentPartPr>
              <p14:xfrm>
                <a:off x="11054406" y="4826463"/>
                <a:ext cx="583920" cy="1625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C62CC87-6185-E7F8-8C73-A00963E7482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036766" y="4808463"/>
                  <a:ext cx="619560" cy="166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9849B95-9189-30E1-90B0-80BEC7218883}"/>
              </a:ext>
            </a:extLst>
          </p:cNvPr>
          <p:cNvGrpSpPr/>
          <p:nvPr/>
        </p:nvGrpSpPr>
        <p:grpSpPr>
          <a:xfrm>
            <a:off x="172326" y="5057583"/>
            <a:ext cx="926280" cy="1125720"/>
            <a:chOff x="172326" y="5057583"/>
            <a:chExt cx="926280" cy="11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94E6BFC-1D8E-5C73-D246-9FF8390FEE01}"/>
                    </a:ext>
                  </a:extLst>
                </p14:cNvPr>
                <p14:cNvContentPartPr/>
                <p14:nvPr/>
              </p14:nvContentPartPr>
              <p14:xfrm>
                <a:off x="895566" y="5357103"/>
                <a:ext cx="126000" cy="3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94E6BFC-1D8E-5C73-D246-9FF8390FEE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77566" y="5339463"/>
                  <a:ext cx="161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09696A3-E137-4DC6-C24F-0D1A3B014117}"/>
                    </a:ext>
                  </a:extLst>
                </p14:cNvPr>
                <p14:cNvContentPartPr/>
                <p14:nvPr/>
              </p14:nvContentPartPr>
              <p14:xfrm>
                <a:off x="878286" y="5465463"/>
                <a:ext cx="220320" cy="26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09696A3-E137-4DC6-C24F-0D1A3B01411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0286" y="5447463"/>
                  <a:ext cx="255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D2D725F-065E-0B70-13B5-F6AD1E8DE2B3}"/>
                    </a:ext>
                  </a:extLst>
                </p14:cNvPr>
                <p14:cNvContentPartPr/>
                <p14:nvPr/>
              </p14:nvContentPartPr>
              <p14:xfrm>
                <a:off x="172326" y="5057583"/>
                <a:ext cx="352080" cy="1125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D2D725F-065E-0B70-13B5-F6AD1E8DE2B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4686" y="5039943"/>
                  <a:ext cx="387720" cy="11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65DBBB1-BAAC-E5C4-44DD-823B9A5B1974}"/>
                    </a:ext>
                  </a:extLst>
                </p14:cNvPr>
                <p14:cNvContentPartPr/>
                <p14:nvPr/>
              </p14:nvContentPartPr>
              <p14:xfrm>
                <a:off x="427206" y="5245863"/>
                <a:ext cx="276840" cy="184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65DBBB1-BAAC-E5C4-44DD-823B9A5B197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09206" y="5228223"/>
                  <a:ext cx="312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6C4D0F-C071-8F87-873A-8264C03724CA}"/>
                    </a:ext>
                  </a:extLst>
                </p14:cNvPr>
                <p14:cNvContentPartPr/>
                <p14:nvPr/>
              </p14:nvContentPartPr>
              <p14:xfrm>
                <a:off x="445566" y="5750223"/>
                <a:ext cx="121320" cy="321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6C4D0F-C071-8F87-873A-8264C03724C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27566" y="5732583"/>
                  <a:ext cx="1569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AE8F00A-D18C-A18E-79F3-487ADC6B57AB}"/>
                    </a:ext>
                  </a:extLst>
                </p14:cNvPr>
                <p14:cNvContentPartPr/>
                <p14:nvPr/>
              </p14:nvContentPartPr>
              <p14:xfrm>
                <a:off x="557166" y="5064423"/>
                <a:ext cx="351720" cy="1106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AE8F00A-D18C-A18E-79F3-487ADC6B57A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9526" y="5046423"/>
                  <a:ext cx="387360" cy="11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F1F486D-E9DD-34BF-C8BA-CC43677CCF26}"/>
                    </a:ext>
                  </a:extLst>
                </p14:cNvPr>
                <p14:cNvContentPartPr/>
                <p14:nvPr/>
              </p14:nvContentPartPr>
              <p14:xfrm>
                <a:off x="363846" y="5451063"/>
                <a:ext cx="6120" cy="11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F1F486D-E9DD-34BF-C8BA-CC43677CCF2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5846" y="5433423"/>
                  <a:ext cx="4176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8CCEFC9-07AF-E838-AFB8-CDF320023672}"/>
                  </a:ext>
                </a:extLst>
              </p14:cNvPr>
              <p14:cNvContentPartPr/>
              <p14:nvPr/>
            </p14:nvContentPartPr>
            <p14:xfrm>
              <a:off x="4385046" y="798423"/>
              <a:ext cx="50400" cy="216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8CCEFC9-07AF-E838-AFB8-CDF32002367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367406" y="780423"/>
                <a:ext cx="8604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8751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1411B7-4232-A5D8-B695-E9C195F73C0A}"/>
                  </a:ext>
                </a:extLst>
              </p14:cNvPr>
              <p14:cNvContentPartPr/>
              <p14:nvPr/>
            </p14:nvContentPartPr>
            <p14:xfrm>
              <a:off x="894846" y="485223"/>
              <a:ext cx="179280" cy="28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1411B7-4232-A5D8-B695-E9C195F73C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846" y="467583"/>
                <a:ext cx="21492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1FB50A8-ADB3-B63A-8584-C5787CD6519C}"/>
              </a:ext>
            </a:extLst>
          </p:cNvPr>
          <p:cNvGrpSpPr/>
          <p:nvPr/>
        </p:nvGrpSpPr>
        <p:grpSpPr>
          <a:xfrm>
            <a:off x="1307766" y="507183"/>
            <a:ext cx="168120" cy="126360"/>
            <a:chOff x="1307766" y="507183"/>
            <a:chExt cx="16812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489EE2-39CB-841F-4FF6-2F1193060215}"/>
                    </a:ext>
                  </a:extLst>
                </p14:cNvPr>
                <p14:cNvContentPartPr/>
                <p14:nvPr/>
              </p14:nvContentPartPr>
              <p14:xfrm>
                <a:off x="1344846" y="507183"/>
                <a:ext cx="116280" cy="46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489EE2-39CB-841F-4FF6-2F11930602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6846" y="489543"/>
                  <a:ext cx="151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F92CBDC-6FE5-21F7-EC87-CF9EF575FBC3}"/>
                    </a:ext>
                  </a:extLst>
                </p14:cNvPr>
                <p14:cNvContentPartPr/>
                <p14:nvPr/>
              </p14:nvContentPartPr>
              <p14:xfrm>
                <a:off x="1307766" y="600783"/>
                <a:ext cx="168120" cy="3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F92CBDC-6FE5-21F7-EC87-CF9EF575FB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0126" y="582783"/>
                  <a:ext cx="2037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EF654A-0190-1F1A-4A5E-284A6E0F8D1D}"/>
              </a:ext>
            </a:extLst>
          </p:cNvPr>
          <p:cNvGrpSpPr/>
          <p:nvPr/>
        </p:nvGrpSpPr>
        <p:grpSpPr>
          <a:xfrm>
            <a:off x="2006166" y="391263"/>
            <a:ext cx="371160" cy="691200"/>
            <a:chOff x="2006166" y="391263"/>
            <a:chExt cx="371160" cy="69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55A2E4-175F-30D0-7CA4-2059B736247D}"/>
                    </a:ext>
                  </a:extLst>
                </p14:cNvPr>
                <p14:cNvContentPartPr/>
                <p14:nvPr/>
              </p14:nvContentPartPr>
              <p14:xfrm>
                <a:off x="2241246" y="391263"/>
                <a:ext cx="22680" cy="225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55A2E4-175F-30D0-7CA4-2059B73624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3606" y="373623"/>
                  <a:ext cx="58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9BDCF9-071E-63C7-29C5-A3A343FD4A95}"/>
                    </a:ext>
                  </a:extLst>
                </p14:cNvPr>
                <p14:cNvContentPartPr/>
                <p14:nvPr/>
              </p14:nvContentPartPr>
              <p14:xfrm>
                <a:off x="2006166" y="703023"/>
                <a:ext cx="296280" cy="4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9BDCF9-071E-63C7-29C5-A3A343FD4A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8166" y="685023"/>
                  <a:ext cx="331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F57973-FDCE-CE2B-ED61-EECD645241B2}"/>
                    </a:ext>
                  </a:extLst>
                </p14:cNvPr>
                <p14:cNvContentPartPr/>
                <p14:nvPr/>
              </p14:nvContentPartPr>
              <p14:xfrm>
                <a:off x="2099406" y="854583"/>
                <a:ext cx="24120" cy="227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F57973-FDCE-CE2B-ED61-EECD645241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81766" y="836583"/>
                  <a:ext cx="59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4A758F-655B-BB43-3476-85C1106AC65E}"/>
                    </a:ext>
                  </a:extLst>
                </p14:cNvPr>
                <p14:cNvContentPartPr/>
                <p14:nvPr/>
              </p14:nvContentPartPr>
              <p14:xfrm>
                <a:off x="2270406" y="894903"/>
                <a:ext cx="106920" cy="174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4A758F-655B-BB43-3476-85C1106AC6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2406" y="877263"/>
                  <a:ext cx="14256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CACC158-1E46-7A7F-F363-25A8FE921DDC}"/>
                  </a:ext>
                </a:extLst>
              </p14:cNvPr>
              <p14:cNvContentPartPr/>
              <p14:nvPr/>
            </p14:nvContentPartPr>
            <p14:xfrm>
              <a:off x="2565246" y="828303"/>
              <a:ext cx="20520" cy="238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CACC158-1E46-7A7F-F363-25A8FE921DD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47246" y="810303"/>
                <a:ext cx="5616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9AF4A9B-659A-8B03-FB7B-C1BE23F0650A}"/>
              </a:ext>
            </a:extLst>
          </p:cNvPr>
          <p:cNvGrpSpPr/>
          <p:nvPr/>
        </p:nvGrpSpPr>
        <p:grpSpPr>
          <a:xfrm>
            <a:off x="2851446" y="118383"/>
            <a:ext cx="1667520" cy="1270800"/>
            <a:chOff x="2851446" y="118383"/>
            <a:chExt cx="1667520" cy="12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3FA829-9A98-C909-599E-68C7BBE96AC7}"/>
                    </a:ext>
                  </a:extLst>
                </p14:cNvPr>
                <p14:cNvContentPartPr/>
                <p14:nvPr/>
              </p14:nvContentPartPr>
              <p14:xfrm>
                <a:off x="2851446" y="118383"/>
                <a:ext cx="250920" cy="1270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3FA829-9A98-C909-599E-68C7BBE96A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3806" y="100383"/>
                  <a:ext cx="286560" cy="13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94F924-F69F-8B35-C878-83776B2AC072}"/>
                    </a:ext>
                  </a:extLst>
                </p14:cNvPr>
                <p14:cNvContentPartPr/>
                <p14:nvPr/>
              </p14:nvContentPartPr>
              <p14:xfrm>
                <a:off x="3222966" y="610143"/>
                <a:ext cx="169920" cy="61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94F924-F69F-8B35-C878-83776B2AC0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05326" y="592143"/>
                  <a:ext cx="205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1C947F-9548-31A2-8F33-3C6E116A1361}"/>
                    </a:ext>
                  </a:extLst>
                </p14:cNvPr>
                <p14:cNvContentPartPr/>
                <p14:nvPr/>
              </p14:nvContentPartPr>
              <p14:xfrm>
                <a:off x="3476406" y="497463"/>
                <a:ext cx="11160" cy="20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1C947F-9548-31A2-8F33-3C6E116A13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58406" y="479823"/>
                  <a:ext cx="46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9A9084-CF4B-52E4-97E6-A9B39923E757}"/>
                    </a:ext>
                  </a:extLst>
                </p14:cNvPr>
                <p14:cNvContentPartPr/>
                <p14:nvPr/>
              </p14:nvContentPartPr>
              <p14:xfrm>
                <a:off x="3618246" y="475503"/>
                <a:ext cx="176400" cy="23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9A9084-CF4B-52E4-97E6-A9B39923E7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00606" y="457863"/>
                  <a:ext cx="2120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4379F7-F4E9-BD8D-CD95-8CC50D05EC41}"/>
                    </a:ext>
                  </a:extLst>
                </p14:cNvPr>
                <p14:cNvContentPartPr/>
                <p14:nvPr/>
              </p14:nvContentPartPr>
              <p14:xfrm>
                <a:off x="3979326" y="488823"/>
                <a:ext cx="123120" cy="227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4379F7-F4E9-BD8D-CD95-8CC50D05EC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1326" y="470823"/>
                  <a:ext cx="158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A57CBA-BB47-DBAF-5F91-877735A68E00}"/>
                    </a:ext>
                  </a:extLst>
                </p14:cNvPr>
                <p14:cNvContentPartPr/>
                <p14:nvPr/>
              </p14:nvContentPartPr>
              <p14:xfrm>
                <a:off x="4279206" y="422943"/>
                <a:ext cx="239760" cy="327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A57CBA-BB47-DBAF-5F91-877735A68E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61206" y="404943"/>
                  <a:ext cx="27540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8C0F07-11D6-3D10-6D61-05F0C2CEFBC1}"/>
              </a:ext>
            </a:extLst>
          </p:cNvPr>
          <p:cNvGrpSpPr/>
          <p:nvPr/>
        </p:nvGrpSpPr>
        <p:grpSpPr>
          <a:xfrm>
            <a:off x="4813806" y="292623"/>
            <a:ext cx="1007640" cy="1022760"/>
            <a:chOff x="4813806" y="292623"/>
            <a:chExt cx="1007640" cy="10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B80BD53-09B0-BC10-5096-4095F26363AD}"/>
                    </a:ext>
                  </a:extLst>
                </p14:cNvPr>
                <p14:cNvContentPartPr/>
                <p14:nvPr/>
              </p14:nvContentPartPr>
              <p14:xfrm>
                <a:off x="4813806" y="623103"/>
                <a:ext cx="160560" cy="2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B80BD53-09B0-BC10-5096-4095F26363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166" y="605463"/>
                  <a:ext cx="196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516CCD-31D1-FACA-A7CD-83270D016664}"/>
                    </a:ext>
                  </a:extLst>
                </p14:cNvPr>
                <p14:cNvContentPartPr/>
                <p14:nvPr/>
              </p14:nvContentPartPr>
              <p14:xfrm>
                <a:off x="4885446" y="545343"/>
                <a:ext cx="32760" cy="171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516CCD-31D1-FACA-A7CD-83270D0166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7446" y="527343"/>
                  <a:ext cx="68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75D7B5-FF89-8040-8465-B9EB9947B8D1}"/>
                    </a:ext>
                  </a:extLst>
                </p14:cNvPr>
                <p14:cNvContentPartPr/>
                <p14:nvPr/>
              </p14:nvContentPartPr>
              <p14:xfrm>
                <a:off x="5129166" y="491703"/>
                <a:ext cx="168480" cy="22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75D7B5-FF89-8040-8465-B9EB9947B8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11166" y="474063"/>
                  <a:ext cx="204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3C2C1E6-4733-F828-5085-76B5EF47CAF6}"/>
                    </a:ext>
                  </a:extLst>
                </p14:cNvPr>
                <p14:cNvContentPartPr/>
                <p14:nvPr/>
              </p14:nvContentPartPr>
              <p14:xfrm>
                <a:off x="5401326" y="502863"/>
                <a:ext cx="154080" cy="23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3C2C1E6-4733-F828-5085-76B5EF47CA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3326" y="485223"/>
                  <a:ext cx="189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0654D4-7E53-F3A2-EE58-37AE8D8BB646}"/>
                    </a:ext>
                  </a:extLst>
                </p14:cNvPr>
                <p14:cNvContentPartPr/>
                <p14:nvPr/>
              </p14:nvContentPartPr>
              <p14:xfrm>
                <a:off x="5462166" y="292623"/>
                <a:ext cx="359280" cy="1022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0654D4-7E53-F3A2-EE58-37AE8D8BB6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44526" y="274983"/>
                  <a:ext cx="394920" cy="10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CCA1E0-640A-F5E3-888E-E0E5D2CB488A}"/>
              </a:ext>
            </a:extLst>
          </p:cNvPr>
          <p:cNvGrpSpPr/>
          <p:nvPr/>
        </p:nvGrpSpPr>
        <p:grpSpPr>
          <a:xfrm>
            <a:off x="6516246" y="657303"/>
            <a:ext cx="199800" cy="160920"/>
            <a:chOff x="6516246" y="657303"/>
            <a:chExt cx="19980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01F693-5D30-2F44-A4EB-402DD2DB8CB4}"/>
                    </a:ext>
                  </a:extLst>
                </p14:cNvPr>
                <p14:cNvContentPartPr/>
                <p14:nvPr/>
              </p14:nvContentPartPr>
              <p14:xfrm>
                <a:off x="6572046" y="657303"/>
                <a:ext cx="126000" cy="30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01F693-5D30-2F44-A4EB-402DD2DB8CB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54046" y="639663"/>
                  <a:ext cx="161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000AE16-6044-19D8-F257-2381DCC8680C}"/>
                    </a:ext>
                  </a:extLst>
                </p14:cNvPr>
                <p14:cNvContentPartPr/>
                <p14:nvPr/>
              </p14:nvContentPartPr>
              <p14:xfrm>
                <a:off x="6516246" y="777543"/>
                <a:ext cx="199800" cy="4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000AE16-6044-19D8-F257-2381DCC868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98606" y="759903"/>
                  <a:ext cx="2354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C29234B-FD9D-0210-E23E-EFB7D59FCDEC}"/>
              </a:ext>
            </a:extLst>
          </p:cNvPr>
          <p:cNvGrpSpPr/>
          <p:nvPr/>
        </p:nvGrpSpPr>
        <p:grpSpPr>
          <a:xfrm>
            <a:off x="7185126" y="441303"/>
            <a:ext cx="826920" cy="928440"/>
            <a:chOff x="7185126" y="441303"/>
            <a:chExt cx="826920" cy="9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C77549-A1D7-8C72-15A9-76854536F473}"/>
                    </a:ext>
                  </a:extLst>
                </p14:cNvPr>
                <p14:cNvContentPartPr/>
                <p14:nvPr/>
              </p14:nvContentPartPr>
              <p14:xfrm>
                <a:off x="7536126" y="441303"/>
                <a:ext cx="20520" cy="291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C77549-A1D7-8C72-15A9-76854536F4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18126" y="423663"/>
                  <a:ext cx="56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0D3706-37F5-0C00-8868-BA61FE691AD9}"/>
                    </a:ext>
                  </a:extLst>
                </p14:cNvPr>
                <p14:cNvContentPartPr/>
                <p14:nvPr/>
              </p14:nvContentPartPr>
              <p14:xfrm>
                <a:off x="7699206" y="448143"/>
                <a:ext cx="23760" cy="259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0D3706-37F5-0C00-8868-BA61FE691A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81206" y="430143"/>
                  <a:ext cx="59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C9F575-433A-730B-7165-47179075B258}"/>
                    </a:ext>
                  </a:extLst>
                </p14:cNvPr>
                <p14:cNvContentPartPr/>
                <p14:nvPr/>
              </p14:nvContentPartPr>
              <p14:xfrm>
                <a:off x="7185126" y="835143"/>
                <a:ext cx="826920" cy="130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C9F575-433A-730B-7165-47179075B2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67486" y="817503"/>
                  <a:ext cx="862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E788FC-AA85-484C-FF91-9347AA1ACB3A}"/>
                    </a:ext>
                  </a:extLst>
                </p14:cNvPr>
                <p14:cNvContentPartPr/>
                <p14:nvPr/>
              </p14:nvContentPartPr>
              <p14:xfrm>
                <a:off x="7407966" y="1143663"/>
                <a:ext cx="39960" cy="22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E788FC-AA85-484C-FF91-9347AA1ACB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89966" y="1126023"/>
                  <a:ext cx="75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D333B4-F362-D6FC-6B86-B3A4D978C0DA}"/>
                    </a:ext>
                  </a:extLst>
                </p14:cNvPr>
                <p14:cNvContentPartPr/>
                <p14:nvPr/>
              </p14:nvContentPartPr>
              <p14:xfrm>
                <a:off x="7553406" y="1129623"/>
                <a:ext cx="180000" cy="215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D333B4-F362-D6FC-6B86-B3A4D978C0D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35766" y="1111983"/>
                  <a:ext cx="215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2130CA-F6D2-C352-CC67-0E57ADDF83FD}"/>
                    </a:ext>
                  </a:extLst>
                </p14:cNvPr>
                <p14:cNvContentPartPr/>
                <p14:nvPr/>
              </p14:nvContentPartPr>
              <p14:xfrm>
                <a:off x="7894326" y="1034943"/>
                <a:ext cx="13320" cy="28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2130CA-F6D2-C352-CC67-0E57ADDF83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76686" y="1016943"/>
                  <a:ext cx="48960" cy="32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EA7EE0A-22C3-F826-EEFA-DC4F60379726}"/>
                  </a:ext>
                </a:extLst>
              </p14:cNvPr>
              <p14:cNvContentPartPr/>
              <p14:nvPr/>
            </p14:nvContentPartPr>
            <p14:xfrm>
              <a:off x="8269446" y="209823"/>
              <a:ext cx="186120" cy="11606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EA7EE0A-22C3-F826-EEFA-DC4F6037972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51806" y="191823"/>
                <a:ext cx="221760" cy="119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19EB739-1783-AC53-99FA-62CC04E27C57}"/>
              </a:ext>
            </a:extLst>
          </p:cNvPr>
          <p:cNvGrpSpPr/>
          <p:nvPr/>
        </p:nvGrpSpPr>
        <p:grpSpPr>
          <a:xfrm>
            <a:off x="8680926" y="352383"/>
            <a:ext cx="944280" cy="384840"/>
            <a:chOff x="8680926" y="352383"/>
            <a:chExt cx="94428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4C6DEBC-F8AF-CAC9-C029-F6ED95941AFF}"/>
                    </a:ext>
                  </a:extLst>
                </p14:cNvPr>
                <p14:cNvContentPartPr/>
                <p14:nvPr/>
              </p14:nvContentPartPr>
              <p14:xfrm>
                <a:off x="8680926" y="659463"/>
                <a:ext cx="137520" cy="33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4C6DEBC-F8AF-CAC9-C029-F6ED95941AF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62926" y="641823"/>
                  <a:ext cx="173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385843-3A76-D867-E0CC-DA427E4F9EF5}"/>
                    </a:ext>
                  </a:extLst>
                </p14:cNvPr>
                <p14:cNvContentPartPr/>
                <p14:nvPr/>
              </p14:nvContentPartPr>
              <p14:xfrm>
                <a:off x="8944806" y="524103"/>
                <a:ext cx="11880" cy="208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385843-3A76-D867-E0CC-DA427E4F9E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26806" y="506463"/>
                  <a:ext cx="47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64899F-9E99-FCED-A741-CC4D30C59152}"/>
                    </a:ext>
                  </a:extLst>
                </p14:cNvPr>
                <p14:cNvContentPartPr/>
                <p14:nvPr/>
              </p14:nvContentPartPr>
              <p14:xfrm>
                <a:off x="9069006" y="466503"/>
                <a:ext cx="87840" cy="256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64899F-9E99-FCED-A741-CC4D30C591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1366" y="448503"/>
                  <a:ext cx="123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4A98F51-E9B7-4FC9-E64B-607197A4588F}"/>
                    </a:ext>
                  </a:extLst>
                </p14:cNvPr>
                <p14:cNvContentPartPr/>
                <p14:nvPr/>
              </p14:nvContentPartPr>
              <p14:xfrm>
                <a:off x="9331806" y="352383"/>
                <a:ext cx="293400" cy="384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4A98F51-E9B7-4FC9-E64B-607197A458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13806" y="334743"/>
                  <a:ext cx="32904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D81690-1B4A-F795-41C1-20AF11F53F36}"/>
              </a:ext>
            </a:extLst>
          </p:cNvPr>
          <p:cNvGrpSpPr/>
          <p:nvPr/>
        </p:nvGrpSpPr>
        <p:grpSpPr>
          <a:xfrm>
            <a:off x="9918246" y="461463"/>
            <a:ext cx="174600" cy="243360"/>
            <a:chOff x="9918246" y="461463"/>
            <a:chExt cx="17460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D31680-CCC1-7AD1-0EB8-E2195A0BE077}"/>
                    </a:ext>
                  </a:extLst>
                </p14:cNvPr>
                <p14:cNvContentPartPr/>
                <p14:nvPr/>
              </p14:nvContentPartPr>
              <p14:xfrm>
                <a:off x="9918246" y="560463"/>
                <a:ext cx="174600" cy="40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D31680-CCC1-7AD1-0EB8-E2195A0BE07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00246" y="542823"/>
                  <a:ext cx="210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6A7742-EFDC-19A6-B874-B0310A623825}"/>
                    </a:ext>
                  </a:extLst>
                </p14:cNvPr>
                <p14:cNvContentPartPr/>
                <p14:nvPr/>
              </p14:nvContentPartPr>
              <p14:xfrm>
                <a:off x="10010406" y="461463"/>
                <a:ext cx="41760" cy="243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6A7742-EFDC-19A6-B874-B0310A6238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92406" y="443463"/>
                  <a:ext cx="7740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1CAFAE-B45F-0B7A-16DE-1E40D05AA67F}"/>
              </a:ext>
            </a:extLst>
          </p:cNvPr>
          <p:cNvGrpSpPr/>
          <p:nvPr/>
        </p:nvGrpSpPr>
        <p:grpSpPr>
          <a:xfrm>
            <a:off x="10327566" y="199383"/>
            <a:ext cx="543240" cy="1140480"/>
            <a:chOff x="10327566" y="199383"/>
            <a:chExt cx="543240" cy="11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AC1D443-9908-84CB-43BE-83A0BE6B5CC7}"/>
                    </a:ext>
                  </a:extLst>
                </p14:cNvPr>
                <p14:cNvContentPartPr/>
                <p14:nvPr/>
              </p14:nvContentPartPr>
              <p14:xfrm>
                <a:off x="10327566" y="425463"/>
                <a:ext cx="196920" cy="29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AC1D443-9908-84CB-43BE-83A0BE6B5CC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09926" y="407823"/>
                  <a:ext cx="232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15F7D9-F10C-1100-EAF9-234B45191313}"/>
                    </a:ext>
                  </a:extLst>
                </p14:cNvPr>
                <p14:cNvContentPartPr/>
                <p14:nvPr/>
              </p14:nvContentPartPr>
              <p14:xfrm>
                <a:off x="10619886" y="199383"/>
                <a:ext cx="250920" cy="1140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15F7D9-F10C-1100-EAF9-234B451913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02246" y="181743"/>
                  <a:ext cx="286560" cy="11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901EBF-EA73-B723-B996-7C49837310C2}"/>
              </a:ext>
            </a:extLst>
          </p:cNvPr>
          <p:cNvGrpSpPr/>
          <p:nvPr/>
        </p:nvGrpSpPr>
        <p:grpSpPr>
          <a:xfrm>
            <a:off x="1923366" y="2092983"/>
            <a:ext cx="652320" cy="176760"/>
            <a:chOff x="1923366" y="2092983"/>
            <a:chExt cx="65232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AB6C41-CFBA-96EA-AC83-93AB11B75649}"/>
                    </a:ext>
                  </a:extLst>
                </p14:cNvPr>
                <p14:cNvContentPartPr/>
                <p14:nvPr/>
              </p14:nvContentPartPr>
              <p14:xfrm>
                <a:off x="1999686" y="2094063"/>
                <a:ext cx="25920" cy="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AB6C41-CFBA-96EA-AC83-93AB11B756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81686" y="2076063"/>
                  <a:ext cx="61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73AE245-95D2-F917-B9F5-4B0019D37B0B}"/>
                    </a:ext>
                  </a:extLst>
                </p14:cNvPr>
                <p14:cNvContentPartPr/>
                <p14:nvPr/>
              </p14:nvContentPartPr>
              <p14:xfrm>
                <a:off x="1923366" y="2092983"/>
                <a:ext cx="305640" cy="17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73AE245-95D2-F917-B9F5-4B0019D37B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5726" y="2074983"/>
                  <a:ext cx="341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0C27E3-B4B5-F627-FBF6-B2E4459DC3E6}"/>
                    </a:ext>
                  </a:extLst>
                </p14:cNvPr>
                <p14:cNvContentPartPr/>
                <p14:nvPr/>
              </p14:nvContentPartPr>
              <p14:xfrm>
                <a:off x="2389926" y="2100543"/>
                <a:ext cx="97200" cy="17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0C27E3-B4B5-F627-FBF6-B2E4459DC3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72286" y="2082903"/>
                  <a:ext cx="132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33AE9C-4632-05D7-935F-74E79AA5978A}"/>
                    </a:ext>
                  </a:extLst>
                </p14:cNvPr>
                <p14:cNvContentPartPr/>
                <p14:nvPr/>
              </p14:nvContentPartPr>
              <p14:xfrm>
                <a:off x="2394966" y="2156343"/>
                <a:ext cx="180720" cy="36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33AE9C-4632-05D7-935F-74E79AA597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77326" y="2138343"/>
                  <a:ext cx="2163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685103A-AB6A-BD0F-D6C9-D79FF623409D}"/>
              </a:ext>
            </a:extLst>
          </p:cNvPr>
          <p:cNvGrpSpPr/>
          <p:nvPr/>
        </p:nvGrpSpPr>
        <p:grpSpPr>
          <a:xfrm>
            <a:off x="2819766" y="1920183"/>
            <a:ext cx="396360" cy="391680"/>
            <a:chOff x="2819766" y="1920183"/>
            <a:chExt cx="3963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77B1054-1957-1A22-11D2-3BB3CCCA1E2A}"/>
                    </a:ext>
                  </a:extLst>
                </p14:cNvPr>
                <p14:cNvContentPartPr/>
                <p14:nvPr/>
              </p14:nvContentPartPr>
              <p14:xfrm>
                <a:off x="3073566" y="1920183"/>
                <a:ext cx="20160" cy="287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7B1054-1957-1A22-11D2-3BB3CCCA1E2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55566" y="1902543"/>
                  <a:ext cx="55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6068E77-35A3-8155-ABD6-EA1483D2BC2F}"/>
                    </a:ext>
                  </a:extLst>
                </p14:cNvPr>
                <p14:cNvContentPartPr/>
                <p14:nvPr/>
              </p14:nvContentPartPr>
              <p14:xfrm>
                <a:off x="2819766" y="2263983"/>
                <a:ext cx="396360" cy="47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6068E77-35A3-8155-ABD6-EA1483D2BC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01766" y="2245983"/>
                  <a:ext cx="4320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72C8F67-318A-64F2-487E-F857DAA0EE7B}"/>
              </a:ext>
            </a:extLst>
          </p:cNvPr>
          <p:cNvGrpSpPr/>
          <p:nvPr/>
        </p:nvGrpSpPr>
        <p:grpSpPr>
          <a:xfrm>
            <a:off x="2923806" y="2557743"/>
            <a:ext cx="169560" cy="198000"/>
            <a:chOff x="2923806" y="2557743"/>
            <a:chExt cx="16956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824DB1-2CAE-8EC9-FFE3-563D4FB61606}"/>
                    </a:ext>
                  </a:extLst>
                </p14:cNvPr>
                <p14:cNvContentPartPr/>
                <p14:nvPr/>
              </p14:nvContentPartPr>
              <p14:xfrm>
                <a:off x="2923806" y="2587623"/>
                <a:ext cx="18360" cy="168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824DB1-2CAE-8EC9-FFE3-563D4FB616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05806" y="2569623"/>
                  <a:ext cx="54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704A90-013E-DB4B-7E65-54FEAF68E920}"/>
                    </a:ext>
                  </a:extLst>
                </p14:cNvPr>
                <p14:cNvContentPartPr/>
                <p14:nvPr/>
              </p14:nvContentPartPr>
              <p14:xfrm>
                <a:off x="3055206" y="2557743"/>
                <a:ext cx="38160" cy="175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704A90-013E-DB4B-7E65-54FEAF68E9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37566" y="2540103"/>
                  <a:ext cx="738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5E4504F-6CAD-426D-E433-D8E05BACC427}"/>
              </a:ext>
            </a:extLst>
          </p:cNvPr>
          <p:cNvGrpSpPr/>
          <p:nvPr/>
        </p:nvGrpSpPr>
        <p:grpSpPr>
          <a:xfrm>
            <a:off x="3544446" y="1730103"/>
            <a:ext cx="876600" cy="1170000"/>
            <a:chOff x="3544446" y="1730103"/>
            <a:chExt cx="876600" cy="11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9E0BC0-076E-3B18-B2D4-9A1084D1E6FA}"/>
                    </a:ext>
                  </a:extLst>
                </p14:cNvPr>
                <p14:cNvContentPartPr/>
                <p14:nvPr/>
              </p14:nvContentPartPr>
              <p14:xfrm>
                <a:off x="3544446" y="1730103"/>
                <a:ext cx="312840" cy="1170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9E0BC0-076E-3B18-B2D4-9A1084D1E6F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26806" y="1712103"/>
                  <a:ext cx="348480" cy="12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65EF9A1-DE2E-3F2A-1604-25ECAB94924D}"/>
                    </a:ext>
                  </a:extLst>
                </p14:cNvPr>
                <p14:cNvContentPartPr/>
                <p14:nvPr/>
              </p14:nvContentPartPr>
              <p14:xfrm>
                <a:off x="3943686" y="2077863"/>
                <a:ext cx="122040" cy="51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65EF9A1-DE2E-3F2A-1604-25ECAB9492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26046" y="2060223"/>
                  <a:ext cx="157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28EE7E5-2342-5995-5CE1-B9BF4089D094}"/>
                    </a:ext>
                  </a:extLst>
                </p14:cNvPr>
                <p14:cNvContentPartPr/>
                <p14:nvPr/>
              </p14:nvContentPartPr>
              <p14:xfrm>
                <a:off x="4199646" y="1938903"/>
                <a:ext cx="22680" cy="239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28EE7E5-2342-5995-5CE1-B9BF4089D09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81646" y="1921263"/>
                  <a:ext cx="58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372BE45-2018-664A-14E4-FF008FA32834}"/>
                    </a:ext>
                  </a:extLst>
                </p14:cNvPr>
                <p14:cNvContentPartPr/>
                <p14:nvPr/>
              </p14:nvContentPartPr>
              <p14:xfrm>
                <a:off x="4332486" y="1960863"/>
                <a:ext cx="88560" cy="214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372BE45-2018-664A-14E4-FF008FA328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14846" y="1943223"/>
                  <a:ext cx="12420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9BC4AB-5BA1-2D86-FE23-2E7A0FE04978}"/>
              </a:ext>
            </a:extLst>
          </p:cNvPr>
          <p:cNvGrpSpPr/>
          <p:nvPr/>
        </p:nvGrpSpPr>
        <p:grpSpPr>
          <a:xfrm>
            <a:off x="4660086" y="1696983"/>
            <a:ext cx="1261800" cy="1010880"/>
            <a:chOff x="4660086" y="1696983"/>
            <a:chExt cx="126180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26511CA-7F5A-88DD-72D5-DA58ED5A172F}"/>
                    </a:ext>
                  </a:extLst>
                </p14:cNvPr>
                <p14:cNvContentPartPr/>
                <p14:nvPr/>
              </p14:nvContentPartPr>
              <p14:xfrm>
                <a:off x="4660086" y="1770063"/>
                <a:ext cx="279000" cy="39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26511CA-7F5A-88DD-72D5-DA58ED5A17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42446" y="1752063"/>
                  <a:ext cx="3146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F06C52-F89A-11FE-9BC8-1BE0274AAF7C}"/>
                    </a:ext>
                  </a:extLst>
                </p14:cNvPr>
                <p14:cNvContentPartPr/>
                <p14:nvPr/>
              </p14:nvContentPartPr>
              <p14:xfrm>
                <a:off x="5088846" y="2021343"/>
                <a:ext cx="147240" cy="38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F06C52-F89A-11FE-9BC8-1BE0274AAF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70846" y="2003343"/>
                  <a:ext cx="182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99341D-7A99-556D-9DC5-46FBA96B0B46}"/>
                    </a:ext>
                  </a:extLst>
                </p14:cNvPr>
                <p14:cNvContentPartPr/>
                <p14:nvPr/>
              </p14:nvContentPartPr>
              <p14:xfrm>
                <a:off x="5179566" y="1916943"/>
                <a:ext cx="24120" cy="21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99341D-7A99-556D-9DC5-46FBA96B0B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61926" y="1898943"/>
                  <a:ext cx="59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916366-55E1-D226-43BD-EEEE18CC8DFC}"/>
                    </a:ext>
                  </a:extLst>
                </p14:cNvPr>
                <p14:cNvContentPartPr/>
                <p14:nvPr/>
              </p14:nvContentPartPr>
              <p14:xfrm>
                <a:off x="5392326" y="1871223"/>
                <a:ext cx="146880" cy="258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916366-55E1-D226-43BD-EEEE18CC8D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74686" y="1853223"/>
                  <a:ext cx="1825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0A3E32-F8DF-84A3-2FB0-2972E627AE46}"/>
                    </a:ext>
                  </a:extLst>
                </p14:cNvPr>
                <p14:cNvContentPartPr/>
                <p14:nvPr/>
              </p14:nvContentPartPr>
              <p14:xfrm>
                <a:off x="5557926" y="1696983"/>
                <a:ext cx="363960" cy="1010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0A3E32-F8DF-84A3-2FB0-2972E627AE4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40286" y="1678983"/>
                  <a:ext cx="399600" cy="10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71A96F8-6265-A819-75A7-A1723BFEFFC3}"/>
                  </a:ext>
                </a:extLst>
              </p14:cNvPr>
              <p14:cNvContentPartPr/>
              <p14:nvPr/>
            </p14:nvContentPartPr>
            <p14:xfrm>
              <a:off x="647886" y="3188823"/>
              <a:ext cx="159840" cy="5738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71A96F8-6265-A819-75A7-A1723BFEFFC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29886" y="3171183"/>
                <a:ext cx="195480" cy="60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56CA2A97-7645-C38A-0581-198244C96F3A}"/>
              </a:ext>
            </a:extLst>
          </p:cNvPr>
          <p:cNvGrpSpPr/>
          <p:nvPr/>
        </p:nvGrpSpPr>
        <p:grpSpPr>
          <a:xfrm>
            <a:off x="1043166" y="3300783"/>
            <a:ext cx="210240" cy="122400"/>
            <a:chOff x="1043166" y="3300783"/>
            <a:chExt cx="21024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1B772C-9887-66BA-546C-7C2691588894}"/>
                    </a:ext>
                  </a:extLst>
                </p14:cNvPr>
                <p14:cNvContentPartPr/>
                <p14:nvPr/>
              </p14:nvContentPartPr>
              <p14:xfrm>
                <a:off x="1075926" y="3300783"/>
                <a:ext cx="109440" cy="5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1B772C-9887-66BA-546C-7C26915888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8286" y="3283143"/>
                  <a:ext cx="145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CF783BD-53E0-1ACE-2706-EC58174D607B}"/>
                    </a:ext>
                  </a:extLst>
                </p14:cNvPr>
                <p14:cNvContentPartPr/>
                <p14:nvPr/>
              </p14:nvContentPartPr>
              <p14:xfrm>
                <a:off x="1043166" y="3373143"/>
                <a:ext cx="210240" cy="50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CF783BD-53E0-1ACE-2706-EC58174D60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5166" y="3355503"/>
                  <a:ext cx="24588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8E7C1A7-313A-9870-8F71-60AC90119207}"/>
                  </a:ext>
                </a:extLst>
              </p14:cNvPr>
              <p14:cNvContentPartPr/>
              <p14:nvPr/>
            </p14:nvContentPartPr>
            <p14:xfrm>
              <a:off x="2065926" y="3223023"/>
              <a:ext cx="52920" cy="2815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8E7C1A7-313A-9870-8F71-60AC9011920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047926" y="3205383"/>
                <a:ext cx="885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6C496C0-187B-5C09-69E9-00ECC721C6C1}"/>
                  </a:ext>
                </a:extLst>
              </p14:cNvPr>
              <p14:cNvContentPartPr/>
              <p14:nvPr/>
            </p14:nvContentPartPr>
            <p14:xfrm>
              <a:off x="1827246" y="3545583"/>
              <a:ext cx="445320" cy="37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6C496C0-187B-5C09-69E9-00ECC721C6C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809606" y="3527943"/>
                <a:ext cx="4809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781D8A0-E06F-C5EC-A027-54E4DA1232BC}"/>
                  </a:ext>
                </a:extLst>
              </p14:cNvPr>
              <p14:cNvContentPartPr/>
              <p14:nvPr/>
            </p14:nvContentPartPr>
            <p14:xfrm>
              <a:off x="1997526" y="3696063"/>
              <a:ext cx="36360" cy="2426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781D8A0-E06F-C5EC-A027-54E4DA1232B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79886" y="3678063"/>
                <a:ext cx="7200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0D6BBB3-C3B0-E4DD-F58A-822D1CF3EEC6}"/>
              </a:ext>
            </a:extLst>
          </p:cNvPr>
          <p:cNvGrpSpPr/>
          <p:nvPr/>
        </p:nvGrpSpPr>
        <p:grpSpPr>
          <a:xfrm>
            <a:off x="2109126" y="3750423"/>
            <a:ext cx="322560" cy="315360"/>
            <a:chOff x="2109126" y="3750423"/>
            <a:chExt cx="3225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EEE4C6-00BA-73D9-AFF9-7057AFF576D9}"/>
                    </a:ext>
                  </a:extLst>
                </p14:cNvPr>
                <p14:cNvContentPartPr/>
                <p14:nvPr/>
              </p14:nvContentPartPr>
              <p14:xfrm>
                <a:off x="2109126" y="3776703"/>
                <a:ext cx="182880" cy="234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EEE4C6-00BA-73D9-AFF9-7057AFF576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91126" y="3758703"/>
                  <a:ext cx="218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BA1170-1B4D-ECC4-DF3B-3F259ACE4812}"/>
                    </a:ext>
                  </a:extLst>
                </p14:cNvPr>
                <p14:cNvContentPartPr/>
                <p14:nvPr/>
              </p14:nvContentPartPr>
              <p14:xfrm>
                <a:off x="2415486" y="3750423"/>
                <a:ext cx="16200" cy="315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BA1170-1B4D-ECC4-DF3B-3F259ACE48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7846" y="3732423"/>
                  <a:ext cx="51840" cy="35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C8FDB34-916C-9D0D-A142-7045402C0841}"/>
                  </a:ext>
                </a:extLst>
              </p14:cNvPr>
              <p14:cNvContentPartPr/>
              <p14:nvPr/>
            </p14:nvContentPartPr>
            <p14:xfrm>
              <a:off x="2691966" y="3166863"/>
              <a:ext cx="177840" cy="6022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C8FDB34-916C-9D0D-A142-7045402C084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674326" y="3149223"/>
                <a:ext cx="213480" cy="63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92B8D49-7471-AA01-E0C5-67F63868C46C}"/>
              </a:ext>
            </a:extLst>
          </p:cNvPr>
          <p:cNvGrpSpPr/>
          <p:nvPr/>
        </p:nvGrpSpPr>
        <p:grpSpPr>
          <a:xfrm>
            <a:off x="3149886" y="3181983"/>
            <a:ext cx="607680" cy="340560"/>
            <a:chOff x="3149886" y="3181983"/>
            <a:chExt cx="60768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214C3EC-EF4F-B5B9-BADC-C98B612AB025}"/>
                    </a:ext>
                  </a:extLst>
                </p14:cNvPr>
                <p14:cNvContentPartPr/>
                <p14:nvPr/>
              </p14:nvContentPartPr>
              <p14:xfrm>
                <a:off x="3149886" y="3248583"/>
                <a:ext cx="30600" cy="273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214C3EC-EF4F-B5B9-BADC-C98B612AB0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32246" y="3230943"/>
                  <a:ext cx="6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D1FF01-E878-E7C2-6870-3A0DB107B437}"/>
                    </a:ext>
                  </a:extLst>
                </p14:cNvPr>
                <p14:cNvContentPartPr/>
                <p14:nvPr/>
              </p14:nvContentPartPr>
              <p14:xfrm>
                <a:off x="3286686" y="3271983"/>
                <a:ext cx="25560" cy="245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D1FF01-E878-E7C2-6870-3A0DB107B4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68686" y="3253983"/>
                  <a:ext cx="61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9B44D52-1DD7-68C6-6496-9B82C4EB19F9}"/>
                    </a:ext>
                  </a:extLst>
                </p14:cNvPr>
                <p14:cNvContentPartPr/>
                <p14:nvPr/>
              </p14:nvContentPartPr>
              <p14:xfrm>
                <a:off x="3496566" y="3181983"/>
                <a:ext cx="261000" cy="329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9B44D52-1DD7-68C6-6496-9B82C4EB19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78566" y="3164343"/>
                  <a:ext cx="29664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4FC7C94-7FA5-4A17-A759-C78DAD3FE830}"/>
              </a:ext>
            </a:extLst>
          </p:cNvPr>
          <p:cNvGrpSpPr/>
          <p:nvPr/>
        </p:nvGrpSpPr>
        <p:grpSpPr>
          <a:xfrm>
            <a:off x="4009926" y="2982543"/>
            <a:ext cx="1180440" cy="649800"/>
            <a:chOff x="4009926" y="2982543"/>
            <a:chExt cx="118044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F77206-621A-922E-9068-6211D1D3728E}"/>
                    </a:ext>
                  </a:extLst>
                </p14:cNvPr>
                <p14:cNvContentPartPr/>
                <p14:nvPr/>
              </p14:nvContentPartPr>
              <p14:xfrm>
                <a:off x="4009926" y="3364143"/>
                <a:ext cx="142920" cy="5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F77206-621A-922E-9068-6211D1D3728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91926" y="3346143"/>
                  <a:ext cx="178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DF9F8E-740C-8033-1FE2-A7C247195056}"/>
                    </a:ext>
                  </a:extLst>
                </p14:cNvPr>
                <p14:cNvContentPartPr/>
                <p14:nvPr/>
              </p14:nvContentPartPr>
              <p14:xfrm>
                <a:off x="4081926" y="3300063"/>
                <a:ext cx="27720" cy="193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0DF9F8E-740C-8033-1FE2-A7C2471950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3926" y="3282063"/>
                  <a:ext cx="63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3F3624-6F69-131A-C805-91B98D7DF78B}"/>
                    </a:ext>
                  </a:extLst>
                </p14:cNvPr>
                <p14:cNvContentPartPr/>
                <p14:nvPr/>
              </p14:nvContentPartPr>
              <p14:xfrm>
                <a:off x="4306926" y="3241383"/>
                <a:ext cx="131040" cy="221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3F3624-6F69-131A-C805-91B98D7DF7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89286" y="3223383"/>
                  <a:ext cx="166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3F9F89D-FA4B-0667-2BBA-AB7276C66777}"/>
                    </a:ext>
                  </a:extLst>
                </p14:cNvPr>
                <p14:cNvContentPartPr/>
                <p14:nvPr/>
              </p14:nvContentPartPr>
              <p14:xfrm>
                <a:off x="4602486" y="3179823"/>
                <a:ext cx="219960" cy="254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3F9F89D-FA4B-0667-2BBA-AB7276C667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84486" y="3162183"/>
                  <a:ext cx="255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B5B24B-8E24-CA9B-7CA8-D579A78D8FCF}"/>
                    </a:ext>
                  </a:extLst>
                </p14:cNvPr>
                <p14:cNvContentPartPr/>
                <p14:nvPr/>
              </p14:nvContentPartPr>
              <p14:xfrm>
                <a:off x="4899126" y="2982543"/>
                <a:ext cx="291240" cy="64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B5B24B-8E24-CA9B-7CA8-D579A78D8F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81126" y="2964543"/>
                  <a:ext cx="326880" cy="68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6A37728-6B28-D8B3-5EC6-2FCDA21D34CC}"/>
              </a:ext>
            </a:extLst>
          </p:cNvPr>
          <p:cNvGrpSpPr/>
          <p:nvPr/>
        </p:nvGrpSpPr>
        <p:grpSpPr>
          <a:xfrm>
            <a:off x="5960766" y="3399423"/>
            <a:ext cx="228600" cy="113760"/>
            <a:chOff x="5960766" y="3399423"/>
            <a:chExt cx="22860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D878DC3-559A-357C-709A-1AC2BCBA6453}"/>
                    </a:ext>
                  </a:extLst>
                </p14:cNvPr>
                <p14:cNvContentPartPr/>
                <p14:nvPr/>
              </p14:nvContentPartPr>
              <p14:xfrm>
                <a:off x="5960766" y="3399423"/>
                <a:ext cx="128520" cy="3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D878DC3-559A-357C-709A-1AC2BCBA64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42766" y="3381783"/>
                  <a:ext cx="164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C77590-6EA1-CC73-DB15-9061FF7F664A}"/>
                    </a:ext>
                  </a:extLst>
                </p14:cNvPr>
                <p14:cNvContentPartPr/>
                <p14:nvPr/>
              </p14:nvContentPartPr>
              <p14:xfrm>
                <a:off x="6009366" y="3470343"/>
                <a:ext cx="180000" cy="42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C77590-6EA1-CC73-DB15-9061FF7F664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91726" y="3452343"/>
                  <a:ext cx="2156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936D6F1-D48E-DD0E-DEB9-D8BBA87DCDE6}"/>
              </a:ext>
            </a:extLst>
          </p:cNvPr>
          <p:cNvGrpSpPr/>
          <p:nvPr/>
        </p:nvGrpSpPr>
        <p:grpSpPr>
          <a:xfrm>
            <a:off x="6450006" y="3168303"/>
            <a:ext cx="783360" cy="870840"/>
            <a:chOff x="6450006" y="3168303"/>
            <a:chExt cx="783360" cy="87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49C5459-C334-38F4-6D87-DCADC39AF678}"/>
                    </a:ext>
                  </a:extLst>
                </p14:cNvPr>
                <p14:cNvContentPartPr/>
                <p14:nvPr/>
              </p14:nvContentPartPr>
              <p14:xfrm>
                <a:off x="6846006" y="3168303"/>
                <a:ext cx="80640" cy="307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49C5459-C334-38F4-6D87-DCADC39AF6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28366" y="3150303"/>
                  <a:ext cx="1162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9D55038-91C8-ACED-7C37-890F6D7B5B03}"/>
                    </a:ext>
                  </a:extLst>
                </p14:cNvPr>
                <p14:cNvContentPartPr/>
                <p14:nvPr/>
              </p14:nvContentPartPr>
              <p14:xfrm>
                <a:off x="6957966" y="3215823"/>
                <a:ext cx="24840" cy="248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9D55038-91C8-ACED-7C37-890F6D7B5B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40326" y="3197823"/>
                  <a:ext cx="60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38102E-2E54-0A01-7ACE-E4701FBF0EDE}"/>
                    </a:ext>
                  </a:extLst>
                </p14:cNvPr>
                <p14:cNvContentPartPr/>
                <p14:nvPr/>
              </p14:nvContentPartPr>
              <p14:xfrm>
                <a:off x="6450006" y="3590223"/>
                <a:ext cx="721440" cy="12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38102E-2E54-0A01-7ACE-E4701FBF0ED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32006" y="3572223"/>
                  <a:ext cx="757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0A42C3-2041-D9F6-297F-46FA7A8DCB9A}"/>
                    </a:ext>
                  </a:extLst>
                </p14:cNvPr>
                <p14:cNvContentPartPr/>
                <p14:nvPr/>
              </p14:nvContentPartPr>
              <p14:xfrm>
                <a:off x="6707406" y="3753303"/>
                <a:ext cx="101160" cy="285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0A42C3-2041-D9F6-297F-46FA7A8DCB9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89406" y="3735663"/>
                  <a:ext cx="1368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1ABDC6B-74D0-1240-6E42-1526DA89CB67}"/>
                    </a:ext>
                  </a:extLst>
                </p14:cNvPr>
                <p14:cNvContentPartPr/>
                <p14:nvPr/>
              </p14:nvContentPartPr>
              <p14:xfrm>
                <a:off x="6863286" y="3790023"/>
                <a:ext cx="178920" cy="19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1ABDC6B-74D0-1240-6E42-1526DA89CB6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45646" y="3772023"/>
                  <a:ext cx="214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0E02CAF-544B-985E-D86F-69A62FB4132E}"/>
                    </a:ext>
                  </a:extLst>
                </p14:cNvPr>
                <p14:cNvContentPartPr/>
                <p14:nvPr/>
              </p14:nvContentPartPr>
              <p14:xfrm>
                <a:off x="7203126" y="3722343"/>
                <a:ext cx="30240" cy="225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0E02CAF-544B-985E-D86F-69A62FB413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85126" y="3704703"/>
                  <a:ext cx="6588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DB8F80E-1B55-8927-69CF-07ED4CE5B9CB}"/>
                  </a:ext>
                </a:extLst>
              </p14:cNvPr>
              <p14:cNvContentPartPr/>
              <p14:nvPr/>
            </p14:nvContentPartPr>
            <p14:xfrm>
              <a:off x="7712166" y="2894703"/>
              <a:ext cx="228240" cy="7815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DB8F80E-1B55-8927-69CF-07ED4CE5B9C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694166" y="2877063"/>
                <a:ext cx="263880" cy="81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CB8639B-75CF-2C12-983B-93B90162A716}"/>
              </a:ext>
            </a:extLst>
          </p:cNvPr>
          <p:cNvGrpSpPr/>
          <p:nvPr/>
        </p:nvGrpSpPr>
        <p:grpSpPr>
          <a:xfrm>
            <a:off x="8188086" y="2913423"/>
            <a:ext cx="1009080" cy="786600"/>
            <a:chOff x="8188086" y="2913423"/>
            <a:chExt cx="100908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9D9EE9-4AA4-61F9-0FAF-5895EEA1D52A}"/>
                    </a:ext>
                  </a:extLst>
                </p14:cNvPr>
                <p14:cNvContentPartPr/>
                <p14:nvPr/>
              </p14:nvContentPartPr>
              <p14:xfrm>
                <a:off x="8188086" y="2977863"/>
                <a:ext cx="317160" cy="452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9D9EE9-4AA4-61F9-0FAF-5895EEA1D5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70086" y="2959863"/>
                  <a:ext cx="3528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DA3FE9B-3E54-E820-BFF4-CE5D8BB838B8}"/>
                    </a:ext>
                  </a:extLst>
                </p14:cNvPr>
                <p14:cNvContentPartPr/>
                <p14:nvPr/>
              </p14:nvContentPartPr>
              <p14:xfrm>
                <a:off x="8597046" y="3276663"/>
                <a:ext cx="155160" cy="77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DA3FE9B-3E54-E820-BFF4-CE5D8BB838B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79406" y="3259023"/>
                  <a:ext cx="190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E7E177C-458D-3598-EB40-C895CF5FF758}"/>
                    </a:ext>
                  </a:extLst>
                </p14:cNvPr>
                <p14:cNvContentPartPr/>
                <p14:nvPr/>
              </p14:nvContentPartPr>
              <p14:xfrm>
                <a:off x="8678046" y="3156423"/>
                <a:ext cx="25200" cy="202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E7E177C-458D-3598-EB40-C895CF5FF7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60406" y="3138783"/>
                  <a:ext cx="60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E47CFB5-329C-69D7-D411-BC406B07F418}"/>
                    </a:ext>
                  </a:extLst>
                </p14:cNvPr>
                <p14:cNvContentPartPr/>
                <p14:nvPr/>
              </p14:nvContentPartPr>
              <p14:xfrm>
                <a:off x="8849406" y="3179823"/>
                <a:ext cx="125640" cy="222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E47CFB5-329C-69D7-D411-BC406B07F4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31766" y="3162183"/>
                  <a:ext cx="161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8D77D7E-7341-6C42-4D65-71A25C39ABAF}"/>
                    </a:ext>
                  </a:extLst>
                </p14:cNvPr>
                <p14:cNvContentPartPr/>
                <p14:nvPr/>
              </p14:nvContentPartPr>
              <p14:xfrm>
                <a:off x="8952366" y="2913423"/>
                <a:ext cx="244800" cy="786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8D77D7E-7341-6C42-4D65-71A25C39ABA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34366" y="2895783"/>
                  <a:ext cx="280440" cy="82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2D666D6-BA92-2FEA-A85B-B70A78D4DE2E}"/>
              </a:ext>
            </a:extLst>
          </p:cNvPr>
          <p:cNvGrpSpPr/>
          <p:nvPr/>
        </p:nvGrpSpPr>
        <p:grpSpPr>
          <a:xfrm>
            <a:off x="9629526" y="3366663"/>
            <a:ext cx="234000" cy="101520"/>
            <a:chOff x="9629526" y="3366663"/>
            <a:chExt cx="23400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1102027-2DD7-DE5F-E388-6B0406EC562D}"/>
                    </a:ext>
                  </a:extLst>
                </p14:cNvPr>
                <p14:cNvContentPartPr/>
                <p14:nvPr/>
              </p14:nvContentPartPr>
              <p14:xfrm>
                <a:off x="9684246" y="3366663"/>
                <a:ext cx="78480" cy="23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1102027-2DD7-DE5F-E388-6B0406EC562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66606" y="3348663"/>
                  <a:ext cx="11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0A97C2-9413-AC2D-B14F-1926B1ED70EC}"/>
                    </a:ext>
                  </a:extLst>
                </p14:cNvPr>
                <p14:cNvContentPartPr/>
                <p14:nvPr/>
              </p14:nvContentPartPr>
              <p14:xfrm>
                <a:off x="9629526" y="3439023"/>
                <a:ext cx="234000" cy="29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0A97C2-9413-AC2D-B14F-1926B1ED70E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11526" y="3421383"/>
                  <a:ext cx="2696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CD222B1-9D78-E137-9C81-935DF248E59F}"/>
              </a:ext>
            </a:extLst>
          </p:cNvPr>
          <p:cNvGrpSpPr/>
          <p:nvPr/>
        </p:nvGrpSpPr>
        <p:grpSpPr>
          <a:xfrm>
            <a:off x="10266726" y="3129783"/>
            <a:ext cx="542880" cy="798840"/>
            <a:chOff x="10266726" y="3129783"/>
            <a:chExt cx="542880" cy="7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60D4B4-E710-0522-89D6-1D4D7C1C2465}"/>
                    </a:ext>
                  </a:extLst>
                </p14:cNvPr>
                <p14:cNvContentPartPr/>
                <p14:nvPr/>
              </p14:nvContentPartPr>
              <p14:xfrm>
                <a:off x="10506846" y="3129783"/>
                <a:ext cx="42480" cy="310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60D4B4-E710-0522-89D6-1D4D7C1C246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89206" y="3111783"/>
                  <a:ext cx="78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564BC6C-8986-350A-A053-40E7A19322EB}"/>
                    </a:ext>
                  </a:extLst>
                </p14:cNvPr>
                <p14:cNvContentPartPr/>
                <p14:nvPr/>
              </p14:nvContentPartPr>
              <p14:xfrm>
                <a:off x="10266726" y="3522183"/>
                <a:ext cx="542880" cy="19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564BC6C-8986-350A-A053-40E7A19322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48726" y="3504183"/>
                  <a:ext cx="578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8E4F51E-0684-D757-EA0A-BFF90CB3440B}"/>
                    </a:ext>
                  </a:extLst>
                </p14:cNvPr>
                <p14:cNvContentPartPr/>
                <p14:nvPr/>
              </p14:nvContentPartPr>
              <p14:xfrm>
                <a:off x="10393806" y="3720543"/>
                <a:ext cx="42840" cy="208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8E4F51E-0684-D757-EA0A-BFF90CB3440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75806" y="3702543"/>
                  <a:ext cx="7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1F4205F-5340-ED45-EA9D-1A31F59FA7C4}"/>
                    </a:ext>
                  </a:extLst>
                </p14:cNvPr>
                <p14:cNvContentPartPr/>
                <p14:nvPr/>
              </p14:nvContentPartPr>
              <p14:xfrm>
                <a:off x="10571286" y="3718743"/>
                <a:ext cx="23040" cy="203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1F4205F-5340-ED45-EA9D-1A31F59FA7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553286" y="3700743"/>
                  <a:ext cx="5868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A34C419-DAD8-BA8D-BB9C-D1F5F9064758}"/>
              </a:ext>
            </a:extLst>
          </p:cNvPr>
          <p:cNvGrpSpPr/>
          <p:nvPr/>
        </p:nvGrpSpPr>
        <p:grpSpPr>
          <a:xfrm>
            <a:off x="11047926" y="2914143"/>
            <a:ext cx="1007640" cy="767520"/>
            <a:chOff x="11047926" y="2914143"/>
            <a:chExt cx="1007640" cy="76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65DFBDA-F829-4648-138F-8587A5D494CF}"/>
                    </a:ext>
                  </a:extLst>
                </p14:cNvPr>
                <p14:cNvContentPartPr/>
                <p14:nvPr/>
              </p14:nvContentPartPr>
              <p14:xfrm>
                <a:off x="11047926" y="2950863"/>
                <a:ext cx="177480" cy="702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65DFBDA-F829-4648-138F-8587A5D494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29926" y="2933223"/>
                  <a:ext cx="21312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02FFF7-AA73-B750-0EB1-5FF27931AA44}"/>
                    </a:ext>
                  </a:extLst>
                </p14:cNvPr>
                <p14:cNvContentPartPr/>
                <p14:nvPr/>
              </p14:nvContentPartPr>
              <p14:xfrm>
                <a:off x="11346006" y="3038703"/>
                <a:ext cx="199080" cy="390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02FFF7-AA73-B750-0EB1-5FF27931AA4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28006" y="3020703"/>
                  <a:ext cx="2347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B34296-54B2-F04C-A691-BAD5A28D780F}"/>
                    </a:ext>
                  </a:extLst>
                </p14:cNvPr>
                <p14:cNvContentPartPr/>
                <p14:nvPr/>
              </p14:nvContentPartPr>
              <p14:xfrm>
                <a:off x="11598366" y="3275223"/>
                <a:ext cx="121680" cy="82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B34296-54B2-F04C-A691-BAD5A28D780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80366" y="3257223"/>
                  <a:ext cx="157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272CABE-6265-F6AD-BC10-AE93D740174C}"/>
                    </a:ext>
                  </a:extLst>
                </p14:cNvPr>
                <p14:cNvContentPartPr/>
                <p14:nvPr/>
              </p14:nvContentPartPr>
              <p14:xfrm>
                <a:off x="11664246" y="3180903"/>
                <a:ext cx="27000" cy="210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272CABE-6265-F6AD-BC10-AE93D740174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646606" y="3163263"/>
                  <a:ext cx="62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011CF4D-3C7C-E39D-7359-D099AC87C999}"/>
                    </a:ext>
                  </a:extLst>
                </p14:cNvPr>
                <p14:cNvContentPartPr/>
                <p14:nvPr/>
              </p14:nvContentPartPr>
              <p14:xfrm>
                <a:off x="11792406" y="3150663"/>
                <a:ext cx="123840" cy="219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11CF4D-3C7C-E39D-7359-D099AC87C9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774406" y="3133023"/>
                  <a:ext cx="159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76801D-6549-78B1-26FB-1C70FC0E4BF8}"/>
                    </a:ext>
                  </a:extLst>
                </p14:cNvPr>
                <p14:cNvContentPartPr/>
                <p14:nvPr/>
              </p14:nvContentPartPr>
              <p14:xfrm>
                <a:off x="11849286" y="2914143"/>
                <a:ext cx="206280" cy="767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76801D-6549-78B1-26FB-1C70FC0E4B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831286" y="2896503"/>
                  <a:ext cx="241920" cy="80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C16BC11-FCBF-0E08-3DCC-27F7A94BBC93}"/>
              </a:ext>
            </a:extLst>
          </p:cNvPr>
          <p:cNvGrpSpPr/>
          <p:nvPr/>
        </p:nvGrpSpPr>
        <p:grpSpPr>
          <a:xfrm>
            <a:off x="1196886" y="4745103"/>
            <a:ext cx="1422720" cy="390960"/>
            <a:chOff x="1196886" y="4745103"/>
            <a:chExt cx="14227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950CB8-60B0-EA5D-FD10-8CDC3C79DC21}"/>
                    </a:ext>
                  </a:extLst>
                </p14:cNvPr>
                <p14:cNvContentPartPr/>
                <p14:nvPr/>
              </p14:nvContentPartPr>
              <p14:xfrm>
                <a:off x="1437366" y="4820343"/>
                <a:ext cx="15840" cy="261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950CB8-60B0-EA5D-FD10-8CDC3C79DC2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19366" y="4802343"/>
                  <a:ext cx="514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24956F8-60A5-6F1D-1C57-4F2845C57F65}"/>
                    </a:ext>
                  </a:extLst>
                </p14:cNvPr>
                <p14:cNvContentPartPr/>
                <p14:nvPr/>
              </p14:nvContentPartPr>
              <p14:xfrm>
                <a:off x="1196886" y="4966143"/>
                <a:ext cx="113400" cy="13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24956F8-60A5-6F1D-1C57-4F2845C57F6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8886" y="4948143"/>
                  <a:ext cx="149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2BD260-B330-E70C-E964-1FA1072E5CE0}"/>
                    </a:ext>
                  </a:extLst>
                </p14:cNvPr>
                <p14:cNvContentPartPr/>
                <p14:nvPr/>
              </p14:nvContentPartPr>
              <p14:xfrm>
                <a:off x="1586406" y="4833663"/>
                <a:ext cx="91800" cy="237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2BD260-B330-E70C-E964-1FA1072E5C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68766" y="4816023"/>
                  <a:ext cx="127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2506B95-E0AE-BB6E-BA8E-D93D6673EB4B}"/>
                    </a:ext>
                  </a:extLst>
                </p14:cNvPr>
                <p14:cNvContentPartPr/>
                <p14:nvPr/>
              </p14:nvContentPartPr>
              <p14:xfrm>
                <a:off x="1853526" y="4745103"/>
                <a:ext cx="246240" cy="337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2506B95-E0AE-BB6E-BA8E-D93D6673EB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35886" y="4727463"/>
                  <a:ext cx="2818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0CDD44-FB59-8424-608B-7445BAE449F1}"/>
                    </a:ext>
                  </a:extLst>
                </p14:cNvPr>
                <p14:cNvContentPartPr/>
                <p14:nvPr/>
              </p14:nvContentPartPr>
              <p14:xfrm>
                <a:off x="2155926" y="4970463"/>
                <a:ext cx="172080" cy="52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0CDD44-FB59-8424-608B-7445BAE449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37926" y="4952463"/>
                  <a:ext cx="207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CD9D9C-3E13-D132-F76A-3E9752E89D9A}"/>
                    </a:ext>
                  </a:extLst>
                </p14:cNvPr>
                <p14:cNvContentPartPr/>
                <p14:nvPr/>
              </p14:nvContentPartPr>
              <p14:xfrm>
                <a:off x="2257446" y="4870743"/>
                <a:ext cx="37800" cy="178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CD9D9C-3E13-D132-F76A-3E9752E89D9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39446" y="4852743"/>
                  <a:ext cx="73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F676186-4010-AE02-BAA0-BB2D0B65A0B1}"/>
                    </a:ext>
                  </a:extLst>
                </p14:cNvPr>
                <p14:cNvContentPartPr/>
                <p14:nvPr/>
              </p14:nvContentPartPr>
              <p14:xfrm>
                <a:off x="2441766" y="4750863"/>
                <a:ext cx="177840" cy="385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F676186-4010-AE02-BAA0-BB2D0B65A0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23766" y="4732863"/>
                  <a:ext cx="213480" cy="4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5FE1A45-4DD3-BAAB-276D-AC330158CEA0}"/>
                  </a:ext>
                </a:extLst>
              </p14:cNvPr>
              <p14:cNvContentPartPr/>
              <p14:nvPr/>
            </p14:nvContentPartPr>
            <p14:xfrm>
              <a:off x="1215246" y="5320743"/>
              <a:ext cx="1623600" cy="432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5FE1A45-4DD3-BAAB-276D-AC330158CEA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97246" y="5303103"/>
                <a:ext cx="16592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802BD09-AF77-51BB-22AD-AB75FA905E21}"/>
                  </a:ext>
                </a:extLst>
              </p14:cNvPr>
              <p14:cNvContentPartPr/>
              <p14:nvPr/>
            </p14:nvContentPartPr>
            <p14:xfrm>
              <a:off x="1869006" y="5533143"/>
              <a:ext cx="17280" cy="209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802BD09-AF77-51BB-22AD-AB75FA905E2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851006" y="5515143"/>
                <a:ext cx="52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D3E7BCE-0AC2-7555-5F97-908313D653EA}"/>
                  </a:ext>
                </a:extLst>
              </p14:cNvPr>
              <p14:cNvContentPartPr/>
              <p14:nvPr/>
            </p14:nvContentPartPr>
            <p14:xfrm>
              <a:off x="2113446" y="5534943"/>
              <a:ext cx="25200" cy="2199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D3E7BCE-0AC2-7555-5F97-908313D653E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095806" y="5516943"/>
                <a:ext cx="608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322CF05-B6A6-7511-AA2F-DC0F73122B04}"/>
                  </a:ext>
                </a:extLst>
              </p14:cNvPr>
              <p14:cNvContentPartPr/>
              <p14:nvPr/>
            </p14:nvContentPartPr>
            <p14:xfrm>
              <a:off x="3543366" y="5158383"/>
              <a:ext cx="139680" cy="1782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322CF05-B6A6-7511-AA2F-DC0F73122B0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25726" y="5140383"/>
                <a:ext cx="17532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B425492-A8A8-E6FF-51EC-6FF9DFBF0F1D}"/>
              </a:ext>
            </a:extLst>
          </p:cNvPr>
          <p:cNvGrpSpPr/>
          <p:nvPr/>
        </p:nvGrpSpPr>
        <p:grpSpPr>
          <a:xfrm>
            <a:off x="4151406" y="4873263"/>
            <a:ext cx="766440" cy="623880"/>
            <a:chOff x="4151406" y="4873263"/>
            <a:chExt cx="76644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B08742A-3BEA-3BD7-E05F-9ABDD20622D6}"/>
                    </a:ext>
                  </a:extLst>
                </p14:cNvPr>
                <p14:cNvContentPartPr/>
                <p14:nvPr/>
              </p14:nvContentPartPr>
              <p14:xfrm>
                <a:off x="4151406" y="4873263"/>
                <a:ext cx="289440" cy="623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B08742A-3BEA-3BD7-E05F-9ABDD20622D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33766" y="4855623"/>
                  <a:ext cx="32508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D157D81-E054-8A2B-6BB1-C6504B742E44}"/>
                    </a:ext>
                  </a:extLst>
                </p14:cNvPr>
                <p14:cNvContentPartPr/>
                <p14:nvPr/>
              </p14:nvContentPartPr>
              <p14:xfrm>
                <a:off x="4613286" y="5011503"/>
                <a:ext cx="173880" cy="47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D157D81-E054-8A2B-6BB1-C6504B742E4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95646" y="4993503"/>
                  <a:ext cx="209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BF150F-CBA9-2789-0236-BB1A7FC1F8DB}"/>
                    </a:ext>
                  </a:extLst>
                </p14:cNvPr>
                <p14:cNvContentPartPr/>
                <p14:nvPr/>
              </p14:nvContentPartPr>
              <p14:xfrm>
                <a:off x="4590246" y="5111223"/>
                <a:ext cx="327600" cy="24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BF150F-CBA9-2789-0236-BB1A7FC1F8D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72246" y="5093583"/>
                  <a:ext cx="3632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BC75D1B-B23E-F12F-8988-05695543BF11}"/>
              </a:ext>
            </a:extLst>
          </p:cNvPr>
          <p:cNvGrpSpPr/>
          <p:nvPr/>
        </p:nvGrpSpPr>
        <p:grpSpPr>
          <a:xfrm>
            <a:off x="5422206" y="4716663"/>
            <a:ext cx="1193400" cy="668520"/>
            <a:chOff x="5422206" y="4716663"/>
            <a:chExt cx="1193400" cy="66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FADEEE4-56C4-5906-F1DC-AA5D080DC17A}"/>
                    </a:ext>
                  </a:extLst>
                </p14:cNvPr>
                <p14:cNvContentPartPr/>
                <p14:nvPr/>
              </p14:nvContentPartPr>
              <p14:xfrm>
                <a:off x="5520486" y="4716663"/>
                <a:ext cx="240480" cy="505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FADEEE4-56C4-5906-F1DC-AA5D080DC17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02486" y="4698663"/>
                  <a:ext cx="27612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75CBAB1-AB69-8A91-9EC0-4C6DA4ED2619}"/>
                    </a:ext>
                  </a:extLst>
                </p14:cNvPr>
                <p14:cNvContentPartPr/>
                <p14:nvPr/>
              </p14:nvContentPartPr>
              <p14:xfrm>
                <a:off x="5869326" y="5073783"/>
                <a:ext cx="185760" cy="56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75CBAB1-AB69-8A91-9EC0-4C6DA4ED261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51686" y="5055783"/>
                  <a:ext cx="221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77E5519-2E13-0B5D-84B6-9F51E6656248}"/>
                    </a:ext>
                  </a:extLst>
                </p14:cNvPr>
                <p14:cNvContentPartPr/>
                <p14:nvPr/>
              </p14:nvContentPartPr>
              <p14:xfrm>
                <a:off x="5939166" y="4973703"/>
                <a:ext cx="38160" cy="232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77E5519-2E13-0B5D-84B6-9F51E66562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21166" y="4956063"/>
                  <a:ext cx="73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53D5A66-F883-BA01-F587-7AB6F9B54460}"/>
                    </a:ext>
                  </a:extLst>
                </p14:cNvPr>
                <p14:cNvContentPartPr/>
                <p14:nvPr/>
              </p14:nvContentPartPr>
              <p14:xfrm>
                <a:off x="6074886" y="4925103"/>
                <a:ext cx="232200" cy="271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53D5A66-F883-BA01-F587-7AB6F9B5446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57246" y="4907103"/>
                  <a:ext cx="2678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611392B-47A2-5352-9FA8-589D0861B4DA}"/>
                    </a:ext>
                  </a:extLst>
                </p14:cNvPr>
                <p14:cNvContentPartPr/>
                <p14:nvPr/>
              </p14:nvContentPartPr>
              <p14:xfrm>
                <a:off x="5422206" y="5361423"/>
                <a:ext cx="1193400" cy="23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611392B-47A2-5352-9FA8-589D0861B4D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04206" y="5343783"/>
                  <a:ext cx="12290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1F08A85-C62D-1F83-F29E-F5082130B683}"/>
              </a:ext>
            </a:extLst>
          </p:cNvPr>
          <p:cNvGrpSpPr/>
          <p:nvPr/>
        </p:nvGrpSpPr>
        <p:grpSpPr>
          <a:xfrm>
            <a:off x="5851686" y="5613423"/>
            <a:ext cx="243360" cy="252000"/>
            <a:chOff x="5851686" y="5613423"/>
            <a:chExt cx="24336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4A1273-BB6B-57D7-1110-72FBC96B8494}"/>
                    </a:ext>
                  </a:extLst>
                </p14:cNvPr>
                <p14:cNvContentPartPr/>
                <p14:nvPr/>
              </p14:nvContentPartPr>
              <p14:xfrm>
                <a:off x="5851686" y="5613423"/>
                <a:ext cx="5760" cy="240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74A1273-BB6B-57D7-1110-72FBC96B849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34046" y="5595783"/>
                  <a:ext cx="41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AD97CD1-7566-E059-6C80-FE5793E247A3}"/>
                    </a:ext>
                  </a:extLst>
                </p14:cNvPr>
                <p14:cNvContentPartPr/>
                <p14:nvPr/>
              </p14:nvContentPartPr>
              <p14:xfrm>
                <a:off x="6079926" y="5644743"/>
                <a:ext cx="15120" cy="220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AD97CD1-7566-E059-6C80-FE5793E247A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61926" y="5626743"/>
                  <a:ext cx="5076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9EC93F3-400A-C53A-5E63-6639D570C002}"/>
                  </a:ext>
                </a:extLst>
              </p14:cNvPr>
              <p14:cNvContentPartPr/>
              <p14:nvPr/>
            </p14:nvContentPartPr>
            <p14:xfrm>
              <a:off x="6849966" y="5288343"/>
              <a:ext cx="89640" cy="196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9EC93F3-400A-C53A-5E63-6639D570C00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832326" y="5270343"/>
                <a:ext cx="12528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037905D-C650-690B-0B09-5CD36B6BBB30}"/>
              </a:ext>
            </a:extLst>
          </p:cNvPr>
          <p:cNvGrpSpPr/>
          <p:nvPr/>
        </p:nvGrpSpPr>
        <p:grpSpPr>
          <a:xfrm>
            <a:off x="7660326" y="4742583"/>
            <a:ext cx="1312200" cy="529200"/>
            <a:chOff x="7660326" y="4742583"/>
            <a:chExt cx="131220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8B6B64-4952-1B85-6E65-DF06E3C86187}"/>
                    </a:ext>
                  </a:extLst>
                </p14:cNvPr>
                <p14:cNvContentPartPr/>
                <p14:nvPr/>
              </p14:nvContentPartPr>
              <p14:xfrm>
                <a:off x="7660326" y="4999623"/>
                <a:ext cx="231120" cy="272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8B6B64-4952-1B85-6E65-DF06E3C8618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42686" y="4981983"/>
                  <a:ext cx="266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E07082-9895-8794-3BC8-BB12A75BB746}"/>
                    </a:ext>
                  </a:extLst>
                </p14:cNvPr>
                <p14:cNvContentPartPr/>
                <p14:nvPr/>
              </p14:nvContentPartPr>
              <p14:xfrm>
                <a:off x="7990806" y="5070183"/>
                <a:ext cx="187920" cy="61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E07082-9895-8794-3BC8-BB12A75BB74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72806" y="5052183"/>
                  <a:ext cx="223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B2FEF9F-7CF5-6701-CF74-9BE00B1A1737}"/>
                    </a:ext>
                  </a:extLst>
                </p14:cNvPr>
                <p14:cNvContentPartPr/>
                <p14:nvPr/>
              </p14:nvContentPartPr>
              <p14:xfrm>
                <a:off x="8026086" y="5108343"/>
                <a:ext cx="235800" cy="49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B2FEF9F-7CF5-6701-CF74-9BE00B1A173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08446" y="5090343"/>
                  <a:ext cx="271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E7D5B11-8788-EE94-4883-C66AD0263E5E}"/>
                    </a:ext>
                  </a:extLst>
                </p14:cNvPr>
                <p14:cNvContentPartPr/>
                <p14:nvPr/>
              </p14:nvContentPartPr>
              <p14:xfrm>
                <a:off x="8439006" y="4742583"/>
                <a:ext cx="336600" cy="513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E7D5B11-8788-EE94-4883-C66AD0263E5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421006" y="4724943"/>
                  <a:ext cx="3722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FBF0C8D-513B-1819-479F-CFAB725B70AE}"/>
                    </a:ext>
                  </a:extLst>
                </p14:cNvPr>
                <p14:cNvContentPartPr/>
                <p14:nvPr/>
              </p14:nvContentPartPr>
              <p14:xfrm>
                <a:off x="8954526" y="5235783"/>
                <a:ext cx="18000" cy="10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FBF0C8D-513B-1819-479F-CFAB725B70A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936526" y="5218143"/>
                  <a:ext cx="5364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871E31A-02FE-6739-C737-DE104AECCC54}"/>
                  </a:ext>
                </a:extLst>
              </p14:cNvPr>
              <p14:cNvContentPartPr/>
              <p14:nvPr/>
            </p14:nvContentPartPr>
            <p14:xfrm>
              <a:off x="319206" y="6073143"/>
              <a:ext cx="9152640" cy="2401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871E31A-02FE-6739-C737-DE104AECCC5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01566" y="6055503"/>
                <a:ext cx="918828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5480DA2-96FF-E1C5-6055-D7555447A191}"/>
              </a:ext>
            </a:extLst>
          </p:cNvPr>
          <p:cNvGrpSpPr/>
          <p:nvPr/>
        </p:nvGrpSpPr>
        <p:grpSpPr>
          <a:xfrm>
            <a:off x="150006" y="4904583"/>
            <a:ext cx="592920" cy="269280"/>
            <a:chOff x="150006" y="4904583"/>
            <a:chExt cx="59292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D428361-1D53-3D44-45BF-E7DEC075FB02}"/>
                    </a:ext>
                  </a:extLst>
                </p14:cNvPr>
                <p14:cNvContentPartPr/>
                <p14:nvPr/>
              </p14:nvContentPartPr>
              <p14:xfrm>
                <a:off x="615126" y="4904583"/>
                <a:ext cx="97560" cy="33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D428361-1D53-3D44-45BF-E7DEC075FB0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7486" y="4886583"/>
                  <a:ext cx="133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4AD14BE-1EE5-BF68-3D69-B3F8E2CCA8AB}"/>
                    </a:ext>
                  </a:extLst>
                </p14:cNvPr>
                <p14:cNvContentPartPr/>
                <p14:nvPr/>
              </p14:nvContentPartPr>
              <p14:xfrm>
                <a:off x="582726" y="5039943"/>
                <a:ext cx="160200" cy="29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4AD14BE-1EE5-BF68-3D69-B3F8E2CCA8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5086" y="5021943"/>
                  <a:ext cx="195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805381A-6BBD-ABFC-A542-2397EAB14A33}"/>
                    </a:ext>
                  </a:extLst>
                </p14:cNvPr>
                <p14:cNvContentPartPr/>
                <p14:nvPr/>
              </p14:nvContentPartPr>
              <p14:xfrm>
                <a:off x="150006" y="4938063"/>
                <a:ext cx="248040" cy="235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805381A-6BBD-ABFC-A542-2397EAB14A3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2006" y="4920063"/>
                  <a:ext cx="28368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B75E50B-AC96-BD6E-C30C-833A9CF7B030}"/>
                  </a:ext>
                </a:extLst>
              </p14:cNvPr>
              <p14:cNvContentPartPr/>
              <p14:nvPr/>
            </p14:nvContentPartPr>
            <p14:xfrm>
              <a:off x="620886" y="5422983"/>
              <a:ext cx="15120" cy="46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B75E50B-AC96-BD6E-C30C-833A9CF7B03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02886" y="5405343"/>
                <a:ext cx="50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FAB011B-3984-D932-EA0E-DF8A26A9980A}"/>
                  </a:ext>
                </a:extLst>
              </p14:cNvPr>
              <p14:cNvContentPartPr/>
              <p14:nvPr/>
            </p14:nvContentPartPr>
            <p14:xfrm>
              <a:off x="9658326" y="5185743"/>
              <a:ext cx="351360" cy="2512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FAB011B-3984-D932-EA0E-DF8A26A9980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640326" y="5168103"/>
                <a:ext cx="38700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5EB115F-F28C-DC0A-A1EF-09D3EA14F463}"/>
              </a:ext>
            </a:extLst>
          </p:cNvPr>
          <p:cNvGrpSpPr/>
          <p:nvPr/>
        </p:nvGrpSpPr>
        <p:grpSpPr>
          <a:xfrm>
            <a:off x="10271406" y="5058663"/>
            <a:ext cx="1801440" cy="1050120"/>
            <a:chOff x="10271406" y="5058663"/>
            <a:chExt cx="1801440" cy="10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8DC8FF5-E4A0-C8C3-4EAF-95CBBD3E767F}"/>
                    </a:ext>
                  </a:extLst>
                </p14:cNvPr>
                <p14:cNvContentPartPr/>
                <p14:nvPr/>
              </p14:nvContentPartPr>
              <p14:xfrm>
                <a:off x="10271406" y="5239743"/>
                <a:ext cx="91440" cy="146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8DC8FF5-E4A0-C8C3-4EAF-95CBBD3E767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53766" y="5222103"/>
                  <a:ext cx="127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2D050F9-A533-D079-93E7-263D2C734752}"/>
                    </a:ext>
                  </a:extLst>
                </p14:cNvPr>
                <p14:cNvContentPartPr/>
                <p14:nvPr/>
              </p14:nvContentPartPr>
              <p14:xfrm>
                <a:off x="10381206" y="5058663"/>
                <a:ext cx="27360" cy="25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2D050F9-A533-D079-93E7-263D2C7347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63566" y="5041023"/>
                  <a:ext cx="63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31FCF6A-6E4F-2207-87F5-69F149234912}"/>
                    </a:ext>
                  </a:extLst>
                </p14:cNvPr>
                <p14:cNvContentPartPr/>
                <p14:nvPr/>
              </p14:nvContentPartPr>
              <p14:xfrm>
                <a:off x="10430886" y="5201583"/>
                <a:ext cx="174600" cy="165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31FCF6A-6E4F-2207-87F5-69F14923491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412886" y="5183943"/>
                  <a:ext cx="210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455F512-B5DB-095F-861F-275384A395C3}"/>
                    </a:ext>
                  </a:extLst>
                </p14:cNvPr>
                <p14:cNvContentPartPr/>
                <p14:nvPr/>
              </p14:nvContentPartPr>
              <p14:xfrm>
                <a:off x="10671366" y="5102943"/>
                <a:ext cx="135360" cy="545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455F512-B5DB-095F-861F-275384A395C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653366" y="5084943"/>
                  <a:ext cx="17100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2B18AD2-707A-4C4E-F83B-585DD50599F8}"/>
                    </a:ext>
                  </a:extLst>
                </p14:cNvPr>
                <p14:cNvContentPartPr/>
                <p14:nvPr/>
              </p14:nvContentPartPr>
              <p14:xfrm>
                <a:off x="10675686" y="5360343"/>
                <a:ext cx="195120" cy="81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2B18AD2-707A-4C4E-F83B-585DD50599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57686" y="5342343"/>
                  <a:ext cx="230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F3902F0-A5E8-E986-31E3-84796508CBB1}"/>
                    </a:ext>
                  </a:extLst>
                </p14:cNvPr>
                <p14:cNvContentPartPr/>
                <p14:nvPr/>
              </p14:nvContentPartPr>
              <p14:xfrm>
                <a:off x="10932006" y="5288343"/>
                <a:ext cx="65520" cy="115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F3902F0-A5E8-E986-31E3-84796508CBB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14366" y="5270343"/>
                  <a:ext cx="101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48045E9-4FBE-5355-AE22-15AE8C8F8A94}"/>
                    </a:ext>
                  </a:extLst>
                </p14:cNvPr>
                <p14:cNvContentPartPr/>
                <p14:nvPr/>
              </p14:nvContentPartPr>
              <p14:xfrm>
                <a:off x="10983846" y="5158383"/>
                <a:ext cx="35280" cy="29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48045E9-4FBE-5355-AE22-15AE8C8F8A9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965846" y="5140383"/>
                  <a:ext cx="70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E4F0DD4-464A-AF83-0808-9B18C12CABE5}"/>
                    </a:ext>
                  </a:extLst>
                </p14:cNvPr>
                <p14:cNvContentPartPr/>
                <p14:nvPr/>
              </p14:nvContentPartPr>
              <p14:xfrm>
                <a:off x="11040006" y="5289423"/>
                <a:ext cx="145440" cy="120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E4F0DD4-464A-AF83-0808-9B18C12CABE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22006" y="5271423"/>
                  <a:ext cx="18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0F04187-DC39-16E4-DBE5-639A7A0B99C5}"/>
                    </a:ext>
                  </a:extLst>
                </p14:cNvPr>
                <p14:cNvContentPartPr/>
                <p14:nvPr/>
              </p14:nvContentPartPr>
              <p14:xfrm>
                <a:off x="11274726" y="5274303"/>
                <a:ext cx="50400" cy="114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0F04187-DC39-16E4-DBE5-639A7A0B99C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57086" y="5256303"/>
                  <a:ext cx="86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35E1359-FD8D-380D-FB78-B18E9B851F4C}"/>
                    </a:ext>
                  </a:extLst>
                </p14:cNvPr>
                <p14:cNvContentPartPr/>
                <p14:nvPr/>
              </p14:nvContentPartPr>
              <p14:xfrm>
                <a:off x="11297766" y="5109063"/>
                <a:ext cx="34200" cy="41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35E1359-FD8D-380D-FB78-B18E9B851F4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279766" y="5091423"/>
                  <a:ext cx="69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62EBCD8-4807-1C0C-5654-D080547A0DCF}"/>
                    </a:ext>
                  </a:extLst>
                </p14:cNvPr>
                <p14:cNvContentPartPr/>
                <p14:nvPr/>
              </p14:nvContentPartPr>
              <p14:xfrm>
                <a:off x="11426646" y="5125263"/>
                <a:ext cx="331920" cy="250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62EBCD8-4807-1C0C-5654-D080547A0DC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09006" y="5107263"/>
                  <a:ext cx="36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475A7ED-E983-7819-6EBE-4277BA646EE0}"/>
                    </a:ext>
                  </a:extLst>
                </p14:cNvPr>
                <p14:cNvContentPartPr/>
                <p14:nvPr/>
              </p14:nvContentPartPr>
              <p14:xfrm>
                <a:off x="11353566" y="5167023"/>
                <a:ext cx="254880" cy="17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475A7ED-E983-7819-6EBE-4277BA646EE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335926" y="5149023"/>
                  <a:ext cx="290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0AC10FE-365F-05DD-6CDA-8C3656EBA16D}"/>
                    </a:ext>
                  </a:extLst>
                </p14:cNvPr>
                <p14:cNvContentPartPr/>
                <p14:nvPr/>
              </p14:nvContentPartPr>
              <p14:xfrm>
                <a:off x="10389486" y="5843823"/>
                <a:ext cx="114840" cy="186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0AC10FE-365F-05DD-6CDA-8C3656EBA16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71486" y="5826183"/>
                  <a:ext cx="150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74384E0-C468-EC91-7198-7B2B67698DB8}"/>
                    </a:ext>
                  </a:extLst>
                </p14:cNvPr>
                <p14:cNvContentPartPr/>
                <p14:nvPr/>
              </p14:nvContentPartPr>
              <p14:xfrm>
                <a:off x="10564446" y="5786223"/>
                <a:ext cx="711360" cy="269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74384E0-C468-EC91-7198-7B2B67698DB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546806" y="5768583"/>
                  <a:ext cx="7470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E04530B-9167-9783-D648-BAEF7EA9B85F}"/>
                    </a:ext>
                  </a:extLst>
                </p14:cNvPr>
                <p14:cNvContentPartPr/>
                <p14:nvPr/>
              </p14:nvContentPartPr>
              <p14:xfrm>
                <a:off x="11262486" y="5628903"/>
                <a:ext cx="89640" cy="479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E04530B-9167-9783-D648-BAEF7EA9B85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244486" y="5610903"/>
                  <a:ext cx="12528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CF9F201-20A1-907C-3912-AFB2E7A03636}"/>
                    </a:ext>
                  </a:extLst>
                </p14:cNvPr>
                <p14:cNvContentPartPr/>
                <p14:nvPr/>
              </p14:nvContentPartPr>
              <p14:xfrm>
                <a:off x="11407926" y="5864343"/>
                <a:ext cx="664920" cy="219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CF9F201-20A1-907C-3912-AFB2E7A036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390286" y="5846703"/>
                  <a:ext cx="700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8B8785E-6B41-9E55-59A8-FE8202929EF4}"/>
                    </a:ext>
                  </a:extLst>
                </p14:cNvPr>
                <p14:cNvContentPartPr/>
                <p14:nvPr/>
              </p14:nvContentPartPr>
              <p14:xfrm>
                <a:off x="11445006" y="5650143"/>
                <a:ext cx="97560" cy="12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8B8785E-6B41-9E55-59A8-FE8202929EF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427366" y="5632503"/>
                  <a:ext cx="133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18D6CF-E3FC-93E9-5F1B-8F5EAAC7F272}"/>
                    </a:ext>
                  </a:extLst>
                </p14:cNvPr>
                <p14:cNvContentPartPr/>
                <p14:nvPr/>
              </p14:nvContentPartPr>
              <p14:xfrm>
                <a:off x="10968006" y="5744823"/>
                <a:ext cx="295920" cy="205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18D6CF-E3FC-93E9-5F1B-8F5EAAC7F27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950366" y="5726823"/>
                  <a:ext cx="331560" cy="5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4567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FBF1191-4B70-3A5A-0C34-E61310DC78D9}"/>
              </a:ext>
            </a:extLst>
          </p:cNvPr>
          <p:cNvGrpSpPr/>
          <p:nvPr/>
        </p:nvGrpSpPr>
        <p:grpSpPr>
          <a:xfrm>
            <a:off x="601086" y="352743"/>
            <a:ext cx="960840" cy="355680"/>
            <a:chOff x="601086" y="352743"/>
            <a:chExt cx="96084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F370B56-A633-8B7F-E74D-FA3240D79AC2}"/>
                    </a:ext>
                  </a:extLst>
                </p14:cNvPr>
                <p14:cNvContentPartPr/>
                <p14:nvPr/>
              </p14:nvContentPartPr>
              <p14:xfrm>
                <a:off x="601086" y="352743"/>
                <a:ext cx="273960" cy="337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F370B56-A633-8B7F-E74D-FA3240D79A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3086" y="334743"/>
                  <a:ext cx="309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1951F8-D866-05DD-FB86-4C5A4A8CB3EC}"/>
                    </a:ext>
                  </a:extLst>
                </p14:cNvPr>
                <p14:cNvContentPartPr/>
                <p14:nvPr/>
              </p14:nvContentPartPr>
              <p14:xfrm>
                <a:off x="865326" y="413223"/>
                <a:ext cx="696600" cy="295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1951F8-D866-05DD-FB86-4C5A4A8CB3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7686" y="395583"/>
                  <a:ext cx="73224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E636F7-3F1C-F049-BC26-1225D8720E41}"/>
              </a:ext>
            </a:extLst>
          </p:cNvPr>
          <p:cNvGrpSpPr/>
          <p:nvPr/>
        </p:nvGrpSpPr>
        <p:grpSpPr>
          <a:xfrm>
            <a:off x="2247726" y="440583"/>
            <a:ext cx="746280" cy="307080"/>
            <a:chOff x="2247726" y="440583"/>
            <a:chExt cx="74628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AF4DF3-B941-EB1C-9342-E46E5E7B741E}"/>
                    </a:ext>
                  </a:extLst>
                </p14:cNvPr>
                <p14:cNvContentPartPr/>
                <p14:nvPr/>
              </p14:nvContentPartPr>
              <p14:xfrm>
                <a:off x="2247726" y="440583"/>
                <a:ext cx="746280" cy="307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AF4DF3-B941-EB1C-9342-E46E5E7B74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29726" y="422943"/>
                  <a:ext cx="781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F22EC0A-35B8-E965-65A8-0DCC1BD6C189}"/>
                    </a:ext>
                  </a:extLst>
                </p14:cNvPr>
                <p14:cNvContentPartPr/>
                <p14:nvPr/>
              </p14:nvContentPartPr>
              <p14:xfrm>
                <a:off x="2274726" y="491343"/>
                <a:ext cx="255600" cy="1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F22EC0A-35B8-E965-65A8-0DCC1BD6C1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56726" y="473703"/>
                  <a:ext cx="2912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076E93-8F57-E738-E9FB-A05C59236CF2}"/>
              </a:ext>
            </a:extLst>
          </p:cNvPr>
          <p:cNvGrpSpPr/>
          <p:nvPr/>
        </p:nvGrpSpPr>
        <p:grpSpPr>
          <a:xfrm>
            <a:off x="3690966" y="398103"/>
            <a:ext cx="1971000" cy="855720"/>
            <a:chOff x="3690966" y="398103"/>
            <a:chExt cx="1971000" cy="85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9DFAEB-B281-6749-5C4D-1E4B76AFB273}"/>
                    </a:ext>
                  </a:extLst>
                </p14:cNvPr>
                <p14:cNvContentPartPr/>
                <p14:nvPr/>
              </p14:nvContentPartPr>
              <p14:xfrm>
                <a:off x="3690966" y="463983"/>
                <a:ext cx="891720" cy="751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9DFAEB-B281-6749-5C4D-1E4B76AFB2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2966" y="446343"/>
                  <a:ext cx="92736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019915A-1DE1-12D8-F233-37DFC1F00AC2}"/>
                    </a:ext>
                  </a:extLst>
                </p14:cNvPr>
                <p14:cNvContentPartPr/>
                <p14:nvPr/>
              </p14:nvContentPartPr>
              <p14:xfrm>
                <a:off x="4604646" y="642543"/>
                <a:ext cx="135720" cy="165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019915A-1DE1-12D8-F233-37DFC1F00A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6646" y="624903"/>
                  <a:ext cx="171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204EAA-0E7E-7090-615F-FFD3C2ECF840}"/>
                    </a:ext>
                  </a:extLst>
                </p14:cNvPr>
                <p14:cNvContentPartPr/>
                <p14:nvPr/>
              </p14:nvContentPartPr>
              <p14:xfrm>
                <a:off x="4828206" y="644703"/>
                <a:ext cx="396720" cy="17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204EAA-0E7E-7090-615F-FFD3C2ECF8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10206" y="627063"/>
                  <a:ext cx="432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4CE600-D1D3-10ED-CD0E-3ADB23BA4B6B}"/>
                    </a:ext>
                  </a:extLst>
                </p14:cNvPr>
                <p14:cNvContentPartPr/>
                <p14:nvPr/>
              </p14:nvContentPartPr>
              <p14:xfrm>
                <a:off x="5235366" y="692223"/>
                <a:ext cx="426600" cy="561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4CE600-D1D3-10ED-CD0E-3ADB23BA4B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17366" y="674583"/>
                  <a:ext cx="46224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A9CD0C-8ACD-5912-C6EC-3C025236BC7D}"/>
                    </a:ext>
                  </a:extLst>
                </p14:cNvPr>
                <p14:cNvContentPartPr/>
                <p14:nvPr/>
              </p14:nvContentPartPr>
              <p14:xfrm>
                <a:off x="5273166" y="398103"/>
                <a:ext cx="32040" cy="1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A9CD0C-8ACD-5912-C6EC-3C025236BC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55166" y="380103"/>
                  <a:ext cx="67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0E8850-B570-B387-0614-B758C1060311}"/>
              </a:ext>
            </a:extLst>
          </p:cNvPr>
          <p:cNvGrpSpPr/>
          <p:nvPr/>
        </p:nvGrpSpPr>
        <p:grpSpPr>
          <a:xfrm>
            <a:off x="6154446" y="357783"/>
            <a:ext cx="1857960" cy="813960"/>
            <a:chOff x="6154446" y="357783"/>
            <a:chExt cx="1857960" cy="8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8B3387A-A997-FF59-AC14-829806BADC0C}"/>
                    </a:ext>
                  </a:extLst>
                </p14:cNvPr>
                <p14:cNvContentPartPr/>
                <p14:nvPr/>
              </p14:nvContentPartPr>
              <p14:xfrm>
                <a:off x="6154446" y="604383"/>
                <a:ext cx="248040" cy="176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8B3387A-A997-FF59-AC14-829806BADC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36806" y="586383"/>
                  <a:ext cx="283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42BBD7-3D38-B5C6-6B9C-F43E90EDB027}"/>
                    </a:ext>
                  </a:extLst>
                </p14:cNvPr>
                <p14:cNvContentPartPr/>
                <p14:nvPr/>
              </p14:nvContentPartPr>
              <p14:xfrm>
                <a:off x="6284766" y="624183"/>
                <a:ext cx="240840" cy="54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42BBD7-3D38-B5C6-6B9C-F43E90EDB0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67126" y="606543"/>
                  <a:ext cx="27648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2743AC-BB2B-A2BC-7AE7-F9C429CEBCBC}"/>
                    </a:ext>
                  </a:extLst>
                </p14:cNvPr>
                <p14:cNvContentPartPr/>
                <p14:nvPr/>
              </p14:nvContentPartPr>
              <p14:xfrm>
                <a:off x="6580326" y="607983"/>
                <a:ext cx="252360" cy="168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2743AC-BB2B-A2BC-7AE7-F9C429CEBC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62686" y="589983"/>
                  <a:ext cx="288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4987FE-AAE1-92C7-71A6-E875A0CF112F}"/>
                    </a:ext>
                  </a:extLst>
                </p14:cNvPr>
                <p14:cNvContentPartPr/>
                <p14:nvPr/>
              </p14:nvContentPartPr>
              <p14:xfrm>
                <a:off x="6898926" y="361023"/>
                <a:ext cx="405000" cy="399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4987FE-AAE1-92C7-71A6-E875A0CF112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80926" y="343383"/>
                  <a:ext cx="4406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40E4A5-155C-0042-A8D7-A4B0B6966A68}"/>
                    </a:ext>
                  </a:extLst>
                </p14:cNvPr>
                <p14:cNvContentPartPr/>
                <p14:nvPr/>
              </p14:nvContentPartPr>
              <p14:xfrm>
                <a:off x="7332366" y="557943"/>
                <a:ext cx="538200" cy="19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40E4A5-155C-0042-A8D7-A4B0B6966A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14366" y="539943"/>
                  <a:ext cx="573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08F930-B595-393C-4EAE-EE5A973458F3}"/>
                    </a:ext>
                  </a:extLst>
                </p14:cNvPr>
                <p14:cNvContentPartPr/>
                <p14:nvPr/>
              </p14:nvContentPartPr>
              <p14:xfrm>
                <a:off x="7846086" y="570543"/>
                <a:ext cx="166320" cy="167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08F930-B595-393C-4EAE-EE5A973458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28446" y="552903"/>
                  <a:ext cx="201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246809-D9D5-6386-722D-6E37D9F26809}"/>
                    </a:ext>
                  </a:extLst>
                </p14:cNvPr>
                <p14:cNvContentPartPr/>
                <p14:nvPr/>
              </p14:nvContentPartPr>
              <p14:xfrm>
                <a:off x="7399326" y="357783"/>
                <a:ext cx="68760" cy="26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246809-D9D5-6386-722D-6E37D9F268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81686" y="339783"/>
                  <a:ext cx="104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5774D5-C16A-7557-006B-D1E99D945EE3}"/>
                    </a:ext>
                  </a:extLst>
                </p14:cNvPr>
                <p14:cNvContentPartPr/>
                <p14:nvPr/>
              </p14:nvContentPartPr>
              <p14:xfrm>
                <a:off x="7059126" y="459663"/>
                <a:ext cx="194040" cy="3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5774D5-C16A-7557-006B-D1E99D945E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41486" y="442023"/>
                  <a:ext cx="22968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DA683F-5132-B578-D1BA-5F0143897572}"/>
              </a:ext>
            </a:extLst>
          </p:cNvPr>
          <p:cNvGrpSpPr/>
          <p:nvPr/>
        </p:nvGrpSpPr>
        <p:grpSpPr>
          <a:xfrm>
            <a:off x="8404806" y="363183"/>
            <a:ext cx="461160" cy="811080"/>
            <a:chOff x="8404806" y="363183"/>
            <a:chExt cx="461160" cy="81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DBD823-329B-3BCA-3B80-506C030A4048}"/>
                    </a:ext>
                  </a:extLst>
                </p14:cNvPr>
                <p14:cNvContentPartPr/>
                <p14:nvPr/>
              </p14:nvContentPartPr>
              <p14:xfrm>
                <a:off x="8404806" y="363183"/>
                <a:ext cx="170640" cy="40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DBD823-329B-3BCA-3B80-506C030A40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86806" y="345543"/>
                  <a:ext cx="2062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6DDD5B-3A25-4EE0-32BC-2F60675F8C45}"/>
                    </a:ext>
                  </a:extLst>
                </p14:cNvPr>
                <p14:cNvContentPartPr/>
                <p14:nvPr/>
              </p14:nvContentPartPr>
              <p14:xfrm>
                <a:off x="8510646" y="607983"/>
                <a:ext cx="355320" cy="56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6DDD5B-3A25-4EE0-32BC-2F60675F8C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93006" y="589983"/>
                  <a:ext cx="390960" cy="60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7F7CCB-7C3B-19F1-96C6-6323E03E5568}"/>
              </a:ext>
            </a:extLst>
          </p:cNvPr>
          <p:cNvGrpSpPr/>
          <p:nvPr/>
        </p:nvGrpSpPr>
        <p:grpSpPr>
          <a:xfrm>
            <a:off x="9294726" y="349143"/>
            <a:ext cx="2849040" cy="427320"/>
            <a:chOff x="9294726" y="349143"/>
            <a:chExt cx="284904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727372-9C06-FFCF-32A0-8A2D6357704C}"/>
                    </a:ext>
                  </a:extLst>
                </p14:cNvPr>
                <p14:cNvContentPartPr/>
                <p14:nvPr/>
              </p14:nvContentPartPr>
              <p14:xfrm>
                <a:off x="9294726" y="591783"/>
                <a:ext cx="331560" cy="18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727372-9C06-FFCF-32A0-8A2D635770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77086" y="574143"/>
                  <a:ext cx="367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30B08D-A371-8E2F-2417-F067AD2A9BAD}"/>
                    </a:ext>
                  </a:extLst>
                </p14:cNvPr>
                <p14:cNvContentPartPr/>
                <p14:nvPr/>
              </p14:nvContentPartPr>
              <p14:xfrm>
                <a:off x="9703326" y="399183"/>
                <a:ext cx="712440" cy="356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30B08D-A371-8E2F-2417-F067AD2A9B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5686" y="381543"/>
                  <a:ext cx="748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CC5D3A-18F1-7369-57F0-78AF43769476}"/>
                    </a:ext>
                  </a:extLst>
                </p14:cNvPr>
                <p14:cNvContentPartPr/>
                <p14:nvPr/>
              </p14:nvContentPartPr>
              <p14:xfrm>
                <a:off x="10509366" y="593943"/>
                <a:ext cx="71280" cy="10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CC5D3A-18F1-7369-57F0-78AF437694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91726" y="575943"/>
                  <a:ext cx="106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04A4CC-BCAF-86CC-8420-197C7D36966D}"/>
                    </a:ext>
                  </a:extLst>
                </p14:cNvPr>
                <p14:cNvContentPartPr/>
                <p14:nvPr/>
              </p14:nvContentPartPr>
              <p14:xfrm>
                <a:off x="10495686" y="555423"/>
                <a:ext cx="147960" cy="168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04A4CC-BCAF-86CC-8420-197C7D3696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77686" y="537423"/>
                  <a:ext cx="183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C59F2F9-9F36-2F23-2ADF-F92BDE40A8E1}"/>
                    </a:ext>
                  </a:extLst>
                </p14:cNvPr>
                <p14:cNvContentPartPr/>
                <p14:nvPr/>
              </p14:nvContentPartPr>
              <p14:xfrm>
                <a:off x="10444206" y="357783"/>
                <a:ext cx="60840" cy="7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C59F2F9-9F36-2F23-2ADF-F92BDE40A8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26566" y="339783"/>
                  <a:ext cx="96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91F7CE-D5F0-9BBC-B6CC-23A9A036C95F}"/>
                    </a:ext>
                  </a:extLst>
                </p14:cNvPr>
                <p14:cNvContentPartPr/>
                <p14:nvPr/>
              </p14:nvContentPartPr>
              <p14:xfrm>
                <a:off x="9942366" y="416463"/>
                <a:ext cx="224640" cy="30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91F7CE-D5F0-9BBC-B6CC-23A9A036C9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24366" y="398463"/>
                  <a:ext cx="260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F50CF4-F379-D2F2-430C-9A6412D66CD2}"/>
                    </a:ext>
                  </a:extLst>
                </p14:cNvPr>
                <p14:cNvContentPartPr/>
                <p14:nvPr/>
              </p14:nvContentPartPr>
              <p14:xfrm>
                <a:off x="10875486" y="387663"/>
                <a:ext cx="833400" cy="384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F50CF4-F379-D2F2-430C-9A6412D66C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57846" y="369663"/>
                  <a:ext cx="869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EF934FC-2ED4-AC40-61A5-56768910EB58}"/>
                    </a:ext>
                  </a:extLst>
                </p14:cNvPr>
                <p14:cNvContentPartPr/>
                <p14:nvPr/>
              </p14:nvContentPartPr>
              <p14:xfrm>
                <a:off x="11734086" y="605823"/>
                <a:ext cx="79920" cy="132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EF934FC-2ED4-AC40-61A5-56768910EB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16446" y="587823"/>
                  <a:ext cx="115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5A3C24-5D26-A25B-2EA7-003E643C891B}"/>
                    </a:ext>
                  </a:extLst>
                </p14:cNvPr>
                <p14:cNvContentPartPr/>
                <p14:nvPr/>
              </p14:nvContentPartPr>
              <p14:xfrm>
                <a:off x="11882406" y="349143"/>
                <a:ext cx="261360" cy="37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5A3C24-5D26-A25B-2EA7-003E643C89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864406" y="331143"/>
                  <a:ext cx="2970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FFA6D2-641E-5155-250A-C76ACB8AC6F8}"/>
                    </a:ext>
                  </a:extLst>
                </p14:cNvPr>
                <p14:cNvContentPartPr/>
                <p14:nvPr/>
              </p14:nvContentPartPr>
              <p14:xfrm>
                <a:off x="11288766" y="443823"/>
                <a:ext cx="117360" cy="7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FFA6D2-641E-5155-250A-C76ACB8AC6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71126" y="425823"/>
                  <a:ext cx="15300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AEF50FD-B0A7-EAF7-BC79-9A9AA87E2A21}"/>
              </a:ext>
            </a:extLst>
          </p:cNvPr>
          <p:cNvGrpSpPr/>
          <p:nvPr/>
        </p:nvGrpSpPr>
        <p:grpSpPr>
          <a:xfrm>
            <a:off x="2363646" y="1355703"/>
            <a:ext cx="2114640" cy="624240"/>
            <a:chOff x="2363646" y="1355703"/>
            <a:chExt cx="2114640" cy="62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77285D-68E2-E4B7-DBAD-5381E888C423}"/>
                    </a:ext>
                  </a:extLst>
                </p14:cNvPr>
                <p14:cNvContentPartPr/>
                <p14:nvPr/>
              </p14:nvContentPartPr>
              <p14:xfrm>
                <a:off x="2363646" y="1436703"/>
                <a:ext cx="262440" cy="228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77285D-68E2-E4B7-DBAD-5381E888C4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45646" y="1418703"/>
                  <a:ext cx="298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2E72BA-99A9-6A6D-EB07-D1AE46B29991}"/>
                    </a:ext>
                  </a:extLst>
                </p14:cNvPr>
                <p14:cNvContentPartPr/>
                <p14:nvPr/>
              </p14:nvContentPartPr>
              <p14:xfrm>
                <a:off x="2695926" y="1530303"/>
                <a:ext cx="133200" cy="4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2E72BA-99A9-6A6D-EB07-D1AE46B299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77926" y="1512303"/>
                  <a:ext cx="1688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4E969E-F2A6-3E0E-E307-AF7405328F24}"/>
                    </a:ext>
                  </a:extLst>
                </p14:cNvPr>
                <p14:cNvContentPartPr/>
                <p14:nvPr/>
              </p14:nvContentPartPr>
              <p14:xfrm>
                <a:off x="2721846" y="1466583"/>
                <a:ext cx="60840" cy="227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4E969E-F2A6-3E0E-E307-AF7405328F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04206" y="1448583"/>
                  <a:ext cx="964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506BE95-96C7-F9BD-3A4B-F12A8D0E1BDF}"/>
                    </a:ext>
                  </a:extLst>
                </p14:cNvPr>
                <p14:cNvContentPartPr/>
                <p14:nvPr/>
              </p14:nvContentPartPr>
              <p14:xfrm>
                <a:off x="2859366" y="1480263"/>
                <a:ext cx="226800" cy="499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506BE95-96C7-F9BD-3A4B-F12A8D0E1B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41366" y="1462263"/>
                  <a:ext cx="2624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2BF483B-93FF-987C-2825-BE05C141828C}"/>
                    </a:ext>
                  </a:extLst>
                </p14:cNvPr>
                <p14:cNvContentPartPr/>
                <p14:nvPr/>
              </p14:nvContentPartPr>
              <p14:xfrm>
                <a:off x="3239166" y="1574583"/>
                <a:ext cx="155520" cy="59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2BF483B-93FF-987C-2825-BE05C14182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1166" y="1556583"/>
                  <a:ext cx="191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48FAA4-86EF-9ECE-AF30-D06638A163B8}"/>
                    </a:ext>
                  </a:extLst>
                </p14:cNvPr>
                <p14:cNvContentPartPr/>
                <p14:nvPr/>
              </p14:nvContentPartPr>
              <p14:xfrm>
                <a:off x="3334926" y="1473783"/>
                <a:ext cx="24120" cy="21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48FAA4-86EF-9ECE-AF30-D06638A163B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17286" y="1455783"/>
                  <a:ext cx="59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CAD923-0568-DFF4-B476-4BDD30F0AE0C}"/>
                    </a:ext>
                  </a:extLst>
                </p14:cNvPr>
                <p14:cNvContentPartPr/>
                <p14:nvPr/>
              </p14:nvContentPartPr>
              <p14:xfrm>
                <a:off x="3580086" y="1494663"/>
                <a:ext cx="234000" cy="21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CAD923-0568-DFF4-B476-4BDD30F0AE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62446" y="1476663"/>
                  <a:ext cx="269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750E8F-CC15-D8A7-24DB-FEBD933BC065}"/>
                    </a:ext>
                  </a:extLst>
                </p14:cNvPr>
                <p14:cNvContentPartPr/>
                <p14:nvPr/>
              </p14:nvContentPartPr>
              <p14:xfrm>
                <a:off x="4027566" y="1536063"/>
                <a:ext cx="125280" cy="24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750E8F-CC15-D8A7-24DB-FEBD933BC0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09566" y="1518423"/>
                  <a:ext cx="16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92CCF2-1D7E-B505-5B0D-140E60F4126F}"/>
                    </a:ext>
                  </a:extLst>
                </p14:cNvPr>
                <p14:cNvContentPartPr/>
                <p14:nvPr/>
              </p14:nvContentPartPr>
              <p14:xfrm>
                <a:off x="3958806" y="1614903"/>
                <a:ext cx="187200" cy="33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92CCF2-1D7E-B505-5B0D-140E60F412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41166" y="1597263"/>
                  <a:ext cx="222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A5FFB2-4C74-A2BF-4FAC-DA8697FE80E7}"/>
                    </a:ext>
                  </a:extLst>
                </p14:cNvPr>
                <p14:cNvContentPartPr/>
                <p14:nvPr/>
              </p14:nvContentPartPr>
              <p14:xfrm>
                <a:off x="4364886" y="1355703"/>
                <a:ext cx="113400" cy="404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A5FFB2-4C74-A2BF-4FAC-DA8697FE80E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47246" y="1338063"/>
                  <a:ext cx="14904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535C1F7-8287-D68F-BA5D-C061C4745FFC}"/>
              </a:ext>
            </a:extLst>
          </p:cNvPr>
          <p:cNvGrpSpPr/>
          <p:nvPr/>
        </p:nvGrpSpPr>
        <p:grpSpPr>
          <a:xfrm>
            <a:off x="2204886" y="2168583"/>
            <a:ext cx="2663640" cy="566640"/>
            <a:chOff x="2204886" y="2168583"/>
            <a:chExt cx="266364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0F7348-2B52-C0A3-1255-1CF18D742060}"/>
                    </a:ext>
                  </a:extLst>
                </p14:cNvPr>
                <p14:cNvContentPartPr/>
                <p14:nvPr/>
              </p14:nvContentPartPr>
              <p14:xfrm>
                <a:off x="2204886" y="2168583"/>
                <a:ext cx="254880" cy="262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0F7348-2B52-C0A3-1255-1CF18D7420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87246" y="2150583"/>
                  <a:ext cx="290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CEB157-8894-D690-DA1D-30B273830F67}"/>
                    </a:ext>
                  </a:extLst>
                </p14:cNvPr>
                <p14:cNvContentPartPr/>
                <p14:nvPr/>
              </p14:nvContentPartPr>
              <p14:xfrm>
                <a:off x="2602686" y="2315103"/>
                <a:ext cx="171720" cy="4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CEB157-8894-D690-DA1D-30B273830F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84686" y="2297103"/>
                  <a:ext cx="207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ABB3800-B442-B071-9B61-498985582EA1}"/>
                    </a:ext>
                  </a:extLst>
                </p14:cNvPr>
                <p14:cNvContentPartPr/>
                <p14:nvPr/>
              </p14:nvContentPartPr>
              <p14:xfrm>
                <a:off x="2671086" y="2236983"/>
                <a:ext cx="68040" cy="228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ABB3800-B442-B071-9B61-498985582E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53086" y="2219343"/>
                  <a:ext cx="103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A1B44B-160F-1091-2B92-F9B5E1044FDE}"/>
                    </a:ext>
                  </a:extLst>
                </p14:cNvPr>
                <p14:cNvContentPartPr/>
                <p14:nvPr/>
              </p14:nvContentPartPr>
              <p14:xfrm>
                <a:off x="2902926" y="2201343"/>
                <a:ext cx="188640" cy="219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A1B44B-160F-1091-2B92-F9B5E1044F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5286" y="2183703"/>
                  <a:ext cx="22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00DCB0-DDA9-F9B4-9259-A25608E78601}"/>
                    </a:ext>
                  </a:extLst>
                </p14:cNvPr>
                <p14:cNvContentPartPr/>
                <p14:nvPr/>
              </p14:nvContentPartPr>
              <p14:xfrm>
                <a:off x="3058446" y="2305743"/>
                <a:ext cx="283320" cy="42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00DCB0-DDA9-F9B4-9259-A25608E786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40806" y="2288103"/>
                  <a:ext cx="3189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78673D-D8DF-DFC4-96E9-3A1C5F095202}"/>
                    </a:ext>
                  </a:extLst>
                </p14:cNvPr>
                <p14:cNvContentPartPr/>
                <p14:nvPr/>
              </p14:nvContentPartPr>
              <p14:xfrm>
                <a:off x="3550926" y="2315463"/>
                <a:ext cx="218880" cy="4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78673D-D8DF-DFC4-96E9-3A1C5F0952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2926" y="2297823"/>
                  <a:ext cx="254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29E52A7-A7D3-D237-6149-93E0BA958BBD}"/>
                    </a:ext>
                  </a:extLst>
                </p14:cNvPr>
                <p14:cNvContentPartPr/>
                <p14:nvPr/>
              </p14:nvContentPartPr>
              <p14:xfrm>
                <a:off x="3660366" y="2215023"/>
                <a:ext cx="75960" cy="229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29E52A7-A7D3-D237-6149-93E0BA958B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42366" y="2197023"/>
                  <a:ext cx="111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AFA390B-5430-1A81-8317-6566AA63BA03}"/>
                    </a:ext>
                  </a:extLst>
                </p14:cNvPr>
                <p14:cNvContentPartPr/>
                <p14:nvPr/>
              </p14:nvContentPartPr>
              <p14:xfrm>
                <a:off x="3801486" y="2287383"/>
                <a:ext cx="223560" cy="209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AFA390B-5430-1A81-8317-6566AA63BA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83486" y="2269743"/>
                  <a:ext cx="259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F16A51-9F16-CC0B-3D3A-89EAB89C08A4}"/>
                    </a:ext>
                  </a:extLst>
                </p14:cNvPr>
                <p14:cNvContentPartPr/>
                <p14:nvPr/>
              </p14:nvContentPartPr>
              <p14:xfrm>
                <a:off x="4232766" y="2357223"/>
                <a:ext cx="117000" cy="17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F16A51-9F16-CC0B-3D3A-89EAB89C08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15126" y="2339223"/>
                  <a:ext cx="152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07540D-7D74-E5AD-FC1A-9BC464271D5E}"/>
                    </a:ext>
                  </a:extLst>
                </p14:cNvPr>
                <p14:cNvContentPartPr/>
                <p14:nvPr/>
              </p14:nvContentPartPr>
              <p14:xfrm>
                <a:off x="4200006" y="2441463"/>
                <a:ext cx="147960" cy="32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07540D-7D74-E5AD-FC1A-9BC464271D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82366" y="2423463"/>
                  <a:ext cx="183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7E4A50C-6F9F-BA78-C99A-7BAF7E65C33E}"/>
                    </a:ext>
                  </a:extLst>
                </p14:cNvPr>
                <p14:cNvContentPartPr/>
                <p14:nvPr/>
              </p14:nvContentPartPr>
              <p14:xfrm>
                <a:off x="4561806" y="2253183"/>
                <a:ext cx="30672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7E4A50C-6F9F-BA78-C99A-7BAF7E65C33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44166" y="2235183"/>
                  <a:ext cx="34236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EB33477-537A-3D9B-9A1E-4836FE7D2DDA}"/>
                  </a:ext>
                </a:extLst>
              </p14:cNvPr>
              <p14:cNvContentPartPr/>
              <p14:nvPr/>
            </p14:nvContentPartPr>
            <p14:xfrm>
              <a:off x="2084646" y="3053463"/>
              <a:ext cx="258120" cy="195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EB33477-537A-3D9B-9A1E-4836FE7D2DD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67006" y="3035463"/>
                <a:ext cx="29376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DFB8FDDE-7B0A-D98E-02F0-619305C36A8D}"/>
              </a:ext>
            </a:extLst>
          </p:cNvPr>
          <p:cNvGrpSpPr/>
          <p:nvPr/>
        </p:nvGrpSpPr>
        <p:grpSpPr>
          <a:xfrm>
            <a:off x="2629326" y="3035823"/>
            <a:ext cx="1955160" cy="529920"/>
            <a:chOff x="2629326" y="3035823"/>
            <a:chExt cx="195516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E8A3C0-C62A-F928-15C8-0B8F3CB99A92}"/>
                    </a:ext>
                  </a:extLst>
                </p14:cNvPr>
                <p14:cNvContentPartPr/>
                <p14:nvPr/>
              </p14:nvContentPartPr>
              <p14:xfrm>
                <a:off x="2629326" y="3127983"/>
                <a:ext cx="199440" cy="30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E8A3C0-C62A-F928-15C8-0B8F3CB99A9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11326" y="3109983"/>
                  <a:ext cx="235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D5B14CC-BC23-5B7A-B508-A8FCF497F2E1}"/>
                    </a:ext>
                  </a:extLst>
                </p14:cNvPr>
                <p14:cNvContentPartPr/>
                <p14:nvPr/>
              </p14:nvContentPartPr>
              <p14:xfrm>
                <a:off x="2698086" y="3035823"/>
                <a:ext cx="57960" cy="218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D5B14CC-BC23-5B7A-B508-A8FCF497F2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80086" y="3018183"/>
                  <a:ext cx="93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ECD44A-6530-595A-CB0F-B2FABC2B0886}"/>
                    </a:ext>
                  </a:extLst>
                </p14:cNvPr>
                <p14:cNvContentPartPr/>
                <p14:nvPr/>
              </p14:nvContentPartPr>
              <p14:xfrm>
                <a:off x="2816526" y="3050223"/>
                <a:ext cx="315360" cy="515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ECD44A-6530-595A-CB0F-B2FABC2B088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98886" y="3032583"/>
                  <a:ext cx="35100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003758-3B12-F4B6-E009-12DA1AA584DD}"/>
                    </a:ext>
                  </a:extLst>
                </p14:cNvPr>
                <p14:cNvContentPartPr/>
                <p14:nvPr/>
              </p14:nvContentPartPr>
              <p14:xfrm>
                <a:off x="3301806" y="3202863"/>
                <a:ext cx="167760" cy="1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003758-3B12-F4B6-E009-12DA1AA584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83806" y="3185223"/>
                  <a:ext cx="20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54F619-A5BB-DB57-1319-FE461001164E}"/>
                    </a:ext>
                  </a:extLst>
                </p14:cNvPr>
                <p14:cNvContentPartPr/>
                <p14:nvPr/>
              </p14:nvContentPartPr>
              <p14:xfrm>
                <a:off x="3393606" y="3105303"/>
                <a:ext cx="74160" cy="194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54F619-A5BB-DB57-1319-FE46100116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75606" y="3087303"/>
                  <a:ext cx="109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C381EA-69C5-AE10-9284-8B63203AB714}"/>
                    </a:ext>
                  </a:extLst>
                </p14:cNvPr>
                <p14:cNvContentPartPr/>
                <p14:nvPr/>
              </p14:nvContentPartPr>
              <p14:xfrm>
                <a:off x="3633726" y="3111423"/>
                <a:ext cx="185400" cy="196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C381EA-69C5-AE10-9284-8B63203AB7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15726" y="3093783"/>
                  <a:ext cx="221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650B84B-D913-E73B-D089-B34C44938405}"/>
                    </a:ext>
                  </a:extLst>
                </p14:cNvPr>
                <p14:cNvContentPartPr/>
                <p14:nvPr/>
              </p14:nvContentPartPr>
              <p14:xfrm>
                <a:off x="3919926" y="3185223"/>
                <a:ext cx="261720" cy="155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650B84B-D913-E73B-D089-B34C449384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02286" y="3167583"/>
                  <a:ext cx="297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C7EF054-56FA-9A02-8F41-3EF29E790C53}"/>
                    </a:ext>
                  </a:extLst>
                </p14:cNvPr>
                <p14:cNvContentPartPr/>
                <p14:nvPr/>
              </p14:nvContentPartPr>
              <p14:xfrm>
                <a:off x="4433646" y="3225903"/>
                <a:ext cx="150840" cy="25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C7EF054-56FA-9A02-8F41-3EF29E790C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15646" y="3207903"/>
                  <a:ext cx="186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603BA4-C948-61C5-C8FE-74AA7B46ABF8}"/>
                    </a:ext>
                  </a:extLst>
                </p14:cNvPr>
                <p14:cNvContentPartPr/>
                <p14:nvPr/>
              </p14:nvContentPartPr>
              <p14:xfrm>
                <a:off x="4397286" y="3282423"/>
                <a:ext cx="181080" cy="3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603BA4-C948-61C5-C8FE-74AA7B46ABF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79286" y="3264423"/>
                  <a:ext cx="2167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557BD8E-CB67-40E7-8931-B27CFD8F166F}"/>
                  </a:ext>
                </a:extLst>
              </p14:cNvPr>
              <p14:cNvContentPartPr/>
              <p14:nvPr/>
            </p14:nvContentPartPr>
            <p14:xfrm>
              <a:off x="4861686" y="3028983"/>
              <a:ext cx="282960" cy="252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557BD8E-CB67-40E7-8931-B27CFD8F166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44046" y="3010983"/>
                <a:ext cx="318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391D7FD-8CA9-4DB9-41E0-8C9040C145C5}"/>
                  </a:ext>
                </a:extLst>
              </p14:cNvPr>
              <p14:cNvContentPartPr/>
              <p14:nvPr/>
            </p14:nvContentPartPr>
            <p14:xfrm>
              <a:off x="4880046" y="3684903"/>
              <a:ext cx="43200" cy="14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391D7FD-8CA9-4DB9-41E0-8C9040C145C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862046" y="3667263"/>
                <a:ext cx="788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18EC05B-A6CE-AA17-8D4E-404D5AF5FADE}"/>
              </a:ext>
            </a:extLst>
          </p:cNvPr>
          <p:cNvGrpSpPr/>
          <p:nvPr/>
        </p:nvGrpSpPr>
        <p:grpSpPr>
          <a:xfrm>
            <a:off x="518286" y="1415103"/>
            <a:ext cx="258480" cy="702000"/>
            <a:chOff x="518286" y="1415103"/>
            <a:chExt cx="258480" cy="70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C02909A-4CB8-F660-05E0-37C2264D7592}"/>
                    </a:ext>
                  </a:extLst>
                </p14:cNvPr>
                <p14:cNvContentPartPr/>
                <p14:nvPr/>
              </p14:nvContentPartPr>
              <p14:xfrm>
                <a:off x="518286" y="1662423"/>
                <a:ext cx="22320" cy="138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C02909A-4CB8-F660-05E0-37C2264D75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0286" y="1644783"/>
                  <a:ext cx="57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625EB7-9565-E302-2A3B-6C77292A2E37}"/>
                    </a:ext>
                  </a:extLst>
                </p14:cNvPr>
                <p14:cNvContentPartPr/>
                <p14:nvPr/>
              </p14:nvContentPartPr>
              <p14:xfrm>
                <a:off x="545646" y="1415103"/>
                <a:ext cx="231120" cy="702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625EB7-9565-E302-2A3B-6C77292A2E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7646" y="1397103"/>
                  <a:ext cx="266760" cy="73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6F9505-B42C-B036-4200-356E58FC72B8}"/>
              </a:ext>
            </a:extLst>
          </p:cNvPr>
          <p:cNvGrpSpPr/>
          <p:nvPr/>
        </p:nvGrpSpPr>
        <p:grpSpPr>
          <a:xfrm>
            <a:off x="408846" y="4103223"/>
            <a:ext cx="299160" cy="836640"/>
            <a:chOff x="408846" y="4103223"/>
            <a:chExt cx="299160" cy="83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0B0A2EC-9E56-C41F-9634-DAB8ED313E93}"/>
                    </a:ext>
                  </a:extLst>
                </p14:cNvPr>
                <p14:cNvContentPartPr/>
                <p14:nvPr/>
              </p14:nvContentPartPr>
              <p14:xfrm>
                <a:off x="408846" y="4361703"/>
                <a:ext cx="38880" cy="230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0B0A2EC-9E56-C41F-9634-DAB8ED313E9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0846" y="4343703"/>
                  <a:ext cx="74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44ECAA-61BD-BE81-C3A7-868568EF1D87}"/>
                    </a:ext>
                  </a:extLst>
                </p14:cNvPr>
                <p14:cNvContentPartPr/>
                <p14:nvPr/>
              </p14:nvContentPartPr>
              <p14:xfrm>
                <a:off x="501006" y="4412103"/>
                <a:ext cx="50760" cy="187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44ECAA-61BD-BE81-C3A7-868568EF1D8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3366" y="4394463"/>
                  <a:ext cx="86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D1BA14-8E66-1CF9-C8FB-CA376D57D0EA}"/>
                    </a:ext>
                  </a:extLst>
                </p14:cNvPr>
                <p14:cNvContentPartPr/>
                <p14:nvPr/>
              </p14:nvContentPartPr>
              <p14:xfrm>
                <a:off x="562566" y="4103223"/>
                <a:ext cx="145440" cy="836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D1BA14-8E66-1CF9-C8FB-CA376D57D0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4926" y="4085223"/>
                  <a:ext cx="181080" cy="87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631F016-210D-E5B2-1EBD-63ECEFCF1E44}"/>
              </a:ext>
            </a:extLst>
          </p:cNvPr>
          <p:cNvGrpSpPr/>
          <p:nvPr/>
        </p:nvGrpSpPr>
        <p:grpSpPr>
          <a:xfrm>
            <a:off x="1707006" y="4678503"/>
            <a:ext cx="1888200" cy="455040"/>
            <a:chOff x="1707006" y="4678503"/>
            <a:chExt cx="188820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2A79A5D-8435-0166-A9D7-C75524BDF167}"/>
                    </a:ext>
                  </a:extLst>
                </p14:cNvPr>
                <p14:cNvContentPartPr/>
                <p14:nvPr/>
              </p14:nvContentPartPr>
              <p14:xfrm>
                <a:off x="1707006" y="4678503"/>
                <a:ext cx="277920" cy="238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2A79A5D-8435-0166-A9D7-C75524BDF16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89366" y="4660863"/>
                  <a:ext cx="313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DA2BC9-041A-A495-E49E-7BDC750752AA}"/>
                    </a:ext>
                  </a:extLst>
                </p14:cNvPr>
                <p14:cNvContentPartPr/>
                <p14:nvPr/>
              </p14:nvContentPartPr>
              <p14:xfrm>
                <a:off x="2124606" y="4747983"/>
                <a:ext cx="176400" cy="63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DA2BC9-041A-A495-E49E-7BDC750752A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06966" y="4730343"/>
                  <a:ext cx="212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66A787-F8E4-17B5-7D58-ED1CF05B4551}"/>
                    </a:ext>
                  </a:extLst>
                </p14:cNvPr>
                <p14:cNvContentPartPr/>
                <p14:nvPr/>
              </p14:nvContentPartPr>
              <p14:xfrm>
                <a:off x="2205246" y="4681023"/>
                <a:ext cx="68400" cy="225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66A787-F8E4-17B5-7D58-ED1CF05B455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87246" y="4663383"/>
                  <a:ext cx="104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49CD8B-44D4-7C02-D571-4B4CA947DDF2}"/>
                    </a:ext>
                  </a:extLst>
                </p14:cNvPr>
                <p14:cNvContentPartPr/>
                <p14:nvPr/>
              </p14:nvContentPartPr>
              <p14:xfrm>
                <a:off x="2423046" y="4693623"/>
                <a:ext cx="191520" cy="19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49CD8B-44D4-7C02-D571-4B4CA947DD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05046" y="4675623"/>
                  <a:ext cx="227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1D74D1-F31A-9DB2-33FC-A45B94D2AEA7}"/>
                    </a:ext>
                  </a:extLst>
                </p14:cNvPr>
                <p14:cNvContentPartPr/>
                <p14:nvPr/>
              </p14:nvContentPartPr>
              <p14:xfrm>
                <a:off x="2614566" y="4752663"/>
                <a:ext cx="192240" cy="380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1D74D1-F31A-9DB2-33FC-A45B94D2AE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6566" y="4735023"/>
                  <a:ext cx="2278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98CA6D-5E29-532F-1ABC-EA244168C6EB}"/>
                    </a:ext>
                  </a:extLst>
                </p14:cNvPr>
                <p14:cNvContentPartPr/>
                <p14:nvPr/>
              </p14:nvContentPartPr>
              <p14:xfrm>
                <a:off x="3012006" y="4794423"/>
                <a:ext cx="164520" cy="1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98CA6D-5E29-532F-1ABC-EA244168C6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94006" y="4776783"/>
                  <a:ext cx="200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E3610FE-0E05-D8ED-5279-DC24D8D87FC3}"/>
                    </a:ext>
                  </a:extLst>
                </p14:cNvPr>
                <p14:cNvContentPartPr/>
                <p14:nvPr/>
              </p14:nvContentPartPr>
              <p14:xfrm>
                <a:off x="3363366" y="4717743"/>
                <a:ext cx="231840" cy="146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E3610FE-0E05-D8ED-5279-DC24D8D87FC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45366" y="4699743"/>
                  <a:ext cx="26748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15803DD-6863-D9E7-90DE-96075BED39AB}"/>
              </a:ext>
            </a:extLst>
          </p:cNvPr>
          <p:cNvGrpSpPr/>
          <p:nvPr/>
        </p:nvGrpSpPr>
        <p:grpSpPr>
          <a:xfrm>
            <a:off x="3895446" y="4624503"/>
            <a:ext cx="633600" cy="248400"/>
            <a:chOff x="3895446" y="4624503"/>
            <a:chExt cx="63360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35DC2EE-5BD2-1072-7A79-E8D6421E58C8}"/>
                    </a:ext>
                  </a:extLst>
                </p14:cNvPr>
                <p14:cNvContentPartPr/>
                <p14:nvPr/>
              </p14:nvContentPartPr>
              <p14:xfrm>
                <a:off x="3895446" y="4739703"/>
                <a:ext cx="183240" cy="54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35DC2EE-5BD2-1072-7A79-E8D6421E58C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77806" y="4721703"/>
                  <a:ext cx="218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16A17A-AB1F-2E55-645E-CCF889F010F8}"/>
                    </a:ext>
                  </a:extLst>
                </p14:cNvPr>
                <p14:cNvContentPartPr/>
                <p14:nvPr/>
              </p14:nvContentPartPr>
              <p14:xfrm>
                <a:off x="3921726" y="4831143"/>
                <a:ext cx="178560" cy="31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16A17A-AB1F-2E55-645E-CCF889F010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04086" y="4813503"/>
                  <a:ext cx="214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DC37991-D2AB-3D42-A57A-3DD1F71FD81C}"/>
                    </a:ext>
                  </a:extLst>
                </p14:cNvPr>
                <p14:cNvContentPartPr/>
                <p14:nvPr/>
              </p14:nvContentPartPr>
              <p14:xfrm>
                <a:off x="4146006" y="4624503"/>
                <a:ext cx="383040" cy="248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DC37991-D2AB-3D42-A57A-3DD1F71FD81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28006" y="4606863"/>
                  <a:ext cx="4186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E375547-2140-F180-9ABA-3E3824FC7B59}"/>
              </a:ext>
            </a:extLst>
          </p:cNvPr>
          <p:cNvGrpSpPr/>
          <p:nvPr/>
        </p:nvGrpSpPr>
        <p:grpSpPr>
          <a:xfrm>
            <a:off x="1599726" y="5329383"/>
            <a:ext cx="1122120" cy="425880"/>
            <a:chOff x="1599726" y="5329383"/>
            <a:chExt cx="112212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A9431A-2ED4-0A3A-7307-21D34303AC2E}"/>
                    </a:ext>
                  </a:extLst>
                </p14:cNvPr>
                <p14:cNvContentPartPr/>
                <p14:nvPr/>
              </p14:nvContentPartPr>
              <p14:xfrm>
                <a:off x="1599726" y="5329383"/>
                <a:ext cx="144000" cy="239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A9431A-2ED4-0A3A-7307-21D34303AC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581726" y="5311383"/>
                  <a:ext cx="179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B5B13D3-3A96-5E95-8626-9D31D1B3A649}"/>
                    </a:ext>
                  </a:extLst>
                </p14:cNvPr>
                <p14:cNvContentPartPr/>
                <p14:nvPr/>
              </p14:nvContentPartPr>
              <p14:xfrm>
                <a:off x="1859646" y="5422623"/>
                <a:ext cx="237240" cy="160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B5B13D3-3A96-5E95-8626-9D31D1B3A64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41646" y="5404623"/>
                  <a:ext cx="27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D25F31-A61F-408F-0B6B-8E3B6B1EF416}"/>
                    </a:ext>
                  </a:extLst>
                </p14:cNvPr>
                <p14:cNvContentPartPr/>
                <p14:nvPr/>
              </p14:nvContentPartPr>
              <p14:xfrm>
                <a:off x="2240166" y="5461143"/>
                <a:ext cx="187200" cy="63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D25F31-A61F-408F-0B6B-8E3B6B1EF41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22526" y="5443143"/>
                  <a:ext cx="222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3303466-7D30-7AE6-7094-604587F65A38}"/>
                    </a:ext>
                  </a:extLst>
                </p14:cNvPr>
                <p14:cNvContentPartPr/>
                <p14:nvPr/>
              </p14:nvContentPartPr>
              <p14:xfrm>
                <a:off x="2500806" y="5376183"/>
                <a:ext cx="221040" cy="379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3303466-7D30-7AE6-7094-604587F65A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82806" y="5358543"/>
                  <a:ext cx="25668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072BFBC-41C7-3CEA-A254-DBD85836E363}"/>
              </a:ext>
            </a:extLst>
          </p:cNvPr>
          <p:cNvGrpSpPr/>
          <p:nvPr/>
        </p:nvGrpSpPr>
        <p:grpSpPr>
          <a:xfrm>
            <a:off x="3033966" y="5367903"/>
            <a:ext cx="785160" cy="242280"/>
            <a:chOff x="3033966" y="5367903"/>
            <a:chExt cx="78516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AB22C4-2C54-7D6B-B6FE-CCE3F25F75C8}"/>
                    </a:ext>
                  </a:extLst>
                </p14:cNvPr>
                <p14:cNvContentPartPr/>
                <p14:nvPr/>
              </p14:nvContentPartPr>
              <p14:xfrm>
                <a:off x="3033966" y="5463303"/>
                <a:ext cx="243360" cy="44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AB22C4-2C54-7D6B-B6FE-CCE3F25F75C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15966" y="5445663"/>
                  <a:ext cx="279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BA9390E-272D-9970-EEDC-0A2E16C0D9CA}"/>
                    </a:ext>
                  </a:extLst>
                </p14:cNvPr>
                <p14:cNvContentPartPr/>
                <p14:nvPr/>
              </p14:nvContentPartPr>
              <p14:xfrm>
                <a:off x="3139806" y="5383743"/>
                <a:ext cx="55440" cy="226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BA9390E-272D-9970-EEDC-0A2E16C0D9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22166" y="5365743"/>
                  <a:ext cx="91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9464535-BA16-B524-B072-CCD04592027C}"/>
                    </a:ext>
                  </a:extLst>
                </p14:cNvPr>
                <p14:cNvContentPartPr/>
                <p14:nvPr/>
              </p14:nvContentPartPr>
              <p14:xfrm>
                <a:off x="3309006" y="5367903"/>
                <a:ext cx="151200" cy="196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9464535-BA16-B524-B072-CCD04592027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91366" y="5350263"/>
                  <a:ext cx="186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44B64E4-5699-61AF-A72D-355D562997FF}"/>
                    </a:ext>
                  </a:extLst>
                </p14:cNvPr>
                <p14:cNvContentPartPr/>
                <p14:nvPr/>
              </p14:nvContentPartPr>
              <p14:xfrm>
                <a:off x="3581886" y="5416863"/>
                <a:ext cx="237240" cy="181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44B64E4-5699-61AF-A72D-355D562997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64246" y="5399223"/>
                  <a:ext cx="2728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E8B92D7-6AD0-FBE4-2AE2-656240E4D4B9}"/>
              </a:ext>
            </a:extLst>
          </p:cNvPr>
          <p:cNvGrpSpPr/>
          <p:nvPr/>
        </p:nvGrpSpPr>
        <p:grpSpPr>
          <a:xfrm>
            <a:off x="4097046" y="5457903"/>
            <a:ext cx="191520" cy="107280"/>
            <a:chOff x="4097046" y="5457903"/>
            <a:chExt cx="19152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5B3075-1FA3-373F-628C-CB430BC1190E}"/>
                    </a:ext>
                  </a:extLst>
                </p14:cNvPr>
                <p14:cNvContentPartPr/>
                <p14:nvPr/>
              </p14:nvContentPartPr>
              <p14:xfrm>
                <a:off x="4097046" y="5457903"/>
                <a:ext cx="191520" cy="24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5B3075-1FA3-373F-628C-CB430BC1190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79046" y="5440263"/>
                  <a:ext cx="227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4465B7-8373-B203-4E0D-714947B8DB1D}"/>
                    </a:ext>
                  </a:extLst>
                </p14:cNvPr>
                <p14:cNvContentPartPr/>
                <p14:nvPr/>
              </p14:nvContentPartPr>
              <p14:xfrm>
                <a:off x="4104606" y="5539263"/>
                <a:ext cx="147240" cy="25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4465B7-8373-B203-4E0D-714947B8DB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86606" y="5521263"/>
                  <a:ext cx="18288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E86C006-1EB3-5424-DD3F-CAA2C72AB7F3}"/>
                  </a:ext>
                </a:extLst>
              </p14:cNvPr>
              <p14:cNvContentPartPr/>
              <p14:nvPr/>
            </p14:nvContentPartPr>
            <p14:xfrm>
              <a:off x="4524366" y="5336583"/>
              <a:ext cx="136800" cy="3258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E86C006-1EB3-5424-DD3F-CAA2C72AB7F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506366" y="5318583"/>
                <a:ext cx="172440" cy="36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AB04670-A0CF-2D33-89B0-E1C0D4D033B0}"/>
              </a:ext>
            </a:extLst>
          </p:cNvPr>
          <p:cNvGrpSpPr/>
          <p:nvPr/>
        </p:nvGrpSpPr>
        <p:grpSpPr>
          <a:xfrm>
            <a:off x="1437006" y="6057303"/>
            <a:ext cx="2396520" cy="525240"/>
            <a:chOff x="1437006" y="6057303"/>
            <a:chExt cx="239652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A83DBC-DE63-7398-60BB-10114342173D}"/>
                    </a:ext>
                  </a:extLst>
                </p14:cNvPr>
                <p14:cNvContentPartPr/>
                <p14:nvPr/>
              </p14:nvContentPartPr>
              <p14:xfrm>
                <a:off x="1437006" y="6115263"/>
                <a:ext cx="214560" cy="232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A83DBC-DE63-7398-60BB-10114342173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19366" y="6097623"/>
                  <a:ext cx="250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62B8E54-5640-0A95-AA34-DCA41E6D944B}"/>
                    </a:ext>
                  </a:extLst>
                </p14:cNvPr>
                <p14:cNvContentPartPr/>
                <p14:nvPr/>
              </p14:nvContentPartPr>
              <p14:xfrm>
                <a:off x="1669206" y="6169983"/>
                <a:ext cx="303840" cy="164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62B8E54-5640-0A95-AA34-DCA41E6D94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51566" y="6152343"/>
                  <a:ext cx="339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11E73D1-4D4C-5840-25B3-9CAA53D7C846}"/>
                    </a:ext>
                  </a:extLst>
                </p14:cNvPr>
                <p14:cNvContentPartPr/>
                <p14:nvPr/>
              </p14:nvContentPartPr>
              <p14:xfrm>
                <a:off x="2165646" y="6211023"/>
                <a:ext cx="194760" cy="57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11E73D1-4D4C-5840-25B3-9CAA53D7C84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48006" y="6193383"/>
                  <a:ext cx="230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84EC0B5-F607-368F-1C42-64623AEAAA47}"/>
                    </a:ext>
                  </a:extLst>
                </p14:cNvPr>
                <p14:cNvContentPartPr/>
                <p14:nvPr/>
              </p14:nvContentPartPr>
              <p14:xfrm>
                <a:off x="2386686" y="6101943"/>
                <a:ext cx="226080" cy="225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84EC0B5-F607-368F-1C42-64623AEAAA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68686" y="6083943"/>
                  <a:ext cx="261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22EC58-589A-20B5-620B-D27B350693BE}"/>
                    </a:ext>
                  </a:extLst>
                </p14:cNvPr>
                <p14:cNvContentPartPr/>
                <p14:nvPr/>
              </p14:nvContentPartPr>
              <p14:xfrm>
                <a:off x="2599806" y="6161703"/>
                <a:ext cx="289440" cy="420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22EC58-589A-20B5-620B-D27B350693B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81806" y="6143703"/>
                  <a:ext cx="32508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9398E61-9EED-BBA4-198F-59BFA2E06821}"/>
                    </a:ext>
                  </a:extLst>
                </p14:cNvPr>
                <p14:cNvContentPartPr/>
                <p14:nvPr/>
              </p14:nvContentPartPr>
              <p14:xfrm>
                <a:off x="3013086" y="6190503"/>
                <a:ext cx="168840" cy="44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9398E61-9EED-BBA4-198F-59BFA2E0682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995446" y="6172863"/>
                  <a:ext cx="204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665DA03-F67A-D481-D6DD-446027B50042}"/>
                    </a:ext>
                  </a:extLst>
                </p14:cNvPr>
                <p14:cNvContentPartPr/>
                <p14:nvPr/>
              </p14:nvContentPartPr>
              <p14:xfrm>
                <a:off x="3109206" y="6124983"/>
                <a:ext cx="42480" cy="214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665DA03-F67A-D481-D6DD-446027B500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091206" y="6107343"/>
                  <a:ext cx="78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6C2173-6C57-B88E-E689-8D9DCB11209A}"/>
                    </a:ext>
                  </a:extLst>
                </p14:cNvPr>
                <p14:cNvContentPartPr/>
                <p14:nvPr/>
              </p14:nvContentPartPr>
              <p14:xfrm>
                <a:off x="3344286" y="6057303"/>
                <a:ext cx="132480" cy="272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6C2173-6C57-B88E-E689-8D9DCB11209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26286" y="6039303"/>
                  <a:ext cx="168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CFC0BFD-3D94-A5F5-9B5B-D755C2317F16}"/>
                    </a:ext>
                  </a:extLst>
                </p14:cNvPr>
                <p14:cNvContentPartPr/>
                <p14:nvPr/>
              </p14:nvContentPartPr>
              <p14:xfrm>
                <a:off x="3577926" y="6200943"/>
                <a:ext cx="255600" cy="18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CFC0BFD-3D94-A5F5-9B5B-D755C2317F1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60286" y="6182943"/>
                  <a:ext cx="29124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C2709B5-38E4-711B-6FFF-2490C49401FF}"/>
              </a:ext>
            </a:extLst>
          </p:cNvPr>
          <p:cNvGrpSpPr/>
          <p:nvPr/>
        </p:nvGrpSpPr>
        <p:grpSpPr>
          <a:xfrm>
            <a:off x="4117206" y="6160983"/>
            <a:ext cx="708840" cy="201960"/>
            <a:chOff x="4117206" y="6160983"/>
            <a:chExt cx="70884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0F0FBC-F8AF-9F97-D76F-32586700EBF0}"/>
                    </a:ext>
                  </a:extLst>
                </p14:cNvPr>
                <p14:cNvContentPartPr/>
                <p14:nvPr/>
              </p14:nvContentPartPr>
              <p14:xfrm>
                <a:off x="4117206" y="6245223"/>
                <a:ext cx="142920" cy="10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0F0FBC-F8AF-9F97-D76F-32586700EB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99206" y="6227583"/>
                  <a:ext cx="178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8165463-9EF1-D00D-1A00-EAB476E4DFC0}"/>
                    </a:ext>
                  </a:extLst>
                </p14:cNvPr>
                <p14:cNvContentPartPr/>
                <p14:nvPr/>
              </p14:nvContentPartPr>
              <p14:xfrm>
                <a:off x="4139886" y="6318663"/>
                <a:ext cx="154080" cy="34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8165463-9EF1-D00D-1A00-EAB476E4DFC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21886" y="6300663"/>
                  <a:ext cx="189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B7F21E8-59B7-1023-94D9-005097D64002}"/>
                    </a:ext>
                  </a:extLst>
                </p14:cNvPr>
                <p14:cNvContentPartPr/>
                <p14:nvPr/>
              </p14:nvContentPartPr>
              <p14:xfrm>
                <a:off x="4521126" y="6160983"/>
                <a:ext cx="304920" cy="201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B7F21E8-59B7-1023-94D9-005097D6400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03126" y="6142983"/>
                  <a:ext cx="340560" cy="23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11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12</Words>
  <Application>Microsoft Office PowerPoint</Application>
  <PresentationFormat>Widescreen</PresentationFormat>
  <Paragraphs>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Matrix method  (Inverse method)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4</cp:revision>
  <dcterms:created xsi:type="dcterms:W3CDTF">2026-01-28T06:06:42Z</dcterms:created>
  <dcterms:modified xsi:type="dcterms:W3CDTF">2026-01-29T14:21:05Z</dcterms:modified>
</cp:coreProperties>
</file>